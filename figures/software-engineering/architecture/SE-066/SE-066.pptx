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adb5df5d604b24" /><Relationship Type="http://schemas.openxmlformats.org/officeDocument/2006/relationships/extended-properties" Target="/docProps/app.xml" Id="R65dabda7d3374806" /><Relationship Type="http://schemas.openxmlformats.org/officeDocument/2006/relationships/officeDocument" Target="/ppt/presentation.xml" Id="R039ecddefd9f4e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e3a56d1524459e"/>
  </p:sldMasterIdLst>
  <p:notesMasterIdLst>
    <p:notesMasterId xmlns:r="http://schemas.openxmlformats.org/officeDocument/2006/relationships" r:id="Rb98a8c738c11461b"/>
  </p:notesMasterIdLst>
  <p:sldIdLst>
    <p:sldId xmlns:r="http://schemas.openxmlformats.org/officeDocument/2006/relationships" id="256" r:id="R59109f2171e44bac"/>
  </p:sldIdLst>
  <p:sldSz cx="12801600" cy="3886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dbaa5e901c494f" /><Relationship Type="http://schemas.openxmlformats.org/officeDocument/2006/relationships/slideMaster" Target="/ppt/slideMasters/slideMaster1.xml" Id="R06e3a56d1524459e" /><Relationship Type="http://schemas.openxmlformats.org/officeDocument/2006/relationships/notesMaster" Target="/ppt/notesMasters/notesMaster1.xml" Id="Rb98a8c738c11461b" /><Relationship Type="http://schemas.openxmlformats.org/officeDocument/2006/relationships/presProps" Target="/ppt/presProps.xml" Id="R9cb0000244744f20" /><Relationship Type="http://schemas.openxmlformats.org/officeDocument/2006/relationships/tableStyles" Target="/ppt/tableStyles.xml" Id="R679010fa453d44b2" /><Relationship Type="http://schemas.openxmlformats.org/officeDocument/2006/relationships/slide" Target="/ppt/slides/slide1.xml" Id="R59109f2171e44b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87c49dd8bf41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73400ab9d4d37" /><Relationship Type="http://schemas.openxmlformats.org/officeDocument/2006/relationships/notesMaster" Target="/ppt/notesMasters/notesMaster1.xml" Id="R36596189fccf422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素材ID：SE-066</ns1:t>
            </ns1:r>
          </ns1:p>
          <ns1:p>
            <ns1:r>
              <ns1:t>论文：Do not neglect what’s on your hands: localizing software faults with exception trigger stream</ns1:t>
            </ns1:r>
          </ns1:p>
          <ns1:p>
            <ns1:r>
              <ns1:t>会议：ASE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2，PDF第5页</ns1:t>
            </ns1:r>
          </ns1:p>
          <ns1:p>
            <ns1:r>
              <ns1:t>类型：系统架构</ns1:t>
            </ns1:r>
          </ns1:p>
          <ns1:p>
            <ns1:r>
              <ns1:t>借鉴点：失败测试被转化为通过的参照测试，两路异常触发流比较出分叉点并投票，最后与上方谱排名结果结合；交错粗箭头与四个阶段条使两条证据路线清楚。</ns1:t>
            </ns1:r>
          </ns1:p>
          <ns1:p>
            <ns1:r>
              <ns1:t>论文URL：https://qixin5.github.io/files/pdf/research/ase24localizing.pdf</ns1:t>
            </ns1:r>
          </ns1:p>
          <ns1:p>
            <ns1:r>
              <ns1:t>官方获奖URL：https://conf.researchr.org/info/ase-2024/awards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b96e5afd24e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6f30caac6467c" /><Relationship Type="http://schemas.openxmlformats.org/officeDocument/2006/relationships/slideLayout" Target="/ppt/slideLayouts/slideLayout1.xml" Id="R97448c87eb6043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448c87eb6043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4dba3d5e145db" /><Relationship Type="http://schemas.openxmlformats.org/officeDocument/2006/relationships/image" Target="/ppt/media/image.png" Id="Rcb8820c1a5794ed7" /><Relationship Type="http://schemas.openxmlformats.org/officeDocument/2006/relationships/image" Target="/ppt/media/image2.png" Id="R83b98644f89a4c03" /><Relationship Type="http://schemas.openxmlformats.org/officeDocument/2006/relationships/image" Target="/ppt/media/image3.png" Id="R08bfc8fe044c486c" /><Relationship Type="http://schemas.openxmlformats.org/officeDocument/2006/relationships/image" Target="/ppt/media/image4.png" Id="R141909eb51e24ba2" /><Relationship Type="http://schemas.openxmlformats.org/officeDocument/2006/relationships/image" Target="/ppt/media/image5.png" Id="R8d983cb7fc494a5f" /><Relationship Type="http://schemas.openxmlformats.org/officeDocument/2006/relationships/image" Target="/ppt/media/image6.png" Id="Rcd77b27b74304eec" /><Relationship Type="http://schemas.openxmlformats.org/officeDocument/2006/relationships/image" Target="/ppt/media/image7.png" Id="Rc371e99ce3e542f6" /><Relationship Type="http://schemas.openxmlformats.org/officeDocument/2006/relationships/image" Target="/ppt/media/image8.png" Id="Rfdff84e3910745bc" /><Relationship Type="http://schemas.openxmlformats.org/officeDocument/2006/relationships/image" Target="/ppt/media/image9.png" Id="Rc98b7569c10d4798" /><Relationship Type="http://schemas.openxmlformats.org/officeDocument/2006/relationships/image" Target="/ppt/media/image10.png" Id="R6a53c918a9df4441" /><Relationship Type="http://schemas.openxmlformats.org/officeDocument/2006/relationships/image" Target="/ppt/media/image11.png" Id="R85b0ecf8f0254ffd" /><Relationship Type="http://schemas.openxmlformats.org/officeDocument/2006/relationships/image" Target="/ppt/media/image12.png" Id="Ra585156eb8994b50" /><Relationship Type="http://schemas.openxmlformats.org/officeDocument/2006/relationships/image" Target="/ppt/media/image13.png" Id="Reb71dee0a5314f6c" /><Relationship Type="http://schemas.openxmlformats.org/officeDocument/2006/relationships/notesSlide" Target="/ppt/notesSlides/notesSlide1.xml" Id="R4ae44d5451a0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1FAC6-D08B-4554-99D0-7392CB7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938" y="1131096"/>
            <a:ext cx="1398599" cy="498586"/>
          </a:xfrm>
          <a:custGeom xmlns:a="http://schemas.openxmlformats.org/drawingml/2006/main">
            <a:pathLst>
              <a:path w="1398599" h="498586">
                <a:moveTo>
                  <a:pt x="0" y="498586"/>
                </a:moveTo>
                <a:lnTo>
                  <a:pt x="1398599" y="498586"/>
                </a:lnTo>
                <a:lnTo>
                  <a:pt x="1398599" y="0"/>
                </a:lnTo>
                <a:lnTo>
                  <a:pt x="0" y="0"/>
                </a:lnTo>
                <a:lnTo>
                  <a:pt x="0" y="498586"/>
                </a:lnTo>
                <a:close/>
              </a:path>
            </a:pathLst>
          </a:custGeom>
          <a:solidFill xmlns:a="http://schemas.openxmlformats.org/drawingml/2006/main">
            <a:srgbClr val="D4E0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D2387-727F-4B73-A21E-44B9F87D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295" y="2064380"/>
            <a:ext cx="5960875" cy="1520291"/>
          </a:xfrm>
          <a:custGeom xmlns:a="http://schemas.openxmlformats.org/drawingml/2006/main">
            <a:pathLst>
              <a:path w="5960875" h="1520291">
                <a:moveTo>
                  <a:pt x="285555" y="1515129"/>
                </a:moveTo>
                <a:lnTo>
                  <a:pt x="331811" y="1515129"/>
                </a:lnTo>
                <a:lnTo>
                  <a:pt x="331811" y="1520291"/>
                </a:lnTo>
                <a:lnTo>
                  <a:pt x="285555" y="1520291"/>
                </a:lnTo>
                <a:lnTo>
                  <a:pt x="285555" y="1515129"/>
                </a:lnTo>
                <a:moveTo>
                  <a:pt x="347229" y="1515129"/>
                </a:moveTo>
                <a:lnTo>
                  <a:pt x="393486" y="1515129"/>
                </a:lnTo>
                <a:lnTo>
                  <a:pt x="393486" y="1520291"/>
                </a:lnTo>
                <a:lnTo>
                  <a:pt x="347229" y="1520291"/>
                </a:lnTo>
                <a:lnTo>
                  <a:pt x="347229" y="1515129"/>
                </a:lnTo>
                <a:moveTo>
                  <a:pt x="408904" y="1515129"/>
                </a:moveTo>
                <a:lnTo>
                  <a:pt x="455160" y="1515129"/>
                </a:lnTo>
                <a:lnTo>
                  <a:pt x="455160" y="1520291"/>
                </a:lnTo>
                <a:lnTo>
                  <a:pt x="408904" y="1520291"/>
                </a:lnTo>
                <a:lnTo>
                  <a:pt x="408904" y="1515129"/>
                </a:lnTo>
                <a:moveTo>
                  <a:pt x="470579" y="1515129"/>
                </a:moveTo>
                <a:lnTo>
                  <a:pt x="516835" y="1515129"/>
                </a:lnTo>
                <a:lnTo>
                  <a:pt x="516835" y="1520291"/>
                </a:lnTo>
                <a:lnTo>
                  <a:pt x="470579" y="1520291"/>
                </a:lnTo>
                <a:lnTo>
                  <a:pt x="470579" y="1515129"/>
                </a:lnTo>
                <a:moveTo>
                  <a:pt x="532254" y="1515129"/>
                </a:moveTo>
                <a:lnTo>
                  <a:pt x="578510" y="1515129"/>
                </a:lnTo>
                <a:lnTo>
                  <a:pt x="578510" y="1520291"/>
                </a:lnTo>
                <a:lnTo>
                  <a:pt x="532254" y="1520291"/>
                </a:lnTo>
                <a:lnTo>
                  <a:pt x="532254" y="1515129"/>
                </a:lnTo>
                <a:moveTo>
                  <a:pt x="593929" y="1515129"/>
                </a:moveTo>
                <a:lnTo>
                  <a:pt x="640185" y="1515129"/>
                </a:lnTo>
                <a:lnTo>
                  <a:pt x="640185" y="1520291"/>
                </a:lnTo>
                <a:lnTo>
                  <a:pt x="593929" y="1520291"/>
                </a:lnTo>
                <a:lnTo>
                  <a:pt x="593929" y="1515129"/>
                </a:lnTo>
                <a:moveTo>
                  <a:pt x="655604" y="1515129"/>
                </a:moveTo>
                <a:lnTo>
                  <a:pt x="701860" y="1515129"/>
                </a:lnTo>
                <a:lnTo>
                  <a:pt x="701860" y="1520291"/>
                </a:lnTo>
                <a:lnTo>
                  <a:pt x="655604" y="1520291"/>
                </a:lnTo>
                <a:lnTo>
                  <a:pt x="655604" y="1515129"/>
                </a:lnTo>
                <a:moveTo>
                  <a:pt x="717279" y="1515129"/>
                </a:moveTo>
                <a:lnTo>
                  <a:pt x="763535" y="1515129"/>
                </a:lnTo>
                <a:lnTo>
                  <a:pt x="763535" y="1520291"/>
                </a:lnTo>
                <a:lnTo>
                  <a:pt x="717279" y="1520291"/>
                </a:lnTo>
                <a:lnTo>
                  <a:pt x="717279" y="1515129"/>
                </a:lnTo>
                <a:moveTo>
                  <a:pt x="778953" y="1515129"/>
                </a:moveTo>
                <a:lnTo>
                  <a:pt x="825210" y="1515129"/>
                </a:lnTo>
                <a:lnTo>
                  <a:pt x="825210" y="1520291"/>
                </a:lnTo>
                <a:lnTo>
                  <a:pt x="778953" y="1520291"/>
                </a:lnTo>
                <a:lnTo>
                  <a:pt x="778953" y="1515129"/>
                </a:lnTo>
                <a:moveTo>
                  <a:pt x="840628" y="1515129"/>
                </a:moveTo>
                <a:lnTo>
                  <a:pt x="886884" y="1515129"/>
                </a:lnTo>
                <a:lnTo>
                  <a:pt x="886884" y="1520291"/>
                </a:lnTo>
                <a:lnTo>
                  <a:pt x="840628" y="1520291"/>
                </a:lnTo>
                <a:lnTo>
                  <a:pt x="840628" y="1515129"/>
                </a:lnTo>
                <a:moveTo>
                  <a:pt x="902303" y="1515129"/>
                </a:moveTo>
                <a:lnTo>
                  <a:pt x="948559" y="1515129"/>
                </a:lnTo>
                <a:lnTo>
                  <a:pt x="948559" y="1520291"/>
                </a:lnTo>
                <a:lnTo>
                  <a:pt x="902303" y="1520291"/>
                </a:lnTo>
                <a:lnTo>
                  <a:pt x="902303" y="1515129"/>
                </a:lnTo>
                <a:moveTo>
                  <a:pt x="963978" y="1515129"/>
                </a:moveTo>
                <a:lnTo>
                  <a:pt x="1010234" y="1515129"/>
                </a:lnTo>
                <a:lnTo>
                  <a:pt x="1010234" y="1520291"/>
                </a:lnTo>
                <a:lnTo>
                  <a:pt x="963978" y="1520291"/>
                </a:lnTo>
                <a:lnTo>
                  <a:pt x="963978" y="1515129"/>
                </a:lnTo>
                <a:moveTo>
                  <a:pt x="1025653" y="1515129"/>
                </a:moveTo>
                <a:lnTo>
                  <a:pt x="1071909" y="1515129"/>
                </a:lnTo>
                <a:lnTo>
                  <a:pt x="1071909" y="1520291"/>
                </a:lnTo>
                <a:lnTo>
                  <a:pt x="1025653" y="1520291"/>
                </a:lnTo>
                <a:lnTo>
                  <a:pt x="1025653" y="1515129"/>
                </a:lnTo>
                <a:moveTo>
                  <a:pt x="1087328" y="1515129"/>
                </a:moveTo>
                <a:lnTo>
                  <a:pt x="1133584" y="1515129"/>
                </a:lnTo>
                <a:lnTo>
                  <a:pt x="1133584" y="1520291"/>
                </a:lnTo>
                <a:lnTo>
                  <a:pt x="1087328" y="1520291"/>
                </a:lnTo>
                <a:lnTo>
                  <a:pt x="1087328" y="1515129"/>
                </a:lnTo>
                <a:moveTo>
                  <a:pt x="1149003" y="1515129"/>
                </a:moveTo>
                <a:lnTo>
                  <a:pt x="1195259" y="1515129"/>
                </a:lnTo>
                <a:lnTo>
                  <a:pt x="1195259" y="1520291"/>
                </a:lnTo>
                <a:lnTo>
                  <a:pt x="1149003" y="1520291"/>
                </a:lnTo>
                <a:lnTo>
                  <a:pt x="1149003" y="1515129"/>
                </a:lnTo>
                <a:moveTo>
                  <a:pt x="1210677" y="1515129"/>
                </a:moveTo>
                <a:lnTo>
                  <a:pt x="1256934" y="1515129"/>
                </a:lnTo>
                <a:lnTo>
                  <a:pt x="1256934" y="1520291"/>
                </a:lnTo>
                <a:lnTo>
                  <a:pt x="1210677" y="1520291"/>
                </a:lnTo>
                <a:lnTo>
                  <a:pt x="1210677" y="1515129"/>
                </a:lnTo>
                <a:moveTo>
                  <a:pt x="1272352" y="1515129"/>
                </a:moveTo>
                <a:lnTo>
                  <a:pt x="1318608" y="1515129"/>
                </a:lnTo>
                <a:lnTo>
                  <a:pt x="1318608" y="1520291"/>
                </a:lnTo>
                <a:lnTo>
                  <a:pt x="1272352" y="1520291"/>
                </a:lnTo>
                <a:lnTo>
                  <a:pt x="1272352" y="1515129"/>
                </a:lnTo>
                <a:moveTo>
                  <a:pt x="1334027" y="1515129"/>
                </a:moveTo>
                <a:lnTo>
                  <a:pt x="1380283" y="1515129"/>
                </a:lnTo>
                <a:lnTo>
                  <a:pt x="1380283" y="1520291"/>
                </a:lnTo>
                <a:lnTo>
                  <a:pt x="1334027" y="1520291"/>
                </a:lnTo>
                <a:lnTo>
                  <a:pt x="1334027" y="1515129"/>
                </a:lnTo>
                <a:moveTo>
                  <a:pt x="1395702" y="1515129"/>
                </a:moveTo>
                <a:lnTo>
                  <a:pt x="1441958" y="1515129"/>
                </a:lnTo>
                <a:lnTo>
                  <a:pt x="1441958" y="1520291"/>
                </a:lnTo>
                <a:lnTo>
                  <a:pt x="1395702" y="1520291"/>
                </a:lnTo>
                <a:lnTo>
                  <a:pt x="1395702" y="1515129"/>
                </a:lnTo>
                <a:moveTo>
                  <a:pt x="1457377" y="1515129"/>
                </a:moveTo>
                <a:lnTo>
                  <a:pt x="1503633" y="1515129"/>
                </a:lnTo>
                <a:lnTo>
                  <a:pt x="1503633" y="1520291"/>
                </a:lnTo>
                <a:lnTo>
                  <a:pt x="1457377" y="1520291"/>
                </a:lnTo>
                <a:lnTo>
                  <a:pt x="1457377" y="1515129"/>
                </a:lnTo>
                <a:moveTo>
                  <a:pt x="1519052" y="1515129"/>
                </a:moveTo>
                <a:lnTo>
                  <a:pt x="1565308" y="1515129"/>
                </a:lnTo>
                <a:lnTo>
                  <a:pt x="1565308" y="1520291"/>
                </a:lnTo>
                <a:lnTo>
                  <a:pt x="1519052" y="1520291"/>
                </a:lnTo>
                <a:lnTo>
                  <a:pt x="1519052" y="1515129"/>
                </a:lnTo>
                <a:moveTo>
                  <a:pt x="1580727" y="1515129"/>
                </a:moveTo>
                <a:lnTo>
                  <a:pt x="1626983" y="1515129"/>
                </a:lnTo>
                <a:lnTo>
                  <a:pt x="1626983" y="1520291"/>
                </a:lnTo>
                <a:lnTo>
                  <a:pt x="1580727" y="1520291"/>
                </a:lnTo>
                <a:lnTo>
                  <a:pt x="1580727" y="1515129"/>
                </a:lnTo>
                <a:moveTo>
                  <a:pt x="1642401" y="1515129"/>
                </a:moveTo>
                <a:lnTo>
                  <a:pt x="1688658" y="1515129"/>
                </a:lnTo>
                <a:lnTo>
                  <a:pt x="1688658" y="1520291"/>
                </a:lnTo>
                <a:lnTo>
                  <a:pt x="1642401" y="1520291"/>
                </a:lnTo>
                <a:lnTo>
                  <a:pt x="1642401" y="1515129"/>
                </a:lnTo>
                <a:moveTo>
                  <a:pt x="1704076" y="1515129"/>
                </a:moveTo>
                <a:lnTo>
                  <a:pt x="1750332" y="1515129"/>
                </a:lnTo>
                <a:lnTo>
                  <a:pt x="1750332" y="1520291"/>
                </a:lnTo>
                <a:lnTo>
                  <a:pt x="1704076" y="1520291"/>
                </a:lnTo>
                <a:lnTo>
                  <a:pt x="1704076" y="1515129"/>
                </a:lnTo>
                <a:moveTo>
                  <a:pt x="1765751" y="1515129"/>
                </a:moveTo>
                <a:lnTo>
                  <a:pt x="1812007" y="1515129"/>
                </a:lnTo>
                <a:lnTo>
                  <a:pt x="1812007" y="1520291"/>
                </a:lnTo>
                <a:lnTo>
                  <a:pt x="1765751" y="1520291"/>
                </a:lnTo>
                <a:lnTo>
                  <a:pt x="1765751" y="1515129"/>
                </a:lnTo>
                <a:moveTo>
                  <a:pt x="1827426" y="1515129"/>
                </a:moveTo>
                <a:lnTo>
                  <a:pt x="1873682" y="1515129"/>
                </a:lnTo>
                <a:lnTo>
                  <a:pt x="1873682" y="1520291"/>
                </a:lnTo>
                <a:lnTo>
                  <a:pt x="1827426" y="1520291"/>
                </a:lnTo>
                <a:lnTo>
                  <a:pt x="1827426" y="1515129"/>
                </a:lnTo>
                <a:moveTo>
                  <a:pt x="1889101" y="1515129"/>
                </a:moveTo>
                <a:lnTo>
                  <a:pt x="1935357" y="1515129"/>
                </a:lnTo>
                <a:lnTo>
                  <a:pt x="1935357" y="1520291"/>
                </a:lnTo>
                <a:lnTo>
                  <a:pt x="1889101" y="1520291"/>
                </a:lnTo>
                <a:lnTo>
                  <a:pt x="1889101" y="1515129"/>
                </a:lnTo>
                <a:moveTo>
                  <a:pt x="1950776" y="1515129"/>
                </a:moveTo>
                <a:lnTo>
                  <a:pt x="1997032" y="1515129"/>
                </a:lnTo>
                <a:lnTo>
                  <a:pt x="1997032" y="1520291"/>
                </a:lnTo>
                <a:lnTo>
                  <a:pt x="1950776" y="1520291"/>
                </a:lnTo>
                <a:lnTo>
                  <a:pt x="1950776" y="1515129"/>
                </a:lnTo>
                <a:moveTo>
                  <a:pt x="2012451" y="1515129"/>
                </a:moveTo>
                <a:lnTo>
                  <a:pt x="2058707" y="1515129"/>
                </a:lnTo>
                <a:lnTo>
                  <a:pt x="2058707" y="1520291"/>
                </a:lnTo>
                <a:lnTo>
                  <a:pt x="2012451" y="1520291"/>
                </a:lnTo>
                <a:lnTo>
                  <a:pt x="2012451" y="1515129"/>
                </a:lnTo>
                <a:moveTo>
                  <a:pt x="2074125" y="1515129"/>
                </a:moveTo>
                <a:lnTo>
                  <a:pt x="2120382" y="1515129"/>
                </a:lnTo>
                <a:lnTo>
                  <a:pt x="2120382" y="1520291"/>
                </a:lnTo>
                <a:lnTo>
                  <a:pt x="2074125" y="1520291"/>
                </a:lnTo>
                <a:lnTo>
                  <a:pt x="2074125" y="1515129"/>
                </a:lnTo>
                <a:moveTo>
                  <a:pt x="2135800" y="1515129"/>
                </a:moveTo>
                <a:lnTo>
                  <a:pt x="2182056" y="1515129"/>
                </a:lnTo>
                <a:lnTo>
                  <a:pt x="2182056" y="1520291"/>
                </a:lnTo>
                <a:lnTo>
                  <a:pt x="2135800" y="1520291"/>
                </a:lnTo>
                <a:lnTo>
                  <a:pt x="2135800" y="1515129"/>
                </a:lnTo>
                <a:moveTo>
                  <a:pt x="2197475" y="1515129"/>
                </a:moveTo>
                <a:lnTo>
                  <a:pt x="2243731" y="1515129"/>
                </a:lnTo>
                <a:lnTo>
                  <a:pt x="2243731" y="1520291"/>
                </a:lnTo>
                <a:lnTo>
                  <a:pt x="2197475" y="1520291"/>
                </a:lnTo>
                <a:lnTo>
                  <a:pt x="2197475" y="1515129"/>
                </a:lnTo>
                <a:moveTo>
                  <a:pt x="2259150" y="1515129"/>
                </a:moveTo>
                <a:lnTo>
                  <a:pt x="2305406" y="1515129"/>
                </a:lnTo>
                <a:lnTo>
                  <a:pt x="2305406" y="1520291"/>
                </a:lnTo>
                <a:lnTo>
                  <a:pt x="2259150" y="1520291"/>
                </a:lnTo>
                <a:lnTo>
                  <a:pt x="2259150" y="1515129"/>
                </a:lnTo>
                <a:moveTo>
                  <a:pt x="2320825" y="1515129"/>
                </a:moveTo>
                <a:lnTo>
                  <a:pt x="2367081" y="1515129"/>
                </a:lnTo>
                <a:lnTo>
                  <a:pt x="2367081" y="1520291"/>
                </a:lnTo>
                <a:lnTo>
                  <a:pt x="2320825" y="1520291"/>
                </a:lnTo>
                <a:lnTo>
                  <a:pt x="2320825" y="1515129"/>
                </a:lnTo>
                <a:moveTo>
                  <a:pt x="2382500" y="1515129"/>
                </a:moveTo>
                <a:lnTo>
                  <a:pt x="2428756" y="1515129"/>
                </a:lnTo>
                <a:lnTo>
                  <a:pt x="2428756" y="1520291"/>
                </a:lnTo>
                <a:lnTo>
                  <a:pt x="2382500" y="1520291"/>
                </a:lnTo>
                <a:lnTo>
                  <a:pt x="2382500" y="1515129"/>
                </a:lnTo>
                <a:moveTo>
                  <a:pt x="2444175" y="1515129"/>
                </a:moveTo>
                <a:lnTo>
                  <a:pt x="2490431" y="1515129"/>
                </a:lnTo>
                <a:lnTo>
                  <a:pt x="2490431" y="1520291"/>
                </a:lnTo>
                <a:lnTo>
                  <a:pt x="2444175" y="1520291"/>
                </a:lnTo>
                <a:lnTo>
                  <a:pt x="2444175" y="1515129"/>
                </a:lnTo>
                <a:moveTo>
                  <a:pt x="2505849" y="1515129"/>
                </a:moveTo>
                <a:lnTo>
                  <a:pt x="2552106" y="1515129"/>
                </a:lnTo>
                <a:lnTo>
                  <a:pt x="2552106" y="1520291"/>
                </a:lnTo>
                <a:lnTo>
                  <a:pt x="2505849" y="1520291"/>
                </a:lnTo>
                <a:lnTo>
                  <a:pt x="2505849" y="1515129"/>
                </a:lnTo>
                <a:moveTo>
                  <a:pt x="2567524" y="1515129"/>
                </a:moveTo>
                <a:lnTo>
                  <a:pt x="2613780" y="1515129"/>
                </a:lnTo>
                <a:lnTo>
                  <a:pt x="2613780" y="1520291"/>
                </a:lnTo>
                <a:lnTo>
                  <a:pt x="2567524" y="1520291"/>
                </a:lnTo>
                <a:lnTo>
                  <a:pt x="2567524" y="1515129"/>
                </a:lnTo>
                <a:moveTo>
                  <a:pt x="2629199" y="1515129"/>
                </a:moveTo>
                <a:lnTo>
                  <a:pt x="2675455" y="1515129"/>
                </a:lnTo>
                <a:lnTo>
                  <a:pt x="2675455" y="1520291"/>
                </a:lnTo>
                <a:lnTo>
                  <a:pt x="2629199" y="1520291"/>
                </a:lnTo>
                <a:lnTo>
                  <a:pt x="2629199" y="1515129"/>
                </a:lnTo>
                <a:moveTo>
                  <a:pt x="2690874" y="1515129"/>
                </a:moveTo>
                <a:lnTo>
                  <a:pt x="2737130" y="1515129"/>
                </a:lnTo>
                <a:lnTo>
                  <a:pt x="2737130" y="1520291"/>
                </a:lnTo>
                <a:lnTo>
                  <a:pt x="2690874" y="1520291"/>
                </a:lnTo>
                <a:lnTo>
                  <a:pt x="2690874" y="1515129"/>
                </a:lnTo>
                <a:moveTo>
                  <a:pt x="2752549" y="1515129"/>
                </a:moveTo>
                <a:lnTo>
                  <a:pt x="2798805" y="1515129"/>
                </a:lnTo>
                <a:lnTo>
                  <a:pt x="2798805" y="1520291"/>
                </a:lnTo>
                <a:lnTo>
                  <a:pt x="2752549" y="1520291"/>
                </a:lnTo>
                <a:lnTo>
                  <a:pt x="2752549" y="1515129"/>
                </a:lnTo>
                <a:moveTo>
                  <a:pt x="2814224" y="1515129"/>
                </a:moveTo>
                <a:lnTo>
                  <a:pt x="2860480" y="1515129"/>
                </a:lnTo>
                <a:lnTo>
                  <a:pt x="2860480" y="1520291"/>
                </a:lnTo>
                <a:lnTo>
                  <a:pt x="2814224" y="1520291"/>
                </a:lnTo>
                <a:lnTo>
                  <a:pt x="2814224" y="1515129"/>
                </a:lnTo>
                <a:moveTo>
                  <a:pt x="2875899" y="1515129"/>
                </a:moveTo>
                <a:lnTo>
                  <a:pt x="2922155" y="1515129"/>
                </a:lnTo>
                <a:lnTo>
                  <a:pt x="2922155" y="1520291"/>
                </a:lnTo>
                <a:lnTo>
                  <a:pt x="2875899" y="1520291"/>
                </a:lnTo>
                <a:lnTo>
                  <a:pt x="2875899" y="1515129"/>
                </a:lnTo>
                <a:moveTo>
                  <a:pt x="2937573" y="1515129"/>
                </a:moveTo>
                <a:lnTo>
                  <a:pt x="2983830" y="1515129"/>
                </a:lnTo>
                <a:lnTo>
                  <a:pt x="2983830" y="1520291"/>
                </a:lnTo>
                <a:lnTo>
                  <a:pt x="2937573" y="1520291"/>
                </a:lnTo>
                <a:lnTo>
                  <a:pt x="2937573" y="1515129"/>
                </a:lnTo>
                <a:moveTo>
                  <a:pt x="2999248" y="1515129"/>
                </a:moveTo>
                <a:lnTo>
                  <a:pt x="3045504" y="1515129"/>
                </a:lnTo>
                <a:lnTo>
                  <a:pt x="3045504" y="1520291"/>
                </a:lnTo>
                <a:lnTo>
                  <a:pt x="2999248" y="1520291"/>
                </a:lnTo>
                <a:lnTo>
                  <a:pt x="2999248" y="1515129"/>
                </a:lnTo>
                <a:moveTo>
                  <a:pt x="3060923" y="1515129"/>
                </a:moveTo>
                <a:lnTo>
                  <a:pt x="3107179" y="1515129"/>
                </a:lnTo>
                <a:lnTo>
                  <a:pt x="3107179" y="1520291"/>
                </a:lnTo>
                <a:lnTo>
                  <a:pt x="3060923" y="1520291"/>
                </a:lnTo>
                <a:lnTo>
                  <a:pt x="3060923" y="1515129"/>
                </a:lnTo>
                <a:moveTo>
                  <a:pt x="3122598" y="1515129"/>
                </a:moveTo>
                <a:lnTo>
                  <a:pt x="3168854" y="1515129"/>
                </a:lnTo>
                <a:lnTo>
                  <a:pt x="3168854" y="1520291"/>
                </a:lnTo>
                <a:lnTo>
                  <a:pt x="3122598" y="1520291"/>
                </a:lnTo>
                <a:lnTo>
                  <a:pt x="3122598" y="1515129"/>
                </a:lnTo>
                <a:moveTo>
                  <a:pt x="3184273" y="1515129"/>
                </a:moveTo>
                <a:lnTo>
                  <a:pt x="3230529" y="1515129"/>
                </a:lnTo>
                <a:lnTo>
                  <a:pt x="3230529" y="1520291"/>
                </a:lnTo>
                <a:lnTo>
                  <a:pt x="3184273" y="1520291"/>
                </a:lnTo>
                <a:lnTo>
                  <a:pt x="3184273" y="1515129"/>
                </a:lnTo>
                <a:moveTo>
                  <a:pt x="3245948" y="1515129"/>
                </a:moveTo>
                <a:lnTo>
                  <a:pt x="3292204" y="1515129"/>
                </a:lnTo>
                <a:lnTo>
                  <a:pt x="3292204" y="1520291"/>
                </a:lnTo>
                <a:lnTo>
                  <a:pt x="3245948" y="1520291"/>
                </a:lnTo>
                <a:lnTo>
                  <a:pt x="3245948" y="1515129"/>
                </a:lnTo>
                <a:moveTo>
                  <a:pt x="3307623" y="1515129"/>
                </a:moveTo>
                <a:lnTo>
                  <a:pt x="3353879" y="1515129"/>
                </a:lnTo>
                <a:lnTo>
                  <a:pt x="3353879" y="1520291"/>
                </a:lnTo>
                <a:lnTo>
                  <a:pt x="3307623" y="1520291"/>
                </a:lnTo>
                <a:lnTo>
                  <a:pt x="3307623" y="1515129"/>
                </a:lnTo>
                <a:moveTo>
                  <a:pt x="3369297" y="1515129"/>
                </a:moveTo>
                <a:lnTo>
                  <a:pt x="3415554" y="1515129"/>
                </a:lnTo>
                <a:lnTo>
                  <a:pt x="3415554" y="1520291"/>
                </a:lnTo>
                <a:lnTo>
                  <a:pt x="3369297" y="1520291"/>
                </a:lnTo>
                <a:lnTo>
                  <a:pt x="3369297" y="1515129"/>
                </a:lnTo>
                <a:moveTo>
                  <a:pt x="3430972" y="1515129"/>
                </a:moveTo>
                <a:lnTo>
                  <a:pt x="3477228" y="1515129"/>
                </a:lnTo>
                <a:lnTo>
                  <a:pt x="3477228" y="1520291"/>
                </a:lnTo>
                <a:lnTo>
                  <a:pt x="3430972" y="1520291"/>
                </a:lnTo>
                <a:lnTo>
                  <a:pt x="3430972" y="1515129"/>
                </a:lnTo>
                <a:moveTo>
                  <a:pt x="3492647" y="1515129"/>
                </a:moveTo>
                <a:lnTo>
                  <a:pt x="3538903" y="1515129"/>
                </a:lnTo>
                <a:lnTo>
                  <a:pt x="3538903" y="1520291"/>
                </a:lnTo>
                <a:lnTo>
                  <a:pt x="3492647" y="1520291"/>
                </a:lnTo>
                <a:lnTo>
                  <a:pt x="3492647" y="1515129"/>
                </a:lnTo>
                <a:moveTo>
                  <a:pt x="3554322" y="1515129"/>
                </a:moveTo>
                <a:lnTo>
                  <a:pt x="3600578" y="1515129"/>
                </a:lnTo>
                <a:lnTo>
                  <a:pt x="3600578" y="1520291"/>
                </a:lnTo>
                <a:lnTo>
                  <a:pt x="3554322" y="1520291"/>
                </a:lnTo>
                <a:lnTo>
                  <a:pt x="3554322" y="1515129"/>
                </a:lnTo>
                <a:moveTo>
                  <a:pt x="3615997" y="1515129"/>
                </a:moveTo>
                <a:lnTo>
                  <a:pt x="3662253" y="1515129"/>
                </a:lnTo>
                <a:lnTo>
                  <a:pt x="3662253" y="1520291"/>
                </a:lnTo>
                <a:lnTo>
                  <a:pt x="3615997" y="1520291"/>
                </a:lnTo>
                <a:lnTo>
                  <a:pt x="3615997" y="1515129"/>
                </a:lnTo>
                <a:moveTo>
                  <a:pt x="3677672" y="1515129"/>
                </a:moveTo>
                <a:lnTo>
                  <a:pt x="3723928" y="1515129"/>
                </a:lnTo>
                <a:lnTo>
                  <a:pt x="3723928" y="1520291"/>
                </a:lnTo>
                <a:lnTo>
                  <a:pt x="3677672" y="1520291"/>
                </a:lnTo>
                <a:lnTo>
                  <a:pt x="3677672" y="1515129"/>
                </a:lnTo>
                <a:moveTo>
                  <a:pt x="3739347" y="1515129"/>
                </a:moveTo>
                <a:lnTo>
                  <a:pt x="3785603" y="1515129"/>
                </a:lnTo>
                <a:lnTo>
                  <a:pt x="3785603" y="1520291"/>
                </a:lnTo>
                <a:lnTo>
                  <a:pt x="3739347" y="1520291"/>
                </a:lnTo>
                <a:lnTo>
                  <a:pt x="3739347" y="1515129"/>
                </a:lnTo>
                <a:moveTo>
                  <a:pt x="3801021" y="1515129"/>
                </a:moveTo>
                <a:lnTo>
                  <a:pt x="3847278" y="1515129"/>
                </a:lnTo>
                <a:lnTo>
                  <a:pt x="3847278" y="1520291"/>
                </a:lnTo>
                <a:lnTo>
                  <a:pt x="3801021" y="1520291"/>
                </a:lnTo>
                <a:lnTo>
                  <a:pt x="3801021" y="1515129"/>
                </a:lnTo>
                <a:moveTo>
                  <a:pt x="3862696" y="1515129"/>
                </a:moveTo>
                <a:lnTo>
                  <a:pt x="3908952" y="1515129"/>
                </a:lnTo>
                <a:lnTo>
                  <a:pt x="3908952" y="1520291"/>
                </a:lnTo>
                <a:lnTo>
                  <a:pt x="3862696" y="1520291"/>
                </a:lnTo>
                <a:lnTo>
                  <a:pt x="3862696" y="1515129"/>
                </a:lnTo>
                <a:moveTo>
                  <a:pt x="3924371" y="1515129"/>
                </a:moveTo>
                <a:lnTo>
                  <a:pt x="3970627" y="1515129"/>
                </a:lnTo>
                <a:lnTo>
                  <a:pt x="3970627" y="1520291"/>
                </a:lnTo>
                <a:lnTo>
                  <a:pt x="3924371" y="1520291"/>
                </a:lnTo>
                <a:lnTo>
                  <a:pt x="3924371" y="1515129"/>
                </a:lnTo>
                <a:moveTo>
                  <a:pt x="3986046" y="1515129"/>
                </a:moveTo>
                <a:lnTo>
                  <a:pt x="4032302" y="1515129"/>
                </a:lnTo>
                <a:lnTo>
                  <a:pt x="4032302" y="1520291"/>
                </a:lnTo>
                <a:lnTo>
                  <a:pt x="3986046" y="1520291"/>
                </a:lnTo>
                <a:lnTo>
                  <a:pt x="3986046" y="1515129"/>
                </a:lnTo>
                <a:moveTo>
                  <a:pt x="4047721" y="1515129"/>
                </a:moveTo>
                <a:lnTo>
                  <a:pt x="4093977" y="1515129"/>
                </a:lnTo>
                <a:lnTo>
                  <a:pt x="4093977" y="1520291"/>
                </a:lnTo>
                <a:lnTo>
                  <a:pt x="4047721" y="1520291"/>
                </a:lnTo>
                <a:lnTo>
                  <a:pt x="4047721" y="1515129"/>
                </a:lnTo>
                <a:moveTo>
                  <a:pt x="4109396" y="1515129"/>
                </a:moveTo>
                <a:lnTo>
                  <a:pt x="4155652" y="1515129"/>
                </a:lnTo>
                <a:lnTo>
                  <a:pt x="4155652" y="1520291"/>
                </a:lnTo>
                <a:lnTo>
                  <a:pt x="4109396" y="1520291"/>
                </a:lnTo>
                <a:lnTo>
                  <a:pt x="4109396" y="1515129"/>
                </a:lnTo>
                <a:moveTo>
                  <a:pt x="4171071" y="1515129"/>
                </a:moveTo>
                <a:lnTo>
                  <a:pt x="4217327" y="1515129"/>
                </a:lnTo>
                <a:lnTo>
                  <a:pt x="4217327" y="1520291"/>
                </a:lnTo>
                <a:lnTo>
                  <a:pt x="4171071" y="1520291"/>
                </a:lnTo>
                <a:lnTo>
                  <a:pt x="4171071" y="1515129"/>
                </a:lnTo>
                <a:moveTo>
                  <a:pt x="4232745" y="1515129"/>
                </a:moveTo>
                <a:lnTo>
                  <a:pt x="4279002" y="1515129"/>
                </a:lnTo>
                <a:lnTo>
                  <a:pt x="4279002" y="1520291"/>
                </a:lnTo>
                <a:lnTo>
                  <a:pt x="4232745" y="1520291"/>
                </a:lnTo>
                <a:lnTo>
                  <a:pt x="4232745" y="1515129"/>
                </a:lnTo>
                <a:moveTo>
                  <a:pt x="4294420" y="1515129"/>
                </a:moveTo>
                <a:lnTo>
                  <a:pt x="4340676" y="1515129"/>
                </a:lnTo>
                <a:lnTo>
                  <a:pt x="4340676" y="1520291"/>
                </a:lnTo>
                <a:lnTo>
                  <a:pt x="4294420" y="1520291"/>
                </a:lnTo>
                <a:lnTo>
                  <a:pt x="4294420" y="1515129"/>
                </a:lnTo>
                <a:moveTo>
                  <a:pt x="4356095" y="1515129"/>
                </a:moveTo>
                <a:lnTo>
                  <a:pt x="4402351" y="1515129"/>
                </a:lnTo>
                <a:lnTo>
                  <a:pt x="4402351" y="1520291"/>
                </a:lnTo>
                <a:lnTo>
                  <a:pt x="4356095" y="1520291"/>
                </a:lnTo>
                <a:lnTo>
                  <a:pt x="4356095" y="1515129"/>
                </a:lnTo>
                <a:moveTo>
                  <a:pt x="4417770" y="1515129"/>
                </a:moveTo>
                <a:lnTo>
                  <a:pt x="4464026" y="1515129"/>
                </a:lnTo>
                <a:lnTo>
                  <a:pt x="4464026" y="1520291"/>
                </a:lnTo>
                <a:lnTo>
                  <a:pt x="4417770" y="1520291"/>
                </a:lnTo>
                <a:lnTo>
                  <a:pt x="4417770" y="1515129"/>
                </a:lnTo>
                <a:moveTo>
                  <a:pt x="4479445" y="1515129"/>
                </a:moveTo>
                <a:lnTo>
                  <a:pt x="4525701" y="1515129"/>
                </a:lnTo>
                <a:lnTo>
                  <a:pt x="4525701" y="1520291"/>
                </a:lnTo>
                <a:lnTo>
                  <a:pt x="4479445" y="1520291"/>
                </a:lnTo>
                <a:lnTo>
                  <a:pt x="4479445" y="1515129"/>
                </a:lnTo>
                <a:moveTo>
                  <a:pt x="4541120" y="1515129"/>
                </a:moveTo>
                <a:lnTo>
                  <a:pt x="4587376" y="1515129"/>
                </a:lnTo>
                <a:lnTo>
                  <a:pt x="4587376" y="1520291"/>
                </a:lnTo>
                <a:lnTo>
                  <a:pt x="4541120" y="1520291"/>
                </a:lnTo>
                <a:lnTo>
                  <a:pt x="4541120" y="1515129"/>
                </a:lnTo>
                <a:moveTo>
                  <a:pt x="4602795" y="1515129"/>
                </a:moveTo>
                <a:lnTo>
                  <a:pt x="4649051" y="1515129"/>
                </a:lnTo>
                <a:lnTo>
                  <a:pt x="4649051" y="1520291"/>
                </a:lnTo>
                <a:lnTo>
                  <a:pt x="4602795" y="1520291"/>
                </a:lnTo>
                <a:lnTo>
                  <a:pt x="4602795" y="1515129"/>
                </a:lnTo>
                <a:moveTo>
                  <a:pt x="4664469" y="1515129"/>
                </a:moveTo>
                <a:lnTo>
                  <a:pt x="4710726" y="1515129"/>
                </a:lnTo>
                <a:lnTo>
                  <a:pt x="4710726" y="1520291"/>
                </a:lnTo>
                <a:lnTo>
                  <a:pt x="4664469" y="1520291"/>
                </a:lnTo>
                <a:lnTo>
                  <a:pt x="4664469" y="1515129"/>
                </a:lnTo>
                <a:moveTo>
                  <a:pt x="4726144" y="1515129"/>
                </a:moveTo>
                <a:lnTo>
                  <a:pt x="4772400" y="1515129"/>
                </a:lnTo>
                <a:lnTo>
                  <a:pt x="4772400" y="1520291"/>
                </a:lnTo>
                <a:lnTo>
                  <a:pt x="4726144" y="1520291"/>
                </a:lnTo>
                <a:lnTo>
                  <a:pt x="4726144" y="1515129"/>
                </a:lnTo>
                <a:moveTo>
                  <a:pt x="4787819" y="1515129"/>
                </a:moveTo>
                <a:lnTo>
                  <a:pt x="4834075" y="1515129"/>
                </a:lnTo>
                <a:lnTo>
                  <a:pt x="4834075" y="1520291"/>
                </a:lnTo>
                <a:lnTo>
                  <a:pt x="4787819" y="1520291"/>
                </a:lnTo>
                <a:lnTo>
                  <a:pt x="4787819" y="1515129"/>
                </a:lnTo>
                <a:moveTo>
                  <a:pt x="4849494" y="1515129"/>
                </a:moveTo>
                <a:lnTo>
                  <a:pt x="4895750" y="1515129"/>
                </a:lnTo>
                <a:lnTo>
                  <a:pt x="4895750" y="1520291"/>
                </a:lnTo>
                <a:lnTo>
                  <a:pt x="4849494" y="1520291"/>
                </a:lnTo>
                <a:lnTo>
                  <a:pt x="4849494" y="1515129"/>
                </a:lnTo>
                <a:moveTo>
                  <a:pt x="4911169" y="1515129"/>
                </a:moveTo>
                <a:lnTo>
                  <a:pt x="4957425" y="1515129"/>
                </a:lnTo>
                <a:lnTo>
                  <a:pt x="4957425" y="1520291"/>
                </a:lnTo>
                <a:lnTo>
                  <a:pt x="4911169" y="1520291"/>
                </a:lnTo>
                <a:lnTo>
                  <a:pt x="4911169" y="1515129"/>
                </a:lnTo>
                <a:moveTo>
                  <a:pt x="4972844" y="1515129"/>
                </a:moveTo>
                <a:lnTo>
                  <a:pt x="5019100" y="1515129"/>
                </a:lnTo>
                <a:lnTo>
                  <a:pt x="5019100" y="1520291"/>
                </a:lnTo>
                <a:lnTo>
                  <a:pt x="4972844" y="1520291"/>
                </a:lnTo>
                <a:lnTo>
                  <a:pt x="4972844" y="1515129"/>
                </a:lnTo>
                <a:moveTo>
                  <a:pt x="5034519" y="1515129"/>
                </a:moveTo>
                <a:lnTo>
                  <a:pt x="5080775" y="1515129"/>
                </a:lnTo>
                <a:lnTo>
                  <a:pt x="5080775" y="1520291"/>
                </a:lnTo>
                <a:lnTo>
                  <a:pt x="5034519" y="1520291"/>
                </a:lnTo>
                <a:lnTo>
                  <a:pt x="5034519" y="1515129"/>
                </a:lnTo>
                <a:moveTo>
                  <a:pt x="5096193" y="1515129"/>
                </a:moveTo>
                <a:lnTo>
                  <a:pt x="5142450" y="1515129"/>
                </a:lnTo>
                <a:lnTo>
                  <a:pt x="5142450" y="1520291"/>
                </a:lnTo>
                <a:lnTo>
                  <a:pt x="5096193" y="1520291"/>
                </a:lnTo>
                <a:lnTo>
                  <a:pt x="5096193" y="1515129"/>
                </a:lnTo>
                <a:moveTo>
                  <a:pt x="5157868" y="1515129"/>
                </a:moveTo>
                <a:lnTo>
                  <a:pt x="5204124" y="1515129"/>
                </a:lnTo>
                <a:lnTo>
                  <a:pt x="5204124" y="1520291"/>
                </a:lnTo>
                <a:lnTo>
                  <a:pt x="5157868" y="1520291"/>
                </a:lnTo>
                <a:lnTo>
                  <a:pt x="5157868" y="1515129"/>
                </a:lnTo>
                <a:moveTo>
                  <a:pt x="5219543" y="1515129"/>
                </a:moveTo>
                <a:lnTo>
                  <a:pt x="5265799" y="1515129"/>
                </a:lnTo>
                <a:lnTo>
                  <a:pt x="5265799" y="1520291"/>
                </a:lnTo>
                <a:lnTo>
                  <a:pt x="5219543" y="1520291"/>
                </a:lnTo>
                <a:lnTo>
                  <a:pt x="5219543" y="1515129"/>
                </a:lnTo>
                <a:moveTo>
                  <a:pt x="5281218" y="1515129"/>
                </a:moveTo>
                <a:lnTo>
                  <a:pt x="5327474" y="1515129"/>
                </a:lnTo>
                <a:lnTo>
                  <a:pt x="5327474" y="1520291"/>
                </a:lnTo>
                <a:lnTo>
                  <a:pt x="5281218" y="1520291"/>
                </a:lnTo>
                <a:lnTo>
                  <a:pt x="5281218" y="1515129"/>
                </a:lnTo>
                <a:moveTo>
                  <a:pt x="5342893" y="1515129"/>
                </a:moveTo>
                <a:lnTo>
                  <a:pt x="5389149" y="1515129"/>
                </a:lnTo>
                <a:lnTo>
                  <a:pt x="5389149" y="1520291"/>
                </a:lnTo>
                <a:lnTo>
                  <a:pt x="5342893" y="1520291"/>
                </a:lnTo>
                <a:lnTo>
                  <a:pt x="5342893" y="1515129"/>
                </a:lnTo>
                <a:moveTo>
                  <a:pt x="5404568" y="1515129"/>
                </a:moveTo>
                <a:lnTo>
                  <a:pt x="5450824" y="1515129"/>
                </a:lnTo>
                <a:lnTo>
                  <a:pt x="5450824" y="1520291"/>
                </a:lnTo>
                <a:lnTo>
                  <a:pt x="5404568" y="1520291"/>
                </a:lnTo>
                <a:lnTo>
                  <a:pt x="5404568" y="1515129"/>
                </a:lnTo>
                <a:moveTo>
                  <a:pt x="5466243" y="1515129"/>
                </a:moveTo>
                <a:lnTo>
                  <a:pt x="5512499" y="1515129"/>
                </a:lnTo>
                <a:lnTo>
                  <a:pt x="5512499" y="1520291"/>
                </a:lnTo>
                <a:lnTo>
                  <a:pt x="5466243" y="1520291"/>
                </a:lnTo>
                <a:lnTo>
                  <a:pt x="5466243" y="1515129"/>
                </a:lnTo>
                <a:moveTo>
                  <a:pt x="5527917" y="1515129"/>
                </a:moveTo>
                <a:lnTo>
                  <a:pt x="5574174" y="1515129"/>
                </a:lnTo>
                <a:lnTo>
                  <a:pt x="5574174" y="1520291"/>
                </a:lnTo>
                <a:lnTo>
                  <a:pt x="5527917" y="1520291"/>
                </a:lnTo>
                <a:lnTo>
                  <a:pt x="5527917" y="1515129"/>
                </a:lnTo>
                <a:moveTo>
                  <a:pt x="5589592" y="1515129"/>
                </a:moveTo>
                <a:lnTo>
                  <a:pt x="5635848" y="1515129"/>
                </a:lnTo>
                <a:lnTo>
                  <a:pt x="5635848" y="1520291"/>
                </a:lnTo>
                <a:lnTo>
                  <a:pt x="5589592" y="1520291"/>
                </a:lnTo>
                <a:lnTo>
                  <a:pt x="5589592" y="1515129"/>
                </a:lnTo>
                <a:moveTo>
                  <a:pt x="5651267" y="1515129"/>
                </a:moveTo>
                <a:lnTo>
                  <a:pt x="5697523" y="1515129"/>
                </a:lnTo>
                <a:lnTo>
                  <a:pt x="5697523" y="1520291"/>
                </a:lnTo>
                <a:lnTo>
                  <a:pt x="5651267" y="1520291"/>
                </a:lnTo>
                <a:lnTo>
                  <a:pt x="5651267" y="1515129"/>
                </a:lnTo>
                <a:moveTo>
                  <a:pt x="5715512" y="1515129"/>
                </a:moveTo>
                <a:lnTo>
                  <a:pt x="5734425" y="1515129"/>
                </a:lnTo>
                <a:cubicBezTo>
                  <a:pt x="5741806" y="1515129"/>
                  <a:pt x="5749125" y="1514784"/>
                  <a:pt x="5756320" y="1514085"/>
                </a:cubicBezTo>
                <a:lnTo>
                  <a:pt x="5758890" y="1513811"/>
                </a:lnTo>
                <a:lnTo>
                  <a:pt x="5759383" y="1518935"/>
                </a:lnTo>
                <a:lnTo>
                  <a:pt x="5756834" y="1519183"/>
                </a:lnTo>
                <a:cubicBezTo>
                  <a:pt x="5749454" y="1519899"/>
                  <a:pt x="5741991" y="1520291"/>
                  <a:pt x="5734425" y="1520291"/>
                </a:cubicBezTo>
                <a:lnTo>
                  <a:pt x="5712942" y="1520291"/>
                </a:lnTo>
                <a:lnTo>
                  <a:pt x="5712942" y="1515129"/>
                </a:lnTo>
                <a:lnTo>
                  <a:pt x="5715512" y="1515129"/>
                </a:lnTo>
                <a:moveTo>
                  <a:pt x="5776426" y="1511161"/>
                </a:moveTo>
                <a:cubicBezTo>
                  <a:pt x="5789892" y="1508575"/>
                  <a:pt x="5802926" y="1504770"/>
                  <a:pt x="5815405" y="1499854"/>
                </a:cubicBezTo>
                <a:lnTo>
                  <a:pt x="5817789" y="1498907"/>
                </a:lnTo>
                <a:lnTo>
                  <a:pt x="5819681" y="1503701"/>
                </a:lnTo>
                <a:lnTo>
                  <a:pt x="5817296" y="1504649"/>
                </a:lnTo>
                <a:cubicBezTo>
                  <a:pt x="5804509" y="1509661"/>
                  <a:pt x="5791187" y="1513571"/>
                  <a:pt x="5777392" y="1516196"/>
                </a:cubicBezTo>
                <a:lnTo>
                  <a:pt x="5774884" y="1516694"/>
                </a:lnTo>
                <a:lnTo>
                  <a:pt x="5773897" y="1511636"/>
                </a:lnTo>
                <a:lnTo>
                  <a:pt x="5776426" y="1511161"/>
                </a:lnTo>
                <a:moveTo>
                  <a:pt x="5833948" y="1491551"/>
                </a:moveTo>
                <a:cubicBezTo>
                  <a:pt x="5846098" y="1485425"/>
                  <a:pt x="5857611" y="1478213"/>
                  <a:pt x="5868363" y="1470028"/>
                </a:cubicBezTo>
                <a:lnTo>
                  <a:pt x="5870398" y="1468487"/>
                </a:lnTo>
                <a:lnTo>
                  <a:pt x="5873502" y="1472576"/>
                </a:lnTo>
                <a:lnTo>
                  <a:pt x="5871467" y="1474117"/>
                </a:lnTo>
                <a:cubicBezTo>
                  <a:pt x="5860468" y="1482485"/>
                  <a:pt x="5848688" y="1489888"/>
                  <a:pt x="5836251" y="1496152"/>
                </a:cubicBezTo>
                <a:lnTo>
                  <a:pt x="5833969" y="1497309"/>
                </a:lnTo>
                <a:lnTo>
                  <a:pt x="5831646" y="1492723"/>
                </a:lnTo>
                <a:lnTo>
                  <a:pt x="5833948" y="1491551"/>
                </a:lnTo>
                <a:moveTo>
                  <a:pt x="5883946" y="1457011"/>
                </a:moveTo>
                <a:cubicBezTo>
                  <a:pt x="5893917" y="1447865"/>
                  <a:pt x="5903065" y="1437810"/>
                  <a:pt x="5911227" y="1426977"/>
                </a:cubicBezTo>
                <a:lnTo>
                  <a:pt x="5912769" y="1424922"/>
                </a:lnTo>
                <a:lnTo>
                  <a:pt x="5916880" y="1428030"/>
                </a:lnTo>
                <a:lnTo>
                  <a:pt x="5915338" y="1430061"/>
                </a:lnTo>
                <a:cubicBezTo>
                  <a:pt x="5906971" y="1441142"/>
                  <a:pt x="5897617" y="1451438"/>
                  <a:pt x="5887400" y="1460794"/>
                </a:cubicBezTo>
                <a:lnTo>
                  <a:pt x="5885508" y="1462521"/>
                </a:lnTo>
                <a:lnTo>
                  <a:pt x="5882054" y="1458738"/>
                </a:lnTo>
                <a:lnTo>
                  <a:pt x="5883946" y="1457011"/>
                </a:lnTo>
                <a:moveTo>
                  <a:pt x="5922698" y="1410224"/>
                </a:moveTo>
                <a:cubicBezTo>
                  <a:pt x="5929791" y="1398773"/>
                  <a:pt x="5935876" y="1386623"/>
                  <a:pt x="5940810" y="1373918"/>
                </a:cubicBezTo>
                <a:lnTo>
                  <a:pt x="5941735" y="1371509"/>
                </a:lnTo>
                <a:lnTo>
                  <a:pt x="5946525" y="1373382"/>
                </a:lnTo>
                <a:lnTo>
                  <a:pt x="5945600" y="1375767"/>
                </a:lnTo>
                <a:cubicBezTo>
                  <a:pt x="5940543" y="1388784"/>
                  <a:pt x="5934334" y="1401216"/>
                  <a:pt x="5927077" y="1412915"/>
                </a:cubicBezTo>
                <a:lnTo>
                  <a:pt x="5925720" y="1415115"/>
                </a:lnTo>
                <a:lnTo>
                  <a:pt x="5921341" y="1412402"/>
                </a:lnTo>
                <a:lnTo>
                  <a:pt x="5922698" y="1410224"/>
                </a:lnTo>
                <a:moveTo>
                  <a:pt x="5947265" y="1354653"/>
                </a:moveTo>
                <a:cubicBezTo>
                  <a:pt x="5950945" y="1341804"/>
                  <a:pt x="5953474" y="1328483"/>
                  <a:pt x="5954749" y="1314791"/>
                </a:cubicBezTo>
                <a:lnTo>
                  <a:pt x="5954995" y="1312221"/>
                </a:lnTo>
                <a:lnTo>
                  <a:pt x="5960114" y="1312718"/>
                </a:lnTo>
                <a:lnTo>
                  <a:pt x="5959868" y="1315264"/>
                </a:lnTo>
                <a:cubicBezTo>
                  <a:pt x="5958552" y="1329284"/>
                  <a:pt x="5955962" y="1342912"/>
                  <a:pt x="5952220" y="1356076"/>
                </a:cubicBezTo>
                <a:lnTo>
                  <a:pt x="5951521" y="1358541"/>
                </a:lnTo>
                <a:lnTo>
                  <a:pt x="5946566" y="1357143"/>
                </a:lnTo>
                <a:lnTo>
                  <a:pt x="5947265" y="1354653"/>
                </a:lnTo>
                <a:moveTo>
                  <a:pt x="5955735" y="1294496"/>
                </a:moveTo>
                <a:lnTo>
                  <a:pt x="5955735" y="1293821"/>
                </a:lnTo>
                <a:lnTo>
                  <a:pt x="5955735" y="1250809"/>
                </a:lnTo>
                <a:lnTo>
                  <a:pt x="5960875" y="1250809"/>
                </a:lnTo>
                <a:lnTo>
                  <a:pt x="5960875" y="1293821"/>
                </a:lnTo>
                <a:lnTo>
                  <a:pt x="5960875" y="1294520"/>
                </a:lnTo>
                <a:lnTo>
                  <a:pt x="5960854" y="1297090"/>
                </a:lnTo>
                <a:lnTo>
                  <a:pt x="5955735" y="1297065"/>
                </a:lnTo>
                <a:lnTo>
                  <a:pt x="5955735" y="1294496"/>
                </a:lnTo>
                <a:moveTo>
                  <a:pt x="5955735" y="1235391"/>
                </a:moveTo>
                <a:lnTo>
                  <a:pt x="5955735" y="1189134"/>
                </a:lnTo>
                <a:lnTo>
                  <a:pt x="5960875" y="1189134"/>
                </a:lnTo>
                <a:lnTo>
                  <a:pt x="5960875" y="1235391"/>
                </a:lnTo>
                <a:lnTo>
                  <a:pt x="5955735" y="1235391"/>
                </a:lnTo>
                <a:moveTo>
                  <a:pt x="5955735" y="1173716"/>
                </a:moveTo>
                <a:lnTo>
                  <a:pt x="5955735" y="1127460"/>
                </a:lnTo>
                <a:lnTo>
                  <a:pt x="5960875" y="1127460"/>
                </a:lnTo>
                <a:lnTo>
                  <a:pt x="5960875" y="1173716"/>
                </a:lnTo>
                <a:lnTo>
                  <a:pt x="5955735" y="1173716"/>
                </a:lnTo>
                <a:moveTo>
                  <a:pt x="5955735" y="1112041"/>
                </a:moveTo>
                <a:lnTo>
                  <a:pt x="5955735" y="1065785"/>
                </a:lnTo>
                <a:lnTo>
                  <a:pt x="5960875" y="1065785"/>
                </a:lnTo>
                <a:lnTo>
                  <a:pt x="5960875" y="1112041"/>
                </a:lnTo>
                <a:lnTo>
                  <a:pt x="5955735" y="1112041"/>
                </a:lnTo>
                <a:moveTo>
                  <a:pt x="5955735" y="1050366"/>
                </a:moveTo>
                <a:lnTo>
                  <a:pt x="5955735" y="1004110"/>
                </a:lnTo>
                <a:lnTo>
                  <a:pt x="5960875" y="1004110"/>
                </a:lnTo>
                <a:lnTo>
                  <a:pt x="5960875" y="1050366"/>
                </a:lnTo>
                <a:lnTo>
                  <a:pt x="5955735" y="1050366"/>
                </a:lnTo>
                <a:moveTo>
                  <a:pt x="5955735" y="988691"/>
                </a:moveTo>
                <a:lnTo>
                  <a:pt x="5955735" y="942435"/>
                </a:lnTo>
                <a:lnTo>
                  <a:pt x="5960875" y="942435"/>
                </a:lnTo>
                <a:lnTo>
                  <a:pt x="5960875" y="988691"/>
                </a:lnTo>
                <a:lnTo>
                  <a:pt x="5955735" y="988691"/>
                </a:lnTo>
                <a:moveTo>
                  <a:pt x="5955735" y="927016"/>
                </a:moveTo>
                <a:lnTo>
                  <a:pt x="5955735" y="880760"/>
                </a:lnTo>
                <a:lnTo>
                  <a:pt x="5960875" y="880760"/>
                </a:lnTo>
                <a:lnTo>
                  <a:pt x="5960875" y="927016"/>
                </a:lnTo>
                <a:lnTo>
                  <a:pt x="5955735" y="927016"/>
                </a:lnTo>
                <a:moveTo>
                  <a:pt x="5955735" y="865341"/>
                </a:moveTo>
                <a:lnTo>
                  <a:pt x="5955735" y="819085"/>
                </a:lnTo>
                <a:lnTo>
                  <a:pt x="5960875" y="819085"/>
                </a:lnTo>
                <a:lnTo>
                  <a:pt x="5960875" y="865341"/>
                </a:lnTo>
                <a:lnTo>
                  <a:pt x="5955735" y="865341"/>
                </a:lnTo>
                <a:moveTo>
                  <a:pt x="5955735" y="803667"/>
                </a:moveTo>
                <a:lnTo>
                  <a:pt x="5955735" y="757410"/>
                </a:lnTo>
                <a:lnTo>
                  <a:pt x="5960875" y="757410"/>
                </a:lnTo>
                <a:lnTo>
                  <a:pt x="5960875" y="803667"/>
                </a:lnTo>
                <a:lnTo>
                  <a:pt x="5955735" y="803667"/>
                </a:lnTo>
                <a:moveTo>
                  <a:pt x="5955735" y="741992"/>
                </a:moveTo>
                <a:lnTo>
                  <a:pt x="5955735" y="695736"/>
                </a:lnTo>
                <a:lnTo>
                  <a:pt x="5960875" y="695736"/>
                </a:lnTo>
                <a:lnTo>
                  <a:pt x="5960875" y="741992"/>
                </a:lnTo>
                <a:lnTo>
                  <a:pt x="5955735" y="741992"/>
                </a:lnTo>
                <a:moveTo>
                  <a:pt x="5955735" y="680317"/>
                </a:moveTo>
                <a:lnTo>
                  <a:pt x="5955735" y="634061"/>
                </a:lnTo>
                <a:lnTo>
                  <a:pt x="5960875" y="634061"/>
                </a:lnTo>
                <a:lnTo>
                  <a:pt x="5960875" y="680317"/>
                </a:lnTo>
                <a:lnTo>
                  <a:pt x="5955735" y="680317"/>
                </a:lnTo>
                <a:moveTo>
                  <a:pt x="5955735" y="618642"/>
                </a:moveTo>
                <a:lnTo>
                  <a:pt x="5955735" y="572386"/>
                </a:lnTo>
                <a:lnTo>
                  <a:pt x="5960875" y="572386"/>
                </a:lnTo>
                <a:lnTo>
                  <a:pt x="5960875" y="618642"/>
                </a:lnTo>
                <a:lnTo>
                  <a:pt x="5955735" y="618642"/>
                </a:lnTo>
                <a:moveTo>
                  <a:pt x="5955735" y="556967"/>
                </a:moveTo>
                <a:lnTo>
                  <a:pt x="5955735" y="510711"/>
                </a:lnTo>
                <a:lnTo>
                  <a:pt x="5960875" y="510711"/>
                </a:lnTo>
                <a:lnTo>
                  <a:pt x="5960875" y="556967"/>
                </a:lnTo>
                <a:lnTo>
                  <a:pt x="5955735" y="556967"/>
                </a:lnTo>
                <a:moveTo>
                  <a:pt x="5955735" y="495292"/>
                </a:moveTo>
                <a:lnTo>
                  <a:pt x="5955735" y="449036"/>
                </a:lnTo>
                <a:lnTo>
                  <a:pt x="5960875" y="449036"/>
                </a:lnTo>
                <a:lnTo>
                  <a:pt x="5960875" y="495292"/>
                </a:lnTo>
                <a:lnTo>
                  <a:pt x="5955735" y="495292"/>
                </a:lnTo>
                <a:moveTo>
                  <a:pt x="5955735" y="433617"/>
                </a:moveTo>
                <a:lnTo>
                  <a:pt x="5955735" y="387361"/>
                </a:lnTo>
                <a:lnTo>
                  <a:pt x="5960875" y="387361"/>
                </a:lnTo>
                <a:lnTo>
                  <a:pt x="5960875" y="433617"/>
                </a:lnTo>
                <a:lnTo>
                  <a:pt x="5955735" y="433617"/>
                </a:lnTo>
                <a:moveTo>
                  <a:pt x="5955735" y="371943"/>
                </a:moveTo>
                <a:lnTo>
                  <a:pt x="5955735" y="325686"/>
                </a:lnTo>
                <a:lnTo>
                  <a:pt x="5960875" y="325686"/>
                </a:lnTo>
                <a:lnTo>
                  <a:pt x="5960875" y="371943"/>
                </a:lnTo>
                <a:lnTo>
                  <a:pt x="5955735" y="371943"/>
                </a:lnTo>
                <a:moveTo>
                  <a:pt x="5955735" y="310268"/>
                </a:moveTo>
                <a:lnTo>
                  <a:pt x="5955735" y="264012"/>
                </a:lnTo>
                <a:lnTo>
                  <a:pt x="5960875" y="264012"/>
                </a:lnTo>
                <a:lnTo>
                  <a:pt x="5960875" y="310268"/>
                </a:lnTo>
                <a:lnTo>
                  <a:pt x="5955735" y="310268"/>
                </a:lnTo>
                <a:moveTo>
                  <a:pt x="5955735" y="246023"/>
                </a:moveTo>
                <a:lnTo>
                  <a:pt x="5955735" y="226437"/>
                </a:lnTo>
                <a:cubicBezTo>
                  <a:pt x="5955735" y="219283"/>
                  <a:pt x="5955386" y="212190"/>
                  <a:pt x="5954728" y="205196"/>
                </a:cubicBezTo>
                <a:lnTo>
                  <a:pt x="5954481" y="202651"/>
                </a:lnTo>
                <a:lnTo>
                  <a:pt x="5959600" y="202154"/>
                </a:lnTo>
                <a:lnTo>
                  <a:pt x="5959847" y="204707"/>
                </a:lnTo>
                <a:cubicBezTo>
                  <a:pt x="5960525" y="211861"/>
                  <a:pt x="5960875" y="219114"/>
                  <a:pt x="5960875" y="226437"/>
                </a:cubicBezTo>
                <a:lnTo>
                  <a:pt x="5960875" y="248593"/>
                </a:lnTo>
                <a:lnTo>
                  <a:pt x="5955735" y="248593"/>
                </a:lnTo>
                <a:lnTo>
                  <a:pt x="5955735" y="246023"/>
                </a:lnTo>
                <a:moveTo>
                  <a:pt x="5951870" y="185097"/>
                </a:moveTo>
                <a:cubicBezTo>
                  <a:pt x="5949321" y="171629"/>
                  <a:pt x="5945538" y="158595"/>
                  <a:pt x="5940666" y="146091"/>
                </a:cubicBezTo>
                <a:lnTo>
                  <a:pt x="5939741" y="143690"/>
                </a:lnTo>
                <a:lnTo>
                  <a:pt x="5944531" y="141836"/>
                </a:lnTo>
                <a:lnTo>
                  <a:pt x="5945456" y="144220"/>
                </a:lnTo>
                <a:cubicBezTo>
                  <a:pt x="5950452" y="157014"/>
                  <a:pt x="5954317" y="170352"/>
                  <a:pt x="5956928" y="184149"/>
                </a:cubicBezTo>
                <a:lnTo>
                  <a:pt x="5957401" y="186677"/>
                </a:lnTo>
                <a:lnTo>
                  <a:pt x="5952343" y="187617"/>
                </a:lnTo>
                <a:lnTo>
                  <a:pt x="5951870" y="185097"/>
                </a:lnTo>
                <a:moveTo>
                  <a:pt x="5932422" y="127533"/>
                </a:moveTo>
                <a:cubicBezTo>
                  <a:pt x="5926316" y="115359"/>
                  <a:pt x="5919142" y="103826"/>
                  <a:pt x="5910980" y="93074"/>
                </a:cubicBezTo>
                <a:lnTo>
                  <a:pt x="5909438" y="91018"/>
                </a:lnTo>
                <a:lnTo>
                  <a:pt x="5913529" y="87909"/>
                </a:lnTo>
                <a:lnTo>
                  <a:pt x="5915071" y="89965"/>
                </a:lnTo>
                <a:cubicBezTo>
                  <a:pt x="5923418" y="100993"/>
                  <a:pt x="5930778" y="112764"/>
                  <a:pt x="5937007" y="125229"/>
                </a:cubicBezTo>
                <a:lnTo>
                  <a:pt x="5938158" y="127533"/>
                </a:lnTo>
                <a:lnTo>
                  <a:pt x="5933574" y="129830"/>
                </a:lnTo>
                <a:lnTo>
                  <a:pt x="5932422" y="127533"/>
                </a:lnTo>
                <a:moveTo>
                  <a:pt x="5897987" y="77445"/>
                </a:moveTo>
                <a:cubicBezTo>
                  <a:pt x="5888880" y="67439"/>
                  <a:pt x="5878847" y="58268"/>
                  <a:pt x="5868034" y="50061"/>
                </a:cubicBezTo>
                <a:lnTo>
                  <a:pt x="5865998" y="48511"/>
                </a:lnTo>
                <a:lnTo>
                  <a:pt x="5869103" y="44416"/>
                </a:lnTo>
                <a:lnTo>
                  <a:pt x="5871159" y="45974"/>
                </a:lnTo>
                <a:cubicBezTo>
                  <a:pt x="5882198" y="54366"/>
                  <a:pt x="5892457" y="63737"/>
                  <a:pt x="5901790" y="73977"/>
                </a:cubicBezTo>
                <a:lnTo>
                  <a:pt x="5903517" y="75889"/>
                </a:lnTo>
                <a:lnTo>
                  <a:pt x="5899735" y="79341"/>
                </a:lnTo>
                <a:lnTo>
                  <a:pt x="5897987" y="77445"/>
                </a:lnTo>
                <a:moveTo>
                  <a:pt x="5851320" y="38539"/>
                </a:moveTo>
                <a:cubicBezTo>
                  <a:pt x="5839889" y="31407"/>
                  <a:pt x="5827760" y="25295"/>
                  <a:pt x="5815076" y="20316"/>
                </a:cubicBezTo>
                <a:lnTo>
                  <a:pt x="5812670" y="19376"/>
                </a:lnTo>
                <a:lnTo>
                  <a:pt x="5814562" y="14590"/>
                </a:lnTo>
                <a:lnTo>
                  <a:pt x="5816946" y="15530"/>
                </a:lnTo>
                <a:cubicBezTo>
                  <a:pt x="5829939" y="20622"/>
                  <a:pt x="5842336" y="26886"/>
                  <a:pt x="5854034" y="34178"/>
                </a:cubicBezTo>
                <a:lnTo>
                  <a:pt x="5856213" y="35543"/>
                </a:lnTo>
                <a:lnTo>
                  <a:pt x="5853499" y="39895"/>
                </a:lnTo>
                <a:lnTo>
                  <a:pt x="5851320" y="38539"/>
                </a:lnTo>
                <a:moveTo>
                  <a:pt x="5795833" y="13788"/>
                </a:moveTo>
                <a:cubicBezTo>
                  <a:pt x="5783005" y="10078"/>
                  <a:pt x="5769683" y="7508"/>
                  <a:pt x="5755991" y="6174"/>
                </a:cubicBezTo>
                <a:lnTo>
                  <a:pt x="5753442" y="5925"/>
                </a:lnTo>
                <a:lnTo>
                  <a:pt x="5753935" y="810"/>
                </a:lnTo>
                <a:lnTo>
                  <a:pt x="5756484" y="1059"/>
                </a:lnTo>
                <a:cubicBezTo>
                  <a:pt x="5770485" y="2416"/>
                  <a:pt x="5784135" y="5051"/>
                  <a:pt x="5797272" y="8848"/>
                </a:cubicBezTo>
                <a:lnTo>
                  <a:pt x="5799739" y="9564"/>
                </a:lnTo>
                <a:lnTo>
                  <a:pt x="5798321" y="14502"/>
                </a:lnTo>
                <a:lnTo>
                  <a:pt x="5795833" y="13788"/>
                </a:lnTo>
                <a:moveTo>
                  <a:pt x="5735721" y="5140"/>
                </a:moveTo>
                <a:lnTo>
                  <a:pt x="5734425" y="5131"/>
                </a:lnTo>
                <a:lnTo>
                  <a:pt x="5692034" y="5131"/>
                </a:lnTo>
                <a:lnTo>
                  <a:pt x="5692034" y="0"/>
                </a:lnTo>
                <a:lnTo>
                  <a:pt x="5734425" y="0"/>
                </a:lnTo>
                <a:lnTo>
                  <a:pt x="5735741" y="0"/>
                </a:lnTo>
                <a:lnTo>
                  <a:pt x="5738311" y="14"/>
                </a:lnTo>
                <a:lnTo>
                  <a:pt x="5738270" y="5154"/>
                </a:lnTo>
                <a:lnTo>
                  <a:pt x="5735700" y="5140"/>
                </a:lnTo>
                <a:lnTo>
                  <a:pt x="5735721" y="5140"/>
                </a:lnTo>
                <a:moveTo>
                  <a:pt x="5676616" y="5131"/>
                </a:moveTo>
                <a:lnTo>
                  <a:pt x="5630359" y="5131"/>
                </a:lnTo>
                <a:lnTo>
                  <a:pt x="5630359" y="0"/>
                </a:lnTo>
                <a:lnTo>
                  <a:pt x="5676616" y="0"/>
                </a:lnTo>
                <a:lnTo>
                  <a:pt x="5676616" y="5131"/>
                </a:lnTo>
                <a:moveTo>
                  <a:pt x="5614941" y="5131"/>
                </a:moveTo>
                <a:lnTo>
                  <a:pt x="5568685" y="5131"/>
                </a:lnTo>
                <a:lnTo>
                  <a:pt x="5568685" y="0"/>
                </a:lnTo>
                <a:lnTo>
                  <a:pt x="5614941" y="0"/>
                </a:lnTo>
                <a:lnTo>
                  <a:pt x="5614941" y="5131"/>
                </a:lnTo>
                <a:moveTo>
                  <a:pt x="5553266" y="5131"/>
                </a:moveTo>
                <a:lnTo>
                  <a:pt x="5507010" y="5131"/>
                </a:lnTo>
                <a:lnTo>
                  <a:pt x="5507010" y="0"/>
                </a:lnTo>
                <a:lnTo>
                  <a:pt x="5553266" y="0"/>
                </a:lnTo>
                <a:lnTo>
                  <a:pt x="5553266" y="5131"/>
                </a:lnTo>
                <a:moveTo>
                  <a:pt x="5491591" y="5131"/>
                </a:moveTo>
                <a:lnTo>
                  <a:pt x="5445335" y="5131"/>
                </a:lnTo>
                <a:lnTo>
                  <a:pt x="5445335" y="0"/>
                </a:lnTo>
                <a:lnTo>
                  <a:pt x="5491591" y="0"/>
                </a:lnTo>
                <a:lnTo>
                  <a:pt x="5491591" y="5131"/>
                </a:lnTo>
                <a:moveTo>
                  <a:pt x="5429916" y="5131"/>
                </a:moveTo>
                <a:lnTo>
                  <a:pt x="5383660" y="5131"/>
                </a:lnTo>
                <a:lnTo>
                  <a:pt x="5383660" y="0"/>
                </a:lnTo>
                <a:lnTo>
                  <a:pt x="5429916" y="0"/>
                </a:lnTo>
                <a:lnTo>
                  <a:pt x="5429916" y="5131"/>
                </a:lnTo>
                <a:moveTo>
                  <a:pt x="5368241" y="5131"/>
                </a:moveTo>
                <a:lnTo>
                  <a:pt x="5321985" y="5131"/>
                </a:lnTo>
                <a:lnTo>
                  <a:pt x="5321985" y="0"/>
                </a:lnTo>
                <a:lnTo>
                  <a:pt x="5368241" y="0"/>
                </a:lnTo>
                <a:lnTo>
                  <a:pt x="5368241" y="5131"/>
                </a:lnTo>
                <a:moveTo>
                  <a:pt x="5306566" y="5131"/>
                </a:moveTo>
                <a:lnTo>
                  <a:pt x="5260310" y="5131"/>
                </a:lnTo>
                <a:lnTo>
                  <a:pt x="5260310" y="0"/>
                </a:lnTo>
                <a:lnTo>
                  <a:pt x="5306566" y="0"/>
                </a:lnTo>
                <a:lnTo>
                  <a:pt x="5306566" y="5131"/>
                </a:lnTo>
                <a:moveTo>
                  <a:pt x="5244892" y="5131"/>
                </a:moveTo>
                <a:lnTo>
                  <a:pt x="5198635" y="5131"/>
                </a:lnTo>
                <a:lnTo>
                  <a:pt x="5198635" y="0"/>
                </a:lnTo>
                <a:lnTo>
                  <a:pt x="5244892" y="0"/>
                </a:lnTo>
                <a:lnTo>
                  <a:pt x="5244892" y="5131"/>
                </a:lnTo>
                <a:moveTo>
                  <a:pt x="5183217" y="5131"/>
                </a:moveTo>
                <a:lnTo>
                  <a:pt x="5136961" y="5131"/>
                </a:lnTo>
                <a:lnTo>
                  <a:pt x="5136961" y="0"/>
                </a:lnTo>
                <a:lnTo>
                  <a:pt x="5183217" y="0"/>
                </a:lnTo>
                <a:lnTo>
                  <a:pt x="5183217" y="5131"/>
                </a:lnTo>
                <a:moveTo>
                  <a:pt x="5121542" y="5131"/>
                </a:moveTo>
                <a:lnTo>
                  <a:pt x="5075286" y="5131"/>
                </a:lnTo>
                <a:lnTo>
                  <a:pt x="5075286" y="0"/>
                </a:lnTo>
                <a:lnTo>
                  <a:pt x="5121542" y="0"/>
                </a:lnTo>
                <a:lnTo>
                  <a:pt x="5121542" y="5131"/>
                </a:lnTo>
                <a:moveTo>
                  <a:pt x="5059867" y="5131"/>
                </a:moveTo>
                <a:lnTo>
                  <a:pt x="5013611" y="5131"/>
                </a:lnTo>
                <a:lnTo>
                  <a:pt x="5013611" y="0"/>
                </a:lnTo>
                <a:lnTo>
                  <a:pt x="5059867" y="0"/>
                </a:lnTo>
                <a:lnTo>
                  <a:pt x="5059867" y="5131"/>
                </a:lnTo>
                <a:moveTo>
                  <a:pt x="4998192" y="5131"/>
                </a:moveTo>
                <a:lnTo>
                  <a:pt x="4951936" y="5131"/>
                </a:lnTo>
                <a:lnTo>
                  <a:pt x="4951936" y="0"/>
                </a:lnTo>
                <a:lnTo>
                  <a:pt x="4998192" y="0"/>
                </a:lnTo>
                <a:lnTo>
                  <a:pt x="4998192" y="5131"/>
                </a:lnTo>
                <a:moveTo>
                  <a:pt x="4936517" y="5131"/>
                </a:moveTo>
                <a:lnTo>
                  <a:pt x="4890261" y="5131"/>
                </a:lnTo>
                <a:lnTo>
                  <a:pt x="4890261" y="0"/>
                </a:lnTo>
                <a:lnTo>
                  <a:pt x="4936517" y="0"/>
                </a:lnTo>
                <a:lnTo>
                  <a:pt x="4936517" y="5131"/>
                </a:lnTo>
                <a:moveTo>
                  <a:pt x="4874842" y="5131"/>
                </a:moveTo>
                <a:lnTo>
                  <a:pt x="4828586" y="5131"/>
                </a:lnTo>
                <a:lnTo>
                  <a:pt x="4828586" y="0"/>
                </a:lnTo>
                <a:lnTo>
                  <a:pt x="4874842" y="0"/>
                </a:lnTo>
                <a:lnTo>
                  <a:pt x="4874842" y="5131"/>
                </a:lnTo>
                <a:moveTo>
                  <a:pt x="4813168" y="5131"/>
                </a:moveTo>
                <a:lnTo>
                  <a:pt x="4766911" y="5131"/>
                </a:lnTo>
                <a:lnTo>
                  <a:pt x="4766911" y="0"/>
                </a:lnTo>
                <a:lnTo>
                  <a:pt x="4813168" y="0"/>
                </a:lnTo>
                <a:lnTo>
                  <a:pt x="4813168" y="5131"/>
                </a:lnTo>
                <a:moveTo>
                  <a:pt x="4751493" y="5131"/>
                </a:moveTo>
                <a:lnTo>
                  <a:pt x="4705237" y="5131"/>
                </a:lnTo>
                <a:lnTo>
                  <a:pt x="4705237" y="0"/>
                </a:lnTo>
                <a:lnTo>
                  <a:pt x="4751493" y="0"/>
                </a:lnTo>
                <a:lnTo>
                  <a:pt x="4751493" y="5131"/>
                </a:lnTo>
                <a:moveTo>
                  <a:pt x="4689818" y="5131"/>
                </a:moveTo>
                <a:lnTo>
                  <a:pt x="4643562" y="5131"/>
                </a:lnTo>
                <a:lnTo>
                  <a:pt x="4643562" y="0"/>
                </a:lnTo>
                <a:lnTo>
                  <a:pt x="4689818" y="0"/>
                </a:lnTo>
                <a:lnTo>
                  <a:pt x="4689818" y="5131"/>
                </a:lnTo>
                <a:moveTo>
                  <a:pt x="4628143" y="5131"/>
                </a:moveTo>
                <a:lnTo>
                  <a:pt x="4581887" y="5131"/>
                </a:lnTo>
                <a:lnTo>
                  <a:pt x="4581887" y="0"/>
                </a:lnTo>
                <a:lnTo>
                  <a:pt x="4628143" y="0"/>
                </a:lnTo>
                <a:lnTo>
                  <a:pt x="4628143" y="5131"/>
                </a:lnTo>
                <a:moveTo>
                  <a:pt x="4566468" y="5131"/>
                </a:moveTo>
                <a:lnTo>
                  <a:pt x="4520212" y="5131"/>
                </a:lnTo>
                <a:lnTo>
                  <a:pt x="4520212" y="0"/>
                </a:lnTo>
                <a:lnTo>
                  <a:pt x="4566468" y="0"/>
                </a:lnTo>
                <a:lnTo>
                  <a:pt x="4566468" y="5131"/>
                </a:lnTo>
                <a:moveTo>
                  <a:pt x="4504793" y="5131"/>
                </a:moveTo>
                <a:lnTo>
                  <a:pt x="4458537" y="5131"/>
                </a:lnTo>
                <a:lnTo>
                  <a:pt x="4458537" y="0"/>
                </a:lnTo>
                <a:lnTo>
                  <a:pt x="4504793" y="0"/>
                </a:lnTo>
                <a:lnTo>
                  <a:pt x="4504793" y="5131"/>
                </a:lnTo>
                <a:moveTo>
                  <a:pt x="4443118" y="5131"/>
                </a:moveTo>
                <a:lnTo>
                  <a:pt x="4396862" y="5131"/>
                </a:lnTo>
                <a:lnTo>
                  <a:pt x="4396862" y="0"/>
                </a:lnTo>
                <a:lnTo>
                  <a:pt x="4443118" y="0"/>
                </a:lnTo>
                <a:lnTo>
                  <a:pt x="4443118" y="5131"/>
                </a:lnTo>
                <a:moveTo>
                  <a:pt x="4381444" y="5131"/>
                </a:moveTo>
                <a:lnTo>
                  <a:pt x="4335187" y="5131"/>
                </a:lnTo>
                <a:lnTo>
                  <a:pt x="4335187" y="0"/>
                </a:lnTo>
                <a:lnTo>
                  <a:pt x="4381444" y="0"/>
                </a:lnTo>
                <a:lnTo>
                  <a:pt x="4381444" y="5131"/>
                </a:lnTo>
                <a:moveTo>
                  <a:pt x="4319769" y="5131"/>
                </a:moveTo>
                <a:lnTo>
                  <a:pt x="4273513" y="5131"/>
                </a:lnTo>
                <a:lnTo>
                  <a:pt x="4273513" y="0"/>
                </a:lnTo>
                <a:lnTo>
                  <a:pt x="4319769" y="0"/>
                </a:lnTo>
                <a:lnTo>
                  <a:pt x="4319769" y="5131"/>
                </a:lnTo>
                <a:moveTo>
                  <a:pt x="4258094" y="5131"/>
                </a:moveTo>
                <a:lnTo>
                  <a:pt x="4211838" y="5131"/>
                </a:lnTo>
                <a:lnTo>
                  <a:pt x="4211838" y="0"/>
                </a:lnTo>
                <a:lnTo>
                  <a:pt x="4258094" y="0"/>
                </a:lnTo>
                <a:lnTo>
                  <a:pt x="4258094" y="5131"/>
                </a:lnTo>
                <a:moveTo>
                  <a:pt x="4196419" y="5131"/>
                </a:moveTo>
                <a:lnTo>
                  <a:pt x="4150163" y="5131"/>
                </a:lnTo>
                <a:lnTo>
                  <a:pt x="4150163" y="0"/>
                </a:lnTo>
                <a:lnTo>
                  <a:pt x="4196419" y="0"/>
                </a:lnTo>
                <a:lnTo>
                  <a:pt x="4196419" y="5131"/>
                </a:lnTo>
                <a:moveTo>
                  <a:pt x="4134744" y="5131"/>
                </a:moveTo>
                <a:lnTo>
                  <a:pt x="4088488" y="5131"/>
                </a:lnTo>
                <a:lnTo>
                  <a:pt x="4088488" y="0"/>
                </a:lnTo>
                <a:lnTo>
                  <a:pt x="4134744" y="0"/>
                </a:lnTo>
                <a:lnTo>
                  <a:pt x="4134744" y="5131"/>
                </a:lnTo>
                <a:moveTo>
                  <a:pt x="4073069" y="5131"/>
                </a:moveTo>
                <a:lnTo>
                  <a:pt x="4026813" y="5131"/>
                </a:lnTo>
                <a:lnTo>
                  <a:pt x="4026813" y="0"/>
                </a:lnTo>
                <a:lnTo>
                  <a:pt x="4073069" y="0"/>
                </a:lnTo>
                <a:lnTo>
                  <a:pt x="4073069" y="5131"/>
                </a:lnTo>
                <a:moveTo>
                  <a:pt x="4011394" y="5131"/>
                </a:moveTo>
                <a:lnTo>
                  <a:pt x="3965138" y="5131"/>
                </a:lnTo>
                <a:lnTo>
                  <a:pt x="3965138" y="0"/>
                </a:lnTo>
                <a:lnTo>
                  <a:pt x="4011394" y="0"/>
                </a:lnTo>
                <a:lnTo>
                  <a:pt x="4011394" y="5131"/>
                </a:lnTo>
                <a:moveTo>
                  <a:pt x="3949720" y="5131"/>
                </a:moveTo>
                <a:lnTo>
                  <a:pt x="3903463" y="5131"/>
                </a:lnTo>
                <a:lnTo>
                  <a:pt x="3903463" y="0"/>
                </a:lnTo>
                <a:lnTo>
                  <a:pt x="3949720" y="0"/>
                </a:lnTo>
                <a:lnTo>
                  <a:pt x="3949720" y="5131"/>
                </a:lnTo>
                <a:moveTo>
                  <a:pt x="3888045" y="5131"/>
                </a:moveTo>
                <a:lnTo>
                  <a:pt x="3841789" y="5131"/>
                </a:lnTo>
                <a:lnTo>
                  <a:pt x="3841789" y="0"/>
                </a:lnTo>
                <a:lnTo>
                  <a:pt x="3888045" y="0"/>
                </a:lnTo>
                <a:lnTo>
                  <a:pt x="3888045" y="5131"/>
                </a:lnTo>
                <a:moveTo>
                  <a:pt x="3826370" y="5131"/>
                </a:moveTo>
                <a:lnTo>
                  <a:pt x="3780114" y="5131"/>
                </a:lnTo>
                <a:lnTo>
                  <a:pt x="3780114" y="0"/>
                </a:lnTo>
                <a:lnTo>
                  <a:pt x="3826370" y="0"/>
                </a:lnTo>
                <a:lnTo>
                  <a:pt x="3826370" y="5131"/>
                </a:lnTo>
                <a:moveTo>
                  <a:pt x="3764695" y="5131"/>
                </a:moveTo>
                <a:lnTo>
                  <a:pt x="3718439" y="5131"/>
                </a:lnTo>
                <a:lnTo>
                  <a:pt x="3718439" y="0"/>
                </a:lnTo>
                <a:lnTo>
                  <a:pt x="3764695" y="0"/>
                </a:lnTo>
                <a:lnTo>
                  <a:pt x="3764695" y="5131"/>
                </a:lnTo>
                <a:moveTo>
                  <a:pt x="3703020" y="5131"/>
                </a:moveTo>
                <a:lnTo>
                  <a:pt x="3656764" y="5131"/>
                </a:lnTo>
                <a:lnTo>
                  <a:pt x="3656764" y="0"/>
                </a:lnTo>
                <a:lnTo>
                  <a:pt x="3703020" y="0"/>
                </a:lnTo>
                <a:lnTo>
                  <a:pt x="3703020" y="5131"/>
                </a:lnTo>
                <a:moveTo>
                  <a:pt x="3641345" y="5131"/>
                </a:moveTo>
                <a:lnTo>
                  <a:pt x="3595089" y="5131"/>
                </a:lnTo>
                <a:lnTo>
                  <a:pt x="3595089" y="0"/>
                </a:lnTo>
                <a:lnTo>
                  <a:pt x="3641345" y="0"/>
                </a:lnTo>
                <a:lnTo>
                  <a:pt x="3641345" y="5131"/>
                </a:lnTo>
                <a:moveTo>
                  <a:pt x="3579670" y="5131"/>
                </a:moveTo>
                <a:lnTo>
                  <a:pt x="3533414" y="5131"/>
                </a:lnTo>
                <a:lnTo>
                  <a:pt x="3533414" y="0"/>
                </a:lnTo>
                <a:lnTo>
                  <a:pt x="3579670" y="0"/>
                </a:lnTo>
                <a:lnTo>
                  <a:pt x="3579670" y="5131"/>
                </a:lnTo>
                <a:moveTo>
                  <a:pt x="3517996" y="5131"/>
                </a:moveTo>
                <a:lnTo>
                  <a:pt x="3471739" y="5131"/>
                </a:lnTo>
                <a:lnTo>
                  <a:pt x="3471739" y="0"/>
                </a:lnTo>
                <a:lnTo>
                  <a:pt x="3517996" y="0"/>
                </a:lnTo>
                <a:lnTo>
                  <a:pt x="3517996" y="5131"/>
                </a:lnTo>
                <a:moveTo>
                  <a:pt x="3456321" y="5131"/>
                </a:moveTo>
                <a:lnTo>
                  <a:pt x="3410065" y="5131"/>
                </a:lnTo>
                <a:lnTo>
                  <a:pt x="3410065" y="0"/>
                </a:lnTo>
                <a:lnTo>
                  <a:pt x="3456321" y="0"/>
                </a:lnTo>
                <a:lnTo>
                  <a:pt x="3456321" y="5131"/>
                </a:lnTo>
                <a:moveTo>
                  <a:pt x="3394646" y="5131"/>
                </a:moveTo>
                <a:lnTo>
                  <a:pt x="3348390" y="5131"/>
                </a:lnTo>
                <a:lnTo>
                  <a:pt x="3348390" y="0"/>
                </a:lnTo>
                <a:lnTo>
                  <a:pt x="3394646" y="0"/>
                </a:lnTo>
                <a:lnTo>
                  <a:pt x="3394646" y="5131"/>
                </a:lnTo>
                <a:moveTo>
                  <a:pt x="3332971" y="5131"/>
                </a:moveTo>
                <a:lnTo>
                  <a:pt x="3286715" y="5131"/>
                </a:lnTo>
                <a:lnTo>
                  <a:pt x="3286715" y="0"/>
                </a:lnTo>
                <a:lnTo>
                  <a:pt x="3332971" y="0"/>
                </a:lnTo>
                <a:lnTo>
                  <a:pt x="3332971" y="5131"/>
                </a:lnTo>
                <a:moveTo>
                  <a:pt x="3271296" y="5131"/>
                </a:moveTo>
                <a:lnTo>
                  <a:pt x="3225040" y="5131"/>
                </a:lnTo>
                <a:lnTo>
                  <a:pt x="3225040" y="0"/>
                </a:lnTo>
                <a:lnTo>
                  <a:pt x="3271296" y="0"/>
                </a:lnTo>
                <a:lnTo>
                  <a:pt x="3271296" y="5131"/>
                </a:lnTo>
                <a:moveTo>
                  <a:pt x="3209621" y="5131"/>
                </a:moveTo>
                <a:lnTo>
                  <a:pt x="3163365" y="5131"/>
                </a:lnTo>
                <a:lnTo>
                  <a:pt x="3163365" y="0"/>
                </a:lnTo>
                <a:lnTo>
                  <a:pt x="3209621" y="0"/>
                </a:lnTo>
                <a:lnTo>
                  <a:pt x="3209621" y="5131"/>
                </a:lnTo>
                <a:moveTo>
                  <a:pt x="3147946" y="5131"/>
                </a:moveTo>
                <a:lnTo>
                  <a:pt x="3101690" y="5131"/>
                </a:lnTo>
                <a:lnTo>
                  <a:pt x="3101690" y="0"/>
                </a:lnTo>
                <a:lnTo>
                  <a:pt x="3147946" y="0"/>
                </a:lnTo>
                <a:lnTo>
                  <a:pt x="3147946" y="5131"/>
                </a:lnTo>
                <a:moveTo>
                  <a:pt x="3086272" y="5131"/>
                </a:moveTo>
                <a:lnTo>
                  <a:pt x="3040015" y="5131"/>
                </a:lnTo>
                <a:lnTo>
                  <a:pt x="3040015" y="0"/>
                </a:lnTo>
                <a:lnTo>
                  <a:pt x="3086272" y="0"/>
                </a:lnTo>
                <a:lnTo>
                  <a:pt x="3086272" y="5131"/>
                </a:lnTo>
                <a:moveTo>
                  <a:pt x="3024597" y="5131"/>
                </a:moveTo>
                <a:lnTo>
                  <a:pt x="2978341" y="5131"/>
                </a:lnTo>
                <a:lnTo>
                  <a:pt x="2978341" y="0"/>
                </a:lnTo>
                <a:lnTo>
                  <a:pt x="3024597" y="0"/>
                </a:lnTo>
                <a:lnTo>
                  <a:pt x="3024597" y="5131"/>
                </a:lnTo>
                <a:moveTo>
                  <a:pt x="2962922" y="5131"/>
                </a:moveTo>
                <a:lnTo>
                  <a:pt x="2916666" y="5131"/>
                </a:lnTo>
                <a:lnTo>
                  <a:pt x="2916666" y="0"/>
                </a:lnTo>
                <a:lnTo>
                  <a:pt x="2962922" y="0"/>
                </a:lnTo>
                <a:lnTo>
                  <a:pt x="2962922" y="5131"/>
                </a:lnTo>
                <a:moveTo>
                  <a:pt x="2901247" y="5131"/>
                </a:moveTo>
                <a:lnTo>
                  <a:pt x="2854991" y="5131"/>
                </a:lnTo>
                <a:lnTo>
                  <a:pt x="2854991" y="0"/>
                </a:lnTo>
                <a:lnTo>
                  <a:pt x="2901247" y="0"/>
                </a:lnTo>
                <a:lnTo>
                  <a:pt x="2901247" y="5131"/>
                </a:lnTo>
                <a:moveTo>
                  <a:pt x="2839572" y="5131"/>
                </a:moveTo>
                <a:lnTo>
                  <a:pt x="2793316" y="5131"/>
                </a:lnTo>
                <a:lnTo>
                  <a:pt x="2793316" y="0"/>
                </a:lnTo>
                <a:lnTo>
                  <a:pt x="2839572" y="0"/>
                </a:lnTo>
                <a:lnTo>
                  <a:pt x="2839572" y="5131"/>
                </a:lnTo>
                <a:moveTo>
                  <a:pt x="2777897" y="5131"/>
                </a:moveTo>
                <a:lnTo>
                  <a:pt x="2731641" y="5131"/>
                </a:lnTo>
                <a:lnTo>
                  <a:pt x="2731641" y="0"/>
                </a:lnTo>
                <a:lnTo>
                  <a:pt x="2777897" y="0"/>
                </a:lnTo>
                <a:lnTo>
                  <a:pt x="2777897" y="5131"/>
                </a:lnTo>
                <a:moveTo>
                  <a:pt x="2716222" y="5131"/>
                </a:moveTo>
                <a:lnTo>
                  <a:pt x="2669966" y="5131"/>
                </a:lnTo>
                <a:lnTo>
                  <a:pt x="2669966" y="0"/>
                </a:lnTo>
                <a:lnTo>
                  <a:pt x="2716222" y="0"/>
                </a:lnTo>
                <a:lnTo>
                  <a:pt x="2716222" y="5131"/>
                </a:lnTo>
                <a:moveTo>
                  <a:pt x="2654548" y="5131"/>
                </a:moveTo>
                <a:lnTo>
                  <a:pt x="2608291" y="5131"/>
                </a:lnTo>
                <a:lnTo>
                  <a:pt x="2608291" y="0"/>
                </a:lnTo>
                <a:lnTo>
                  <a:pt x="2654548" y="0"/>
                </a:lnTo>
                <a:lnTo>
                  <a:pt x="2654548" y="5131"/>
                </a:lnTo>
                <a:moveTo>
                  <a:pt x="2592873" y="5131"/>
                </a:moveTo>
                <a:lnTo>
                  <a:pt x="2546617" y="5131"/>
                </a:lnTo>
                <a:lnTo>
                  <a:pt x="2546617" y="0"/>
                </a:lnTo>
                <a:lnTo>
                  <a:pt x="2592873" y="0"/>
                </a:lnTo>
                <a:lnTo>
                  <a:pt x="2592873" y="5131"/>
                </a:lnTo>
                <a:moveTo>
                  <a:pt x="2531198" y="5131"/>
                </a:moveTo>
                <a:lnTo>
                  <a:pt x="2484942" y="5131"/>
                </a:lnTo>
                <a:lnTo>
                  <a:pt x="2484942" y="0"/>
                </a:lnTo>
                <a:lnTo>
                  <a:pt x="2531198" y="0"/>
                </a:lnTo>
                <a:lnTo>
                  <a:pt x="2531198" y="5131"/>
                </a:lnTo>
                <a:moveTo>
                  <a:pt x="2469523" y="5131"/>
                </a:moveTo>
                <a:lnTo>
                  <a:pt x="2423267" y="5131"/>
                </a:lnTo>
                <a:lnTo>
                  <a:pt x="2423267" y="0"/>
                </a:lnTo>
                <a:lnTo>
                  <a:pt x="2469523" y="0"/>
                </a:lnTo>
                <a:lnTo>
                  <a:pt x="2469523" y="5131"/>
                </a:lnTo>
                <a:moveTo>
                  <a:pt x="2407848" y="5131"/>
                </a:moveTo>
                <a:lnTo>
                  <a:pt x="2361592" y="5131"/>
                </a:lnTo>
                <a:lnTo>
                  <a:pt x="2361592" y="0"/>
                </a:lnTo>
                <a:lnTo>
                  <a:pt x="2407848" y="0"/>
                </a:lnTo>
                <a:lnTo>
                  <a:pt x="2407848" y="5131"/>
                </a:lnTo>
                <a:moveTo>
                  <a:pt x="2346173" y="5131"/>
                </a:moveTo>
                <a:lnTo>
                  <a:pt x="2299917" y="5131"/>
                </a:lnTo>
                <a:lnTo>
                  <a:pt x="2299917" y="0"/>
                </a:lnTo>
                <a:lnTo>
                  <a:pt x="2346173" y="0"/>
                </a:lnTo>
                <a:lnTo>
                  <a:pt x="2346173" y="5131"/>
                </a:lnTo>
                <a:moveTo>
                  <a:pt x="2284498" y="5131"/>
                </a:moveTo>
                <a:lnTo>
                  <a:pt x="2238242" y="5131"/>
                </a:lnTo>
                <a:lnTo>
                  <a:pt x="2238242" y="0"/>
                </a:lnTo>
                <a:lnTo>
                  <a:pt x="2284498" y="0"/>
                </a:lnTo>
                <a:lnTo>
                  <a:pt x="2284498" y="5131"/>
                </a:lnTo>
                <a:moveTo>
                  <a:pt x="2222824" y="5131"/>
                </a:moveTo>
                <a:lnTo>
                  <a:pt x="2176567" y="5131"/>
                </a:lnTo>
                <a:lnTo>
                  <a:pt x="2176567" y="0"/>
                </a:lnTo>
                <a:lnTo>
                  <a:pt x="2222824" y="0"/>
                </a:lnTo>
                <a:lnTo>
                  <a:pt x="2222824" y="5131"/>
                </a:lnTo>
                <a:moveTo>
                  <a:pt x="2161149" y="5131"/>
                </a:moveTo>
                <a:lnTo>
                  <a:pt x="2114893" y="5131"/>
                </a:lnTo>
                <a:lnTo>
                  <a:pt x="2114893" y="0"/>
                </a:lnTo>
                <a:lnTo>
                  <a:pt x="2161149" y="0"/>
                </a:lnTo>
                <a:lnTo>
                  <a:pt x="2161149" y="5131"/>
                </a:lnTo>
                <a:moveTo>
                  <a:pt x="2099474" y="5131"/>
                </a:moveTo>
                <a:lnTo>
                  <a:pt x="2053218" y="5131"/>
                </a:lnTo>
                <a:lnTo>
                  <a:pt x="2053218" y="0"/>
                </a:lnTo>
                <a:lnTo>
                  <a:pt x="2099474" y="0"/>
                </a:lnTo>
                <a:lnTo>
                  <a:pt x="2099474" y="5131"/>
                </a:lnTo>
                <a:moveTo>
                  <a:pt x="2037799" y="5131"/>
                </a:moveTo>
                <a:lnTo>
                  <a:pt x="1991543" y="5131"/>
                </a:lnTo>
                <a:lnTo>
                  <a:pt x="1991543" y="0"/>
                </a:lnTo>
                <a:lnTo>
                  <a:pt x="2037799" y="0"/>
                </a:lnTo>
                <a:lnTo>
                  <a:pt x="2037799" y="5131"/>
                </a:lnTo>
                <a:moveTo>
                  <a:pt x="1976124" y="5131"/>
                </a:moveTo>
                <a:lnTo>
                  <a:pt x="1929868" y="5131"/>
                </a:lnTo>
                <a:lnTo>
                  <a:pt x="1929868" y="0"/>
                </a:lnTo>
                <a:lnTo>
                  <a:pt x="1976124" y="0"/>
                </a:lnTo>
                <a:lnTo>
                  <a:pt x="1976124" y="5131"/>
                </a:lnTo>
                <a:moveTo>
                  <a:pt x="1914449" y="5131"/>
                </a:moveTo>
                <a:lnTo>
                  <a:pt x="1868193" y="5131"/>
                </a:lnTo>
                <a:lnTo>
                  <a:pt x="1868193" y="0"/>
                </a:lnTo>
                <a:lnTo>
                  <a:pt x="1914449" y="0"/>
                </a:lnTo>
                <a:lnTo>
                  <a:pt x="1914449" y="5131"/>
                </a:lnTo>
                <a:moveTo>
                  <a:pt x="1852774" y="5131"/>
                </a:moveTo>
                <a:lnTo>
                  <a:pt x="1806518" y="5131"/>
                </a:lnTo>
                <a:lnTo>
                  <a:pt x="1806518" y="0"/>
                </a:lnTo>
                <a:lnTo>
                  <a:pt x="1852774" y="0"/>
                </a:lnTo>
                <a:lnTo>
                  <a:pt x="1852774" y="5131"/>
                </a:lnTo>
                <a:moveTo>
                  <a:pt x="1791100" y="5131"/>
                </a:moveTo>
                <a:lnTo>
                  <a:pt x="1744843" y="5131"/>
                </a:lnTo>
                <a:lnTo>
                  <a:pt x="1744843" y="0"/>
                </a:lnTo>
                <a:lnTo>
                  <a:pt x="1791100" y="0"/>
                </a:lnTo>
                <a:lnTo>
                  <a:pt x="1791100" y="5131"/>
                </a:lnTo>
                <a:moveTo>
                  <a:pt x="1729425" y="5131"/>
                </a:moveTo>
                <a:lnTo>
                  <a:pt x="1683169" y="5131"/>
                </a:lnTo>
                <a:lnTo>
                  <a:pt x="1683169" y="0"/>
                </a:lnTo>
                <a:lnTo>
                  <a:pt x="1729425" y="0"/>
                </a:lnTo>
                <a:lnTo>
                  <a:pt x="1729425" y="5131"/>
                </a:lnTo>
                <a:moveTo>
                  <a:pt x="1667750" y="5131"/>
                </a:moveTo>
                <a:lnTo>
                  <a:pt x="1621494" y="5131"/>
                </a:lnTo>
                <a:lnTo>
                  <a:pt x="1621494" y="0"/>
                </a:lnTo>
                <a:lnTo>
                  <a:pt x="1667750" y="0"/>
                </a:lnTo>
                <a:lnTo>
                  <a:pt x="1667750" y="5131"/>
                </a:lnTo>
                <a:moveTo>
                  <a:pt x="1606075" y="5131"/>
                </a:moveTo>
                <a:lnTo>
                  <a:pt x="1559819" y="5131"/>
                </a:lnTo>
                <a:lnTo>
                  <a:pt x="1559819" y="0"/>
                </a:lnTo>
                <a:lnTo>
                  <a:pt x="1606075" y="0"/>
                </a:lnTo>
                <a:lnTo>
                  <a:pt x="1606075" y="5131"/>
                </a:lnTo>
                <a:moveTo>
                  <a:pt x="1544400" y="5131"/>
                </a:moveTo>
                <a:lnTo>
                  <a:pt x="1498144" y="5131"/>
                </a:lnTo>
                <a:lnTo>
                  <a:pt x="1498144" y="0"/>
                </a:lnTo>
                <a:lnTo>
                  <a:pt x="1544400" y="0"/>
                </a:lnTo>
                <a:lnTo>
                  <a:pt x="1544400" y="5131"/>
                </a:lnTo>
                <a:moveTo>
                  <a:pt x="1482725" y="5131"/>
                </a:moveTo>
                <a:lnTo>
                  <a:pt x="1436469" y="5131"/>
                </a:lnTo>
                <a:lnTo>
                  <a:pt x="1436469" y="0"/>
                </a:lnTo>
                <a:lnTo>
                  <a:pt x="1482725" y="0"/>
                </a:lnTo>
                <a:lnTo>
                  <a:pt x="1482725" y="5131"/>
                </a:lnTo>
                <a:moveTo>
                  <a:pt x="1421050" y="5131"/>
                </a:moveTo>
                <a:lnTo>
                  <a:pt x="1374794" y="5131"/>
                </a:lnTo>
                <a:lnTo>
                  <a:pt x="1374794" y="0"/>
                </a:lnTo>
                <a:lnTo>
                  <a:pt x="1421050" y="0"/>
                </a:lnTo>
                <a:lnTo>
                  <a:pt x="1421050" y="5131"/>
                </a:lnTo>
                <a:moveTo>
                  <a:pt x="1359376" y="5131"/>
                </a:moveTo>
                <a:lnTo>
                  <a:pt x="1313119" y="5131"/>
                </a:lnTo>
                <a:lnTo>
                  <a:pt x="1313119" y="0"/>
                </a:lnTo>
                <a:lnTo>
                  <a:pt x="1359376" y="0"/>
                </a:lnTo>
                <a:lnTo>
                  <a:pt x="1359376" y="5131"/>
                </a:lnTo>
                <a:moveTo>
                  <a:pt x="1297701" y="5131"/>
                </a:moveTo>
                <a:lnTo>
                  <a:pt x="1251445" y="5131"/>
                </a:lnTo>
                <a:lnTo>
                  <a:pt x="1251445" y="0"/>
                </a:lnTo>
                <a:lnTo>
                  <a:pt x="1297701" y="0"/>
                </a:lnTo>
                <a:lnTo>
                  <a:pt x="1297701" y="5131"/>
                </a:lnTo>
                <a:moveTo>
                  <a:pt x="1236026" y="5131"/>
                </a:moveTo>
                <a:lnTo>
                  <a:pt x="1189770" y="5131"/>
                </a:lnTo>
                <a:lnTo>
                  <a:pt x="1189770" y="0"/>
                </a:lnTo>
                <a:lnTo>
                  <a:pt x="1236026" y="0"/>
                </a:lnTo>
                <a:lnTo>
                  <a:pt x="1236026" y="5131"/>
                </a:lnTo>
                <a:moveTo>
                  <a:pt x="1174351" y="5131"/>
                </a:moveTo>
                <a:lnTo>
                  <a:pt x="1128095" y="5131"/>
                </a:lnTo>
                <a:lnTo>
                  <a:pt x="1128095" y="0"/>
                </a:lnTo>
                <a:lnTo>
                  <a:pt x="1174351" y="0"/>
                </a:lnTo>
                <a:lnTo>
                  <a:pt x="1174351" y="5131"/>
                </a:lnTo>
                <a:moveTo>
                  <a:pt x="1112676" y="5131"/>
                </a:moveTo>
                <a:lnTo>
                  <a:pt x="1066420" y="5131"/>
                </a:lnTo>
                <a:lnTo>
                  <a:pt x="1066420" y="0"/>
                </a:lnTo>
                <a:lnTo>
                  <a:pt x="1112676" y="0"/>
                </a:lnTo>
                <a:lnTo>
                  <a:pt x="1112676" y="5131"/>
                </a:lnTo>
                <a:moveTo>
                  <a:pt x="1051001" y="5131"/>
                </a:moveTo>
                <a:lnTo>
                  <a:pt x="1004745" y="5131"/>
                </a:lnTo>
                <a:lnTo>
                  <a:pt x="1004745" y="0"/>
                </a:lnTo>
                <a:lnTo>
                  <a:pt x="1051001" y="0"/>
                </a:lnTo>
                <a:lnTo>
                  <a:pt x="1051001" y="5131"/>
                </a:lnTo>
                <a:moveTo>
                  <a:pt x="989326" y="5131"/>
                </a:moveTo>
                <a:lnTo>
                  <a:pt x="943070" y="5131"/>
                </a:lnTo>
                <a:lnTo>
                  <a:pt x="943070" y="0"/>
                </a:lnTo>
                <a:lnTo>
                  <a:pt x="989326" y="0"/>
                </a:lnTo>
                <a:lnTo>
                  <a:pt x="989326" y="5131"/>
                </a:lnTo>
                <a:moveTo>
                  <a:pt x="927652" y="5131"/>
                </a:moveTo>
                <a:lnTo>
                  <a:pt x="881395" y="5131"/>
                </a:lnTo>
                <a:lnTo>
                  <a:pt x="881395" y="0"/>
                </a:lnTo>
                <a:lnTo>
                  <a:pt x="927652" y="0"/>
                </a:lnTo>
                <a:lnTo>
                  <a:pt x="927652" y="5131"/>
                </a:lnTo>
                <a:moveTo>
                  <a:pt x="865977" y="5131"/>
                </a:moveTo>
                <a:lnTo>
                  <a:pt x="819721" y="5131"/>
                </a:lnTo>
                <a:lnTo>
                  <a:pt x="819721" y="0"/>
                </a:lnTo>
                <a:lnTo>
                  <a:pt x="865977" y="0"/>
                </a:lnTo>
                <a:lnTo>
                  <a:pt x="865977" y="5131"/>
                </a:lnTo>
                <a:moveTo>
                  <a:pt x="804302" y="5131"/>
                </a:moveTo>
                <a:lnTo>
                  <a:pt x="758046" y="5131"/>
                </a:lnTo>
                <a:lnTo>
                  <a:pt x="758046" y="0"/>
                </a:lnTo>
                <a:lnTo>
                  <a:pt x="804302" y="0"/>
                </a:lnTo>
                <a:lnTo>
                  <a:pt x="804302" y="5131"/>
                </a:lnTo>
                <a:moveTo>
                  <a:pt x="742627" y="5131"/>
                </a:moveTo>
                <a:lnTo>
                  <a:pt x="696371" y="5131"/>
                </a:lnTo>
                <a:lnTo>
                  <a:pt x="696371" y="0"/>
                </a:lnTo>
                <a:lnTo>
                  <a:pt x="742627" y="0"/>
                </a:lnTo>
                <a:lnTo>
                  <a:pt x="742627" y="5131"/>
                </a:lnTo>
                <a:moveTo>
                  <a:pt x="680952" y="5131"/>
                </a:moveTo>
                <a:lnTo>
                  <a:pt x="634696" y="5131"/>
                </a:lnTo>
                <a:lnTo>
                  <a:pt x="634696" y="0"/>
                </a:lnTo>
                <a:lnTo>
                  <a:pt x="680952" y="0"/>
                </a:lnTo>
                <a:lnTo>
                  <a:pt x="680952" y="5131"/>
                </a:lnTo>
                <a:moveTo>
                  <a:pt x="619277" y="5131"/>
                </a:moveTo>
                <a:lnTo>
                  <a:pt x="573021" y="5131"/>
                </a:lnTo>
                <a:lnTo>
                  <a:pt x="573021" y="0"/>
                </a:lnTo>
                <a:lnTo>
                  <a:pt x="619277" y="0"/>
                </a:lnTo>
                <a:lnTo>
                  <a:pt x="619277" y="5131"/>
                </a:lnTo>
                <a:moveTo>
                  <a:pt x="557602" y="5131"/>
                </a:moveTo>
                <a:lnTo>
                  <a:pt x="511346" y="5131"/>
                </a:lnTo>
                <a:lnTo>
                  <a:pt x="511346" y="0"/>
                </a:lnTo>
                <a:lnTo>
                  <a:pt x="557602" y="0"/>
                </a:lnTo>
                <a:lnTo>
                  <a:pt x="557602" y="5131"/>
                </a:lnTo>
                <a:moveTo>
                  <a:pt x="495928" y="5131"/>
                </a:moveTo>
                <a:lnTo>
                  <a:pt x="449671" y="5131"/>
                </a:lnTo>
                <a:lnTo>
                  <a:pt x="449671" y="0"/>
                </a:lnTo>
                <a:lnTo>
                  <a:pt x="495928" y="0"/>
                </a:lnTo>
                <a:lnTo>
                  <a:pt x="495928" y="5131"/>
                </a:lnTo>
                <a:moveTo>
                  <a:pt x="434253" y="5131"/>
                </a:moveTo>
                <a:lnTo>
                  <a:pt x="387997" y="5131"/>
                </a:lnTo>
                <a:lnTo>
                  <a:pt x="387997" y="0"/>
                </a:lnTo>
                <a:lnTo>
                  <a:pt x="434253" y="0"/>
                </a:lnTo>
                <a:lnTo>
                  <a:pt x="434253" y="5131"/>
                </a:lnTo>
                <a:moveTo>
                  <a:pt x="372578" y="5131"/>
                </a:moveTo>
                <a:lnTo>
                  <a:pt x="326322" y="5131"/>
                </a:lnTo>
                <a:lnTo>
                  <a:pt x="326322" y="0"/>
                </a:lnTo>
                <a:lnTo>
                  <a:pt x="372578" y="0"/>
                </a:lnTo>
                <a:lnTo>
                  <a:pt x="372578" y="5131"/>
                </a:lnTo>
                <a:moveTo>
                  <a:pt x="310903" y="5131"/>
                </a:moveTo>
                <a:lnTo>
                  <a:pt x="264647" y="5131"/>
                </a:lnTo>
                <a:lnTo>
                  <a:pt x="264647" y="0"/>
                </a:lnTo>
                <a:lnTo>
                  <a:pt x="310903" y="0"/>
                </a:lnTo>
                <a:lnTo>
                  <a:pt x="310903" y="5131"/>
                </a:lnTo>
                <a:moveTo>
                  <a:pt x="246658" y="5131"/>
                </a:moveTo>
                <a:lnTo>
                  <a:pt x="226450" y="5131"/>
                </a:lnTo>
                <a:cubicBezTo>
                  <a:pt x="219501" y="5140"/>
                  <a:pt x="212614" y="5452"/>
                  <a:pt x="205830" y="6085"/>
                </a:cubicBezTo>
                <a:lnTo>
                  <a:pt x="203260" y="6320"/>
                </a:lnTo>
                <a:lnTo>
                  <a:pt x="202787" y="1203"/>
                </a:lnTo>
                <a:lnTo>
                  <a:pt x="205357" y="962"/>
                </a:lnTo>
                <a:cubicBezTo>
                  <a:pt x="212305" y="329"/>
                  <a:pt x="219336" y="0"/>
                  <a:pt x="226450" y="0"/>
                </a:cubicBezTo>
                <a:lnTo>
                  <a:pt x="249228" y="0"/>
                </a:lnTo>
                <a:lnTo>
                  <a:pt x="249228" y="5131"/>
                </a:lnTo>
                <a:lnTo>
                  <a:pt x="246658" y="5131"/>
                </a:lnTo>
                <a:moveTo>
                  <a:pt x="185703" y="8873"/>
                </a:moveTo>
                <a:cubicBezTo>
                  <a:pt x="172217" y="11387"/>
                  <a:pt x="159183" y="15112"/>
                  <a:pt x="146683" y="19948"/>
                </a:cubicBezTo>
                <a:lnTo>
                  <a:pt x="144278" y="20871"/>
                </a:lnTo>
                <a:lnTo>
                  <a:pt x="142428" y="16077"/>
                </a:lnTo>
                <a:lnTo>
                  <a:pt x="144813" y="15154"/>
                </a:lnTo>
                <a:cubicBezTo>
                  <a:pt x="157620" y="10197"/>
                  <a:pt x="170963" y="6392"/>
                  <a:pt x="184778" y="3822"/>
                </a:cubicBezTo>
                <a:lnTo>
                  <a:pt x="187286" y="3347"/>
                </a:lnTo>
                <a:lnTo>
                  <a:pt x="188232" y="8406"/>
                </a:lnTo>
                <a:lnTo>
                  <a:pt x="185703" y="8873"/>
                </a:lnTo>
                <a:moveTo>
                  <a:pt x="128078" y="28130"/>
                </a:moveTo>
                <a:cubicBezTo>
                  <a:pt x="115887" y="34184"/>
                  <a:pt x="104333" y="41341"/>
                  <a:pt x="93561" y="49451"/>
                </a:cubicBezTo>
                <a:lnTo>
                  <a:pt x="91505" y="50993"/>
                </a:lnTo>
                <a:lnTo>
                  <a:pt x="88421" y="46889"/>
                </a:lnTo>
                <a:lnTo>
                  <a:pt x="90456" y="45347"/>
                </a:lnTo>
                <a:cubicBezTo>
                  <a:pt x="101496" y="37044"/>
                  <a:pt x="113317" y="29727"/>
                  <a:pt x="125796" y="23529"/>
                </a:cubicBezTo>
                <a:lnTo>
                  <a:pt x="128099" y="22388"/>
                </a:lnTo>
                <a:lnTo>
                  <a:pt x="130381" y="26989"/>
                </a:lnTo>
                <a:lnTo>
                  <a:pt x="128078" y="28130"/>
                </a:lnTo>
                <a:moveTo>
                  <a:pt x="77895" y="62380"/>
                </a:moveTo>
                <a:cubicBezTo>
                  <a:pt x="67863" y="71487"/>
                  <a:pt x="58653" y="81477"/>
                  <a:pt x="50429" y="92270"/>
                </a:cubicBezTo>
                <a:lnTo>
                  <a:pt x="48867" y="94311"/>
                </a:lnTo>
                <a:lnTo>
                  <a:pt x="44776" y="91203"/>
                </a:lnTo>
                <a:lnTo>
                  <a:pt x="46338" y="89147"/>
                </a:lnTo>
                <a:cubicBezTo>
                  <a:pt x="54767" y="78128"/>
                  <a:pt x="64183" y="67890"/>
                  <a:pt x="74442" y="58575"/>
                </a:cubicBezTo>
                <a:lnTo>
                  <a:pt x="76353" y="56848"/>
                </a:lnTo>
                <a:lnTo>
                  <a:pt x="79807" y="60653"/>
                </a:lnTo>
                <a:lnTo>
                  <a:pt x="77895" y="62380"/>
                </a:lnTo>
                <a:moveTo>
                  <a:pt x="38855" y="108965"/>
                </a:moveTo>
                <a:cubicBezTo>
                  <a:pt x="31701" y="120377"/>
                  <a:pt x="25554" y="132488"/>
                  <a:pt x="20538" y="145168"/>
                </a:cubicBezTo>
                <a:lnTo>
                  <a:pt x="19592" y="147553"/>
                </a:lnTo>
                <a:lnTo>
                  <a:pt x="14823" y="145658"/>
                </a:lnTo>
                <a:lnTo>
                  <a:pt x="15768" y="143281"/>
                </a:lnTo>
                <a:cubicBezTo>
                  <a:pt x="20887" y="130303"/>
                  <a:pt x="27178" y="117904"/>
                  <a:pt x="34497" y="106227"/>
                </a:cubicBezTo>
                <a:lnTo>
                  <a:pt x="35874" y="104052"/>
                </a:lnTo>
                <a:lnTo>
                  <a:pt x="40233" y="106790"/>
                </a:lnTo>
                <a:lnTo>
                  <a:pt x="38855" y="108965"/>
                </a:lnTo>
                <a:moveTo>
                  <a:pt x="13959" y="164370"/>
                </a:moveTo>
                <a:cubicBezTo>
                  <a:pt x="10217" y="177202"/>
                  <a:pt x="7607" y="190516"/>
                  <a:pt x="6250" y="204210"/>
                </a:cubicBezTo>
                <a:lnTo>
                  <a:pt x="5982" y="206763"/>
                </a:lnTo>
                <a:lnTo>
                  <a:pt x="863" y="206249"/>
                </a:lnTo>
                <a:lnTo>
                  <a:pt x="1131" y="203696"/>
                </a:lnTo>
                <a:cubicBezTo>
                  <a:pt x="2529" y="189697"/>
                  <a:pt x="5201" y="176069"/>
                  <a:pt x="9025" y="162931"/>
                </a:cubicBezTo>
                <a:lnTo>
                  <a:pt x="9745" y="160466"/>
                </a:lnTo>
                <a:lnTo>
                  <a:pt x="14679" y="161903"/>
                </a:lnTo>
                <a:lnTo>
                  <a:pt x="13959" y="164370"/>
                </a:lnTo>
                <a:moveTo>
                  <a:pt x="5140" y="224486"/>
                </a:moveTo>
                <a:lnTo>
                  <a:pt x="5140" y="226437"/>
                </a:lnTo>
                <a:lnTo>
                  <a:pt x="5140" y="268148"/>
                </a:lnTo>
                <a:lnTo>
                  <a:pt x="0" y="268148"/>
                </a:lnTo>
                <a:lnTo>
                  <a:pt x="0" y="226437"/>
                </a:lnTo>
                <a:lnTo>
                  <a:pt x="0" y="224437"/>
                </a:lnTo>
                <a:lnTo>
                  <a:pt x="21" y="221867"/>
                </a:lnTo>
                <a:lnTo>
                  <a:pt x="5160" y="221916"/>
                </a:lnTo>
                <a:lnTo>
                  <a:pt x="5140" y="224486"/>
                </a:lnTo>
                <a:moveTo>
                  <a:pt x="5140" y="283567"/>
                </a:moveTo>
                <a:lnTo>
                  <a:pt x="5140" y="329823"/>
                </a:lnTo>
                <a:lnTo>
                  <a:pt x="0" y="329823"/>
                </a:lnTo>
                <a:lnTo>
                  <a:pt x="0" y="283567"/>
                </a:lnTo>
                <a:lnTo>
                  <a:pt x="5140" y="283567"/>
                </a:lnTo>
                <a:moveTo>
                  <a:pt x="5140" y="345241"/>
                </a:moveTo>
                <a:lnTo>
                  <a:pt x="5140" y="391498"/>
                </a:lnTo>
                <a:lnTo>
                  <a:pt x="0" y="391498"/>
                </a:lnTo>
                <a:lnTo>
                  <a:pt x="0" y="345241"/>
                </a:lnTo>
                <a:lnTo>
                  <a:pt x="5140" y="345241"/>
                </a:lnTo>
                <a:moveTo>
                  <a:pt x="5140" y="406916"/>
                </a:moveTo>
                <a:lnTo>
                  <a:pt x="5140" y="453172"/>
                </a:lnTo>
                <a:lnTo>
                  <a:pt x="0" y="453172"/>
                </a:lnTo>
                <a:lnTo>
                  <a:pt x="0" y="406916"/>
                </a:lnTo>
                <a:lnTo>
                  <a:pt x="5140" y="406916"/>
                </a:lnTo>
                <a:moveTo>
                  <a:pt x="5140" y="468591"/>
                </a:moveTo>
                <a:lnTo>
                  <a:pt x="5140" y="514847"/>
                </a:lnTo>
                <a:lnTo>
                  <a:pt x="0" y="514847"/>
                </a:lnTo>
                <a:lnTo>
                  <a:pt x="0" y="468591"/>
                </a:lnTo>
                <a:lnTo>
                  <a:pt x="5140" y="468591"/>
                </a:lnTo>
                <a:moveTo>
                  <a:pt x="5140" y="530266"/>
                </a:moveTo>
                <a:lnTo>
                  <a:pt x="5140" y="576522"/>
                </a:lnTo>
                <a:lnTo>
                  <a:pt x="0" y="576522"/>
                </a:lnTo>
                <a:lnTo>
                  <a:pt x="0" y="530266"/>
                </a:lnTo>
                <a:lnTo>
                  <a:pt x="5140" y="530266"/>
                </a:lnTo>
                <a:moveTo>
                  <a:pt x="5140" y="591941"/>
                </a:moveTo>
                <a:lnTo>
                  <a:pt x="5140" y="638197"/>
                </a:lnTo>
                <a:lnTo>
                  <a:pt x="0" y="638197"/>
                </a:lnTo>
                <a:lnTo>
                  <a:pt x="0" y="591941"/>
                </a:lnTo>
                <a:lnTo>
                  <a:pt x="5140" y="591941"/>
                </a:lnTo>
                <a:moveTo>
                  <a:pt x="5140" y="653616"/>
                </a:moveTo>
                <a:lnTo>
                  <a:pt x="5140" y="699872"/>
                </a:lnTo>
                <a:lnTo>
                  <a:pt x="0" y="699872"/>
                </a:lnTo>
                <a:lnTo>
                  <a:pt x="0" y="653616"/>
                </a:lnTo>
                <a:lnTo>
                  <a:pt x="5140" y="653616"/>
                </a:lnTo>
                <a:moveTo>
                  <a:pt x="5140" y="715291"/>
                </a:moveTo>
                <a:lnTo>
                  <a:pt x="5140" y="761547"/>
                </a:lnTo>
                <a:lnTo>
                  <a:pt x="0" y="761547"/>
                </a:lnTo>
                <a:lnTo>
                  <a:pt x="0" y="715291"/>
                </a:lnTo>
                <a:lnTo>
                  <a:pt x="5140" y="715291"/>
                </a:lnTo>
                <a:moveTo>
                  <a:pt x="5140" y="776965"/>
                </a:moveTo>
                <a:lnTo>
                  <a:pt x="5140" y="823222"/>
                </a:lnTo>
                <a:lnTo>
                  <a:pt x="0" y="823222"/>
                </a:lnTo>
                <a:lnTo>
                  <a:pt x="0" y="776965"/>
                </a:lnTo>
                <a:lnTo>
                  <a:pt x="5140" y="776965"/>
                </a:lnTo>
                <a:moveTo>
                  <a:pt x="5140" y="838640"/>
                </a:moveTo>
                <a:lnTo>
                  <a:pt x="5140" y="884896"/>
                </a:lnTo>
                <a:lnTo>
                  <a:pt x="0" y="884896"/>
                </a:lnTo>
                <a:lnTo>
                  <a:pt x="0" y="838640"/>
                </a:lnTo>
                <a:lnTo>
                  <a:pt x="5140" y="838640"/>
                </a:lnTo>
                <a:moveTo>
                  <a:pt x="5140" y="900315"/>
                </a:moveTo>
                <a:lnTo>
                  <a:pt x="5140" y="946571"/>
                </a:lnTo>
                <a:lnTo>
                  <a:pt x="0" y="946571"/>
                </a:lnTo>
                <a:lnTo>
                  <a:pt x="0" y="900315"/>
                </a:lnTo>
                <a:lnTo>
                  <a:pt x="5140" y="900315"/>
                </a:lnTo>
                <a:moveTo>
                  <a:pt x="5140" y="961990"/>
                </a:moveTo>
                <a:lnTo>
                  <a:pt x="5140" y="1008246"/>
                </a:lnTo>
                <a:lnTo>
                  <a:pt x="0" y="1008246"/>
                </a:lnTo>
                <a:lnTo>
                  <a:pt x="0" y="961990"/>
                </a:lnTo>
                <a:lnTo>
                  <a:pt x="5140" y="961990"/>
                </a:lnTo>
                <a:moveTo>
                  <a:pt x="5140" y="1023665"/>
                </a:moveTo>
                <a:lnTo>
                  <a:pt x="5140" y="1069921"/>
                </a:lnTo>
                <a:lnTo>
                  <a:pt x="0" y="1069921"/>
                </a:lnTo>
                <a:lnTo>
                  <a:pt x="0" y="1023665"/>
                </a:lnTo>
                <a:lnTo>
                  <a:pt x="5140" y="1023665"/>
                </a:lnTo>
                <a:moveTo>
                  <a:pt x="5140" y="1085340"/>
                </a:moveTo>
                <a:lnTo>
                  <a:pt x="5140" y="1131596"/>
                </a:lnTo>
                <a:lnTo>
                  <a:pt x="0" y="1131596"/>
                </a:lnTo>
                <a:lnTo>
                  <a:pt x="0" y="1085340"/>
                </a:lnTo>
                <a:lnTo>
                  <a:pt x="5140" y="1085340"/>
                </a:lnTo>
                <a:moveTo>
                  <a:pt x="5140" y="1147015"/>
                </a:moveTo>
                <a:lnTo>
                  <a:pt x="5140" y="1193271"/>
                </a:lnTo>
                <a:lnTo>
                  <a:pt x="0" y="1193271"/>
                </a:lnTo>
                <a:lnTo>
                  <a:pt x="0" y="1147015"/>
                </a:lnTo>
                <a:lnTo>
                  <a:pt x="5140" y="1147015"/>
                </a:lnTo>
                <a:moveTo>
                  <a:pt x="5140" y="1208689"/>
                </a:moveTo>
                <a:lnTo>
                  <a:pt x="5140" y="1254946"/>
                </a:lnTo>
                <a:lnTo>
                  <a:pt x="0" y="1254946"/>
                </a:lnTo>
                <a:lnTo>
                  <a:pt x="0" y="1208689"/>
                </a:lnTo>
                <a:lnTo>
                  <a:pt x="5140" y="1208689"/>
                </a:lnTo>
                <a:moveTo>
                  <a:pt x="5140" y="1272934"/>
                </a:moveTo>
                <a:lnTo>
                  <a:pt x="5140" y="1293821"/>
                </a:lnTo>
                <a:cubicBezTo>
                  <a:pt x="5140" y="1300569"/>
                  <a:pt x="5427" y="1307201"/>
                  <a:pt x="6024" y="1313785"/>
                </a:cubicBezTo>
                <a:lnTo>
                  <a:pt x="6250" y="1316333"/>
                </a:lnTo>
                <a:lnTo>
                  <a:pt x="1131" y="1316805"/>
                </a:lnTo>
                <a:lnTo>
                  <a:pt x="905" y="1314236"/>
                </a:lnTo>
                <a:cubicBezTo>
                  <a:pt x="308" y="1307513"/>
                  <a:pt x="0" y="1300712"/>
                  <a:pt x="0" y="1293821"/>
                </a:cubicBezTo>
                <a:lnTo>
                  <a:pt x="0" y="1270364"/>
                </a:lnTo>
                <a:lnTo>
                  <a:pt x="5140" y="1270364"/>
                </a:lnTo>
                <a:lnTo>
                  <a:pt x="5140" y="1272934"/>
                </a:lnTo>
                <a:moveTo>
                  <a:pt x="8737" y="1333910"/>
                </a:moveTo>
                <a:cubicBezTo>
                  <a:pt x="11204" y="1347394"/>
                  <a:pt x="14884" y="1360467"/>
                  <a:pt x="19674" y="1372971"/>
                </a:cubicBezTo>
                <a:lnTo>
                  <a:pt x="20599" y="1375372"/>
                </a:lnTo>
                <a:lnTo>
                  <a:pt x="15789" y="1377204"/>
                </a:lnTo>
                <a:lnTo>
                  <a:pt x="14884" y="1374819"/>
                </a:lnTo>
                <a:cubicBezTo>
                  <a:pt x="9971" y="1362009"/>
                  <a:pt x="6209" y="1348630"/>
                  <a:pt x="3700" y="1334835"/>
                </a:cubicBezTo>
                <a:lnTo>
                  <a:pt x="3228" y="1332304"/>
                </a:lnTo>
                <a:lnTo>
                  <a:pt x="8285" y="1331381"/>
                </a:lnTo>
                <a:lnTo>
                  <a:pt x="8737" y="1333910"/>
                </a:lnTo>
                <a:moveTo>
                  <a:pt x="27795" y="1391594"/>
                </a:moveTo>
                <a:cubicBezTo>
                  <a:pt x="33818" y="1403808"/>
                  <a:pt x="40932" y="1415380"/>
                  <a:pt x="48990" y="1426198"/>
                </a:cubicBezTo>
                <a:lnTo>
                  <a:pt x="50532" y="1428254"/>
                </a:lnTo>
                <a:lnTo>
                  <a:pt x="46421" y="1431338"/>
                </a:lnTo>
                <a:lnTo>
                  <a:pt x="44879" y="1429282"/>
                </a:lnTo>
                <a:cubicBezTo>
                  <a:pt x="36614" y="1418224"/>
                  <a:pt x="29337" y="1406355"/>
                  <a:pt x="23190" y="1393858"/>
                </a:cubicBezTo>
                <a:lnTo>
                  <a:pt x="22059" y="1391553"/>
                </a:lnTo>
                <a:lnTo>
                  <a:pt x="26664" y="1389298"/>
                </a:lnTo>
                <a:lnTo>
                  <a:pt x="27795" y="1391594"/>
                </a:lnTo>
                <a:moveTo>
                  <a:pt x="61880" y="1441907"/>
                </a:moveTo>
                <a:cubicBezTo>
                  <a:pt x="70947" y="1451976"/>
                  <a:pt x="80917" y="1461203"/>
                  <a:pt x="91669" y="1469475"/>
                </a:cubicBezTo>
                <a:lnTo>
                  <a:pt x="93705" y="1471034"/>
                </a:lnTo>
                <a:lnTo>
                  <a:pt x="90580" y="1475104"/>
                </a:lnTo>
                <a:lnTo>
                  <a:pt x="88545" y="1473538"/>
                </a:lnTo>
                <a:cubicBezTo>
                  <a:pt x="77546" y="1465090"/>
                  <a:pt x="67328" y="1455638"/>
                  <a:pt x="58077" y="1445336"/>
                </a:cubicBezTo>
                <a:lnTo>
                  <a:pt x="56350" y="1443449"/>
                </a:lnTo>
                <a:lnTo>
                  <a:pt x="60174" y="1439995"/>
                </a:lnTo>
                <a:lnTo>
                  <a:pt x="61880" y="1441907"/>
                </a:lnTo>
                <a:moveTo>
                  <a:pt x="108342" y="1481087"/>
                </a:moveTo>
                <a:cubicBezTo>
                  <a:pt x="119731" y="1488282"/>
                  <a:pt x="131820" y="1494450"/>
                  <a:pt x="144484" y="1499509"/>
                </a:cubicBezTo>
                <a:lnTo>
                  <a:pt x="146868" y="1500457"/>
                </a:lnTo>
                <a:lnTo>
                  <a:pt x="144956" y="1505218"/>
                </a:lnTo>
                <a:lnTo>
                  <a:pt x="142572" y="1504279"/>
                </a:lnTo>
                <a:cubicBezTo>
                  <a:pt x="129620" y="1499116"/>
                  <a:pt x="117244" y="1492789"/>
                  <a:pt x="105587" y="1485425"/>
                </a:cubicBezTo>
                <a:lnTo>
                  <a:pt x="103408" y="1484066"/>
                </a:lnTo>
                <a:lnTo>
                  <a:pt x="106163" y="1479705"/>
                </a:lnTo>
                <a:lnTo>
                  <a:pt x="108342" y="1481087"/>
                </a:lnTo>
                <a:moveTo>
                  <a:pt x="163685" y="1506151"/>
                </a:moveTo>
                <a:cubicBezTo>
                  <a:pt x="176493" y="1509909"/>
                  <a:pt x="189794" y="1512559"/>
                  <a:pt x="203486" y="1513955"/>
                </a:cubicBezTo>
                <a:lnTo>
                  <a:pt x="206035" y="1514229"/>
                </a:lnTo>
                <a:lnTo>
                  <a:pt x="205521" y="1519346"/>
                </a:lnTo>
                <a:lnTo>
                  <a:pt x="202951" y="1519081"/>
                </a:lnTo>
                <a:cubicBezTo>
                  <a:pt x="188972" y="1517641"/>
                  <a:pt x="175342" y="1514928"/>
                  <a:pt x="162225" y="1511057"/>
                </a:cubicBezTo>
                <a:lnTo>
                  <a:pt x="159758" y="1510343"/>
                </a:lnTo>
                <a:lnTo>
                  <a:pt x="161198" y="1505403"/>
                </a:lnTo>
                <a:lnTo>
                  <a:pt x="163685" y="1506151"/>
                </a:lnTo>
                <a:moveTo>
                  <a:pt x="223756" y="1515129"/>
                </a:moveTo>
                <a:lnTo>
                  <a:pt x="226450" y="1515129"/>
                </a:lnTo>
                <a:lnTo>
                  <a:pt x="270136" y="1515129"/>
                </a:lnTo>
                <a:lnTo>
                  <a:pt x="270136" y="1520291"/>
                </a:lnTo>
                <a:lnTo>
                  <a:pt x="226450" y="1520291"/>
                </a:lnTo>
                <a:lnTo>
                  <a:pt x="223695" y="1520269"/>
                </a:lnTo>
                <a:lnTo>
                  <a:pt x="221125" y="1520228"/>
                </a:lnTo>
                <a:lnTo>
                  <a:pt x="221187" y="1515088"/>
                </a:lnTo>
                <a:lnTo>
                  <a:pt x="223756" y="1515129"/>
                </a:lnTo>
              </a:path>
            </a:pathLst>
          </a:custGeom>
          <a:solidFill xmlns:a="http://schemas.openxmlformats.org/drawingml/2006/main">
            <a:srgbClr val="CECF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CB7BA-22AE-495C-BEAF-9DFED846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06" y="1564409"/>
            <a:ext cx="1748250" cy="212449"/>
          </a:xfrm>
          <a:custGeom xmlns:a="http://schemas.openxmlformats.org/drawingml/2006/main">
            <a:pathLst>
              <a:path w="1748250" h="212449">
                <a:moveTo>
                  <a:pt x="0" y="212449"/>
                </a:moveTo>
                <a:lnTo>
                  <a:pt x="1748250" y="212449"/>
                </a:lnTo>
                <a:lnTo>
                  <a:pt x="1748250" y="0"/>
                </a:lnTo>
                <a:lnTo>
                  <a:pt x="0" y="0"/>
                </a:lnTo>
                <a:lnTo>
                  <a:pt x="0" y="212449"/>
                </a:lnTo>
                <a:close/>
              </a:path>
            </a:pathLst>
          </a:custGeom>
          <a:solidFill xmlns:a="http://schemas.openxmlformats.org/drawingml/2006/main">
            <a:srgbClr val="D4E0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0D60DB-E8B6-41AB-8E4A-E314C105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96" y="505143"/>
            <a:ext cx="8624818" cy="233131"/>
          </a:xfrm>
          <a:custGeom xmlns:a="http://schemas.openxmlformats.org/drawingml/2006/main">
            <a:pathLst>
              <a:path w="8624818" h="233131">
                <a:moveTo>
                  <a:pt x="8391687" y="233131"/>
                </a:moveTo>
                <a:lnTo>
                  <a:pt x="8391687" y="174930"/>
                </a:lnTo>
                <a:lnTo>
                  <a:pt x="5361231" y="174930"/>
                </a:lnTo>
                <a:lnTo>
                  <a:pt x="5361231" y="58386"/>
                </a:lnTo>
                <a:lnTo>
                  <a:pt x="8391687" y="58386"/>
                </a:lnTo>
                <a:lnTo>
                  <a:pt x="8391687" y="0"/>
                </a:lnTo>
                <a:lnTo>
                  <a:pt x="8624818" y="116565"/>
                </a:lnTo>
                <a:lnTo>
                  <a:pt x="8391687" y="233131"/>
                </a:lnTo>
                <a:moveTo>
                  <a:pt x="4547184" y="174930"/>
                </a:moveTo>
                <a:lnTo>
                  <a:pt x="2214539" y="174930"/>
                </a:lnTo>
                <a:lnTo>
                  <a:pt x="2214539" y="58386"/>
                </a:lnTo>
                <a:lnTo>
                  <a:pt x="4547184" y="58386"/>
                </a:lnTo>
                <a:lnTo>
                  <a:pt x="4547184" y="174930"/>
                </a:lnTo>
                <a:moveTo>
                  <a:pt x="349696" y="174930"/>
                </a:moveTo>
                <a:lnTo>
                  <a:pt x="0" y="174930"/>
                </a:lnTo>
                <a:lnTo>
                  <a:pt x="0" y="58386"/>
                </a:lnTo>
                <a:lnTo>
                  <a:pt x="349696" y="58386"/>
                </a:lnTo>
                <a:lnTo>
                  <a:pt x="349696" y="174930"/>
                </a:lnTo>
              </a:path>
            </a:pathLst>
          </a:custGeom>
          <a:solidFill xmlns:a="http://schemas.openxmlformats.org/drawingml/2006/main">
            <a:srgbClr val="DEDE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0FEF9-F8DF-4B73-AAC5-74D6B719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892" y="155447"/>
            <a:ext cx="1864842" cy="3263418"/>
          </a:xfrm>
          <a:custGeom xmlns:a="http://schemas.openxmlformats.org/drawingml/2006/main">
            <a:pathLst>
              <a:path w="1864842" h="3263418">
                <a:moveTo>
                  <a:pt x="186464" y="3263418"/>
                </a:moveTo>
                <a:cubicBezTo>
                  <a:pt x="83467" y="3263418"/>
                  <a:pt x="0" y="3179956"/>
                  <a:pt x="0" y="3076957"/>
                </a:cubicBezTo>
                <a:lnTo>
                  <a:pt x="0" y="186669"/>
                </a:lnTo>
                <a:cubicBezTo>
                  <a:pt x="0" y="83652"/>
                  <a:pt x="83467" y="0"/>
                  <a:pt x="186464" y="0"/>
                </a:cubicBezTo>
                <a:lnTo>
                  <a:pt x="1678378" y="0"/>
                </a:lnTo>
                <a:cubicBezTo>
                  <a:pt x="1781375" y="0"/>
                  <a:pt x="1864842" y="83652"/>
                  <a:pt x="1864842" y="186669"/>
                </a:cubicBezTo>
                <a:lnTo>
                  <a:pt x="1864842" y="3076957"/>
                </a:lnTo>
                <a:cubicBezTo>
                  <a:pt x="1864842" y="3179956"/>
                  <a:pt x="1781375" y="3263418"/>
                  <a:pt x="1678378" y="3263418"/>
                </a:cubicBezTo>
                <a:lnTo>
                  <a:pt x="186464" y="3263418"/>
                </a:lnTo>
                <a:close/>
              </a:path>
            </a:pathLst>
          </a:custGeom>
          <a:solidFill xmlns:a="http://schemas.openxmlformats.org/drawingml/2006/main">
            <a:srgbClr val="C5E8E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820c1a5794ed7"/>
          <a:stretch xmlns:a="http://schemas.openxmlformats.org/drawingml/2006/main"/>
        </p:blipFill>
        <p:spPr>
          <a:xfrm xmlns:a="http://schemas.openxmlformats.org/drawingml/2006/main">
            <a:off x="527256" y="92374"/>
            <a:ext cx="1263958" cy="942844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98644f89a4c03"/>
          <a:stretch xmlns:a="http://schemas.openxmlformats.org/drawingml/2006/main"/>
        </p:blipFill>
        <p:spPr>
          <a:xfrm xmlns:a="http://schemas.openxmlformats.org/drawingml/2006/main">
            <a:off x="822967" y="233935"/>
            <a:ext cx="380006" cy="380006"/>
          </a:xfrm>
          <a:prstGeom xmlns:a="http://schemas.openxmlformats.org/drawingml/2006/main" prst="rect">
            <a:avLst/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fc8fe044c486c"/>
          <a:stretch xmlns:a="http://schemas.openxmlformats.org/drawingml/2006/main"/>
        </p:blipFill>
        <p:spPr>
          <a:xfrm xmlns:a="http://schemas.openxmlformats.org/drawingml/2006/main">
            <a:off x="2739694" y="272902"/>
            <a:ext cx="1336618" cy="1279436"/>
          </a:xfrm>
          <a:prstGeom xmlns:a="http://schemas.openxmlformats.org/drawingml/2006/main" prst="rect">
            <a:avLst/>
          </a:prstGeom>
        </p:spPr>
      </p:pic>
      <p:sp>
        <p:nvSpPr>
          <p:cNvPr id="9" name="Text ProgramUnderTest">
            <a:extLst xmlns:a="http://schemas.openxmlformats.org/drawingml/2006/main">
              <a:ext uri="{FF2B5EF4-FFF2-40B4-BE49-F238E27FC236}">
                <a16:creationId xmlns:a16="http://schemas.microsoft.com/office/drawing/2014/main" id="{3755D18B-622B-44FA-8691-6652F260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3" y="1138339"/>
            <a:ext cx="1637810" cy="162439"/>
          </a:xfrm>
          <a:custGeom xmlns:a="http://schemas.openxmlformats.org/drawingml/2006/main">
            <a:pathLst>
              <a:path w="1637810" h="162439">
                <a:moveTo>
                  <a:pt x="45262" y="67035"/>
                </a:moveTo>
                <a:lnTo>
                  <a:pt x="45262" y="101005"/>
                </a:lnTo>
                <a:cubicBezTo>
                  <a:pt x="45262" y="107664"/>
                  <a:pt x="45669" y="111856"/>
                  <a:pt x="46482" y="113582"/>
                </a:cubicBezTo>
                <a:cubicBezTo>
                  <a:pt x="47295" y="115306"/>
                  <a:pt x="48741" y="116683"/>
                  <a:pt x="50819" y="117713"/>
                </a:cubicBezTo>
                <a:cubicBezTo>
                  <a:pt x="52896" y="118740"/>
                  <a:pt x="56706" y="119254"/>
                  <a:pt x="62247" y="119254"/>
                </a:cubicBezTo>
                <a:lnTo>
                  <a:pt x="62247" y="122507"/>
                </a:lnTo>
                <a:lnTo>
                  <a:pt x="0" y="122507"/>
                </a:lnTo>
                <a:lnTo>
                  <a:pt x="0" y="119254"/>
                </a:lnTo>
                <a:cubicBezTo>
                  <a:pt x="5662" y="119254"/>
                  <a:pt x="9501" y="118724"/>
                  <a:pt x="11519" y="117665"/>
                </a:cubicBezTo>
                <a:cubicBezTo>
                  <a:pt x="13537" y="116605"/>
                  <a:pt x="14952" y="115228"/>
                  <a:pt x="15765" y="113534"/>
                </a:cubicBezTo>
                <a:cubicBezTo>
                  <a:pt x="16578" y="111840"/>
                  <a:pt x="16985" y="107664"/>
                  <a:pt x="16985" y="101005"/>
                </a:cubicBezTo>
                <a:lnTo>
                  <a:pt x="16985" y="21502"/>
                </a:lnTo>
                <a:cubicBezTo>
                  <a:pt x="16985" y="14843"/>
                  <a:pt x="16578" y="10651"/>
                  <a:pt x="15765" y="8927"/>
                </a:cubicBezTo>
                <a:cubicBezTo>
                  <a:pt x="14952" y="7201"/>
                  <a:pt x="13521" y="5824"/>
                  <a:pt x="11474" y="4797"/>
                </a:cubicBezTo>
                <a:cubicBezTo>
                  <a:pt x="9426" y="3767"/>
                  <a:pt x="5601" y="3252"/>
                  <a:pt x="0" y="3252"/>
                </a:cubicBezTo>
                <a:lnTo>
                  <a:pt x="0" y="0"/>
                </a:lnTo>
                <a:lnTo>
                  <a:pt x="53393" y="0"/>
                </a:lnTo>
                <a:cubicBezTo>
                  <a:pt x="70980" y="0"/>
                  <a:pt x="83598" y="3132"/>
                  <a:pt x="91247" y="9396"/>
                </a:cubicBezTo>
                <a:cubicBezTo>
                  <a:pt x="98897" y="15660"/>
                  <a:pt x="102721" y="23489"/>
                  <a:pt x="102721" y="32885"/>
                </a:cubicBezTo>
                <a:cubicBezTo>
                  <a:pt x="102721" y="40836"/>
                  <a:pt x="100252" y="47641"/>
                  <a:pt x="95313" y="53303"/>
                </a:cubicBezTo>
                <a:cubicBezTo>
                  <a:pt x="90374" y="58965"/>
                  <a:pt x="83568" y="62819"/>
                  <a:pt x="74895" y="64867"/>
                </a:cubicBezTo>
                <a:cubicBezTo>
                  <a:pt x="69053" y="66313"/>
                  <a:pt x="59175" y="67035"/>
                  <a:pt x="45262" y="67035"/>
                </a:cubicBezTo>
                <a:moveTo>
                  <a:pt x="45262" y="7047"/>
                </a:moveTo>
                <a:lnTo>
                  <a:pt x="45262" y="59988"/>
                </a:lnTo>
                <a:cubicBezTo>
                  <a:pt x="47250" y="60109"/>
                  <a:pt x="48756" y="60169"/>
                  <a:pt x="49780" y="60169"/>
                </a:cubicBezTo>
                <a:cubicBezTo>
                  <a:pt x="57128" y="60169"/>
                  <a:pt x="62789" y="57986"/>
                  <a:pt x="66764" y="53619"/>
                </a:cubicBezTo>
                <a:cubicBezTo>
                  <a:pt x="70739" y="49253"/>
                  <a:pt x="72727" y="42492"/>
                  <a:pt x="72727" y="33337"/>
                </a:cubicBezTo>
                <a:cubicBezTo>
                  <a:pt x="72727" y="24242"/>
                  <a:pt x="70739" y="17587"/>
                  <a:pt x="66764" y="13371"/>
                </a:cubicBezTo>
                <a:cubicBezTo>
                  <a:pt x="62789" y="9155"/>
                  <a:pt x="56857" y="7047"/>
                  <a:pt x="48966" y="7047"/>
                </a:cubicBezTo>
                <a:lnTo>
                  <a:pt x="45262" y="7047"/>
                </a:lnTo>
                <a:close/>
                <a:moveTo>
                  <a:pt x="149639" y="37944"/>
                </a:moveTo>
                <a:lnTo>
                  <a:pt x="149639" y="57097"/>
                </a:lnTo>
                <a:cubicBezTo>
                  <a:pt x="155241" y="48364"/>
                  <a:pt x="160149" y="42567"/>
                  <a:pt x="164365" y="39706"/>
                </a:cubicBezTo>
                <a:cubicBezTo>
                  <a:pt x="168582" y="36845"/>
                  <a:pt x="172647" y="35415"/>
                  <a:pt x="176562" y="35415"/>
                </a:cubicBezTo>
                <a:cubicBezTo>
                  <a:pt x="179935" y="35415"/>
                  <a:pt x="182630" y="36458"/>
                  <a:pt x="184648" y="38543"/>
                </a:cubicBezTo>
                <a:cubicBezTo>
                  <a:pt x="186665" y="40628"/>
                  <a:pt x="187674" y="43575"/>
                  <a:pt x="187674" y="47383"/>
                </a:cubicBezTo>
                <a:cubicBezTo>
                  <a:pt x="187674" y="51433"/>
                  <a:pt x="186695" y="54577"/>
                  <a:pt x="184738" y="56815"/>
                </a:cubicBezTo>
                <a:cubicBezTo>
                  <a:pt x="182781" y="59051"/>
                  <a:pt x="180417" y="60169"/>
                  <a:pt x="177646" y="60169"/>
                </a:cubicBezTo>
                <a:cubicBezTo>
                  <a:pt x="174454" y="60169"/>
                  <a:pt x="171683" y="59145"/>
                  <a:pt x="169334" y="57097"/>
                </a:cubicBezTo>
                <a:cubicBezTo>
                  <a:pt x="166985" y="55050"/>
                  <a:pt x="165600" y="53905"/>
                  <a:pt x="165179" y="53664"/>
                </a:cubicBezTo>
                <a:cubicBezTo>
                  <a:pt x="164576" y="53303"/>
                  <a:pt x="163884" y="53122"/>
                  <a:pt x="163101" y="53122"/>
                </a:cubicBezTo>
                <a:cubicBezTo>
                  <a:pt x="161354" y="53122"/>
                  <a:pt x="159698" y="53785"/>
                  <a:pt x="158132" y="55110"/>
                </a:cubicBezTo>
                <a:cubicBezTo>
                  <a:pt x="155662" y="57158"/>
                  <a:pt x="153795" y="60079"/>
                  <a:pt x="152530" y="63873"/>
                </a:cubicBezTo>
                <a:cubicBezTo>
                  <a:pt x="150603" y="69715"/>
                  <a:pt x="149639" y="76160"/>
                  <a:pt x="149639" y="83207"/>
                </a:cubicBezTo>
                <a:lnTo>
                  <a:pt x="149639" y="102631"/>
                </a:lnTo>
                <a:lnTo>
                  <a:pt x="149730" y="107690"/>
                </a:lnTo>
                <a:cubicBezTo>
                  <a:pt x="149730" y="111123"/>
                  <a:pt x="149941" y="113322"/>
                  <a:pt x="150362" y="114285"/>
                </a:cubicBezTo>
                <a:cubicBezTo>
                  <a:pt x="151085" y="115911"/>
                  <a:pt x="152154" y="117101"/>
                  <a:pt x="153569" y="117854"/>
                </a:cubicBezTo>
                <a:cubicBezTo>
                  <a:pt x="154985" y="118607"/>
                  <a:pt x="157379" y="119073"/>
                  <a:pt x="160752" y="119254"/>
                </a:cubicBezTo>
                <a:lnTo>
                  <a:pt x="160752" y="122507"/>
                </a:lnTo>
                <a:lnTo>
                  <a:pt x="115128" y="122507"/>
                </a:lnTo>
                <a:lnTo>
                  <a:pt x="115128" y="119254"/>
                </a:lnTo>
                <a:cubicBezTo>
                  <a:pt x="118802" y="118953"/>
                  <a:pt x="121286" y="117944"/>
                  <a:pt x="122581" y="116228"/>
                </a:cubicBezTo>
                <a:cubicBezTo>
                  <a:pt x="123876" y="114511"/>
                  <a:pt x="124524" y="109979"/>
                  <a:pt x="124524" y="102631"/>
                </a:cubicBezTo>
                <a:lnTo>
                  <a:pt x="124524" y="55833"/>
                </a:lnTo>
                <a:cubicBezTo>
                  <a:pt x="124524" y="50984"/>
                  <a:pt x="124283" y="47894"/>
                  <a:pt x="123801" y="46561"/>
                </a:cubicBezTo>
                <a:cubicBezTo>
                  <a:pt x="123199" y="44863"/>
                  <a:pt x="122325" y="43621"/>
                  <a:pt x="121181" y="42834"/>
                </a:cubicBezTo>
                <a:cubicBezTo>
                  <a:pt x="120037" y="42046"/>
                  <a:pt x="118019" y="41500"/>
                  <a:pt x="115128" y="41197"/>
                </a:cubicBezTo>
                <a:lnTo>
                  <a:pt x="115128" y="37944"/>
                </a:lnTo>
                <a:lnTo>
                  <a:pt x="149639" y="37944"/>
                </a:lnTo>
                <a:close/>
                <a:moveTo>
                  <a:pt x="236579" y="35415"/>
                </a:moveTo>
                <a:cubicBezTo>
                  <a:pt x="243926" y="35415"/>
                  <a:pt x="250763" y="37314"/>
                  <a:pt x="257087" y="41112"/>
                </a:cubicBezTo>
                <a:cubicBezTo>
                  <a:pt x="263411" y="44910"/>
                  <a:pt x="268214" y="50307"/>
                  <a:pt x="271496" y="57301"/>
                </a:cubicBezTo>
                <a:cubicBezTo>
                  <a:pt x="274779" y="64295"/>
                  <a:pt x="276420" y="71951"/>
                  <a:pt x="276420" y="80271"/>
                </a:cubicBezTo>
                <a:cubicBezTo>
                  <a:pt x="276420" y="92268"/>
                  <a:pt x="273379" y="102306"/>
                  <a:pt x="267295" y="110386"/>
                </a:cubicBezTo>
                <a:cubicBezTo>
                  <a:pt x="259947" y="120153"/>
                  <a:pt x="249799" y="125036"/>
                  <a:pt x="236850" y="125036"/>
                </a:cubicBezTo>
                <a:cubicBezTo>
                  <a:pt x="224141" y="125036"/>
                  <a:pt x="214354" y="120574"/>
                  <a:pt x="207488" y="111651"/>
                </a:cubicBezTo>
                <a:cubicBezTo>
                  <a:pt x="200622" y="102728"/>
                  <a:pt x="197189" y="92388"/>
                  <a:pt x="197189" y="80632"/>
                </a:cubicBezTo>
                <a:cubicBezTo>
                  <a:pt x="197189" y="68515"/>
                  <a:pt x="200697" y="57949"/>
                  <a:pt x="207714" y="48935"/>
                </a:cubicBezTo>
                <a:cubicBezTo>
                  <a:pt x="214730" y="39922"/>
                  <a:pt x="224352" y="35415"/>
                  <a:pt x="236579" y="35415"/>
                </a:cubicBezTo>
                <a:moveTo>
                  <a:pt x="236940" y="41739"/>
                </a:moveTo>
                <a:cubicBezTo>
                  <a:pt x="233868" y="41739"/>
                  <a:pt x="231233" y="42900"/>
                  <a:pt x="229035" y="45223"/>
                </a:cubicBezTo>
                <a:cubicBezTo>
                  <a:pt x="226836" y="47544"/>
                  <a:pt x="225391" y="52126"/>
                  <a:pt x="224698" y="58969"/>
                </a:cubicBezTo>
                <a:cubicBezTo>
                  <a:pt x="224006" y="65813"/>
                  <a:pt x="223659" y="75325"/>
                  <a:pt x="223659" y="87507"/>
                </a:cubicBezTo>
                <a:cubicBezTo>
                  <a:pt x="223659" y="93959"/>
                  <a:pt x="224081" y="99989"/>
                  <a:pt x="224924" y="105598"/>
                </a:cubicBezTo>
                <a:cubicBezTo>
                  <a:pt x="225587" y="109878"/>
                  <a:pt x="227002" y="113134"/>
                  <a:pt x="229170" y="115367"/>
                </a:cubicBezTo>
                <a:cubicBezTo>
                  <a:pt x="231339" y="117597"/>
                  <a:pt x="233808" y="118712"/>
                  <a:pt x="236579" y="118712"/>
                </a:cubicBezTo>
                <a:cubicBezTo>
                  <a:pt x="239289" y="118712"/>
                  <a:pt x="241547" y="117958"/>
                  <a:pt x="243354" y="116451"/>
                </a:cubicBezTo>
                <a:cubicBezTo>
                  <a:pt x="245703" y="114401"/>
                  <a:pt x="247269" y="111536"/>
                  <a:pt x="248052" y="107857"/>
                </a:cubicBezTo>
                <a:cubicBezTo>
                  <a:pt x="249257" y="102129"/>
                  <a:pt x="249859" y="90552"/>
                  <a:pt x="249859" y="73125"/>
                </a:cubicBezTo>
                <a:cubicBezTo>
                  <a:pt x="249859" y="62875"/>
                  <a:pt x="249287" y="55835"/>
                  <a:pt x="248143" y="52007"/>
                </a:cubicBezTo>
                <a:cubicBezTo>
                  <a:pt x="246998" y="48177"/>
                  <a:pt x="245312" y="45388"/>
                  <a:pt x="243083" y="43639"/>
                </a:cubicBezTo>
                <a:cubicBezTo>
                  <a:pt x="241517" y="42372"/>
                  <a:pt x="239470" y="41739"/>
                  <a:pt x="236940" y="41739"/>
                </a:cubicBezTo>
                <a:close/>
                <a:moveTo>
                  <a:pt x="344196" y="39029"/>
                </a:moveTo>
                <a:lnTo>
                  <a:pt x="372654" y="39029"/>
                </a:lnTo>
                <a:lnTo>
                  <a:pt x="372654" y="48966"/>
                </a:lnTo>
                <a:lnTo>
                  <a:pt x="356482" y="48966"/>
                </a:lnTo>
                <a:cubicBezTo>
                  <a:pt x="359434" y="51918"/>
                  <a:pt x="361481" y="54598"/>
                  <a:pt x="362626" y="57007"/>
                </a:cubicBezTo>
                <a:cubicBezTo>
                  <a:pt x="364071" y="60259"/>
                  <a:pt x="364794" y="63662"/>
                  <a:pt x="364794" y="67216"/>
                </a:cubicBezTo>
                <a:cubicBezTo>
                  <a:pt x="364794" y="73239"/>
                  <a:pt x="363123" y="78464"/>
                  <a:pt x="359780" y="82891"/>
                </a:cubicBezTo>
                <a:cubicBezTo>
                  <a:pt x="356437" y="87318"/>
                  <a:pt x="351890" y="90781"/>
                  <a:pt x="346138" y="93280"/>
                </a:cubicBezTo>
                <a:cubicBezTo>
                  <a:pt x="340386" y="95780"/>
                  <a:pt x="335282" y="97029"/>
                  <a:pt x="330825" y="97029"/>
                </a:cubicBezTo>
                <a:cubicBezTo>
                  <a:pt x="330463" y="97029"/>
                  <a:pt x="326850" y="96879"/>
                  <a:pt x="319983" y="96578"/>
                </a:cubicBezTo>
                <a:cubicBezTo>
                  <a:pt x="317273" y="96578"/>
                  <a:pt x="314999" y="97461"/>
                  <a:pt x="313162" y="99229"/>
                </a:cubicBezTo>
                <a:cubicBezTo>
                  <a:pt x="311325" y="100996"/>
                  <a:pt x="310407" y="103107"/>
                  <a:pt x="310407" y="105561"/>
                </a:cubicBezTo>
                <a:cubicBezTo>
                  <a:pt x="310407" y="107718"/>
                  <a:pt x="311235" y="109486"/>
                  <a:pt x="312891" y="110863"/>
                </a:cubicBezTo>
                <a:cubicBezTo>
                  <a:pt x="314548" y="112241"/>
                  <a:pt x="317243" y="112930"/>
                  <a:pt x="320977" y="112930"/>
                </a:cubicBezTo>
                <a:lnTo>
                  <a:pt x="336607" y="112749"/>
                </a:lnTo>
                <a:cubicBezTo>
                  <a:pt x="349255" y="112749"/>
                  <a:pt x="357958" y="114137"/>
                  <a:pt x="362716" y="116914"/>
                </a:cubicBezTo>
                <a:cubicBezTo>
                  <a:pt x="369522" y="120774"/>
                  <a:pt x="372925" y="126717"/>
                  <a:pt x="372925" y="134742"/>
                </a:cubicBezTo>
                <a:cubicBezTo>
                  <a:pt x="372925" y="139871"/>
                  <a:pt x="371359" y="144533"/>
                  <a:pt x="368227" y="148726"/>
                </a:cubicBezTo>
                <a:cubicBezTo>
                  <a:pt x="365095" y="152920"/>
                  <a:pt x="360969" y="156012"/>
                  <a:pt x="355850" y="158003"/>
                </a:cubicBezTo>
                <a:cubicBezTo>
                  <a:pt x="348080" y="160960"/>
                  <a:pt x="339136" y="162439"/>
                  <a:pt x="329018" y="162439"/>
                </a:cubicBezTo>
                <a:cubicBezTo>
                  <a:pt x="321429" y="162439"/>
                  <a:pt x="314503" y="161701"/>
                  <a:pt x="308239" y="160225"/>
                </a:cubicBezTo>
                <a:cubicBezTo>
                  <a:pt x="301975" y="158750"/>
                  <a:pt x="297488" y="156701"/>
                  <a:pt x="294777" y="154079"/>
                </a:cubicBezTo>
                <a:cubicBezTo>
                  <a:pt x="292067" y="151459"/>
                  <a:pt x="290712" y="148703"/>
                  <a:pt x="290712" y="145810"/>
                </a:cubicBezTo>
                <a:cubicBezTo>
                  <a:pt x="290712" y="143039"/>
                  <a:pt x="291751" y="140554"/>
                  <a:pt x="293829" y="138353"/>
                </a:cubicBezTo>
                <a:cubicBezTo>
                  <a:pt x="295907" y="136155"/>
                  <a:pt x="299776" y="134303"/>
                  <a:pt x="305438" y="132797"/>
                </a:cubicBezTo>
                <a:cubicBezTo>
                  <a:pt x="297608" y="128943"/>
                  <a:pt x="293693" y="123583"/>
                  <a:pt x="293693" y="116719"/>
                </a:cubicBezTo>
                <a:cubicBezTo>
                  <a:pt x="293693" y="112563"/>
                  <a:pt x="295289" y="108529"/>
                  <a:pt x="298482" y="104616"/>
                </a:cubicBezTo>
                <a:cubicBezTo>
                  <a:pt x="301674" y="100701"/>
                  <a:pt x="306733" y="97298"/>
                  <a:pt x="313659" y="94407"/>
                </a:cubicBezTo>
                <a:cubicBezTo>
                  <a:pt x="305589" y="91452"/>
                  <a:pt x="299746" y="87561"/>
                  <a:pt x="296133" y="82735"/>
                </a:cubicBezTo>
                <a:cubicBezTo>
                  <a:pt x="292519" y="77909"/>
                  <a:pt x="290712" y="72330"/>
                  <a:pt x="290712" y="65996"/>
                </a:cubicBezTo>
                <a:cubicBezTo>
                  <a:pt x="290712" y="57734"/>
                  <a:pt x="294085" y="50571"/>
                  <a:pt x="300830" y="44509"/>
                </a:cubicBezTo>
                <a:cubicBezTo>
                  <a:pt x="307576" y="38446"/>
                  <a:pt x="316249" y="35415"/>
                  <a:pt x="326850" y="35415"/>
                </a:cubicBezTo>
                <a:cubicBezTo>
                  <a:pt x="332451" y="35415"/>
                  <a:pt x="338233" y="36619"/>
                  <a:pt x="344196" y="39029"/>
                </a:cubicBezTo>
                <a:moveTo>
                  <a:pt x="328566" y="41197"/>
                </a:moveTo>
                <a:cubicBezTo>
                  <a:pt x="325073" y="41197"/>
                  <a:pt x="322122" y="42956"/>
                  <a:pt x="319712" y="46474"/>
                </a:cubicBezTo>
                <a:cubicBezTo>
                  <a:pt x="317303" y="49989"/>
                  <a:pt x="316099" y="57279"/>
                  <a:pt x="316099" y="68342"/>
                </a:cubicBezTo>
                <a:cubicBezTo>
                  <a:pt x="316099" y="77300"/>
                  <a:pt x="317288" y="83447"/>
                  <a:pt x="319667" y="86784"/>
                </a:cubicBezTo>
                <a:cubicBezTo>
                  <a:pt x="322046" y="90121"/>
                  <a:pt x="324862" y="91790"/>
                  <a:pt x="328114" y="91790"/>
                </a:cubicBezTo>
                <a:cubicBezTo>
                  <a:pt x="331728" y="91790"/>
                  <a:pt x="334740" y="90136"/>
                  <a:pt x="337149" y="86829"/>
                </a:cubicBezTo>
                <a:cubicBezTo>
                  <a:pt x="339558" y="83522"/>
                  <a:pt x="340763" y="77089"/>
                  <a:pt x="340763" y="67529"/>
                </a:cubicBezTo>
                <a:cubicBezTo>
                  <a:pt x="340763" y="56769"/>
                  <a:pt x="339407" y="49434"/>
                  <a:pt x="336697" y="45525"/>
                </a:cubicBezTo>
                <a:cubicBezTo>
                  <a:pt x="334770" y="42640"/>
                  <a:pt x="332059" y="41197"/>
                  <a:pt x="328566" y="41197"/>
                </a:cubicBezTo>
                <a:moveTo>
                  <a:pt x="323236" y="134974"/>
                </a:moveTo>
                <a:cubicBezTo>
                  <a:pt x="317092" y="134974"/>
                  <a:pt x="313027" y="135484"/>
                  <a:pt x="311039" y="136504"/>
                </a:cubicBezTo>
                <a:cubicBezTo>
                  <a:pt x="307606" y="138362"/>
                  <a:pt x="305890" y="140880"/>
                  <a:pt x="305890" y="144059"/>
                </a:cubicBezTo>
                <a:cubicBezTo>
                  <a:pt x="305890" y="147118"/>
                  <a:pt x="307667" y="149891"/>
                  <a:pt x="311220" y="152379"/>
                </a:cubicBezTo>
                <a:cubicBezTo>
                  <a:pt x="314774" y="154869"/>
                  <a:pt x="321459" y="156114"/>
                  <a:pt x="331276" y="156114"/>
                </a:cubicBezTo>
                <a:cubicBezTo>
                  <a:pt x="339648" y="156114"/>
                  <a:pt x="346228" y="155005"/>
                  <a:pt x="351017" y="152786"/>
                </a:cubicBezTo>
                <a:cubicBezTo>
                  <a:pt x="355805" y="150567"/>
                  <a:pt x="358199" y="147448"/>
                  <a:pt x="358199" y="143430"/>
                </a:cubicBezTo>
                <a:cubicBezTo>
                  <a:pt x="358199" y="141931"/>
                  <a:pt x="357747" y="140672"/>
                  <a:pt x="356844" y="139652"/>
                </a:cubicBezTo>
                <a:cubicBezTo>
                  <a:pt x="355218" y="137853"/>
                  <a:pt x="352763" y="136623"/>
                  <a:pt x="349481" y="135962"/>
                </a:cubicBezTo>
                <a:cubicBezTo>
                  <a:pt x="346198" y="135303"/>
                  <a:pt x="337450" y="134974"/>
                  <a:pt x="323236" y="134974"/>
                </a:cubicBezTo>
                <a:close/>
                <a:moveTo>
                  <a:pt x="416260" y="37944"/>
                </a:moveTo>
                <a:lnTo>
                  <a:pt x="416260" y="57097"/>
                </a:lnTo>
                <a:cubicBezTo>
                  <a:pt x="421861" y="48364"/>
                  <a:pt x="426770" y="42567"/>
                  <a:pt x="430986" y="39706"/>
                </a:cubicBezTo>
                <a:cubicBezTo>
                  <a:pt x="435202" y="36845"/>
                  <a:pt x="439267" y="35415"/>
                  <a:pt x="443182" y="35415"/>
                </a:cubicBezTo>
                <a:cubicBezTo>
                  <a:pt x="446555" y="35415"/>
                  <a:pt x="449250" y="36458"/>
                  <a:pt x="451268" y="38543"/>
                </a:cubicBezTo>
                <a:cubicBezTo>
                  <a:pt x="453286" y="40628"/>
                  <a:pt x="454295" y="43575"/>
                  <a:pt x="454295" y="47383"/>
                </a:cubicBezTo>
                <a:cubicBezTo>
                  <a:pt x="454295" y="51433"/>
                  <a:pt x="453316" y="54577"/>
                  <a:pt x="451358" y="56815"/>
                </a:cubicBezTo>
                <a:cubicBezTo>
                  <a:pt x="449401" y="59051"/>
                  <a:pt x="447037" y="60169"/>
                  <a:pt x="444266" y="60169"/>
                </a:cubicBezTo>
                <a:cubicBezTo>
                  <a:pt x="441074" y="60169"/>
                  <a:pt x="438304" y="59145"/>
                  <a:pt x="435955" y="57097"/>
                </a:cubicBezTo>
                <a:cubicBezTo>
                  <a:pt x="433606" y="55050"/>
                  <a:pt x="432221" y="53905"/>
                  <a:pt x="431799" y="53664"/>
                </a:cubicBezTo>
                <a:cubicBezTo>
                  <a:pt x="431197" y="53303"/>
                  <a:pt x="430504" y="53122"/>
                  <a:pt x="429721" y="53122"/>
                </a:cubicBezTo>
                <a:cubicBezTo>
                  <a:pt x="427974" y="53122"/>
                  <a:pt x="426318" y="53785"/>
                  <a:pt x="424752" y="55110"/>
                </a:cubicBezTo>
                <a:cubicBezTo>
                  <a:pt x="422283" y="57158"/>
                  <a:pt x="420416" y="60079"/>
                  <a:pt x="419151" y="63873"/>
                </a:cubicBezTo>
                <a:cubicBezTo>
                  <a:pt x="417223" y="69715"/>
                  <a:pt x="416260" y="76160"/>
                  <a:pt x="416260" y="83207"/>
                </a:cubicBezTo>
                <a:lnTo>
                  <a:pt x="416260" y="102631"/>
                </a:lnTo>
                <a:lnTo>
                  <a:pt x="416350" y="107690"/>
                </a:lnTo>
                <a:cubicBezTo>
                  <a:pt x="416350" y="111123"/>
                  <a:pt x="416561" y="113322"/>
                  <a:pt x="416983" y="114285"/>
                </a:cubicBezTo>
                <a:cubicBezTo>
                  <a:pt x="417705" y="115911"/>
                  <a:pt x="418774" y="117101"/>
                  <a:pt x="420190" y="117854"/>
                </a:cubicBezTo>
                <a:cubicBezTo>
                  <a:pt x="421605" y="118607"/>
                  <a:pt x="423999" y="119073"/>
                  <a:pt x="427372" y="119254"/>
                </a:cubicBezTo>
                <a:lnTo>
                  <a:pt x="427372" y="122507"/>
                </a:lnTo>
                <a:lnTo>
                  <a:pt x="381748" y="122507"/>
                </a:lnTo>
                <a:lnTo>
                  <a:pt x="381748" y="119254"/>
                </a:lnTo>
                <a:cubicBezTo>
                  <a:pt x="385422" y="118953"/>
                  <a:pt x="387907" y="117944"/>
                  <a:pt x="389202" y="116228"/>
                </a:cubicBezTo>
                <a:cubicBezTo>
                  <a:pt x="390497" y="114511"/>
                  <a:pt x="391144" y="109979"/>
                  <a:pt x="391144" y="102631"/>
                </a:cubicBezTo>
                <a:lnTo>
                  <a:pt x="391144" y="55833"/>
                </a:lnTo>
                <a:cubicBezTo>
                  <a:pt x="391144" y="50984"/>
                  <a:pt x="390903" y="47894"/>
                  <a:pt x="390421" y="46561"/>
                </a:cubicBezTo>
                <a:cubicBezTo>
                  <a:pt x="389819" y="44863"/>
                  <a:pt x="388946" y="43621"/>
                  <a:pt x="387801" y="42834"/>
                </a:cubicBezTo>
                <a:cubicBezTo>
                  <a:pt x="386657" y="42046"/>
                  <a:pt x="384639" y="41500"/>
                  <a:pt x="381748" y="41197"/>
                </a:cubicBezTo>
                <a:lnTo>
                  <a:pt x="381748" y="37944"/>
                </a:lnTo>
                <a:lnTo>
                  <a:pt x="416260" y="37944"/>
                </a:lnTo>
                <a:close/>
                <a:moveTo>
                  <a:pt x="509235" y="110039"/>
                </a:moveTo>
                <a:cubicBezTo>
                  <a:pt x="498935" y="119194"/>
                  <a:pt x="489690" y="123771"/>
                  <a:pt x="481499" y="123771"/>
                </a:cubicBezTo>
                <a:cubicBezTo>
                  <a:pt x="476681" y="123771"/>
                  <a:pt x="472675" y="122186"/>
                  <a:pt x="469483" y="119014"/>
                </a:cubicBezTo>
                <a:cubicBezTo>
                  <a:pt x="466291" y="115841"/>
                  <a:pt x="464695" y="111868"/>
                  <a:pt x="464695" y="107094"/>
                </a:cubicBezTo>
                <a:cubicBezTo>
                  <a:pt x="464695" y="100627"/>
                  <a:pt x="467466" y="94810"/>
                  <a:pt x="473007" y="89644"/>
                </a:cubicBezTo>
                <a:cubicBezTo>
                  <a:pt x="478548" y="84477"/>
                  <a:pt x="490624" y="77604"/>
                  <a:pt x="509235" y="69023"/>
                </a:cubicBezTo>
                <a:lnTo>
                  <a:pt x="509235" y="60531"/>
                </a:lnTo>
                <a:cubicBezTo>
                  <a:pt x="509235" y="54146"/>
                  <a:pt x="508888" y="50126"/>
                  <a:pt x="508196" y="48470"/>
                </a:cubicBezTo>
                <a:cubicBezTo>
                  <a:pt x="507503" y="46813"/>
                  <a:pt x="506193" y="45368"/>
                  <a:pt x="504266" y="44133"/>
                </a:cubicBezTo>
                <a:cubicBezTo>
                  <a:pt x="502338" y="42898"/>
                  <a:pt x="500170" y="42281"/>
                  <a:pt x="497761" y="42281"/>
                </a:cubicBezTo>
                <a:cubicBezTo>
                  <a:pt x="493846" y="42281"/>
                  <a:pt x="490624" y="43154"/>
                  <a:pt x="488094" y="44901"/>
                </a:cubicBezTo>
                <a:cubicBezTo>
                  <a:pt x="486528" y="45985"/>
                  <a:pt x="485745" y="47250"/>
                  <a:pt x="485745" y="48695"/>
                </a:cubicBezTo>
                <a:cubicBezTo>
                  <a:pt x="485745" y="49960"/>
                  <a:pt x="486588" y="51526"/>
                  <a:pt x="488275" y="53393"/>
                </a:cubicBezTo>
                <a:cubicBezTo>
                  <a:pt x="490563" y="55983"/>
                  <a:pt x="491708" y="58483"/>
                  <a:pt x="491708" y="60892"/>
                </a:cubicBezTo>
                <a:cubicBezTo>
                  <a:pt x="491708" y="63843"/>
                  <a:pt x="490609" y="66358"/>
                  <a:pt x="488410" y="68436"/>
                </a:cubicBezTo>
                <a:cubicBezTo>
                  <a:pt x="486212" y="70514"/>
                  <a:pt x="483336" y="71552"/>
                  <a:pt x="479782" y="71552"/>
                </a:cubicBezTo>
                <a:cubicBezTo>
                  <a:pt x="475988" y="71552"/>
                  <a:pt x="472811" y="70408"/>
                  <a:pt x="470251" y="68119"/>
                </a:cubicBezTo>
                <a:cubicBezTo>
                  <a:pt x="467691" y="65831"/>
                  <a:pt x="466412" y="63150"/>
                  <a:pt x="466412" y="60079"/>
                </a:cubicBezTo>
                <a:cubicBezTo>
                  <a:pt x="466412" y="55742"/>
                  <a:pt x="468128" y="51602"/>
                  <a:pt x="471561" y="47656"/>
                </a:cubicBezTo>
                <a:cubicBezTo>
                  <a:pt x="474994" y="43711"/>
                  <a:pt x="479782" y="40685"/>
                  <a:pt x="485926" y="38577"/>
                </a:cubicBezTo>
                <a:cubicBezTo>
                  <a:pt x="492069" y="36469"/>
                  <a:pt x="498454" y="35415"/>
                  <a:pt x="505079" y="35415"/>
                </a:cubicBezTo>
                <a:cubicBezTo>
                  <a:pt x="513089" y="35415"/>
                  <a:pt x="519428" y="37121"/>
                  <a:pt x="524096" y="40533"/>
                </a:cubicBezTo>
                <a:cubicBezTo>
                  <a:pt x="528764" y="43944"/>
                  <a:pt x="531790" y="47641"/>
                  <a:pt x="533176" y="51626"/>
                </a:cubicBezTo>
                <a:cubicBezTo>
                  <a:pt x="534019" y="54161"/>
                  <a:pt x="534441" y="59987"/>
                  <a:pt x="534441" y="69102"/>
                </a:cubicBezTo>
                <a:lnTo>
                  <a:pt x="534441" y="101973"/>
                </a:lnTo>
                <a:cubicBezTo>
                  <a:pt x="534441" y="105837"/>
                  <a:pt x="534591" y="108268"/>
                  <a:pt x="534892" y="109265"/>
                </a:cubicBezTo>
                <a:cubicBezTo>
                  <a:pt x="535193" y="110261"/>
                  <a:pt x="535645" y="111001"/>
                  <a:pt x="536247" y="111485"/>
                </a:cubicBezTo>
                <a:cubicBezTo>
                  <a:pt x="536850" y="111966"/>
                  <a:pt x="537542" y="112207"/>
                  <a:pt x="538325" y="112207"/>
                </a:cubicBezTo>
                <a:cubicBezTo>
                  <a:pt x="539891" y="112207"/>
                  <a:pt x="541487" y="111093"/>
                  <a:pt x="543114" y="108865"/>
                </a:cubicBezTo>
                <a:lnTo>
                  <a:pt x="545824" y="111033"/>
                </a:lnTo>
                <a:cubicBezTo>
                  <a:pt x="542812" y="115490"/>
                  <a:pt x="539696" y="118727"/>
                  <a:pt x="536473" y="120745"/>
                </a:cubicBezTo>
                <a:cubicBezTo>
                  <a:pt x="533251" y="122762"/>
                  <a:pt x="529592" y="123771"/>
                  <a:pt x="525497" y="123771"/>
                </a:cubicBezTo>
                <a:cubicBezTo>
                  <a:pt x="520678" y="123771"/>
                  <a:pt x="516914" y="122634"/>
                  <a:pt x="514204" y="120361"/>
                </a:cubicBezTo>
                <a:cubicBezTo>
                  <a:pt x="511493" y="118087"/>
                  <a:pt x="509837" y="114647"/>
                  <a:pt x="509235" y="110039"/>
                </a:cubicBezTo>
                <a:moveTo>
                  <a:pt x="509235" y="103354"/>
                </a:moveTo>
                <a:lnTo>
                  <a:pt x="509235" y="75093"/>
                </a:lnTo>
                <a:cubicBezTo>
                  <a:pt x="501947" y="79390"/>
                  <a:pt x="496526" y="83990"/>
                  <a:pt x="492973" y="88893"/>
                </a:cubicBezTo>
                <a:cubicBezTo>
                  <a:pt x="490624" y="92160"/>
                  <a:pt x="489449" y="95459"/>
                  <a:pt x="489449" y="98788"/>
                </a:cubicBezTo>
                <a:cubicBezTo>
                  <a:pt x="489449" y="101572"/>
                  <a:pt x="490443" y="104024"/>
                  <a:pt x="492431" y="106143"/>
                </a:cubicBezTo>
                <a:cubicBezTo>
                  <a:pt x="493936" y="107777"/>
                  <a:pt x="496044" y="108594"/>
                  <a:pt x="498755" y="108594"/>
                </a:cubicBezTo>
                <a:cubicBezTo>
                  <a:pt x="501766" y="108594"/>
                  <a:pt x="505259" y="106847"/>
                  <a:pt x="509235" y="103354"/>
                </a:cubicBezTo>
                <a:close/>
                <a:moveTo>
                  <a:pt x="591293" y="37944"/>
                </a:moveTo>
                <a:lnTo>
                  <a:pt x="591293" y="49147"/>
                </a:lnTo>
                <a:cubicBezTo>
                  <a:pt x="595931" y="44054"/>
                  <a:pt x="600222" y="40492"/>
                  <a:pt x="604167" y="38461"/>
                </a:cubicBezTo>
                <a:cubicBezTo>
                  <a:pt x="608112" y="36430"/>
                  <a:pt x="612434" y="35415"/>
                  <a:pt x="617131" y="35415"/>
                </a:cubicBezTo>
                <a:cubicBezTo>
                  <a:pt x="622552" y="35415"/>
                  <a:pt x="627099" y="36687"/>
                  <a:pt x="630773" y="39232"/>
                </a:cubicBezTo>
                <a:cubicBezTo>
                  <a:pt x="634447" y="41777"/>
                  <a:pt x="637278" y="45654"/>
                  <a:pt x="639266" y="50864"/>
                </a:cubicBezTo>
                <a:cubicBezTo>
                  <a:pt x="644084" y="45411"/>
                  <a:pt x="648707" y="41474"/>
                  <a:pt x="653134" y="39051"/>
                </a:cubicBezTo>
                <a:cubicBezTo>
                  <a:pt x="657560" y="36627"/>
                  <a:pt x="662183" y="35415"/>
                  <a:pt x="667001" y="35415"/>
                </a:cubicBezTo>
                <a:cubicBezTo>
                  <a:pt x="672844" y="35415"/>
                  <a:pt x="677496" y="36757"/>
                  <a:pt x="680959" y="39441"/>
                </a:cubicBezTo>
                <a:cubicBezTo>
                  <a:pt x="684423" y="42125"/>
                  <a:pt x="686832" y="45532"/>
                  <a:pt x="688187" y="49664"/>
                </a:cubicBezTo>
                <a:cubicBezTo>
                  <a:pt x="689542" y="53795"/>
                  <a:pt x="690220" y="60384"/>
                  <a:pt x="690220" y="69429"/>
                </a:cubicBezTo>
                <a:lnTo>
                  <a:pt x="690220" y="104076"/>
                </a:lnTo>
                <a:cubicBezTo>
                  <a:pt x="690220" y="110581"/>
                  <a:pt x="690807" y="114616"/>
                  <a:pt x="691981" y="116182"/>
                </a:cubicBezTo>
                <a:cubicBezTo>
                  <a:pt x="693156" y="117748"/>
                  <a:pt x="695610" y="118772"/>
                  <a:pt x="699344" y="119254"/>
                </a:cubicBezTo>
                <a:lnTo>
                  <a:pt x="699344" y="122507"/>
                </a:lnTo>
                <a:lnTo>
                  <a:pt x="655708" y="122507"/>
                </a:lnTo>
                <a:lnTo>
                  <a:pt x="655708" y="119254"/>
                </a:lnTo>
                <a:cubicBezTo>
                  <a:pt x="659141" y="118953"/>
                  <a:pt x="661671" y="117628"/>
                  <a:pt x="663297" y="115279"/>
                </a:cubicBezTo>
                <a:cubicBezTo>
                  <a:pt x="664381" y="113653"/>
                  <a:pt x="664923" y="109919"/>
                  <a:pt x="664923" y="104076"/>
                </a:cubicBezTo>
                <a:lnTo>
                  <a:pt x="664923" y="67758"/>
                </a:lnTo>
                <a:cubicBezTo>
                  <a:pt x="664923" y="60229"/>
                  <a:pt x="664622" y="55441"/>
                  <a:pt x="664020" y="53393"/>
                </a:cubicBezTo>
                <a:cubicBezTo>
                  <a:pt x="663418" y="51346"/>
                  <a:pt x="662469" y="49825"/>
                  <a:pt x="661174" y="48831"/>
                </a:cubicBezTo>
                <a:cubicBezTo>
                  <a:pt x="659879" y="47837"/>
                  <a:pt x="658358" y="47340"/>
                  <a:pt x="656612" y="47340"/>
                </a:cubicBezTo>
                <a:cubicBezTo>
                  <a:pt x="654022" y="47340"/>
                  <a:pt x="651402" y="48289"/>
                  <a:pt x="648752" y="50186"/>
                </a:cubicBezTo>
                <a:cubicBezTo>
                  <a:pt x="646102" y="52083"/>
                  <a:pt x="643422" y="54929"/>
                  <a:pt x="640711" y="58724"/>
                </a:cubicBezTo>
                <a:lnTo>
                  <a:pt x="640711" y="104076"/>
                </a:lnTo>
                <a:cubicBezTo>
                  <a:pt x="640711" y="110159"/>
                  <a:pt x="641223" y="113984"/>
                  <a:pt x="642247" y="115550"/>
                </a:cubicBezTo>
                <a:cubicBezTo>
                  <a:pt x="643632" y="117779"/>
                  <a:pt x="646282" y="119013"/>
                  <a:pt x="650197" y="119254"/>
                </a:cubicBezTo>
                <a:lnTo>
                  <a:pt x="650197" y="122507"/>
                </a:lnTo>
                <a:lnTo>
                  <a:pt x="606471" y="122507"/>
                </a:lnTo>
                <a:lnTo>
                  <a:pt x="606471" y="119254"/>
                </a:lnTo>
                <a:cubicBezTo>
                  <a:pt x="608820" y="119134"/>
                  <a:pt x="610672" y="118546"/>
                  <a:pt x="612027" y="117492"/>
                </a:cubicBezTo>
                <a:cubicBezTo>
                  <a:pt x="613382" y="116438"/>
                  <a:pt x="614286" y="115174"/>
                  <a:pt x="614737" y="113698"/>
                </a:cubicBezTo>
                <a:cubicBezTo>
                  <a:pt x="615189" y="112222"/>
                  <a:pt x="615415" y="109015"/>
                  <a:pt x="615415" y="104076"/>
                </a:cubicBezTo>
                <a:lnTo>
                  <a:pt x="615415" y="67702"/>
                </a:lnTo>
                <a:cubicBezTo>
                  <a:pt x="615415" y="60039"/>
                  <a:pt x="615114" y="55243"/>
                  <a:pt x="614511" y="53314"/>
                </a:cubicBezTo>
                <a:cubicBezTo>
                  <a:pt x="613909" y="51383"/>
                  <a:pt x="612900" y="49875"/>
                  <a:pt x="611485" y="48789"/>
                </a:cubicBezTo>
                <a:cubicBezTo>
                  <a:pt x="610070" y="47703"/>
                  <a:pt x="608549" y="47160"/>
                  <a:pt x="606923" y="47160"/>
                </a:cubicBezTo>
                <a:cubicBezTo>
                  <a:pt x="604513" y="47160"/>
                  <a:pt x="602315" y="47797"/>
                  <a:pt x="600327" y="49071"/>
                </a:cubicBezTo>
                <a:cubicBezTo>
                  <a:pt x="597497" y="50953"/>
                  <a:pt x="594485" y="54171"/>
                  <a:pt x="591293" y="58724"/>
                </a:cubicBezTo>
                <a:lnTo>
                  <a:pt x="591293" y="104076"/>
                </a:lnTo>
                <a:cubicBezTo>
                  <a:pt x="591293" y="110039"/>
                  <a:pt x="591880" y="113969"/>
                  <a:pt x="593055" y="115866"/>
                </a:cubicBezTo>
                <a:cubicBezTo>
                  <a:pt x="594229" y="117763"/>
                  <a:pt x="596684" y="118893"/>
                  <a:pt x="600418" y="119254"/>
                </a:cubicBezTo>
                <a:lnTo>
                  <a:pt x="600418" y="122507"/>
                </a:lnTo>
                <a:lnTo>
                  <a:pt x="556872" y="122507"/>
                </a:lnTo>
                <a:lnTo>
                  <a:pt x="556872" y="119254"/>
                </a:lnTo>
                <a:cubicBezTo>
                  <a:pt x="560425" y="118893"/>
                  <a:pt x="562955" y="117748"/>
                  <a:pt x="564461" y="115821"/>
                </a:cubicBezTo>
                <a:cubicBezTo>
                  <a:pt x="565485" y="114496"/>
                  <a:pt x="565997" y="110581"/>
                  <a:pt x="565997" y="104076"/>
                </a:cubicBezTo>
                <a:lnTo>
                  <a:pt x="565997" y="56375"/>
                </a:lnTo>
                <a:cubicBezTo>
                  <a:pt x="565997" y="49913"/>
                  <a:pt x="565409" y="45890"/>
                  <a:pt x="564235" y="44305"/>
                </a:cubicBezTo>
                <a:cubicBezTo>
                  <a:pt x="563061" y="42720"/>
                  <a:pt x="560606" y="41684"/>
                  <a:pt x="556872" y="41197"/>
                </a:cubicBezTo>
                <a:lnTo>
                  <a:pt x="556872" y="37944"/>
                </a:lnTo>
                <a:lnTo>
                  <a:pt x="591293" y="37944"/>
                </a:lnTo>
                <a:close/>
                <a:moveTo>
                  <a:pt x="753982" y="0"/>
                </a:moveTo>
                <a:lnTo>
                  <a:pt x="817223" y="0"/>
                </a:lnTo>
                <a:lnTo>
                  <a:pt x="817223" y="3252"/>
                </a:lnTo>
                <a:lnTo>
                  <a:pt x="814061" y="3252"/>
                </a:lnTo>
                <a:cubicBezTo>
                  <a:pt x="809303" y="3252"/>
                  <a:pt x="806035" y="3752"/>
                  <a:pt x="804258" y="4752"/>
                </a:cubicBezTo>
                <a:cubicBezTo>
                  <a:pt x="802482" y="5749"/>
                  <a:pt x="801217" y="7126"/>
                  <a:pt x="800464" y="8882"/>
                </a:cubicBezTo>
                <a:cubicBezTo>
                  <a:pt x="799711" y="10636"/>
                  <a:pt x="799335" y="15023"/>
                  <a:pt x="799335" y="22044"/>
                </a:cubicBezTo>
                <a:lnTo>
                  <a:pt x="799335" y="81917"/>
                </a:lnTo>
                <a:cubicBezTo>
                  <a:pt x="799335" y="92858"/>
                  <a:pt x="800163" y="100102"/>
                  <a:pt x="801819" y="103650"/>
                </a:cubicBezTo>
                <a:cubicBezTo>
                  <a:pt x="803475" y="107196"/>
                  <a:pt x="806201" y="110142"/>
                  <a:pt x="809995" y="112487"/>
                </a:cubicBezTo>
                <a:cubicBezTo>
                  <a:pt x="813790" y="114830"/>
                  <a:pt x="818578" y="116002"/>
                  <a:pt x="824360" y="116002"/>
                </a:cubicBezTo>
                <a:cubicBezTo>
                  <a:pt x="830985" y="116002"/>
                  <a:pt x="836632" y="114514"/>
                  <a:pt x="841299" y="111538"/>
                </a:cubicBezTo>
                <a:cubicBezTo>
                  <a:pt x="845967" y="108562"/>
                  <a:pt x="849460" y="104460"/>
                  <a:pt x="851779" y="99232"/>
                </a:cubicBezTo>
                <a:cubicBezTo>
                  <a:pt x="854098" y="94001"/>
                  <a:pt x="855258" y="84893"/>
                  <a:pt x="855258" y="71908"/>
                </a:cubicBezTo>
                <a:lnTo>
                  <a:pt x="855258" y="22044"/>
                </a:lnTo>
                <a:cubicBezTo>
                  <a:pt x="855258" y="16537"/>
                  <a:pt x="854685" y="12603"/>
                  <a:pt x="853541" y="10243"/>
                </a:cubicBezTo>
                <a:cubicBezTo>
                  <a:pt x="852397" y="7883"/>
                  <a:pt x="850951" y="6249"/>
                  <a:pt x="849204" y="5342"/>
                </a:cubicBezTo>
                <a:cubicBezTo>
                  <a:pt x="846494" y="3949"/>
                  <a:pt x="842670" y="3252"/>
                  <a:pt x="837731" y="3252"/>
                </a:cubicBezTo>
                <a:lnTo>
                  <a:pt x="837731" y="0"/>
                </a:lnTo>
                <a:lnTo>
                  <a:pt x="880102" y="0"/>
                </a:lnTo>
                <a:lnTo>
                  <a:pt x="880102" y="3252"/>
                </a:lnTo>
                <a:lnTo>
                  <a:pt x="877572" y="3252"/>
                </a:lnTo>
                <a:cubicBezTo>
                  <a:pt x="874139" y="3252"/>
                  <a:pt x="871279" y="3949"/>
                  <a:pt x="868990" y="5342"/>
                </a:cubicBezTo>
                <a:cubicBezTo>
                  <a:pt x="866701" y="6733"/>
                  <a:pt x="865045" y="8820"/>
                  <a:pt x="864021" y="11604"/>
                </a:cubicBezTo>
                <a:cubicBezTo>
                  <a:pt x="863238" y="13540"/>
                  <a:pt x="862846" y="17020"/>
                  <a:pt x="862846" y="22044"/>
                </a:cubicBezTo>
                <a:lnTo>
                  <a:pt x="862846" y="68489"/>
                </a:lnTo>
                <a:cubicBezTo>
                  <a:pt x="862846" y="82860"/>
                  <a:pt x="861898" y="93231"/>
                  <a:pt x="860001" y="99604"/>
                </a:cubicBezTo>
                <a:cubicBezTo>
                  <a:pt x="858103" y="105977"/>
                  <a:pt x="853481" y="111839"/>
                  <a:pt x="846133" y="117190"/>
                </a:cubicBezTo>
                <a:cubicBezTo>
                  <a:pt x="838785" y="122541"/>
                  <a:pt x="828757" y="125217"/>
                  <a:pt x="816048" y="125217"/>
                </a:cubicBezTo>
                <a:cubicBezTo>
                  <a:pt x="805448" y="125217"/>
                  <a:pt x="797257" y="123804"/>
                  <a:pt x="791475" y="120979"/>
                </a:cubicBezTo>
                <a:cubicBezTo>
                  <a:pt x="783585" y="117130"/>
                  <a:pt x="778013" y="112200"/>
                  <a:pt x="774761" y="106188"/>
                </a:cubicBezTo>
                <a:cubicBezTo>
                  <a:pt x="771509" y="100175"/>
                  <a:pt x="769882" y="92088"/>
                  <a:pt x="769882" y="81928"/>
                </a:cubicBezTo>
                <a:lnTo>
                  <a:pt x="769882" y="22044"/>
                </a:lnTo>
                <a:cubicBezTo>
                  <a:pt x="769882" y="14963"/>
                  <a:pt x="769491" y="10561"/>
                  <a:pt x="768708" y="8837"/>
                </a:cubicBezTo>
                <a:cubicBezTo>
                  <a:pt x="767925" y="7111"/>
                  <a:pt x="766570" y="5734"/>
                  <a:pt x="764642" y="4706"/>
                </a:cubicBezTo>
                <a:cubicBezTo>
                  <a:pt x="762715" y="3677"/>
                  <a:pt x="759162" y="3192"/>
                  <a:pt x="753982" y="3252"/>
                </a:cubicBezTo>
                <a:lnTo>
                  <a:pt x="753982" y="0"/>
                </a:lnTo>
                <a:close/>
                <a:moveTo>
                  <a:pt x="923978" y="37944"/>
                </a:moveTo>
                <a:lnTo>
                  <a:pt x="923978" y="48966"/>
                </a:lnTo>
                <a:cubicBezTo>
                  <a:pt x="928315" y="44237"/>
                  <a:pt x="932471" y="40796"/>
                  <a:pt x="936446" y="38645"/>
                </a:cubicBezTo>
                <a:cubicBezTo>
                  <a:pt x="940421" y="36491"/>
                  <a:pt x="944697" y="35415"/>
                  <a:pt x="949275" y="35415"/>
                </a:cubicBezTo>
                <a:cubicBezTo>
                  <a:pt x="954756" y="35415"/>
                  <a:pt x="959303" y="36938"/>
                  <a:pt x="962917" y="39983"/>
                </a:cubicBezTo>
                <a:cubicBezTo>
                  <a:pt x="966530" y="43028"/>
                  <a:pt x="968940" y="46812"/>
                  <a:pt x="970144" y="51335"/>
                </a:cubicBezTo>
                <a:cubicBezTo>
                  <a:pt x="971108" y="54774"/>
                  <a:pt x="971590" y="61378"/>
                  <a:pt x="971590" y="71149"/>
                </a:cubicBezTo>
                <a:lnTo>
                  <a:pt x="971590" y="104076"/>
                </a:lnTo>
                <a:cubicBezTo>
                  <a:pt x="971590" y="110581"/>
                  <a:pt x="972177" y="114632"/>
                  <a:pt x="973351" y="116228"/>
                </a:cubicBezTo>
                <a:cubicBezTo>
                  <a:pt x="974526" y="117824"/>
                  <a:pt x="976980" y="118833"/>
                  <a:pt x="980714" y="119254"/>
                </a:cubicBezTo>
                <a:lnTo>
                  <a:pt x="980714" y="122507"/>
                </a:lnTo>
                <a:lnTo>
                  <a:pt x="937982" y="122507"/>
                </a:lnTo>
                <a:lnTo>
                  <a:pt x="937982" y="119254"/>
                </a:lnTo>
                <a:cubicBezTo>
                  <a:pt x="941174" y="118833"/>
                  <a:pt x="943463" y="117507"/>
                  <a:pt x="944848" y="115279"/>
                </a:cubicBezTo>
                <a:cubicBezTo>
                  <a:pt x="945811" y="113773"/>
                  <a:pt x="946293" y="110039"/>
                  <a:pt x="946293" y="104076"/>
                </a:cubicBezTo>
                <a:lnTo>
                  <a:pt x="946293" y="66493"/>
                </a:lnTo>
                <a:cubicBezTo>
                  <a:pt x="946293" y="59567"/>
                  <a:pt x="946022" y="55200"/>
                  <a:pt x="945480" y="53393"/>
                </a:cubicBezTo>
                <a:cubicBezTo>
                  <a:pt x="944938" y="51586"/>
                  <a:pt x="944020" y="50186"/>
                  <a:pt x="942725" y="49192"/>
                </a:cubicBezTo>
                <a:cubicBezTo>
                  <a:pt x="941430" y="48199"/>
                  <a:pt x="939999" y="47702"/>
                  <a:pt x="938433" y="47702"/>
                </a:cubicBezTo>
                <a:cubicBezTo>
                  <a:pt x="933254" y="47702"/>
                  <a:pt x="928435" y="51436"/>
                  <a:pt x="923978" y="58904"/>
                </a:cubicBezTo>
                <a:lnTo>
                  <a:pt x="923978" y="104076"/>
                </a:lnTo>
                <a:cubicBezTo>
                  <a:pt x="923978" y="110400"/>
                  <a:pt x="924566" y="114406"/>
                  <a:pt x="925740" y="116092"/>
                </a:cubicBezTo>
                <a:cubicBezTo>
                  <a:pt x="926915" y="117779"/>
                  <a:pt x="929098" y="118833"/>
                  <a:pt x="932290" y="119254"/>
                </a:cubicBezTo>
                <a:lnTo>
                  <a:pt x="932290" y="122507"/>
                </a:lnTo>
                <a:lnTo>
                  <a:pt x="889557" y="122507"/>
                </a:lnTo>
                <a:lnTo>
                  <a:pt x="889557" y="119254"/>
                </a:lnTo>
                <a:cubicBezTo>
                  <a:pt x="893111" y="118893"/>
                  <a:pt x="895640" y="117748"/>
                  <a:pt x="897146" y="115821"/>
                </a:cubicBezTo>
                <a:cubicBezTo>
                  <a:pt x="898170" y="114496"/>
                  <a:pt x="898682" y="110581"/>
                  <a:pt x="898682" y="104076"/>
                </a:cubicBezTo>
                <a:lnTo>
                  <a:pt x="898682" y="56375"/>
                </a:lnTo>
                <a:cubicBezTo>
                  <a:pt x="898682" y="49913"/>
                  <a:pt x="898095" y="45890"/>
                  <a:pt x="896920" y="44305"/>
                </a:cubicBezTo>
                <a:cubicBezTo>
                  <a:pt x="895746" y="42720"/>
                  <a:pt x="893291" y="41684"/>
                  <a:pt x="889557" y="41197"/>
                </a:cubicBezTo>
                <a:lnTo>
                  <a:pt x="889557" y="37944"/>
                </a:lnTo>
                <a:lnTo>
                  <a:pt x="923978" y="37944"/>
                </a:lnTo>
                <a:close/>
                <a:moveTo>
                  <a:pt x="1074463" y="0"/>
                </a:moveTo>
                <a:lnTo>
                  <a:pt x="1074463" y="97210"/>
                </a:lnTo>
                <a:cubicBezTo>
                  <a:pt x="1074463" y="103709"/>
                  <a:pt x="1074644" y="107555"/>
                  <a:pt x="1075005" y="108746"/>
                </a:cubicBezTo>
                <a:cubicBezTo>
                  <a:pt x="1075487" y="110715"/>
                  <a:pt x="1076406" y="112176"/>
                  <a:pt x="1077761" y="113130"/>
                </a:cubicBezTo>
                <a:cubicBezTo>
                  <a:pt x="1079116" y="114083"/>
                  <a:pt x="1081480" y="114679"/>
                  <a:pt x="1084853" y="114918"/>
                </a:cubicBezTo>
                <a:lnTo>
                  <a:pt x="1084853" y="118170"/>
                </a:lnTo>
                <a:lnTo>
                  <a:pt x="1049167" y="125036"/>
                </a:lnTo>
                <a:lnTo>
                  <a:pt x="1049167" y="111665"/>
                </a:lnTo>
                <a:cubicBezTo>
                  <a:pt x="1044891" y="116845"/>
                  <a:pt x="1041081" y="120368"/>
                  <a:pt x="1037738" y="122235"/>
                </a:cubicBezTo>
                <a:cubicBezTo>
                  <a:pt x="1034396" y="124103"/>
                  <a:pt x="1030616" y="125036"/>
                  <a:pt x="1026400" y="125036"/>
                </a:cubicBezTo>
                <a:cubicBezTo>
                  <a:pt x="1015619" y="125036"/>
                  <a:pt x="1007097" y="120213"/>
                  <a:pt x="1000833" y="110567"/>
                </a:cubicBezTo>
                <a:cubicBezTo>
                  <a:pt x="995774" y="102730"/>
                  <a:pt x="993244" y="93114"/>
                  <a:pt x="993244" y="81719"/>
                </a:cubicBezTo>
                <a:cubicBezTo>
                  <a:pt x="993244" y="72615"/>
                  <a:pt x="994810" y="64460"/>
                  <a:pt x="997942" y="57256"/>
                </a:cubicBezTo>
                <a:cubicBezTo>
                  <a:pt x="1001074" y="50051"/>
                  <a:pt x="1005365" y="44609"/>
                  <a:pt x="1010816" y="40931"/>
                </a:cubicBezTo>
                <a:cubicBezTo>
                  <a:pt x="1016267" y="37254"/>
                  <a:pt x="1022124" y="35415"/>
                  <a:pt x="1028388" y="35415"/>
                </a:cubicBezTo>
                <a:cubicBezTo>
                  <a:pt x="1032423" y="35415"/>
                  <a:pt x="1036007" y="36204"/>
                  <a:pt x="1039139" y="37784"/>
                </a:cubicBezTo>
                <a:cubicBezTo>
                  <a:pt x="1042271" y="39363"/>
                  <a:pt x="1045613" y="42127"/>
                  <a:pt x="1049167" y="46075"/>
                </a:cubicBezTo>
                <a:lnTo>
                  <a:pt x="1049167" y="20598"/>
                </a:lnTo>
                <a:cubicBezTo>
                  <a:pt x="1049167" y="14154"/>
                  <a:pt x="1048896" y="10269"/>
                  <a:pt x="1048354" y="8944"/>
                </a:cubicBezTo>
                <a:cubicBezTo>
                  <a:pt x="1047631" y="7197"/>
                  <a:pt x="1046547" y="5902"/>
                  <a:pt x="1045101" y="5059"/>
                </a:cubicBezTo>
                <a:cubicBezTo>
                  <a:pt x="1043656" y="4216"/>
                  <a:pt x="1040946" y="3794"/>
                  <a:pt x="1036970" y="3794"/>
                </a:cubicBezTo>
                <a:lnTo>
                  <a:pt x="1036970" y="0"/>
                </a:lnTo>
                <a:lnTo>
                  <a:pt x="1074463" y="0"/>
                </a:lnTo>
                <a:moveTo>
                  <a:pt x="1049167" y="57097"/>
                </a:moveTo>
                <a:cubicBezTo>
                  <a:pt x="1044710" y="48665"/>
                  <a:pt x="1039259" y="44449"/>
                  <a:pt x="1032815" y="44449"/>
                </a:cubicBezTo>
                <a:cubicBezTo>
                  <a:pt x="1030586" y="44449"/>
                  <a:pt x="1028749" y="45052"/>
                  <a:pt x="1027304" y="46256"/>
                </a:cubicBezTo>
                <a:cubicBezTo>
                  <a:pt x="1025075" y="48123"/>
                  <a:pt x="1023253" y="51406"/>
                  <a:pt x="1021838" y="56104"/>
                </a:cubicBezTo>
                <a:cubicBezTo>
                  <a:pt x="1020422" y="60802"/>
                  <a:pt x="1019715" y="67999"/>
                  <a:pt x="1019715" y="77696"/>
                </a:cubicBezTo>
                <a:cubicBezTo>
                  <a:pt x="1019715" y="88356"/>
                  <a:pt x="1020498" y="96247"/>
                  <a:pt x="1022064" y="101366"/>
                </a:cubicBezTo>
                <a:cubicBezTo>
                  <a:pt x="1023630" y="106486"/>
                  <a:pt x="1025768" y="110190"/>
                  <a:pt x="1028478" y="112478"/>
                </a:cubicBezTo>
                <a:cubicBezTo>
                  <a:pt x="1029863" y="113623"/>
                  <a:pt x="1031761" y="114195"/>
                  <a:pt x="1034170" y="114195"/>
                </a:cubicBezTo>
                <a:cubicBezTo>
                  <a:pt x="1039470" y="114195"/>
                  <a:pt x="1044469" y="110026"/>
                  <a:pt x="1049167" y="101688"/>
                </a:cubicBezTo>
                <a:lnTo>
                  <a:pt x="1049167" y="57097"/>
                </a:lnTo>
                <a:close/>
                <a:moveTo>
                  <a:pt x="1167692" y="77154"/>
                </a:moveTo>
                <a:lnTo>
                  <a:pt x="1121345" y="77154"/>
                </a:lnTo>
                <a:cubicBezTo>
                  <a:pt x="1121887" y="88387"/>
                  <a:pt x="1124869" y="97264"/>
                  <a:pt x="1130289" y="103786"/>
                </a:cubicBezTo>
                <a:cubicBezTo>
                  <a:pt x="1134445" y="108798"/>
                  <a:pt x="1139444" y="111304"/>
                  <a:pt x="1145286" y="111304"/>
                </a:cubicBezTo>
                <a:cubicBezTo>
                  <a:pt x="1148900" y="111304"/>
                  <a:pt x="1152183" y="110295"/>
                  <a:pt x="1155134" y="108277"/>
                </a:cubicBezTo>
                <a:cubicBezTo>
                  <a:pt x="1158085" y="106260"/>
                  <a:pt x="1161247" y="102631"/>
                  <a:pt x="1164620" y="97391"/>
                </a:cubicBezTo>
                <a:lnTo>
                  <a:pt x="1167692" y="99378"/>
                </a:lnTo>
                <a:cubicBezTo>
                  <a:pt x="1163114" y="108714"/>
                  <a:pt x="1158055" y="115324"/>
                  <a:pt x="1152514" y="119209"/>
                </a:cubicBezTo>
                <a:cubicBezTo>
                  <a:pt x="1146973" y="123094"/>
                  <a:pt x="1140558" y="125036"/>
                  <a:pt x="1133271" y="125036"/>
                </a:cubicBezTo>
                <a:cubicBezTo>
                  <a:pt x="1120743" y="125036"/>
                  <a:pt x="1111257" y="120213"/>
                  <a:pt x="1104812" y="110567"/>
                </a:cubicBezTo>
                <a:cubicBezTo>
                  <a:pt x="1099632" y="102790"/>
                  <a:pt x="1097043" y="93144"/>
                  <a:pt x="1097043" y="81629"/>
                </a:cubicBezTo>
                <a:cubicBezTo>
                  <a:pt x="1097043" y="67520"/>
                  <a:pt x="1100852" y="56291"/>
                  <a:pt x="1108471" y="47942"/>
                </a:cubicBezTo>
                <a:cubicBezTo>
                  <a:pt x="1116090" y="39590"/>
                  <a:pt x="1125019" y="35415"/>
                  <a:pt x="1135258" y="35415"/>
                </a:cubicBezTo>
                <a:cubicBezTo>
                  <a:pt x="1143811" y="35415"/>
                  <a:pt x="1151234" y="38923"/>
                  <a:pt x="1157528" y="45940"/>
                </a:cubicBezTo>
                <a:cubicBezTo>
                  <a:pt x="1163822" y="52957"/>
                  <a:pt x="1167210" y="63361"/>
                  <a:pt x="1167692" y="77154"/>
                </a:cubicBezTo>
                <a:moveTo>
                  <a:pt x="1145467" y="71191"/>
                </a:moveTo>
                <a:cubicBezTo>
                  <a:pt x="1145467" y="61494"/>
                  <a:pt x="1144940" y="54839"/>
                  <a:pt x="1143886" y="51225"/>
                </a:cubicBezTo>
                <a:cubicBezTo>
                  <a:pt x="1142832" y="47611"/>
                  <a:pt x="1141191" y="44871"/>
                  <a:pt x="1138962" y="43004"/>
                </a:cubicBezTo>
                <a:cubicBezTo>
                  <a:pt x="1137697" y="41920"/>
                  <a:pt x="1136011" y="41378"/>
                  <a:pt x="1133903" y="41378"/>
                </a:cubicBezTo>
                <a:cubicBezTo>
                  <a:pt x="1130771" y="41378"/>
                  <a:pt x="1128211" y="42913"/>
                  <a:pt x="1126224" y="45985"/>
                </a:cubicBezTo>
                <a:cubicBezTo>
                  <a:pt x="1122670" y="51346"/>
                  <a:pt x="1120893" y="58694"/>
                  <a:pt x="1120893" y="68029"/>
                </a:cubicBezTo>
                <a:lnTo>
                  <a:pt x="1120893" y="71191"/>
                </a:lnTo>
                <a:lnTo>
                  <a:pt x="1145467" y="71191"/>
                </a:lnTo>
                <a:close/>
                <a:moveTo>
                  <a:pt x="1212603" y="37944"/>
                </a:moveTo>
                <a:lnTo>
                  <a:pt x="1212603" y="57097"/>
                </a:lnTo>
                <a:cubicBezTo>
                  <a:pt x="1218205" y="48364"/>
                  <a:pt x="1223113" y="42567"/>
                  <a:pt x="1227330" y="39706"/>
                </a:cubicBezTo>
                <a:cubicBezTo>
                  <a:pt x="1231546" y="36845"/>
                  <a:pt x="1235611" y="35415"/>
                  <a:pt x="1239526" y="35415"/>
                </a:cubicBezTo>
                <a:cubicBezTo>
                  <a:pt x="1242899" y="35415"/>
                  <a:pt x="1245594" y="36458"/>
                  <a:pt x="1247612" y="38543"/>
                </a:cubicBezTo>
                <a:cubicBezTo>
                  <a:pt x="1249629" y="40628"/>
                  <a:pt x="1250638" y="43575"/>
                  <a:pt x="1250638" y="47383"/>
                </a:cubicBezTo>
                <a:cubicBezTo>
                  <a:pt x="1250638" y="51433"/>
                  <a:pt x="1249660" y="54577"/>
                  <a:pt x="1247702" y="56815"/>
                </a:cubicBezTo>
                <a:cubicBezTo>
                  <a:pt x="1245745" y="59051"/>
                  <a:pt x="1243381" y="60169"/>
                  <a:pt x="1240610" y="60169"/>
                </a:cubicBezTo>
                <a:cubicBezTo>
                  <a:pt x="1237418" y="60169"/>
                  <a:pt x="1234647" y="59145"/>
                  <a:pt x="1232298" y="57097"/>
                </a:cubicBezTo>
                <a:cubicBezTo>
                  <a:pt x="1229949" y="55050"/>
                  <a:pt x="1228564" y="53905"/>
                  <a:pt x="1228143" y="53664"/>
                </a:cubicBezTo>
                <a:cubicBezTo>
                  <a:pt x="1227540" y="53303"/>
                  <a:pt x="1226848" y="53122"/>
                  <a:pt x="1226065" y="53122"/>
                </a:cubicBezTo>
                <a:cubicBezTo>
                  <a:pt x="1224318" y="53122"/>
                  <a:pt x="1222662" y="53785"/>
                  <a:pt x="1221096" y="55110"/>
                </a:cubicBezTo>
                <a:cubicBezTo>
                  <a:pt x="1218626" y="57158"/>
                  <a:pt x="1216759" y="60079"/>
                  <a:pt x="1215494" y="63873"/>
                </a:cubicBezTo>
                <a:cubicBezTo>
                  <a:pt x="1213567" y="69715"/>
                  <a:pt x="1212603" y="76160"/>
                  <a:pt x="1212603" y="83207"/>
                </a:cubicBezTo>
                <a:lnTo>
                  <a:pt x="1212603" y="102631"/>
                </a:lnTo>
                <a:lnTo>
                  <a:pt x="1212694" y="107690"/>
                </a:lnTo>
                <a:cubicBezTo>
                  <a:pt x="1212694" y="111123"/>
                  <a:pt x="1212905" y="113322"/>
                  <a:pt x="1213326" y="114285"/>
                </a:cubicBezTo>
                <a:cubicBezTo>
                  <a:pt x="1214049" y="115911"/>
                  <a:pt x="1215118" y="117101"/>
                  <a:pt x="1216533" y="117854"/>
                </a:cubicBezTo>
                <a:cubicBezTo>
                  <a:pt x="1217949" y="118607"/>
                  <a:pt x="1220343" y="119073"/>
                  <a:pt x="1223716" y="119254"/>
                </a:cubicBezTo>
                <a:lnTo>
                  <a:pt x="1223716" y="122507"/>
                </a:lnTo>
                <a:lnTo>
                  <a:pt x="1178092" y="122507"/>
                </a:lnTo>
                <a:lnTo>
                  <a:pt x="1178092" y="119254"/>
                </a:lnTo>
                <a:cubicBezTo>
                  <a:pt x="1181766" y="118953"/>
                  <a:pt x="1184250" y="117944"/>
                  <a:pt x="1185545" y="116228"/>
                </a:cubicBezTo>
                <a:cubicBezTo>
                  <a:pt x="1186840" y="114511"/>
                  <a:pt x="1187488" y="109979"/>
                  <a:pt x="1187488" y="102631"/>
                </a:cubicBezTo>
                <a:lnTo>
                  <a:pt x="1187488" y="55833"/>
                </a:lnTo>
                <a:cubicBezTo>
                  <a:pt x="1187488" y="50984"/>
                  <a:pt x="1187247" y="47894"/>
                  <a:pt x="1186765" y="46561"/>
                </a:cubicBezTo>
                <a:cubicBezTo>
                  <a:pt x="1186163" y="44863"/>
                  <a:pt x="1185289" y="43621"/>
                  <a:pt x="1184145" y="42834"/>
                </a:cubicBezTo>
                <a:cubicBezTo>
                  <a:pt x="1183001" y="42046"/>
                  <a:pt x="1180983" y="41500"/>
                  <a:pt x="1178092" y="41197"/>
                </a:cubicBezTo>
                <a:lnTo>
                  <a:pt x="1178092" y="37944"/>
                </a:lnTo>
                <a:lnTo>
                  <a:pt x="1212603" y="37944"/>
                </a:lnTo>
                <a:close/>
                <a:moveTo>
                  <a:pt x="1416078" y="0"/>
                </a:moveTo>
                <a:lnTo>
                  <a:pt x="1416078" y="33247"/>
                </a:lnTo>
                <a:lnTo>
                  <a:pt x="1412825" y="33247"/>
                </a:lnTo>
                <a:cubicBezTo>
                  <a:pt x="1410898" y="25571"/>
                  <a:pt x="1408760" y="20056"/>
                  <a:pt x="1406411" y="16702"/>
                </a:cubicBezTo>
                <a:cubicBezTo>
                  <a:pt x="1404062" y="13348"/>
                  <a:pt x="1400840" y="10674"/>
                  <a:pt x="1396744" y="8679"/>
                </a:cubicBezTo>
                <a:cubicBezTo>
                  <a:pt x="1394455" y="7591"/>
                  <a:pt x="1390450" y="7047"/>
                  <a:pt x="1384728" y="7047"/>
                </a:cubicBezTo>
                <a:lnTo>
                  <a:pt x="1375603" y="7047"/>
                </a:lnTo>
                <a:lnTo>
                  <a:pt x="1375603" y="101547"/>
                </a:lnTo>
                <a:cubicBezTo>
                  <a:pt x="1375603" y="107843"/>
                  <a:pt x="1375950" y="111778"/>
                  <a:pt x="1376642" y="113354"/>
                </a:cubicBezTo>
                <a:cubicBezTo>
                  <a:pt x="1377335" y="114927"/>
                  <a:pt x="1378690" y="116304"/>
                  <a:pt x="1380708" y="117484"/>
                </a:cubicBezTo>
                <a:cubicBezTo>
                  <a:pt x="1382726" y="118664"/>
                  <a:pt x="1385481" y="119254"/>
                  <a:pt x="1388974" y="119254"/>
                </a:cubicBezTo>
                <a:lnTo>
                  <a:pt x="1393040" y="119254"/>
                </a:lnTo>
                <a:lnTo>
                  <a:pt x="1393040" y="122507"/>
                </a:lnTo>
                <a:lnTo>
                  <a:pt x="1328896" y="122507"/>
                </a:lnTo>
                <a:lnTo>
                  <a:pt x="1328896" y="119254"/>
                </a:lnTo>
                <a:lnTo>
                  <a:pt x="1332961" y="119254"/>
                </a:lnTo>
                <a:cubicBezTo>
                  <a:pt x="1336515" y="119254"/>
                  <a:pt x="1339376" y="118619"/>
                  <a:pt x="1341544" y="117348"/>
                </a:cubicBezTo>
                <a:cubicBezTo>
                  <a:pt x="1343110" y="116500"/>
                  <a:pt x="1344344" y="115047"/>
                  <a:pt x="1345248" y="112989"/>
                </a:cubicBezTo>
                <a:cubicBezTo>
                  <a:pt x="1345910" y="111536"/>
                  <a:pt x="1346242" y="107722"/>
                  <a:pt x="1346242" y="101547"/>
                </a:cubicBezTo>
                <a:lnTo>
                  <a:pt x="1346242" y="7047"/>
                </a:lnTo>
                <a:lnTo>
                  <a:pt x="1337388" y="7047"/>
                </a:lnTo>
                <a:cubicBezTo>
                  <a:pt x="1329137" y="7047"/>
                  <a:pt x="1323144" y="8799"/>
                  <a:pt x="1319409" y="12304"/>
                </a:cubicBezTo>
                <a:cubicBezTo>
                  <a:pt x="1314170" y="17199"/>
                  <a:pt x="1310857" y="24180"/>
                  <a:pt x="1309472" y="33247"/>
                </a:cubicBezTo>
                <a:lnTo>
                  <a:pt x="1306039" y="33247"/>
                </a:lnTo>
                <a:lnTo>
                  <a:pt x="1306039" y="0"/>
                </a:lnTo>
                <a:lnTo>
                  <a:pt x="1416078" y="0"/>
                </a:lnTo>
                <a:close/>
                <a:moveTo>
                  <a:pt x="1500551" y="77154"/>
                </a:moveTo>
                <a:lnTo>
                  <a:pt x="1454204" y="77154"/>
                </a:lnTo>
                <a:cubicBezTo>
                  <a:pt x="1454746" y="88387"/>
                  <a:pt x="1457728" y="97264"/>
                  <a:pt x="1463148" y="103786"/>
                </a:cubicBezTo>
                <a:cubicBezTo>
                  <a:pt x="1467304" y="108798"/>
                  <a:pt x="1472303" y="111304"/>
                  <a:pt x="1478145" y="111304"/>
                </a:cubicBezTo>
                <a:cubicBezTo>
                  <a:pt x="1481759" y="111304"/>
                  <a:pt x="1485042" y="110295"/>
                  <a:pt x="1487993" y="108277"/>
                </a:cubicBezTo>
                <a:cubicBezTo>
                  <a:pt x="1490944" y="106260"/>
                  <a:pt x="1494106" y="102631"/>
                  <a:pt x="1497479" y="97391"/>
                </a:cubicBezTo>
                <a:lnTo>
                  <a:pt x="1500551" y="99378"/>
                </a:lnTo>
                <a:cubicBezTo>
                  <a:pt x="1495973" y="108714"/>
                  <a:pt x="1490914" y="115324"/>
                  <a:pt x="1485373" y="119209"/>
                </a:cubicBezTo>
                <a:cubicBezTo>
                  <a:pt x="1479832" y="123094"/>
                  <a:pt x="1473417" y="125036"/>
                  <a:pt x="1466130" y="125036"/>
                </a:cubicBezTo>
                <a:cubicBezTo>
                  <a:pt x="1453602" y="125036"/>
                  <a:pt x="1444116" y="120213"/>
                  <a:pt x="1437671" y="110567"/>
                </a:cubicBezTo>
                <a:cubicBezTo>
                  <a:pt x="1432492" y="102790"/>
                  <a:pt x="1429902" y="93144"/>
                  <a:pt x="1429902" y="81629"/>
                </a:cubicBezTo>
                <a:cubicBezTo>
                  <a:pt x="1429902" y="67520"/>
                  <a:pt x="1433711" y="56291"/>
                  <a:pt x="1441330" y="47942"/>
                </a:cubicBezTo>
                <a:cubicBezTo>
                  <a:pt x="1448949" y="39590"/>
                  <a:pt x="1457878" y="35415"/>
                  <a:pt x="1468117" y="35415"/>
                </a:cubicBezTo>
                <a:cubicBezTo>
                  <a:pt x="1476670" y="35415"/>
                  <a:pt x="1484093" y="38923"/>
                  <a:pt x="1490387" y="45940"/>
                </a:cubicBezTo>
                <a:cubicBezTo>
                  <a:pt x="1496681" y="52957"/>
                  <a:pt x="1500069" y="63361"/>
                  <a:pt x="1500551" y="77154"/>
                </a:cubicBezTo>
                <a:moveTo>
                  <a:pt x="1478326" y="71191"/>
                </a:moveTo>
                <a:cubicBezTo>
                  <a:pt x="1478326" y="61494"/>
                  <a:pt x="1477799" y="54839"/>
                  <a:pt x="1476745" y="51225"/>
                </a:cubicBezTo>
                <a:cubicBezTo>
                  <a:pt x="1475691" y="47611"/>
                  <a:pt x="1474050" y="44871"/>
                  <a:pt x="1471821" y="43004"/>
                </a:cubicBezTo>
                <a:cubicBezTo>
                  <a:pt x="1470557" y="41920"/>
                  <a:pt x="1468870" y="41378"/>
                  <a:pt x="1466762" y="41378"/>
                </a:cubicBezTo>
                <a:cubicBezTo>
                  <a:pt x="1463630" y="41378"/>
                  <a:pt x="1461070" y="42913"/>
                  <a:pt x="1459083" y="45985"/>
                </a:cubicBezTo>
                <a:cubicBezTo>
                  <a:pt x="1455529" y="51346"/>
                  <a:pt x="1453753" y="58694"/>
                  <a:pt x="1453753" y="68029"/>
                </a:cubicBezTo>
                <a:lnTo>
                  <a:pt x="1453753" y="71191"/>
                </a:lnTo>
                <a:lnTo>
                  <a:pt x="1478326" y="71191"/>
                </a:lnTo>
                <a:close/>
                <a:moveTo>
                  <a:pt x="1563802" y="35776"/>
                </a:moveTo>
                <a:lnTo>
                  <a:pt x="1565158" y="64686"/>
                </a:lnTo>
                <a:lnTo>
                  <a:pt x="1562086" y="64686"/>
                </a:lnTo>
                <a:cubicBezTo>
                  <a:pt x="1558412" y="56064"/>
                  <a:pt x="1554602" y="50175"/>
                  <a:pt x="1550657" y="47018"/>
                </a:cubicBezTo>
                <a:cubicBezTo>
                  <a:pt x="1546712" y="43860"/>
                  <a:pt x="1542782" y="42281"/>
                  <a:pt x="1538867" y="42281"/>
                </a:cubicBezTo>
                <a:cubicBezTo>
                  <a:pt x="1536398" y="42281"/>
                  <a:pt x="1534290" y="43109"/>
                  <a:pt x="1532543" y="44765"/>
                </a:cubicBezTo>
                <a:cubicBezTo>
                  <a:pt x="1530797" y="46422"/>
                  <a:pt x="1529923" y="48334"/>
                  <a:pt x="1529923" y="50502"/>
                </a:cubicBezTo>
                <a:cubicBezTo>
                  <a:pt x="1529923" y="52129"/>
                  <a:pt x="1530526" y="53694"/>
                  <a:pt x="1531730" y="55200"/>
                </a:cubicBezTo>
                <a:cubicBezTo>
                  <a:pt x="1533658" y="57670"/>
                  <a:pt x="1539048" y="61901"/>
                  <a:pt x="1547902" y="67894"/>
                </a:cubicBezTo>
                <a:cubicBezTo>
                  <a:pt x="1556756" y="73886"/>
                  <a:pt x="1562583" y="78976"/>
                  <a:pt x="1565383" y="83162"/>
                </a:cubicBezTo>
                <a:cubicBezTo>
                  <a:pt x="1568184" y="87348"/>
                  <a:pt x="1569584" y="92030"/>
                  <a:pt x="1569584" y="97210"/>
                </a:cubicBezTo>
                <a:cubicBezTo>
                  <a:pt x="1569584" y="101908"/>
                  <a:pt x="1568410" y="106516"/>
                  <a:pt x="1566061" y="111033"/>
                </a:cubicBezTo>
                <a:cubicBezTo>
                  <a:pt x="1563712" y="115550"/>
                  <a:pt x="1560399" y="119013"/>
                  <a:pt x="1556123" y="121422"/>
                </a:cubicBezTo>
                <a:cubicBezTo>
                  <a:pt x="1551847" y="123832"/>
                  <a:pt x="1547119" y="125036"/>
                  <a:pt x="1541939" y="125036"/>
                </a:cubicBezTo>
                <a:cubicBezTo>
                  <a:pt x="1537904" y="125036"/>
                  <a:pt x="1532513" y="123748"/>
                  <a:pt x="1525768" y="121171"/>
                </a:cubicBezTo>
                <a:cubicBezTo>
                  <a:pt x="1523961" y="120495"/>
                  <a:pt x="1522726" y="120158"/>
                  <a:pt x="1522063" y="120158"/>
                </a:cubicBezTo>
                <a:cubicBezTo>
                  <a:pt x="1520076" y="120158"/>
                  <a:pt x="1518420" y="121663"/>
                  <a:pt x="1517095" y="124675"/>
                </a:cubicBezTo>
                <a:lnTo>
                  <a:pt x="1514113" y="124675"/>
                </a:lnTo>
                <a:lnTo>
                  <a:pt x="1512668" y="94319"/>
                </a:lnTo>
                <a:lnTo>
                  <a:pt x="1515739" y="94319"/>
                </a:lnTo>
                <a:cubicBezTo>
                  <a:pt x="1518450" y="102269"/>
                  <a:pt x="1522169" y="108232"/>
                  <a:pt x="1526897" y="112207"/>
                </a:cubicBezTo>
                <a:cubicBezTo>
                  <a:pt x="1531625" y="116182"/>
                  <a:pt x="1536097" y="118170"/>
                  <a:pt x="1540313" y="118170"/>
                </a:cubicBezTo>
                <a:cubicBezTo>
                  <a:pt x="1543204" y="118170"/>
                  <a:pt x="1545568" y="117282"/>
                  <a:pt x="1547405" y="115505"/>
                </a:cubicBezTo>
                <a:cubicBezTo>
                  <a:pt x="1549242" y="113728"/>
                  <a:pt x="1550160" y="111575"/>
                  <a:pt x="1550160" y="109045"/>
                </a:cubicBezTo>
                <a:cubicBezTo>
                  <a:pt x="1550160" y="106154"/>
                  <a:pt x="1549257" y="103655"/>
                  <a:pt x="1547450" y="101547"/>
                </a:cubicBezTo>
                <a:cubicBezTo>
                  <a:pt x="1545643" y="99439"/>
                  <a:pt x="1541608" y="96247"/>
                  <a:pt x="1535344" y="91970"/>
                </a:cubicBezTo>
                <a:cubicBezTo>
                  <a:pt x="1526129" y="85586"/>
                  <a:pt x="1520166" y="80707"/>
                  <a:pt x="1517456" y="77334"/>
                </a:cubicBezTo>
                <a:cubicBezTo>
                  <a:pt x="1513481" y="72396"/>
                  <a:pt x="1511493" y="66945"/>
                  <a:pt x="1511493" y="60982"/>
                </a:cubicBezTo>
                <a:cubicBezTo>
                  <a:pt x="1511493" y="54477"/>
                  <a:pt x="1513737" y="48590"/>
                  <a:pt x="1518224" y="43320"/>
                </a:cubicBezTo>
                <a:cubicBezTo>
                  <a:pt x="1522711" y="38050"/>
                  <a:pt x="1529201" y="35415"/>
                  <a:pt x="1537693" y="35415"/>
                </a:cubicBezTo>
                <a:cubicBezTo>
                  <a:pt x="1542270" y="35415"/>
                  <a:pt x="1546697" y="36572"/>
                  <a:pt x="1550974" y="38887"/>
                </a:cubicBezTo>
                <a:cubicBezTo>
                  <a:pt x="1552600" y="39825"/>
                  <a:pt x="1553925" y="40293"/>
                  <a:pt x="1554949" y="40293"/>
                </a:cubicBezTo>
                <a:cubicBezTo>
                  <a:pt x="1556033" y="40293"/>
                  <a:pt x="1556906" y="40068"/>
                  <a:pt x="1557569" y="39616"/>
                </a:cubicBezTo>
                <a:cubicBezTo>
                  <a:pt x="1558231" y="39164"/>
                  <a:pt x="1559285" y="37884"/>
                  <a:pt x="1560731" y="35776"/>
                </a:cubicBezTo>
                <a:lnTo>
                  <a:pt x="1563802" y="35776"/>
                </a:lnTo>
                <a:close/>
                <a:moveTo>
                  <a:pt x="1617753" y="6866"/>
                </a:moveTo>
                <a:lnTo>
                  <a:pt x="1617753" y="37944"/>
                </a:lnTo>
                <a:lnTo>
                  <a:pt x="1637810" y="37944"/>
                </a:lnTo>
                <a:lnTo>
                  <a:pt x="1637810" y="46798"/>
                </a:lnTo>
                <a:lnTo>
                  <a:pt x="1617753" y="46798"/>
                </a:lnTo>
                <a:lnTo>
                  <a:pt x="1617753" y="99068"/>
                </a:lnTo>
                <a:cubicBezTo>
                  <a:pt x="1617753" y="103960"/>
                  <a:pt x="1617979" y="107115"/>
                  <a:pt x="1618431" y="108534"/>
                </a:cubicBezTo>
                <a:cubicBezTo>
                  <a:pt x="1618883" y="109953"/>
                  <a:pt x="1619681" y="111102"/>
                  <a:pt x="1620825" y="111979"/>
                </a:cubicBezTo>
                <a:cubicBezTo>
                  <a:pt x="1621969" y="112854"/>
                  <a:pt x="1623023" y="113291"/>
                  <a:pt x="1623987" y="113291"/>
                </a:cubicBezTo>
                <a:cubicBezTo>
                  <a:pt x="1627902" y="113291"/>
                  <a:pt x="1631606" y="110280"/>
                  <a:pt x="1635099" y="104257"/>
                </a:cubicBezTo>
                <a:lnTo>
                  <a:pt x="1637810" y="106264"/>
                </a:lnTo>
                <a:cubicBezTo>
                  <a:pt x="1632931" y="117936"/>
                  <a:pt x="1625011" y="123771"/>
                  <a:pt x="1614049" y="123771"/>
                </a:cubicBezTo>
                <a:cubicBezTo>
                  <a:pt x="1608689" y="123771"/>
                  <a:pt x="1604157" y="122276"/>
                  <a:pt x="1600453" y="119285"/>
                </a:cubicBezTo>
                <a:cubicBezTo>
                  <a:pt x="1596748" y="116293"/>
                  <a:pt x="1594384" y="112953"/>
                  <a:pt x="1593360" y="109265"/>
                </a:cubicBezTo>
                <a:cubicBezTo>
                  <a:pt x="1592758" y="107210"/>
                  <a:pt x="1592457" y="101649"/>
                  <a:pt x="1592457" y="92583"/>
                </a:cubicBezTo>
                <a:lnTo>
                  <a:pt x="1592457" y="46798"/>
                </a:lnTo>
                <a:lnTo>
                  <a:pt x="1581435" y="46798"/>
                </a:lnTo>
                <a:lnTo>
                  <a:pt x="1581435" y="43628"/>
                </a:lnTo>
                <a:cubicBezTo>
                  <a:pt x="1589024" y="38256"/>
                  <a:pt x="1595484" y="32612"/>
                  <a:pt x="1600814" y="26697"/>
                </a:cubicBezTo>
                <a:cubicBezTo>
                  <a:pt x="1606144" y="20781"/>
                  <a:pt x="1610797" y="14171"/>
                  <a:pt x="1614772" y="6866"/>
                </a:cubicBezTo>
                <a:lnTo>
                  <a:pt x="1617753" y="686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PseudoCorrectVersions">
            <a:extLst xmlns:a="http://schemas.openxmlformats.org/drawingml/2006/main">
              <a:ext uri="{FF2B5EF4-FFF2-40B4-BE49-F238E27FC236}">
                <a16:creationId xmlns:a16="http://schemas.microsoft.com/office/drawing/2014/main" id="{7106EDC1-BAAD-4322-A3EB-C7A6B5EE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66" y="3642095"/>
            <a:ext cx="1949068" cy="127927"/>
          </a:xfrm>
          <a:custGeom xmlns:a="http://schemas.openxmlformats.org/drawingml/2006/main">
            <a:pathLst>
              <a:path w="1949068" h="127927">
                <a:moveTo>
                  <a:pt x="45262" y="69746"/>
                </a:moveTo>
                <a:lnTo>
                  <a:pt x="45262" y="103715"/>
                </a:lnTo>
                <a:cubicBezTo>
                  <a:pt x="45262" y="110374"/>
                  <a:pt x="45669" y="114567"/>
                  <a:pt x="46482" y="116293"/>
                </a:cubicBezTo>
                <a:cubicBezTo>
                  <a:pt x="47295" y="118017"/>
                  <a:pt x="48741" y="119393"/>
                  <a:pt x="50819" y="120423"/>
                </a:cubicBezTo>
                <a:cubicBezTo>
                  <a:pt x="52896" y="121451"/>
                  <a:pt x="56706" y="121964"/>
                  <a:pt x="62247" y="121964"/>
                </a:cubicBezTo>
                <a:lnTo>
                  <a:pt x="62247" y="125217"/>
                </a:lnTo>
                <a:lnTo>
                  <a:pt x="0" y="125217"/>
                </a:lnTo>
                <a:lnTo>
                  <a:pt x="0" y="121964"/>
                </a:lnTo>
                <a:cubicBezTo>
                  <a:pt x="5662" y="121964"/>
                  <a:pt x="9501" y="121435"/>
                  <a:pt x="11519" y="120375"/>
                </a:cubicBezTo>
                <a:cubicBezTo>
                  <a:pt x="13537" y="119315"/>
                  <a:pt x="14952" y="117938"/>
                  <a:pt x="15765" y="116245"/>
                </a:cubicBezTo>
                <a:cubicBezTo>
                  <a:pt x="16578" y="114551"/>
                  <a:pt x="16985" y="110374"/>
                  <a:pt x="16985" y="103715"/>
                </a:cubicBezTo>
                <a:lnTo>
                  <a:pt x="16985" y="24212"/>
                </a:lnTo>
                <a:cubicBezTo>
                  <a:pt x="16985" y="17553"/>
                  <a:pt x="16578" y="13362"/>
                  <a:pt x="15765" y="11637"/>
                </a:cubicBezTo>
                <a:cubicBezTo>
                  <a:pt x="14952" y="9911"/>
                  <a:pt x="13521" y="8535"/>
                  <a:pt x="11474" y="7507"/>
                </a:cubicBezTo>
                <a:cubicBezTo>
                  <a:pt x="9426" y="6477"/>
                  <a:pt x="5601" y="5963"/>
                  <a:pt x="0" y="5963"/>
                </a:cubicBezTo>
                <a:lnTo>
                  <a:pt x="0" y="2710"/>
                </a:lnTo>
                <a:lnTo>
                  <a:pt x="53393" y="2710"/>
                </a:lnTo>
                <a:cubicBezTo>
                  <a:pt x="70980" y="2710"/>
                  <a:pt x="83598" y="5842"/>
                  <a:pt x="91247" y="12106"/>
                </a:cubicBezTo>
                <a:cubicBezTo>
                  <a:pt x="98897" y="18370"/>
                  <a:pt x="102721" y="26200"/>
                  <a:pt x="102721" y="35596"/>
                </a:cubicBezTo>
                <a:cubicBezTo>
                  <a:pt x="102721" y="43546"/>
                  <a:pt x="100252" y="50352"/>
                  <a:pt x="95313" y="56013"/>
                </a:cubicBezTo>
                <a:cubicBezTo>
                  <a:pt x="90374" y="61675"/>
                  <a:pt x="83568" y="65530"/>
                  <a:pt x="74895" y="67577"/>
                </a:cubicBezTo>
                <a:cubicBezTo>
                  <a:pt x="69053" y="69023"/>
                  <a:pt x="59175" y="69746"/>
                  <a:pt x="45262" y="69746"/>
                </a:cubicBezTo>
                <a:moveTo>
                  <a:pt x="45262" y="9757"/>
                </a:moveTo>
                <a:lnTo>
                  <a:pt x="45262" y="62699"/>
                </a:lnTo>
                <a:cubicBezTo>
                  <a:pt x="47250" y="62819"/>
                  <a:pt x="48756" y="62879"/>
                  <a:pt x="49780" y="62879"/>
                </a:cubicBezTo>
                <a:cubicBezTo>
                  <a:pt x="57128" y="62879"/>
                  <a:pt x="62789" y="60696"/>
                  <a:pt x="66764" y="56329"/>
                </a:cubicBezTo>
                <a:cubicBezTo>
                  <a:pt x="70739" y="51963"/>
                  <a:pt x="72727" y="45202"/>
                  <a:pt x="72727" y="36047"/>
                </a:cubicBezTo>
                <a:cubicBezTo>
                  <a:pt x="72727" y="26953"/>
                  <a:pt x="70739" y="20297"/>
                  <a:pt x="66764" y="16081"/>
                </a:cubicBezTo>
                <a:cubicBezTo>
                  <a:pt x="62789" y="11865"/>
                  <a:pt x="56857" y="9757"/>
                  <a:pt x="48966" y="9757"/>
                </a:cubicBezTo>
                <a:lnTo>
                  <a:pt x="45262" y="9757"/>
                </a:lnTo>
                <a:close/>
                <a:moveTo>
                  <a:pt x="167979" y="38487"/>
                </a:moveTo>
                <a:lnTo>
                  <a:pt x="169334" y="67397"/>
                </a:lnTo>
                <a:lnTo>
                  <a:pt x="166263" y="67397"/>
                </a:lnTo>
                <a:cubicBezTo>
                  <a:pt x="162589" y="58774"/>
                  <a:pt x="158779" y="52885"/>
                  <a:pt x="154834" y="49729"/>
                </a:cubicBezTo>
                <a:cubicBezTo>
                  <a:pt x="150889" y="46570"/>
                  <a:pt x="146959" y="44991"/>
                  <a:pt x="143044" y="44991"/>
                </a:cubicBezTo>
                <a:cubicBezTo>
                  <a:pt x="140575" y="44991"/>
                  <a:pt x="138467" y="45819"/>
                  <a:pt x="136720" y="47476"/>
                </a:cubicBezTo>
                <a:cubicBezTo>
                  <a:pt x="134973" y="49132"/>
                  <a:pt x="134100" y="51044"/>
                  <a:pt x="134100" y="53213"/>
                </a:cubicBezTo>
                <a:cubicBezTo>
                  <a:pt x="134100" y="54839"/>
                  <a:pt x="134702" y="56405"/>
                  <a:pt x="135907" y="57911"/>
                </a:cubicBezTo>
                <a:cubicBezTo>
                  <a:pt x="137834" y="60380"/>
                  <a:pt x="143225" y="64611"/>
                  <a:pt x="152079" y="70604"/>
                </a:cubicBezTo>
                <a:cubicBezTo>
                  <a:pt x="160932" y="76597"/>
                  <a:pt x="166760" y="81686"/>
                  <a:pt x="169560" y="85872"/>
                </a:cubicBezTo>
                <a:cubicBezTo>
                  <a:pt x="172361" y="90058"/>
                  <a:pt x="173761" y="94741"/>
                  <a:pt x="173761" y="99920"/>
                </a:cubicBezTo>
                <a:cubicBezTo>
                  <a:pt x="173761" y="104618"/>
                  <a:pt x="172587" y="109226"/>
                  <a:pt x="170238" y="113743"/>
                </a:cubicBezTo>
                <a:cubicBezTo>
                  <a:pt x="167889" y="118260"/>
                  <a:pt x="164576" y="121724"/>
                  <a:pt x="160300" y="124133"/>
                </a:cubicBezTo>
                <a:cubicBezTo>
                  <a:pt x="156024" y="126542"/>
                  <a:pt x="151296" y="127746"/>
                  <a:pt x="146116" y="127746"/>
                </a:cubicBezTo>
                <a:cubicBezTo>
                  <a:pt x="142081" y="127746"/>
                  <a:pt x="136690" y="126458"/>
                  <a:pt x="129944" y="123881"/>
                </a:cubicBezTo>
                <a:cubicBezTo>
                  <a:pt x="128137" y="123206"/>
                  <a:pt x="126903" y="122868"/>
                  <a:pt x="126240" y="122868"/>
                </a:cubicBezTo>
                <a:cubicBezTo>
                  <a:pt x="124253" y="122868"/>
                  <a:pt x="122596" y="124374"/>
                  <a:pt x="121271" y="127385"/>
                </a:cubicBezTo>
                <a:lnTo>
                  <a:pt x="118290" y="127385"/>
                </a:lnTo>
                <a:lnTo>
                  <a:pt x="116844" y="97029"/>
                </a:lnTo>
                <a:lnTo>
                  <a:pt x="119916" y="97029"/>
                </a:lnTo>
                <a:cubicBezTo>
                  <a:pt x="122626" y="104980"/>
                  <a:pt x="126346" y="110942"/>
                  <a:pt x="131074" y="114918"/>
                </a:cubicBezTo>
                <a:cubicBezTo>
                  <a:pt x="135802" y="118893"/>
                  <a:pt x="140274" y="120880"/>
                  <a:pt x="144490" y="120880"/>
                </a:cubicBezTo>
                <a:cubicBezTo>
                  <a:pt x="147381" y="120880"/>
                  <a:pt x="149745" y="119992"/>
                  <a:pt x="151582" y="118215"/>
                </a:cubicBezTo>
                <a:cubicBezTo>
                  <a:pt x="153419" y="116438"/>
                  <a:pt x="154337" y="114285"/>
                  <a:pt x="154337" y="111756"/>
                </a:cubicBezTo>
                <a:cubicBezTo>
                  <a:pt x="154337" y="108865"/>
                  <a:pt x="153434" y="106365"/>
                  <a:pt x="151627" y="104257"/>
                </a:cubicBezTo>
                <a:cubicBezTo>
                  <a:pt x="149820" y="102149"/>
                  <a:pt x="145785" y="98957"/>
                  <a:pt x="139521" y="94681"/>
                </a:cubicBezTo>
                <a:cubicBezTo>
                  <a:pt x="130306" y="88296"/>
                  <a:pt x="124343" y="83418"/>
                  <a:pt x="121633" y="80045"/>
                </a:cubicBezTo>
                <a:cubicBezTo>
                  <a:pt x="117658" y="75106"/>
                  <a:pt x="115670" y="69655"/>
                  <a:pt x="115670" y="63693"/>
                </a:cubicBezTo>
                <a:cubicBezTo>
                  <a:pt x="115670" y="57188"/>
                  <a:pt x="117914" y="51300"/>
                  <a:pt x="122401" y="46030"/>
                </a:cubicBezTo>
                <a:cubicBezTo>
                  <a:pt x="126888" y="40760"/>
                  <a:pt x="133377" y="38125"/>
                  <a:pt x="141870" y="38125"/>
                </a:cubicBezTo>
                <a:cubicBezTo>
                  <a:pt x="146447" y="38125"/>
                  <a:pt x="150874" y="39283"/>
                  <a:pt x="155150" y="41598"/>
                </a:cubicBezTo>
                <a:cubicBezTo>
                  <a:pt x="156777" y="42535"/>
                  <a:pt x="158102" y="43004"/>
                  <a:pt x="159125" y="43004"/>
                </a:cubicBezTo>
                <a:cubicBezTo>
                  <a:pt x="160210" y="43004"/>
                  <a:pt x="161083" y="42778"/>
                  <a:pt x="161745" y="42326"/>
                </a:cubicBezTo>
                <a:cubicBezTo>
                  <a:pt x="162408" y="41874"/>
                  <a:pt x="163462" y="40595"/>
                  <a:pt x="164907" y="38487"/>
                </a:cubicBezTo>
                <a:lnTo>
                  <a:pt x="167979" y="38487"/>
                </a:lnTo>
                <a:close/>
                <a:moveTo>
                  <a:pt x="258113" y="79864"/>
                </a:moveTo>
                <a:lnTo>
                  <a:pt x="211766" y="79864"/>
                </a:lnTo>
                <a:cubicBezTo>
                  <a:pt x="212308" y="91097"/>
                  <a:pt x="215290" y="99974"/>
                  <a:pt x="220710" y="106496"/>
                </a:cubicBezTo>
                <a:cubicBezTo>
                  <a:pt x="224866" y="111508"/>
                  <a:pt x="229865" y="114014"/>
                  <a:pt x="235708" y="114014"/>
                </a:cubicBezTo>
                <a:cubicBezTo>
                  <a:pt x="239321" y="114014"/>
                  <a:pt x="242604" y="113005"/>
                  <a:pt x="245555" y="110988"/>
                </a:cubicBezTo>
                <a:cubicBezTo>
                  <a:pt x="248506" y="108970"/>
                  <a:pt x="251668" y="105341"/>
                  <a:pt x="255041" y="100101"/>
                </a:cubicBezTo>
                <a:lnTo>
                  <a:pt x="258113" y="102089"/>
                </a:lnTo>
                <a:cubicBezTo>
                  <a:pt x="253535" y="111424"/>
                  <a:pt x="248476" y="118034"/>
                  <a:pt x="242935" y="121919"/>
                </a:cubicBezTo>
                <a:cubicBezTo>
                  <a:pt x="237394" y="125804"/>
                  <a:pt x="230980" y="127746"/>
                  <a:pt x="223692" y="127746"/>
                </a:cubicBezTo>
                <a:cubicBezTo>
                  <a:pt x="211164" y="127746"/>
                  <a:pt x="201678" y="122923"/>
                  <a:pt x="195233" y="113277"/>
                </a:cubicBezTo>
                <a:cubicBezTo>
                  <a:pt x="190054" y="105500"/>
                  <a:pt x="187464" y="95854"/>
                  <a:pt x="187464" y="84339"/>
                </a:cubicBezTo>
                <a:cubicBezTo>
                  <a:pt x="187464" y="70230"/>
                  <a:pt x="191273" y="59001"/>
                  <a:pt x="198892" y="50652"/>
                </a:cubicBezTo>
                <a:cubicBezTo>
                  <a:pt x="206511" y="42301"/>
                  <a:pt x="215440" y="38125"/>
                  <a:pt x="225679" y="38125"/>
                </a:cubicBezTo>
                <a:cubicBezTo>
                  <a:pt x="234232" y="38125"/>
                  <a:pt x="241655" y="41634"/>
                  <a:pt x="247949" y="48650"/>
                </a:cubicBezTo>
                <a:cubicBezTo>
                  <a:pt x="254243" y="55667"/>
                  <a:pt x="257631" y="66072"/>
                  <a:pt x="258113" y="79864"/>
                </a:cubicBezTo>
                <a:moveTo>
                  <a:pt x="235888" y="73901"/>
                </a:moveTo>
                <a:cubicBezTo>
                  <a:pt x="235888" y="64204"/>
                  <a:pt x="235361" y="57549"/>
                  <a:pt x="234307" y="53935"/>
                </a:cubicBezTo>
                <a:cubicBezTo>
                  <a:pt x="233253" y="50322"/>
                  <a:pt x="231612" y="47581"/>
                  <a:pt x="229383" y="45714"/>
                </a:cubicBezTo>
                <a:cubicBezTo>
                  <a:pt x="228119" y="44630"/>
                  <a:pt x="226432" y="44088"/>
                  <a:pt x="224324" y="44088"/>
                </a:cubicBezTo>
                <a:cubicBezTo>
                  <a:pt x="221192" y="44088"/>
                  <a:pt x="218633" y="45624"/>
                  <a:pt x="216645" y="48695"/>
                </a:cubicBezTo>
                <a:cubicBezTo>
                  <a:pt x="213091" y="54056"/>
                  <a:pt x="211315" y="61404"/>
                  <a:pt x="211315" y="70739"/>
                </a:cubicBezTo>
                <a:lnTo>
                  <a:pt x="211315" y="73901"/>
                </a:lnTo>
                <a:lnTo>
                  <a:pt x="235888" y="73901"/>
                </a:lnTo>
                <a:close/>
                <a:moveTo>
                  <a:pt x="349548" y="40655"/>
                </a:moveTo>
                <a:lnTo>
                  <a:pt x="349548" y="106787"/>
                </a:lnTo>
                <a:cubicBezTo>
                  <a:pt x="349548" y="113271"/>
                  <a:pt x="350150" y="117315"/>
                  <a:pt x="351355" y="118921"/>
                </a:cubicBezTo>
                <a:cubicBezTo>
                  <a:pt x="352559" y="120526"/>
                  <a:pt x="354999" y="121541"/>
                  <a:pt x="358673" y="121964"/>
                </a:cubicBezTo>
                <a:lnTo>
                  <a:pt x="358673" y="125217"/>
                </a:lnTo>
                <a:lnTo>
                  <a:pt x="324251" y="125217"/>
                </a:lnTo>
                <a:lnTo>
                  <a:pt x="324251" y="113924"/>
                </a:lnTo>
                <a:cubicBezTo>
                  <a:pt x="320216" y="118742"/>
                  <a:pt x="316181" y="122251"/>
                  <a:pt x="312145" y="124449"/>
                </a:cubicBezTo>
                <a:cubicBezTo>
                  <a:pt x="308110" y="126647"/>
                  <a:pt x="303593" y="127746"/>
                  <a:pt x="298594" y="127746"/>
                </a:cubicBezTo>
                <a:cubicBezTo>
                  <a:pt x="293836" y="127746"/>
                  <a:pt x="289605" y="126286"/>
                  <a:pt x="285900" y="123365"/>
                </a:cubicBezTo>
                <a:cubicBezTo>
                  <a:pt x="282196" y="120444"/>
                  <a:pt x="279712" y="117026"/>
                  <a:pt x="278447" y="113111"/>
                </a:cubicBezTo>
                <a:cubicBezTo>
                  <a:pt x="277182" y="109196"/>
                  <a:pt x="276550" y="102360"/>
                  <a:pt x="276550" y="92603"/>
                </a:cubicBezTo>
                <a:lnTo>
                  <a:pt x="276550" y="59085"/>
                </a:lnTo>
                <a:cubicBezTo>
                  <a:pt x="276550" y="52624"/>
                  <a:pt x="275963" y="48600"/>
                  <a:pt x="274788" y="47016"/>
                </a:cubicBezTo>
                <a:cubicBezTo>
                  <a:pt x="273614" y="45431"/>
                  <a:pt x="271159" y="44395"/>
                  <a:pt x="267425" y="43907"/>
                </a:cubicBezTo>
                <a:lnTo>
                  <a:pt x="267425" y="40655"/>
                </a:lnTo>
                <a:lnTo>
                  <a:pt x="301846" y="40655"/>
                </a:lnTo>
                <a:lnTo>
                  <a:pt x="301846" y="98455"/>
                </a:lnTo>
                <a:cubicBezTo>
                  <a:pt x="301846" y="104486"/>
                  <a:pt x="302132" y="108375"/>
                  <a:pt x="302704" y="110124"/>
                </a:cubicBezTo>
                <a:cubicBezTo>
                  <a:pt x="303277" y="111872"/>
                  <a:pt x="304180" y="113199"/>
                  <a:pt x="305415" y="114105"/>
                </a:cubicBezTo>
                <a:cubicBezTo>
                  <a:pt x="306649" y="115008"/>
                  <a:pt x="308080" y="115460"/>
                  <a:pt x="309706" y="115460"/>
                </a:cubicBezTo>
                <a:cubicBezTo>
                  <a:pt x="311874" y="115460"/>
                  <a:pt x="313832" y="114887"/>
                  <a:pt x="315578" y="113743"/>
                </a:cubicBezTo>
                <a:cubicBezTo>
                  <a:pt x="317988" y="112177"/>
                  <a:pt x="320879" y="109015"/>
                  <a:pt x="324251" y="104257"/>
                </a:cubicBezTo>
                <a:lnTo>
                  <a:pt x="324251" y="59085"/>
                </a:lnTo>
                <a:cubicBezTo>
                  <a:pt x="324251" y="52624"/>
                  <a:pt x="323664" y="48600"/>
                  <a:pt x="322490" y="47016"/>
                </a:cubicBezTo>
                <a:cubicBezTo>
                  <a:pt x="321315" y="45431"/>
                  <a:pt x="318861" y="44395"/>
                  <a:pt x="315127" y="43907"/>
                </a:cubicBezTo>
                <a:lnTo>
                  <a:pt x="315127" y="40655"/>
                </a:lnTo>
                <a:lnTo>
                  <a:pt x="349548" y="40655"/>
                </a:lnTo>
                <a:close/>
                <a:moveTo>
                  <a:pt x="453519" y="2710"/>
                </a:moveTo>
                <a:lnTo>
                  <a:pt x="453519" y="99920"/>
                </a:lnTo>
                <a:cubicBezTo>
                  <a:pt x="453519" y="106420"/>
                  <a:pt x="453699" y="110265"/>
                  <a:pt x="454061" y="111456"/>
                </a:cubicBezTo>
                <a:cubicBezTo>
                  <a:pt x="454543" y="113425"/>
                  <a:pt x="455461" y="114887"/>
                  <a:pt x="456816" y="115841"/>
                </a:cubicBezTo>
                <a:cubicBezTo>
                  <a:pt x="458171" y="116793"/>
                  <a:pt x="460535" y="117389"/>
                  <a:pt x="463908" y="117628"/>
                </a:cubicBezTo>
                <a:lnTo>
                  <a:pt x="463908" y="120880"/>
                </a:lnTo>
                <a:lnTo>
                  <a:pt x="428222" y="127746"/>
                </a:lnTo>
                <a:lnTo>
                  <a:pt x="428222" y="114376"/>
                </a:lnTo>
                <a:cubicBezTo>
                  <a:pt x="423946" y="119555"/>
                  <a:pt x="420137" y="123079"/>
                  <a:pt x="416794" y="124946"/>
                </a:cubicBezTo>
                <a:cubicBezTo>
                  <a:pt x="413451" y="126813"/>
                  <a:pt x="409672" y="127746"/>
                  <a:pt x="405456" y="127746"/>
                </a:cubicBezTo>
                <a:cubicBezTo>
                  <a:pt x="394675" y="127746"/>
                  <a:pt x="386152" y="122923"/>
                  <a:pt x="379888" y="113277"/>
                </a:cubicBezTo>
                <a:cubicBezTo>
                  <a:pt x="374829" y="105440"/>
                  <a:pt x="372299" y="95824"/>
                  <a:pt x="372299" y="84429"/>
                </a:cubicBezTo>
                <a:cubicBezTo>
                  <a:pt x="372299" y="75325"/>
                  <a:pt x="373865" y="67171"/>
                  <a:pt x="376997" y="59966"/>
                </a:cubicBezTo>
                <a:cubicBezTo>
                  <a:pt x="380129" y="52761"/>
                  <a:pt x="384421" y="47320"/>
                  <a:pt x="389871" y="43642"/>
                </a:cubicBezTo>
                <a:cubicBezTo>
                  <a:pt x="395322" y="39964"/>
                  <a:pt x="401179" y="38125"/>
                  <a:pt x="407443" y="38125"/>
                </a:cubicBezTo>
                <a:cubicBezTo>
                  <a:pt x="411479" y="38125"/>
                  <a:pt x="415062" y="38915"/>
                  <a:pt x="418194" y="40494"/>
                </a:cubicBezTo>
                <a:cubicBezTo>
                  <a:pt x="421326" y="42073"/>
                  <a:pt x="424669" y="44837"/>
                  <a:pt x="428222" y="48786"/>
                </a:cubicBezTo>
                <a:lnTo>
                  <a:pt x="428222" y="23309"/>
                </a:lnTo>
                <a:cubicBezTo>
                  <a:pt x="428222" y="16864"/>
                  <a:pt x="427951" y="12979"/>
                  <a:pt x="427409" y="11654"/>
                </a:cubicBezTo>
                <a:cubicBezTo>
                  <a:pt x="426686" y="9908"/>
                  <a:pt x="425602" y="8613"/>
                  <a:pt x="424157" y="7770"/>
                </a:cubicBezTo>
                <a:cubicBezTo>
                  <a:pt x="422711" y="6926"/>
                  <a:pt x="420001" y="6505"/>
                  <a:pt x="416026" y="6505"/>
                </a:cubicBezTo>
                <a:lnTo>
                  <a:pt x="416026" y="2710"/>
                </a:lnTo>
                <a:lnTo>
                  <a:pt x="453519" y="2710"/>
                </a:lnTo>
                <a:moveTo>
                  <a:pt x="428222" y="59808"/>
                </a:moveTo>
                <a:cubicBezTo>
                  <a:pt x="423765" y="51376"/>
                  <a:pt x="418315" y="47160"/>
                  <a:pt x="411870" y="47160"/>
                </a:cubicBezTo>
                <a:cubicBezTo>
                  <a:pt x="409642" y="47160"/>
                  <a:pt x="407805" y="47762"/>
                  <a:pt x="406359" y="48966"/>
                </a:cubicBezTo>
                <a:cubicBezTo>
                  <a:pt x="404131" y="50834"/>
                  <a:pt x="402309" y="54116"/>
                  <a:pt x="400893" y="58814"/>
                </a:cubicBezTo>
                <a:cubicBezTo>
                  <a:pt x="399478" y="63512"/>
                  <a:pt x="398770" y="70709"/>
                  <a:pt x="398770" y="80406"/>
                </a:cubicBezTo>
                <a:cubicBezTo>
                  <a:pt x="398770" y="91067"/>
                  <a:pt x="399553" y="98957"/>
                  <a:pt x="401119" y="104076"/>
                </a:cubicBezTo>
                <a:cubicBezTo>
                  <a:pt x="402685" y="109196"/>
                  <a:pt x="404823" y="112900"/>
                  <a:pt x="407534" y="115189"/>
                </a:cubicBezTo>
                <a:cubicBezTo>
                  <a:pt x="408919" y="116333"/>
                  <a:pt x="410816" y="116905"/>
                  <a:pt x="413225" y="116905"/>
                </a:cubicBezTo>
                <a:cubicBezTo>
                  <a:pt x="418525" y="116905"/>
                  <a:pt x="423524" y="112736"/>
                  <a:pt x="428222" y="104398"/>
                </a:cubicBezTo>
                <a:lnTo>
                  <a:pt x="428222" y="59808"/>
                </a:lnTo>
                <a:close/>
                <a:moveTo>
                  <a:pt x="514666" y="38125"/>
                </a:moveTo>
                <a:cubicBezTo>
                  <a:pt x="522014" y="38125"/>
                  <a:pt x="528850" y="40024"/>
                  <a:pt x="535175" y="43822"/>
                </a:cubicBezTo>
                <a:cubicBezTo>
                  <a:pt x="541499" y="47621"/>
                  <a:pt x="546302" y="53017"/>
                  <a:pt x="549584" y="60011"/>
                </a:cubicBezTo>
                <a:cubicBezTo>
                  <a:pt x="552867" y="67005"/>
                  <a:pt x="554508" y="74662"/>
                  <a:pt x="554508" y="82981"/>
                </a:cubicBezTo>
                <a:cubicBezTo>
                  <a:pt x="554508" y="94978"/>
                  <a:pt x="551467" y="105016"/>
                  <a:pt x="545383" y="113097"/>
                </a:cubicBezTo>
                <a:cubicBezTo>
                  <a:pt x="538035" y="122863"/>
                  <a:pt x="527887" y="127746"/>
                  <a:pt x="514937" y="127746"/>
                </a:cubicBezTo>
                <a:cubicBezTo>
                  <a:pt x="502229" y="127746"/>
                  <a:pt x="492442" y="123285"/>
                  <a:pt x="485576" y="114361"/>
                </a:cubicBezTo>
                <a:cubicBezTo>
                  <a:pt x="478710" y="105438"/>
                  <a:pt x="475276" y="95098"/>
                  <a:pt x="475276" y="83342"/>
                </a:cubicBezTo>
                <a:cubicBezTo>
                  <a:pt x="475276" y="71225"/>
                  <a:pt x="478785" y="60659"/>
                  <a:pt x="485802" y="51646"/>
                </a:cubicBezTo>
                <a:cubicBezTo>
                  <a:pt x="492818" y="42632"/>
                  <a:pt x="502440" y="38125"/>
                  <a:pt x="514666" y="38125"/>
                </a:cubicBezTo>
                <a:moveTo>
                  <a:pt x="515028" y="44449"/>
                </a:moveTo>
                <a:cubicBezTo>
                  <a:pt x="511956" y="44449"/>
                  <a:pt x="509321" y="45611"/>
                  <a:pt x="507123" y="47933"/>
                </a:cubicBezTo>
                <a:cubicBezTo>
                  <a:pt x="504924" y="50254"/>
                  <a:pt x="503479" y="54836"/>
                  <a:pt x="502786" y="61680"/>
                </a:cubicBezTo>
                <a:cubicBezTo>
                  <a:pt x="502094" y="68523"/>
                  <a:pt x="501747" y="78036"/>
                  <a:pt x="501747" y="90217"/>
                </a:cubicBezTo>
                <a:cubicBezTo>
                  <a:pt x="501747" y="96669"/>
                  <a:pt x="502169" y="102700"/>
                  <a:pt x="503012" y="108308"/>
                </a:cubicBezTo>
                <a:cubicBezTo>
                  <a:pt x="503675" y="112588"/>
                  <a:pt x="505090" y="115845"/>
                  <a:pt x="507258" y="118077"/>
                </a:cubicBezTo>
                <a:cubicBezTo>
                  <a:pt x="509426" y="120307"/>
                  <a:pt x="511896" y="121422"/>
                  <a:pt x="514666" y="121422"/>
                </a:cubicBezTo>
                <a:cubicBezTo>
                  <a:pt x="517377" y="121422"/>
                  <a:pt x="519635" y="120669"/>
                  <a:pt x="521442" y="119161"/>
                </a:cubicBezTo>
                <a:cubicBezTo>
                  <a:pt x="523791" y="117111"/>
                  <a:pt x="525357" y="114247"/>
                  <a:pt x="526140" y="110567"/>
                </a:cubicBezTo>
                <a:cubicBezTo>
                  <a:pt x="527345" y="104840"/>
                  <a:pt x="527947" y="93262"/>
                  <a:pt x="527947" y="75835"/>
                </a:cubicBezTo>
                <a:cubicBezTo>
                  <a:pt x="527947" y="65585"/>
                  <a:pt x="527375" y="58546"/>
                  <a:pt x="526230" y="54717"/>
                </a:cubicBezTo>
                <a:cubicBezTo>
                  <a:pt x="525086" y="50887"/>
                  <a:pt x="523400" y="48098"/>
                  <a:pt x="521171" y="46349"/>
                </a:cubicBezTo>
                <a:cubicBezTo>
                  <a:pt x="519605" y="45083"/>
                  <a:pt x="517557" y="44449"/>
                  <a:pt x="515028" y="44449"/>
                </a:cubicBezTo>
                <a:close/>
                <a:moveTo>
                  <a:pt x="729935" y="0"/>
                </a:moveTo>
                <a:lnTo>
                  <a:pt x="729935" y="42462"/>
                </a:lnTo>
                <a:lnTo>
                  <a:pt x="726411" y="42462"/>
                </a:lnTo>
                <a:cubicBezTo>
                  <a:pt x="723761" y="31321"/>
                  <a:pt x="718822" y="22785"/>
                  <a:pt x="711595" y="16852"/>
                </a:cubicBezTo>
                <a:cubicBezTo>
                  <a:pt x="704367" y="10918"/>
                  <a:pt x="696176" y="7950"/>
                  <a:pt x="687021" y="7950"/>
                </a:cubicBezTo>
                <a:cubicBezTo>
                  <a:pt x="679372" y="7950"/>
                  <a:pt x="672355" y="10149"/>
                  <a:pt x="665971" y="14545"/>
                </a:cubicBezTo>
                <a:cubicBezTo>
                  <a:pt x="659587" y="18942"/>
                  <a:pt x="654919" y="24694"/>
                  <a:pt x="651968" y="31801"/>
                </a:cubicBezTo>
                <a:cubicBezTo>
                  <a:pt x="648173" y="40896"/>
                  <a:pt x="646276" y="51014"/>
                  <a:pt x="646276" y="62157"/>
                </a:cubicBezTo>
                <a:cubicBezTo>
                  <a:pt x="646276" y="73118"/>
                  <a:pt x="647661" y="83101"/>
                  <a:pt x="650432" y="92106"/>
                </a:cubicBezTo>
                <a:cubicBezTo>
                  <a:pt x="653202" y="101110"/>
                  <a:pt x="657539" y="107916"/>
                  <a:pt x="663441" y="112523"/>
                </a:cubicBezTo>
                <a:cubicBezTo>
                  <a:pt x="669344" y="117131"/>
                  <a:pt x="676993" y="119435"/>
                  <a:pt x="686389" y="119435"/>
                </a:cubicBezTo>
                <a:cubicBezTo>
                  <a:pt x="694098" y="119435"/>
                  <a:pt x="701160" y="117748"/>
                  <a:pt x="707574" y="114376"/>
                </a:cubicBezTo>
                <a:cubicBezTo>
                  <a:pt x="713989" y="111003"/>
                  <a:pt x="720750" y="105191"/>
                  <a:pt x="727857" y="96939"/>
                </a:cubicBezTo>
                <a:lnTo>
                  <a:pt x="727857" y="107509"/>
                </a:lnTo>
                <a:cubicBezTo>
                  <a:pt x="720991" y="114677"/>
                  <a:pt x="713838" y="119871"/>
                  <a:pt x="706400" y="123094"/>
                </a:cubicBezTo>
                <a:cubicBezTo>
                  <a:pt x="698962" y="126316"/>
                  <a:pt x="690274" y="127927"/>
                  <a:pt x="680336" y="127927"/>
                </a:cubicBezTo>
                <a:cubicBezTo>
                  <a:pt x="667266" y="127927"/>
                  <a:pt x="655657" y="125311"/>
                  <a:pt x="645508" y="120079"/>
                </a:cubicBezTo>
                <a:cubicBezTo>
                  <a:pt x="635359" y="114846"/>
                  <a:pt x="627530" y="107329"/>
                  <a:pt x="622019" y="97526"/>
                </a:cubicBezTo>
                <a:cubicBezTo>
                  <a:pt x="616508" y="87722"/>
                  <a:pt x="613752" y="77286"/>
                  <a:pt x="613752" y="66219"/>
                </a:cubicBezTo>
                <a:cubicBezTo>
                  <a:pt x="613752" y="54552"/>
                  <a:pt x="616809" y="43486"/>
                  <a:pt x="622922" y="33021"/>
                </a:cubicBezTo>
                <a:cubicBezTo>
                  <a:pt x="629035" y="22554"/>
                  <a:pt x="637287" y="14434"/>
                  <a:pt x="647676" y="8662"/>
                </a:cubicBezTo>
                <a:cubicBezTo>
                  <a:pt x="658066" y="2887"/>
                  <a:pt x="669103" y="0"/>
                  <a:pt x="680787" y="0"/>
                </a:cubicBezTo>
                <a:cubicBezTo>
                  <a:pt x="689400" y="0"/>
                  <a:pt x="698495" y="1867"/>
                  <a:pt x="708071" y="5601"/>
                </a:cubicBezTo>
                <a:cubicBezTo>
                  <a:pt x="713612" y="7770"/>
                  <a:pt x="717136" y="8854"/>
                  <a:pt x="718642" y="8854"/>
                </a:cubicBezTo>
                <a:cubicBezTo>
                  <a:pt x="720569" y="8854"/>
                  <a:pt x="722240" y="8146"/>
                  <a:pt x="723656" y="6731"/>
                </a:cubicBezTo>
                <a:cubicBezTo>
                  <a:pt x="725071" y="5315"/>
                  <a:pt x="725990" y="3072"/>
                  <a:pt x="726411" y="0"/>
                </a:cubicBezTo>
                <a:lnTo>
                  <a:pt x="729935" y="0"/>
                </a:lnTo>
                <a:close/>
                <a:moveTo>
                  <a:pt x="786097" y="38125"/>
                </a:moveTo>
                <a:cubicBezTo>
                  <a:pt x="793445" y="38125"/>
                  <a:pt x="800281" y="40024"/>
                  <a:pt x="806606" y="43822"/>
                </a:cubicBezTo>
                <a:cubicBezTo>
                  <a:pt x="812930" y="47621"/>
                  <a:pt x="817733" y="53017"/>
                  <a:pt x="821015" y="60011"/>
                </a:cubicBezTo>
                <a:cubicBezTo>
                  <a:pt x="824298" y="67005"/>
                  <a:pt x="825939" y="74662"/>
                  <a:pt x="825939" y="82981"/>
                </a:cubicBezTo>
                <a:cubicBezTo>
                  <a:pt x="825939" y="94978"/>
                  <a:pt x="822898" y="105016"/>
                  <a:pt x="816814" y="113097"/>
                </a:cubicBezTo>
                <a:cubicBezTo>
                  <a:pt x="809466" y="122863"/>
                  <a:pt x="799318" y="127746"/>
                  <a:pt x="786368" y="127746"/>
                </a:cubicBezTo>
                <a:cubicBezTo>
                  <a:pt x="773660" y="127746"/>
                  <a:pt x="763873" y="123285"/>
                  <a:pt x="757007" y="114361"/>
                </a:cubicBezTo>
                <a:cubicBezTo>
                  <a:pt x="750141" y="105438"/>
                  <a:pt x="746707" y="95098"/>
                  <a:pt x="746707" y="83342"/>
                </a:cubicBezTo>
                <a:cubicBezTo>
                  <a:pt x="746707" y="71225"/>
                  <a:pt x="750216" y="60659"/>
                  <a:pt x="757233" y="51646"/>
                </a:cubicBezTo>
                <a:cubicBezTo>
                  <a:pt x="764249" y="42632"/>
                  <a:pt x="773871" y="38125"/>
                  <a:pt x="786097" y="38125"/>
                </a:cubicBezTo>
                <a:moveTo>
                  <a:pt x="786459" y="44449"/>
                </a:moveTo>
                <a:cubicBezTo>
                  <a:pt x="783387" y="44449"/>
                  <a:pt x="780752" y="45611"/>
                  <a:pt x="778554" y="47933"/>
                </a:cubicBezTo>
                <a:cubicBezTo>
                  <a:pt x="776355" y="50254"/>
                  <a:pt x="774910" y="54836"/>
                  <a:pt x="774217" y="61680"/>
                </a:cubicBezTo>
                <a:cubicBezTo>
                  <a:pt x="773525" y="68523"/>
                  <a:pt x="773178" y="78036"/>
                  <a:pt x="773178" y="90217"/>
                </a:cubicBezTo>
                <a:cubicBezTo>
                  <a:pt x="773178" y="96669"/>
                  <a:pt x="773600" y="102700"/>
                  <a:pt x="774443" y="108308"/>
                </a:cubicBezTo>
                <a:cubicBezTo>
                  <a:pt x="775106" y="112588"/>
                  <a:pt x="776521" y="115845"/>
                  <a:pt x="778689" y="118077"/>
                </a:cubicBezTo>
                <a:cubicBezTo>
                  <a:pt x="780858" y="120307"/>
                  <a:pt x="783327" y="121422"/>
                  <a:pt x="786097" y="121422"/>
                </a:cubicBezTo>
                <a:cubicBezTo>
                  <a:pt x="788808" y="121422"/>
                  <a:pt x="791066" y="120669"/>
                  <a:pt x="792873" y="119161"/>
                </a:cubicBezTo>
                <a:cubicBezTo>
                  <a:pt x="795222" y="117111"/>
                  <a:pt x="796788" y="114247"/>
                  <a:pt x="797571" y="110567"/>
                </a:cubicBezTo>
                <a:cubicBezTo>
                  <a:pt x="798776" y="104840"/>
                  <a:pt x="799378" y="93262"/>
                  <a:pt x="799378" y="75835"/>
                </a:cubicBezTo>
                <a:cubicBezTo>
                  <a:pt x="799378" y="65585"/>
                  <a:pt x="798806" y="58546"/>
                  <a:pt x="797661" y="54717"/>
                </a:cubicBezTo>
                <a:cubicBezTo>
                  <a:pt x="796517" y="50887"/>
                  <a:pt x="794831" y="48098"/>
                  <a:pt x="792602" y="46349"/>
                </a:cubicBezTo>
                <a:cubicBezTo>
                  <a:pt x="791036" y="45083"/>
                  <a:pt x="788988" y="44449"/>
                  <a:pt x="786459" y="44449"/>
                </a:cubicBezTo>
                <a:close/>
                <a:moveTo>
                  <a:pt x="874562" y="40655"/>
                </a:moveTo>
                <a:lnTo>
                  <a:pt x="874562" y="59808"/>
                </a:lnTo>
                <a:cubicBezTo>
                  <a:pt x="880163" y="51074"/>
                  <a:pt x="885072" y="45277"/>
                  <a:pt x="889288" y="42417"/>
                </a:cubicBezTo>
                <a:cubicBezTo>
                  <a:pt x="893504" y="39556"/>
                  <a:pt x="897569" y="38125"/>
                  <a:pt x="901484" y="38125"/>
                </a:cubicBezTo>
                <a:cubicBezTo>
                  <a:pt x="904857" y="38125"/>
                  <a:pt x="907552" y="39168"/>
                  <a:pt x="909570" y="41253"/>
                </a:cubicBezTo>
                <a:cubicBezTo>
                  <a:pt x="911588" y="43339"/>
                  <a:pt x="912597" y="46285"/>
                  <a:pt x="912597" y="50093"/>
                </a:cubicBezTo>
                <a:cubicBezTo>
                  <a:pt x="912597" y="54143"/>
                  <a:pt x="911618" y="57288"/>
                  <a:pt x="909660" y="59525"/>
                </a:cubicBezTo>
                <a:cubicBezTo>
                  <a:pt x="907703" y="61761"/>
                  <a:pt x="905339" y="62879"/>
                  <a:pt x="902568" y="62879"/>
                </a:cubicBezTo>
                <a:cubicBezTo>
                  <a:pt x="899376" y="62879"/>
                  <a:pt x="896606" y="61856"/>
                  <a:pt x="894257" y="59808"/>
                </a:cubicBezTo>
                <a:cubicBezTo>
                  <a:pt x="891908" y="57760"/>
                  <a:pt x="890523" y="56616"/>
                  <a:pt x="890101" y="56375"/>
                </a:cubicBezTo>
                <a:cubicBezTo>
                  <a:pt x="889499" y="56013"/>
                  <a:pt x="888806" y="55833"/>
                  <a:pt x="888023" y="55833"/>
                </a:cubicBezTo>
                <a:cubicBezTo>
                  <a:pt x="886276" y="55833"/>
                  <a:pt x="884620" y="56495"/>
                  <a:pt x="883054" y="57820"/>
                </a:cubicBezTo>
                <a:cubicBezTo>
                  <a:pt x="880585" y="59868"/>
                  <a:pt x="878718" y="62789"/>
                  <a:pt x="877453" y="66584"/>
                </a:cubicBezTo>
                <a:cubicBezTo>
                  <a:pt x="875525" y="72426"/>
                  <a:pt x="874562" y="78870"/>
                  <a:pt x="874562" y="85917"/>
                </a:cubicBezTo>
                <a:lnTo>
                  <a:pt x="874562" y="105341"/>
                </a:lnTo>
                <a:lnTo>
                  <a:pt x="874652" y="110400"/>
                </a:lnTo>
                <a:cubicBezTo>
                  <a:pt x="874652" y="113833"/>
                  <a:pt x="874863" y="116032"/>
                  <a:pt x="875284" y="116996"/>
                </a:cubicBezTo>
                <a:cubicBezTo>
                  <a:pt x="876007" y="118622"/>
                  <a:pt x="877076" y="119811"/>
                  <a:pt x="878492" y="120564"/>
                </a:cubicBezTo>
                <a:cubicBezTo>
                  <a:pt x="879907" y="121317"/>
                  <a:pt x="882301" y="121784"/>
                  <a:pt x="885674" y="121964"/>
                </a:cubicBezTo>
                <a:lnTo>
                  <a:pt x="885674" y="125217"/>
                </a:lnTo>
                <a:lnTo>
                  <a:pt x="840050" y="125217"/>
                </a:lnTo>
                <a:lnTo>
                  <a:pt x="840050" y="121964"/>
                </a:lnTo>
                <a:cubicBezTo>
                  <a:pt x="843724" y="121663"/>
                  <a:pt x="846209" y="120654"/>
                  <a:pt x="847504" y="118938"/>
                </a:cubicBezTo>
                <a:cubicBezTo>
                  <a:pt x="848799" y="117221"/>
                  <a:pt x="849446" y="112689"/>
                  <a:pt x="849446" y="105341"/>
                </a:cubicBezTo>
                <a:lnTo>
                  <a:pt x="849446" y="58543"/>
                </a:lnTo>
                <a:cubicBezTo>
                  <a:pt x="849446" y="53694"/>
                  <a:pt x="849205" y="50604"/>
                  <a:pt x="848723" y="49271"/>
                </a:cubicBezTo>
                <a:cubicBezTo>
                  <a:pt x="848121" y="47574"/>
                  <a:pt x="847248" y="46331"/>
                  <a:pt x="846103" y="45545"/>
                </a:cubicBezTo>
                <a:cubicBezTo>
                  <a:pt x="844959" y="44756"/>
                  <a:pt x="842941" y="44210"/>
                  <a:pt x="840050" y="43907"/>
                </a:cubicBezTo>
                <a:lnTo>
                  <a:pt x="840050" y="40655"/>
                </a:lnTo>
                <a:lnTo>
                  <a:pt x="874562" y="40655"/>
                </a:lnTo>
                <a:close/>
                <a:moveTo>
                  <a:pt x="955972" y="40655"/>
                </a:moveTo>
                <a:lnTo>
                  <a:pt x="955972" y="59808"/>
                </a:lnTo>
                <a:cubicBezTo>
                  <a:pt x="961574" y="51074"/>
                  <a:pt x="966483" y="45277"/>
                  <a:pt x="970699" y="42417"/>
                </a:cubicBezTo>
                <a:cubicBezTo>
                  <a:pt x="974915" y="39556"/>
                  <a:pt x="978980" y="38125"/>
                  <a:pt x="982895" y="38125"/>
                </a:cubicBezTo>
                <a:cubicBezTo>
                  <a:pt x="986268" y="38125"/>
                  <a:pt x="988963" y="39168"/>
                  <a:pt x="990981" y="41253"/>
                </a:cubicBezTo>
                <a:cubicBezTo>
                  <a:pt x="992998" y="43339"/>
                  <a:pt x="994007" y="46285"/>
                  <a:pt x="994007" y="50093"/>
                </a:cubicBezTo>
                <a:cubicBezTo>
                  <a:pt x="994007" y="54143"/>
                  <a:pt x="993029" y="57288"/>
                  <a:pt x="991071" y="59525"/>
                </a:cubicBezTo>
                <a:cubicBezTo>
                  <a:pt x="989114" y="61761"/>
                  <a:pt x="986750" y="62879"/>
                  <a:pt x="983979" y="62879"/>
                </a:cubicBezTo>
                <a:cubicBezTo>
                  <a:pt x="980787" y="62879"/>
                  <a:pt x="978016" y="61856"/>
                  <a:pt x="975667" y="59808"/>
                </a:cubicBezTo>
                <a:cubicBezTo>
                  <a:pt x="973319" y="57760"/>
                  <a:pt x="971933" y="56616"/>
                  <a:pt x="971512" y="56375"/>
                </a:cubicBezTo>
                <a:cubicBezTo>
                  <a:pt x="970909" y="56013"/>
                  <a:pt x="970217" y="55833"/>
                  <a:pt x="969434" y="55833"/>
                </a:cubicBezTo>
                <a:cubicBezTo>
                  <a:pt x="967687" y="55833"/>
                  <a:pt x="966031" y="56495"/>
                  <a:pt x="964465" y="57820"/>
                </a:cubicBezTo>
                <a:cubicBezTo>
                  <a:pt x="961995" y="59868"/>
                  <a:pt x="960128" y="62789"/>
                  <a:pt x="958863" y="66584"/>
                </a:cubicBezTo>
                <a:cubicBezTo>
                  <a:pt x="956936" y="72426"/>
                  <a:pt x="955972" y="78870"/>
                  <a:pt x="955972" y="85917"/>
                </a:cubicBezTo>
                <a:lnTo>
                  <a:pt x="955972" y="105341"/>
                </a:lnTo>
                <a:lnTo>
                  <a:pt x="956063" y="110400"/>
                </a:lnTo>
                <a:cubicBezTo>
                  <a:pt x="956063" y="113833"/>
                  <a:pt x="956274" y="116032"/>
                  <a:pt x="956695" y="116996"/>
                </a:cubicBezTo>
                <a:cubicBezTo>
                  <a:pt x="957418" y="118622"/>
                  <a:pt x="958487" y="119811"/>
                  <a:pt x="959902" y="120564"/>
                </a:cubicBezTo>
                <a:cubicBezTo>
                  <a:pt x="961318" y="121317"/>
                  <a:pt x="963712" y="121784"/>
                  <a:pt x="967085" y="121964"/>
                </a:cubicBezTo>
                <a:lnTo>
                  <a:pt x="967085" y="125217"/>
                </a:lnTo>
                <a:lnTo>
                  <a:pt x="921461" y="125217"/>
                </a:lnTo>
                <a:lnTo>
                  <a:pt x="921461" y="121964"/>
                </a:lnTo>
                <a:cubicBezTo>
                  <a:pt x="925135" y="121663"/>
                  <a:pt x="927620" y="120654"/>
                  <a:pt x="928914" y="118938"/>
                </a:cubicBezTo>
                <a:cubicBezTo>
                  <a:pt x="930209" y="117221"/>
                  <a:pt x="930857" y="112689"/>
                  <a:pt x="930857" y="105341"/>
                </a:cubicBezTo>
                <a:lnTo>
                  <a:pt x="930857" y="58543"/>
                </a:lnTo>
                <a:cubicBezTo>
                  <a:pt x="930857" y="53694"/>
                  <a:pt x="930616" y="50604"/>
                  <a:pt x="930134" y="49271"/>
                </a:cubicBezTo>
                <a:cubicBezTo>
                  <a:pt x="929532" y="47574"/>
                  <a:pt x="928658" y="46331"/>
                  <a:pt x="927514" y="45545"/>
                </a:cubicBezTo>
                <a:cubicBezTo>
                  <a:pt x="926370" y="44756"/>
                  <a:pt x="924352" y="44210"/>
                  <a:pt x="921461" y="43907"/>
                </a:cubicBezTo>
                <a:lnTo>
                  <a:pt x="921461" y="40655"/>
                </a:lnTo>
                <a:lnTo>
                  <a:pt x="955972" y="40655"/>
                </a:lnTo>
                <a:close/>
                <a:moveTo>
                  <a:pt x="1073882" y="79864"/>
                </a:moveTo>
                <a:lnTo>
                  <a:pt x="1027536" y="79864"/>
                </a:lnTo>
                <a:cubicBezTo>
                  <a:pt x="1028078" y="91097"/>
                  <a:pt x="1031059" y="99974"/>
                  <a:pt x="1036480" y="106496"/>
                </a:cubicBezTo>
                <a:cubicBezTo>
                  <a:pt x="1040636" y="111508"/>
                  <a:pt x="1045635" y="114014"/>
                  <a:pt x="1051477" y="114014"/>
                </a:cubicBezTo>
                <a:cubicBezTo>
                  <a:pt x="1055091" y="114014"/>
                  <a:pt x="1058373" y="113005"/>
                  <a:pt x="1061325" y="110988"/>
                </a:cubicBezTo>
                <a:cubicBezTo>
                  <a:pt x="1064276" y="108970"/>
                  <a:pt x="1067438" y="105341"/>
                  <a:pt x="1070811" y="100101"/>
                </a:cubicBezTo>
                <a:lnTo>
                  <a:pt x="1073882" y="102089"/>
                </a:lnTo>
                <a:cubicBezTo>
                  <a:pt x="1069305" y="111424"/>
                  <a:pt x="1064246" y="118034"/>
                  <a:pt x="1058705" y="121919"/>
                </a:cubicBezTo>
                <a:cubicBezTo>
                  <a:pt x="1053163" y="125804"/>
                  <a:pt x="1046749" y="127746"/>
                  <a:pt x="1039461" y="127746"/>
                </a:cubicBezTo>
                <a:cubicBezTo>
                  <a:pt x="1026934" y="127746"/>
                  <a:pt x="1017447" y="122923"/>
                  <a:pt x="1011003" y="113277"/>
                </a:cubicBezTo>
                <a:cubicBezTo>
                  <a:pt x="1005823" y="105500"/>
                  <a:pt x="1003233" y="95854"/>
                  <a:pt x="1003233" y="84339"/>
                </a:cubicBezTo>
                <a:cubicBezTo>
                  <a:pt x="1003233" y="70230"/>
                  <a:pt x="1007043" y="59001"/>
                  <a:pt x="1014662" y="50652"/>
                </a:cubicBezTo>
                <a:cubicBezTo>
                  <a:pt x="1022281" y="42301"/>
                  <a:pt x="1031210" y="38125"/>
                  <a:pt x="1041449" y="38125"/>
                </a:cubicBezTo>
                <a:cubicBezTo>
                  <a:pt x="1050001" y="38125"/>
                  <a:pt x="1057425" y="41634"/>
                  <a:pt x="1063719" y="48650"/>
                </a:cubicBezTo>
                <a:cubicBezTo>
                  <a:pt x="1070013" y="55667"/>
                  <a:pt x="1073400" y="66072"/>
                  <a:pt x="1073882" y="79864"/>
                </a:cubicBezTo>
                <a:moveTo>
                  <a:pt x="1051658" y="73901"/>
                </a:moveTo>
                <a:cubicBezTo>
                  <a:pt x="1051658" y="64204"/>
                  <a:pt x="1051131" y="57549"/>
                  <a:pt x="1050077" y="53935"/>
                </a:cubicBezTo>
                <a:cubicBezTo>
                  <a:pt x="1049023" y="50322"/>
                  <a:pt x="1047381" y="47581"/>
                  <a:pt x="1045153" y="45714"/>
                </a:cubicBezTo>
                <a:cubicBezTo>
                  <a:pt x="1043888" y="44630"/>
                  <a:pt x="1042202" y="44088"/>
                  <a:pt x="1040094" y="44088"/>
                </a:cubicBezTo>
                <a:cubicBezTo>
                  <a:pt x="1036962" y="44088"/>
                  <a:pt x="1034402" y="45624"/>
                  <a:pt x="1032414" y="48695"/>
                </a:cubicBezTo>
                <a:cubicBezTo>
                  <a:pt x="1028861" y="54056"/>
                  <a:pt x="1027084" y="61404"/>
                  <a:pt x="1027084" y="70739"/>
                </a:cubicBezTo>
                <a:lnTo>
                  <a:pt x="1027084" y="73901"/>
                </a:lnTo>
                <a:lnTo>
                  <a:pt x="1051658" y="73901"/>
                </a:lnTo>
                <a:close/>
                <a:moveTo>
                  <a:pt x="1152673" y="103373"/>
                </a:moveTo>
                <a:lnTo>
                  <a:pt x="1155474" y="105539"/>
                </a:lnTo>
                <a:cubicBezTo>
                  <a:pt x="1151499" y="113032"/>
                  <a:pt x="1146545" y="118607"/>
                  <a:pt x="1140612" y="122264"/>
                </a:cubicBezTo>
                <a:cubicBezTo>
                  <a:pt x="1134680" y="125919"/>
                  <a:pt x="1128371" y="127746"/>
                  <a:pt x="1121685" y="127746"/>
                </a:cubicBezTo>
                <a:cubicBezTo>
                  <a:pt x="1110422" y="127746"/>
                  <a:pt x="1101418" y="123497"/>
                  <a:pt x="1094672" y="114997"/>
                </a:cubicBezTo>
                <a:cubicBezTo>
                  <a:pt x="1087927" y="106495"/>
                  <a:pt x="1084554" y="96276"/>
                  <a:pt x="1084554" y="84339"/>
                </a:cubicBezTo>
                <a:cubicBezTo>
                  <a:pt x="1084554" y="72822"/>
                  <a:pt x="1087625" y="62693"/>
                  <a:pt x="1093769" y="53952"/>
                </a:cubicBezTo>
                <a:cubicBezTo>
                  <a:pt x="1101177" y="43401"/>
                  <a:pt x="1111386" y="38125"/>
                  <a:pt x="1124395" y="38125"/>
                </a:cubicBezTo>
                <a:cubicBezTo>
                  <a:pt x="1133129" y="38125"/>
                  <a:pt x="1140070" y="40330"/>
                  <a:pt x="1145220" y="44740"/>
                </a:cubicBezTo>
                <a:cubicBezTo>
                  <a:pt x="1150369" y="49148"/>
                  <a:pt x="1152944" y="54070"/>
                  <a:pt x="1152944" y="59506"/>
                </a:cubicBezTo>
                <a:cubicBezTo>
                  <a:pt x="1152944" y="62948"/>
                  <a:pt x="1151905" y="65696"/>
                  <a:pt x="1149827" y="67750"/>
                </a:cubicBezTo>
                <a:cubicBezTo>
                  <a:pt x="1147749" y="69803"/>
                  <a:pt x="1145024" y="70830"/>
                  <a:pt x="1141651" y="70830"/>
                </a:cubicBezTo>
                <a:cubicBezTo>
                  <a:pt x="1138098" y="70830"/>
                  <a:pt x="1135161" y="69651"/>
                  <a:pt x="1132843" y="67295"/>
                </a:cubicBezTo>
                <a:cubicBezTo>
                  <a:pt x="1130524" y="64937"/>
                  <a:pt x="1129093" y="60736"/>
                  <a:pt x="1128551" y="54692"/>
                </a:cubicBezTo>
                <a:cubicBezTo>
                  <a:pt x="1128190" y="50884"/>
                  <a:pt x="1127317" y="48225"/>
                  <a:pt x="1125931" y="46714"/>
                </a:cubicBezTo>
                <a:cubicBezTo>
                  <a:pt x="1124546" y="45204"/>
                  <a:pt x="1122920" y="44449"/>
                  <a:pt x="1121053" y="44449"/>
                </a:cubicBezTo>
                <a:cubicBezTo>
                  <a:pt x="1118162" y="44449"/>
                  <a:pt x="1115692" y="45985"/>
                  <a:pt x="1113645" y="49057"/>
                </a:cubicBezTo>
                <a:cubicBezTo>
                  <a:pt x="1110513" y="53694"/>
                  <a:pt x="1108947" y="60802"/>
                  <a:pt x="1108947" y="70378"/>
                </a:cubicBezTo>
                <a:cubicBezTo>
                  <a:pt x="1108947" y="78328"/>
                  <a:pt x="1110211" y="85932"/>
                  <a:pt x="1112741" y="93190"/>
                </a:cubicBezTo>
                <a:cubicBezTo>
                  <a:pt x="1115271" y="100448"/>
                  <a:pt x="1118734" y="105853"/>
                  <a:pt x="1123131" y="109407"/>
                </a:cubicBezTo>
                <a:cubicBezTo>
                  <a:pt x="1126443" y="111996"/>
                  <a:pt x="1130358" y="113291"/>
                  <a:pt x="1134875" y="113291"/>
                </a:cubicBezTo>
                <a:cubicBezTo>
                  <a:pt x="1137827" y="113291"/>
                  <a:pt x="1140627" y="112601"/>
                  <a:pt x="1143277" y="111219"/>
                </a:cubicBezTo>
                <a:cubicBezTo>
                  <a:pt x="1145927" y="109836"/>
                  <a:pt x="1149059" y="107220"/>
                  <a:pt x="1152673" y="103373"/>
                </a:cubicBezTo>
                <a:close/>
                <a:moveTo>
                  <a:pt x="1200889" y="9576"/>
                </a:moveTo>
                <a:lnTo>
                  <a:pt x="1200889" y="40655"/>
                </a:lnTo>
                <a:lnTo>
                  <a:pt x="1220946" y="40655"/>
                </a:lnTo>
                <a:lnTo>
                  <a:pt x="1220946" y="49509"/>
                </a:lnTo>
                <a:lnTo>
                  <a:pt x="1200889" y="49509"/>
                </a:lnTo>
                <a:lnTo>
                  <a:pt x="1200889" y="101778"/>
                </a:lnTo>
                <a:cubicBezTo>
                  <a:pt x="1200889" y="106670"/>
                  <a:pt x="1201115" y="109825"/>
                  <a:pt x="1201567" y="111245"/>
                </a:cubicBezTo>
                <a:cubicBezTo>
                  <a:pt x="1202019" y="112664"/>
                  <a:pt x="1202817" y="113812"/>
                  <a:pt x="1203961" y="114689"/>
                </a:cubicBezTo>
                <a:cubicBezTo>
                  <a:pt x="1205105" y="115564"/>
                  <a:pt x="1206159" y="116002"/>
                  <a:pt x="1207123" y="116002"/>
                </a:cubicBezTo>
                <a:cubicBezTo>
                  <a:pt x="1211038" y="116002"/>
                  <a:pt x="1214742" y="112990"/>
                  <a:pt x="1218235" y="106967"/>
                </a:cubicBezTo>
                <a:lnTo>
                  <a:pt x="1220946" y="108975"/>
                </a:lnTo>
                <a:cubicBezTo>
                  <a:pt x="1216067" y="120646"/>
                  <a:pt x="1208147" y="126482"/>
                  <a:pt x="1197185" y="126482"/>
                </a:cubicBezTo>
                <a:cubicBezTo>
                  <a:pt x="1191825" y="126482"/>
                  <a:pt x="1187293" y="124986"/>
                  <a:pt x="1183588" y="121995"/>
                </a:cubicBezTo>
                <a:cubicBezTo>
                  <a:pt x="1179884" y="119003"/>
                  <a:pt x="1177520" y="115663"/>
                  <a:pt x="1176496" y="111976"/>
                </a:cubicBezTo>
                <a:cubicBezTo>
                  <a:pt x="1175894" y="109920"/>
                  <a:pt x="1175593" y="104360"/>
                  <a:pt x="1175593" y="95293"/>
                </a:cubicBezTo>
                <a:lnTo>
                  <a:pt x="1175593" y="49509"/>
                </a:lnTo>
                <a:lnTo>
                  <a:pt x="1164571" y="49509"/>
                </a:lnTo>
                <a:lnTo>
                  <a:pt x="1164571" y="46338"/>
                </a:lnTo>
                <a:cubicBezTo>
                  <a:pt x="1172160" y="40966"/>
                  <a:pt x="1178619" y="35323"/>
                  <a:pt x="1183950" y="29407"/>
                </a:cubicBezTo>
                <a:cubicBezTo>
                  <a:pt x="1189280" y="23491"/>
                  <a:pt x="1193933" y="16881"/>
                  <a:pt x="1197908" y="9576"/>
                </a:cubicBezTo>
                <a:lnTo>
                  <a:pt x="1200889" y="9576"/>
                </a:lnTo>
                <a:close/>
                <a:moveTo>
                  <a:pt x="1401284" y="2710"/>
                </a:moveTo>
                <a:lnTo>
                  <a:pt x="1401284" y="5963"/>
                </a:lnTo>
                <a:cubicBezTo>
                  <a:pt x="1396827" y="6685"/>
                  <a:pt x="1392852" y="9066"/>
                  <a:pt x="1389359" y="13106"/>
                </a:cubicBezTo>
                <a:cubicBezTo>
                  <a:pt x="1386829" y="16117"/>
                  <a:pt x="1383065" y="23198"/>
                  <a:pt x="1378066" y="34348"/>
                </a:cubicBezTo>
                <a:lnTo>
                  <a:pt x="1335875" y="127927"/>
                </a:lnTo>
                <a:lnTo>
                  <a:pt x="1332894" y="127927"/>
                </a:lnTo>
                <a:lnTo>
                  <a:pt x="1290884" y="30573"/>
                </a:lnTo>
                <a:cubicBezTo>
                  <a:pt x="1285824" y="18811"/>
                  <a:pt x="1282436" y="11905"/>
                  <a:pt x="1280720" y="9853"/>
                </a:cubicBezTo>
                <a:cubicBezTo>
                  <a:pt x="1279003" y="7802"/>
                  <a:pt x="1275766" y="6505"/>
                  <a:pt x="1271008" y="5963"/>
                </a:cubicBezTo>
                <a:lnTo>
                  <a:pt x="1271008" y="2710"/>
                </a:lnTo>
                <a:lnTo>
                  <a:pt x="1329732" y="2710"/>
                </a:lnTo>
                <a:lnTo>
                  <a:pt x="1329732" y="5963"/>
                </a:lnTo>
                <a:lnTo>
                  <a:pt x="1327744" y="5963"/>
                </a:lnTo>
                <a:cubicBezTo>
                  <a:pt x="1322444" y="5963"/>
                  <a:pt x="1318830" y="6630"/>
                  <a:pt x="1316903" y="7964"/>
                </a:cubicBezTo>
                <a:cubicBezTo>
                  <a:pt x="1315517" y="8873"/>
                  <a:pt x="1314825" y="10207"/>
                  <a:pt x="1314825" y="11965"/>
                </a:cubicBezTo>
                <a:cubicBezTo>
                  <a:pt x="1314825" y="13057"/>
                  <a:pt x="1315066" y="14345"/>
                  <a:pt x="1315548" y="15830"/>
                </a:cubicBezTo>
                <a:cubicBezTo>
                  <a:pt x="1316029" y="17315"/>
                  <a:pt x="1317656" y="21284"/>
                  <a:pt x="1320426" y="27738"/>
                </a:cubicBezTo>
                <a:lnTo>
                  <a:pt x="1346536" y="88656"/>
                </a:lnTo>
                <a:lnTo>
                  <a:pt x="1370748" y="34398"/>
                </a:lnTo>
                <a:cubicBezTo>
                  <a:pt x="1373639" y="27837"/>
                  <a:pt x="1375416" y="23439"/>
                  <a:pt x="1376078" y="21203"/>
                </a:cubicBezTo>
                <a:cubicBezTo>
                  <a:pt x="1376741" y="18965"/>
                  <a:pt x="1377072" y="17059"/>
                  <a:pt x="1377072" y="15486"/>
                </a:cubicBezTo>
                <a:cubicBezTo>
                  <a:pt x="1377072" y="13673"/>
                  <a:pt x="1376590" y="12071"/>
                  <a:pt x="1375626" y="10680"/>
                </a:cubicBezTo>
                <a:cubicBezTo>
                  <a:pt x="1374663" y="9289"/>
                  <a:pt x="1373247" y="8231"/>
                  <a:pt x="1371380" y="7504"/>
                </a:cubicBezTo>
                <a:cubicBezTo>
                  <a:pt x="1368790" y="6477"/>
                  <a:pt x="1365357" y="5963"/>
                  <a:pt x="1361081" y="5963"/>
                </a:cubicBezTo>
                <a:lnTo>
                  <a:pt x="1361081" y="2710"/>
                </a:lnTo>
                <a:lnTo>
                  <a:pt x="1401284" y="2710"/>
                </a:lnTo>
                <a:close/>
                <a:moveTo>
                  <a:pt x="1480936" y="79864"/>
                </a:moveTo>
                <a:lnTo>
                  <a:pt x="1434590" y="79864"/>
                </a:lnTo>
                <a:cubicBezTo>
                  <a:pt x="1435132" y="91097"/>
                  <a:pt x="1438113" y="99974"/>
                  <a:pt x="1443534" y="106496"/>
                </a:cubicBezTo>
                <a:cubicBezTo>
                  <a:pt x="1447690" y="111508"/>
                  <a:pt x="1452689" y="114014"/>
                  <a:pt x="1458531" y="114014"/>
                </a:cubicBezTo>
                <a:cubicBezTo>
                  <a:pt x="1462145" y="114014"/>
                  <a:pt x="1465427" y="113005"/>
                  <a:pt x="1468379" y="110988"/>
                </a:cubicBezTo>
                <a:cubicBezTo>
                  <a:pt x="1471330" y="108970"/>
                  <a:pt x="1474492" y="105341"/>
                  <a:pt x="1477865" y="100101"/>
                </a:cubicBezTo>
                <a:lnTo>
                  <a:pt x="1480936" y="102089"/>
                </a:lnTo>
                <a:cubicBezTo>
                  <a:pt x="1476359" y="111424"/>
                  <a:pt x="1471300" y="118034"/>
                  <a:pt x="1465759" y="121919"/>
                </a:cubicBezTo>
                <a:cubicBezTo>
                  <a:pt x="1460218" y="125804"/>
                  <a:pt x="1453803" y="127746"/>
                  <a:pt x="1446515" y="127746"/>
                </a:cubicBezTo>
                <a:cubicBezTo>
                  <a:pt x="1433988" y="127746"/>
                  <a:pt x="1424502" y="122923"/>
                  <a:pt x="1418057" y="113277"/>
                </a:cubicBezTo>
                <a:cubicBezTo>
                  <a:pt x="1412877" y="105500"/>
                  <a:pt x="1410287" y="95854"/>
                  <a:pt x="1410287" y="84339"/>
                </a:cubicBezTo>
                <a:cubicBezTo>
                  <a:pt x="1410287" y="70230"/>
                  <a:pt x="1414097" y="59001"/>
                  <a:pt x="1421716" y="50652"/>
                </a:cubicBezTo>
                <a:cubicBezTo>
                  <a:pt x="1429335" y="42301"/>
                  <a:pt x="1438264" y="38125"/>
                  <a:pt x="1448503" y="38125"/>
                </a:cubicBezTo>
                <a:cubicBezTo>
                  <a:pt x="1457056" y="38125"/>
                  <a:pt x="1464479" y="41634"/>
                  <a:pt x="1470773" y="48650"/>
                </a:cubicBezTo>
                <a:cubicBezTo>
                  <a:pt x="1477067" y="55667"/>
                  <a:pt x="1480455" y="66072"/>
                  <a:pt x="1480936" y="79864"/>
                </a:cubicBezTo>
                <a:moveTo>
                  <a:pt x="1458712" y="73901"/>
                </a:moveTo>
                <a:cubicBezTo>
                  <a:pt x="1458712" y="64204"/>
                  <a:pt x="1458185" y="57549"/>
                  <a:pt x="1457131" y="53935"/>
                </a:cubicBezTo>
                <a:cubicBezTo>
                  <a:pt x="1456077" y="50322"/>
                  <a:pt x="1454436" y="47581"/>
                  <a:pt x="1452207" y="45714"/>
                </a:cubicBezTo>
                <a:cubicBezTo>
                  <a:pt x="1450942" y="44630"/>
                  <a:pt x="1449256" y="44088"/>
                  <a:pt x="1447148" y="44088"/>
                </a:cubicBezTo>
                <a:cubicBezTo>
                  <a:pt x="1444016" y="44088"/>
                  <a:pt x="1441456" y="45624"/>
                  <a:pt x="1439469" y="48695"/>
                </a:cubicBezTo>
                <a:cubicBezTo>
                  <a:pt x="1435915" y="54056"/>
                  <a:pt x="1434138" y="61404"/>
                  <a:pt x="1434138" y="70739"/>
                </a:cubicBezTo>
                <a:lnTo>
                  <a:pt x="1434138" y="73901"/>
                </a:lnTo>
                <a:lnTo>
                  <a:pt x="1458712" y="73901"/>
                </a:lnTo>
                <a:close/>
                <a:moveTo>
                  <a:pt x="1525478" y="40655"/>
                </a:moveTo>
                <a:lnTo>
                  <a:pt x="1525478" y="59808"/>
                </a:lnTo>
                <a:cubicBezTo>
                  <a:pt x="1531080" y="51074"/>
                  <a:pt x="1535988" y="45277"/>
                  <a:pt x="1540204" y="42417"/>
                </a:cubicBezTo>
                <a:cubicBezTo>
                  <a:pt x="1544420" y="39556"/>
                  <a:pt x="1548486" y="38125"/>
                  <a:pt x="1552401" y="38125"/>
                </a:cubicBezTo>
                <a:cubicBezTo>
                  <a:pt x="1555774" y="38125"/>
                  <a:pt x="1558469" y="39168"/>
                  <a:pt x="1560486" y="41253"/>
                </a:cubicBezTo>
                <a:cubicBezTo>
                  <a:pt x="1562504" y="43339"/>
                  <a:pt x="1563513" y="46285"/>
                  <a:pt x="1563513" y="50093"/>
                </a:cubicBezTo>
                <a:cubicBezTo>
                  <a:pt x="1563513" y="54143"/>
                  <a:pt x="1562534" y="57288"/>
                  <a:pt x="1560577" y="59525"/>
                </a:cubicBezTo>
                <a:cubicBezTo>
                  <a:pt x="1558619" y="61761"/>
                  <a:pt x="1556255" y="62879"/>
                  <a:pt x="1553485" y="62879"/>
                </a:cubicBezTo>
                <a:cubicBezTo>
                  <a:pt x="1550293" y="62879"/>
                  <a:pt x="1547522" y="61856"/>
                  <a:pt x="1545173" y="59808"/>
                </a:cubicBezTo>
                <a:cubicBezTo>
                  <a:pt x="1542824" y="57760"/>
                  <a:pt x="1541439" y="56616"/>
                  <a:pt x="1541017" y="56375"/>
                </a:cubicBezTo>
                <a:cubicBezTo>
                  <a:pt x="1540415" y="56013"/>
                  <a:pt x="1539722" y="55833"/>
                  <a:pt x="1538939" y="55833"/>
                </a:cubicBezTo>
                <a:cubicBezTo>
                  <a:pt x="1537193" y="55833"/>
                  <a:pt x="1535536" y="56495"/>
                  <a:pt x="1533971" y="57820"/>
                </a:cubicBezTo>
                <a:cubicBezTo>
                  <a:pt x="1531501" y="59868"/>
                  <a:pt x="1529634" y="62789"/>
                  <a:pt x="1528369" y="66584"/>
                </a:cubicBezTo>
                <a:cubicBezTo>
                  <a:pt x="1526442" y="72426"/>
                  <a:pt x="1525478" y="78870"/>
                  <a:pt x="1525478" y="85917"/>
                </a:cubicBezTo>
                <a:lnTo>
                  <a:pt x="1525478" y="105341"/>
                </a:lnTo>
                <a:lnTo>
                  <a:pt x="1525569" y="110400"/>
                </a:lnTo>
                <a:cubicBezTo>
                  <a:pt x="1525569" y="113833"/>
                  <a:pt x="1525779" y="116032"/>
                  <a:pt x="1526201" y="116996"/>
                </a:cubicBezTo>
                <a:cubicBezTo>
                  <a:pt x="1526924" y="118622"/>
                  <a:pt x="1527993" y="119811"/>
                  <a:pt x="1529408" y="120564"/>
                </a:cubicBezTo>
                <a:cubicBezTo>
                  <a:pt x="1530824" y="121317"/>
                  <a:pt x="1533218" y="121784"/>
                  <a:pt x="1536590" y="121964"/>
                </a:cubicBezTo>
                <a:lnTo>
                  <a:pt x="1536590" y="125217"/>
                </a:lnTo>
                <a:lnTo>
                  <a:pt x="1490967" y="125217"/>
                </a:lnTo>
                <a:lnTo>
                  <a:pt x="1490967" y="121964"/>
                </a:lnTo>
                <a:cubicBezTo>
                  <a:pt x="1494641" y="121663"/>
                  <a:pt x="1497125" y="120654"/>
                  <a:pt x="1498420" y="118938"/>
                </a:cubicBezTo>
                <a:cubicBezTo>
                  <a:pt x="1499715" y="117221"/>
                  <a:pt x="1500363" y="112689"/>
                  <a:pt x="1500363" y="105341"/>
                </a:cubicBezTo>
                <a:lnTo>
                  <a:pt x="1500363" y="58543"/>
                </a:lnTo>
                <a:cubicBezTo>
                  <a:pt x="1500363" y="53694"/>
                  <a:pt x="1500122" y="50604"/>
                  <a:pt x="1499640" y="49271"/>
                </a:cubicBezTo>
                <a:cubicBezTo>
                  <a:pt x="1499037" y="47574"/>
                  <a:pt x="1498164" y="46331"/>
                  <a:pt x="1497020" y="45545"/>
                </a:cubicBezTo>
                <a:cubicBezTo>
                  <a:pt x="1495875" y="44756"/>
                  <a:pt x="1493858" y="44210"/>
                  <a:pt x="1490967" y="43907"/>
                </a:cubicBezTo>
                <a:lnTo>
                  <a:pt x="1490967" y="40655"/>
                </a:lnTo>
                <a:lnTo>
                  <a:pt x="1525478" y="40655"/>
                </a:lnTo>
                <a:close/>
                <a:moveTo>
                  <a:pt x="1625229" y="38487"/>
                </a:moveTo>
                <a:lnTo>
                  <a:pt x="1626584" y="67397"/>
                </a:lnTo>
                <a:lnTo>
                  <a:pt x="1623512" y="67397"/>
                </a:lnTo>
                <a:cubicBezTo>
                  <a:pt x="1619838" y="58774"/>
                  <a:pt x="1616029" y="52885"/>
                  <a:pt x="1612084" y="49729"/>
                </a:cubicBezTo>
                <a:cubicBezTo>
                  <a:pt x="1608139" y="46570"/>
                  <a:pt x="1604209" y="44991"/>
                  <a:pt x="1600294" y="44991"/>
                </a:cubicBezTo>
                <a:cubicBezTo>
                  <a:pt x="1597824" y="44991"/>
                  <a:pt x="1595716" y="45819"/>
                  <a:pt x="1593970" y="47476"/>
                </a:cubicBezTo>
                <a:cubicBezTo>
                  <a:pt x="1592223" y="49132"/>
                  <a:pt x="1591350" y="51044"/>
                  <a:pt x="1591350" y="53213"/>
                </a:cubicBezTo>
                <a:cubicBezTo>
                  <a:pt x="1591350" y="54839"/>
                  <a:pt x="1591952" y="56405"/>
                  <a:pt x="1593157" y="57911"/>
                </a:cubicBezTo>
                <a:cubicBezTo>
                  <a:pt x="1595084" y="60380"/>
                  <a:pt x="1600475" y="64611"/>
                  <a:pt x="1609328" y="70604"/>
                </a:cubicBezTo>
                <a:cubicBezTo>
                  <a:pt x="1618182" y="76597"/>
                  <a:pt x="1624009" y="81686"/>
                  <a:pt x="1626810" y="85872"/>
                </a:cubicBezTo>
                <a:cubicBezTo>
                  <a:pt x="1629611" y="90058"/>
                  <a:pt x="1631011" y="94741"/>
                  <a:pt x="1631011" y="99920"/>
                </a:cubicBezTo>
                <a:cubicBezTo>
                  <a:pt x="1631011" y="104618"/>
                  <a:pt x="1629836" y="109226"/>
                  <a:pt x="1627487" y="113743"/>
                </a:cubicBezTo>
                <a:cubicBezTo>
                  <a:pt x="1625138" y="118260"/>
                  <a:pt x="1621826" y="121724"/>
                  <a:pt x="1617550" y="124133"/>
                </a:cubicBezTo>
                <a:cubicBezTo>
                  <a:pt x="1613273" y="126542"/>
                  <a:pt x="1608545" y="127746"/>
                  <a:pt x="1603366" y="127746"/>
                </a:cubicBezTo>
                <a:cubicBezTo>
                  <a:pt x="1599330" y="127746"/>
                  <a:pt x="1593940" y="126458"/>
                  <a:pt x="1587194" y="123881"/>
                </a:cubicBezTo>
                <a:cubicBezTo>
                  <a:pt x="1585387" y="123206"/>
                  <a:pt x="1584152" y="122868"/>
                  <a:pt x="1583490" y="122868"/>
                </a:cubicBezTo>
                <a:cubicBezTo>
                  <a:pt x="1581502" y="122868"/>
                  <a:pt x="1579846" y="124374"/>
                  <a:pt x="1578521" y="127385"/>
                </a:cubicBezTo>
                <a:lnTo>
                  <a:pt x="1575540" y="127385"/>
                </a:lnTo>
                <a:lnTo>
                  <a:pt x="1574094" y="97029"/>
                </a:lnTo>
                <a:lnTo>
                  <a:pt x="1577166" y="97029"/>
                </a:lnTo>
                <a:cubicBezTo>
                  <a:pt x="1579876" y="104980"/>
                  <a:pt x="1583595" y="110942"/>
                  <a:pt x="1588323" y="114918"/>
                </a:cubicBezTo>
                <a:cubicBezTo>
                  <a:pt x="1593051" y="118893"/>
                  <a:pt x="1597523" y="120880"/>
                  <a:pt x="1601739" y="120880"/>
                </a:cubicBezTo>
                <a:cubicBezTo>
                  <a:pt x="1604630" y="120880"/>
                  <a:pt x="1606994" y="119992"/>
                  <a:pt x="1608831" y="118215"/>
                </a:cubicBezTo>
                <a:cubicBezTo>
                  <a:pt x="1610668" y="116438"/>
                  <a:pt x="1611587" y="114285"/>
                  <a:pt x="1611587" y="111756"/>
                </a:cubicBezTo>
                <a:cubicBezTo>
                  <a:pt x="1611587" y="108865"/>
                  <a:pt x="1610683" y="106365"/>
                  <a:pt x="1608877" y="104257"/>
                </a:cubicBezTo>
                <a:cubicBezTo>
                  <a:pt x="1607070" y="102149"/>
                  <a:pt x="1603034" y="98957"/>
                  <a:pt x="1596770" y="94681"/>
                </a:cubicBezTo>
                <a:cubicBezTo>
                  <a:pt x="1587555" y="88296"/>
                  <a:pt x="1581593" y="83418"/>
                  <a:pt x="1578882" y="80045"/>
                </a:cubicBezTo>
                <a:cubicBezTo>
                  <a:pt x="1574907" y="75106"/>
                  <a:pt x="1572920" y="69655"/>
                  <a:pt x="1572920" y="63693"/>
                </a:cubicBezTo>
                <a:cubicBezTo>
                  <a:pt x="1572920" y="57188"/>
                  <a:pt x="1575163" y="51300"/>
                  <a:pt x="1579650" y="46030"/>
                </a:cubicBezTo>
                <a:cubicBezTo>
                  <a:pt x="1584137" y="40760"/>
                  <a:pt x="1590627" y="38125"/>
                  <a:pt x="1599119" y="38125"/>
                </a:cubicBezTo>
                <a:cubicBezTo>
                  <a:pt x="1603697" y="38125"/>
                  <a:pt x="1608124" y="39283"/>
                  <a:pt x="1612400" y="41598"/>
                </a:cubicBezTo>
                <a:cubicBezTo>
                  <a:pt x="1614026" y="42535"/>
                  <a:pt x="1615351" y="43004"/>
                  <a:pt x="1616375" y="43004"/>
                </a:cubicBezTo>
                <a:cubicBezTo>
                  <a:pt x="1617459" y="43004"/>
                  <a:pt x="1618333" y="42778"/>
                  <a:pt x="1618995" y="42326"/>
                </a:cubicBezTo>
                <a:cubicBezTo>
                  <a:pt x="1619658" y="41874"/>
                  <a:pt x="1620712" y="40595"/>
                  <a:pt x="1622157" y="38487"/>
                </a:cubicBezTo>
                <a:lnTo>
                  <a:pt x="1625229" y="38487"/>
                </a:lnTo>
                <a:close/>
                <a:moveTo>
                  <a:pt x="1664137" y="0"/>
                </a:moveTo>
                <a:cubicBezTo>
                  <a:pt x="1668052" y="0"/>
                  <a:pt x="1671365" y="1375"/>
                  <a:pt x="1674075" y="4125"/>
                </a:cubicBezTo>
                <a:cubicBezTo>
                  <a:pt x="1676786" y="6873"/>
                  <a:pt x="1678141" y="10181"/>
                  <a:pt x="1678141" y="14048"/>
                </a:cubicBezTo>
                <a:cubicBezTo>
                  <a:pt x="1678141" y="17916"/>
                  <a:pt x="1676771" y="21210"/>
                  <a:pt x="1674030" y="23930"/>
                </a:cubicBezTo>
                <a:cubicBezTo>
                  <a:pt x="1671290" y="26648"/>
                  <a:pt x="1667992" y="28007"/>
                  <a:pt x="1664137" y="28007"/>
                </a:cubicBezTo>
                <a:cubicBezTo>
                  <a:pt x="1660283" y="28007"/>
                  <a:pt x="1657000" y="26648"/>
                  <a:pt x="1654290" y="23930"/>
                </a:cubicBezTo>
                <a:cubicBezTo>
                  <a:pt x="1651580" y="21210"/>
                  <a:pt x="1650224" y="17916"/>
                  <a:pt x="1650224" y="14048"/>
                </a:cubicBezTo>
                <a:cubicBezTo>
                  <a:pt x="1650224" y="10181"/>
                  <a:pt x="1651580" y="6873"/>
                  <a:pt x="1654290" y="4125"/>
                </a:cubicBezTo>
                <a:cubicBezTo>
                  <a:pt x="1657000" y="1375"/>
                  <a:pt x="1660283" y="0"/>
                  <a:pt x="1664137" y="0"/>
                </a:cubicBezTo>
                <a:moveTo>
                  <a:pt x="1676786" y="40655"/>
                </a:moveTo>
                <a:lnTo>
                  <a:pt x="1676786" y="107690"/>
                </a:lnTo>
                <a:cubicBezTo>
                  <a:pt x="1676786" y="113653"/>
                  <a:pt x="1677478" y="117462"/>
                  <a:pt x="1678864" y="119119"/>
                </a:cubicBezTo>
                <a:cubicBezTo>
                  <a:pt x="1680249" y="120775"/>
                  <a:pt x="1682959" y="121724"/>
                  <a:pt x="1686995" y="121964"/>
                </a:cubicBezTo>
                <a:lnTo>
                  <a:pt x="1686995" y="125217"/>
                </a:lnTo>
                <a:lnTo>
                  <a:pt x="1641371" y="125217"/>
                </a:lnTo>
                <a:lnTo>
                  <a:pt x="1641371" y="121964"/>
                </a:lnTo>
                <a:cubicBezTo>
                  <a:pt x="1645105" y="121844"/>
                  <a:pt x="1647876" y="120760"/>
                  <a:pt x="1649682" y="118712"/>
                </a:cubicBezTo>
                <a:cubicBezTo>
                  <a:pt x="1650887" y="117327"/>
                  <a:pt x="1651489" y="113653"/>
                  <a:pt x="1651489" y="107690"/>
                </a:cubicBezTo>
                <a:lnTo>
                  <a:pt x="1651489" y="58362"/>
                </a:lnTo>
                <a:cubicBezTo>
                  <a:pt x="1651489" y="52324"/>
                  <a:pt x="1650797" y="48467"/>
                  <a:pt x="1649411" y="46790"/>
                </a:cubicBezTo>
                <a:cubicBezTo>
                  <a:pt x="1648026" y="45113"/>
                  <a:pt x="1645346" y="44152"/>
                  <a:pt x="1641371" y="43907"/>
                </a:cubicBezTo>
                <a:lnTo>
                  <a:pt x="1641371" y="40655"/>
                </a:lnTo>
                <a:lnTo>
                  <a:pt x="1676786" y="40655"/>
                </a:lnTo>
                <a:close/>
                <a:moveTo>
                  <a:pt x="1735089" y="38125"/>
                </a:moveTo>
                <a:cubicBezTo>
                  <a:pt x="1742437" y="38125"/>
                  <a:pt x="1749273" y="40024"/>
                  <a:pt x="1755597" y="43822"/>
                </a:cubicBezTo>
                <a:cubicBezTo>
                  <a:pt x="1761921" y="47621"/>
                  <a:pt x="1766724" y="53017"/>
                  <a:pt x="1770007" y="60011"/>
                </a:cubicBezTo>
                <a:cubicBezTo>
                  <a:pt x="1773289" y="67005"/>
                  <a:pt x="1774930" y="74662"/>
                  <a:pt x="1774930" y="82981"/>
                </a:cubicBezTo>
                <a:cubicBezTo>
                  <a:pt x="1774930" y="94978"/>
                  <a:pt x="1771889" y="105016"/>
                  <a:pt x="1765806" y="113097"/>
                </a:cubicBezTo>
                <a:cubicBezTo>
                  <a:pt x="1758458" y="122863"/>
                  <a:pt x="1748309" y="127746"/>
                  <a:pt x="1735360" y="127746"/>
                </a:cubicBezTo>
                <a:cubicBezTo>
                  <a:pt x="1722651" y="127746"/>
                  <a:pt x="1712864" y="123285"/>
                  <a:pt x="1705998" y="114361"/>
                </a:cubicBezTo>
                <a:cubicBezTo>
                  <a:pt x="1699132" y="105438"/>
                  <a:pt x="1695699" y="95098"/>
                  <a:pt x="1695699" y="83342"/>
                </a:cubicBezTo>
                <a:cubicBezTo>
                  <a:pt x="1695699" y="71225"/>
                  <a:pt x="1699207" y="60659"/>
                  <a:pt x="1706224" y="51646"/>
                </a:cubicBezTo>
                <a:cubicBezTo>
                  <a:pt x="1713240" y="42632"/>
                  <a:pt x="1722862" y="38125"/>
                  <a:pt x="1735089" y="38125"/>
                </a:cubicBezTo>
                <a:moveTo>
                  <a:pt x="1735450" y="44449"/>
                </a:moveTo>
                <a:cubicBezTo>
                  <a:pt x="1732378" y="44449"/>
                  <a:pt x="1729743" y="45611"/>
                  <a:pt x="1727545" y="47933"/>
                </a:cubicBezTo>
                <a:cubicBezTo>
                  <a:pt x="1725347" y="50254"/>
                  <a:pt x="1723901" y="54836"/>
                  <a:pt x="1723208" y="61680"/>
                </a:cubicBezTo>
                <a:cubicBezTo>
                  <a:pt x="1722516" y="68523"/>
                  <a:pt x="1722169" y="78036"/>
                  <a:pt x="1722169" y="90217"/>
                </a:cubicBezTo>
                <a:cubicBezTo>
                  <a:pt x="1722169" y="96669"/>
                  <a:pt x="1722591" y="102700"/>
                  <a:pt x="1723434" y="108308"/>
                </a:cubicBezTo>
                <a:cubicBezTo>
                  <a:pt x="1724097" y="112588"/>
                  <a:pt x="1725512" y="115845"/>
                  <a:pt x="1727680" y="118077"/>
                </a:cubicBezTo>
                <a:cubicBezTo>
                  <a:pt x="1729849" y="120307"/>
                  <a:pt x="1732318" y="121422"/>
                  <a:pt x="1735089" y="121422"/>
                </a:cubicBezTo>
                <a:cubicBezTo>
                  <a:pt x="1737799" y="121422"/>
                  <a:pt x="1740058" y="120669"/>
                  <a:pt x="1741864" y="119161"/>
                </a:cubicBezTo>
                <a:cubicBezTo>
                  <a:pt x="1744213" y="117111"/>
                  <a:pt x="1745779" y="114247"/>
                  <a:pt x="1746562" y="110567"/>
                </a:cubicBezTo>
                <a:cubicBezTo>
                  <a:pt x="1747767" y="104840"/>
                  <a:pt x="1748369" y="93262"/>
                  <a:pt x="1748369" y="75835"/>
                </a:cubicBezTo>
                <a:cubicBezTo>
                  <a:pt x="1748369" y="65585"/>
                  <a:pt x="1747797" y="58546"/>
                  <a:pt x="1746653" y="54717"/>
                </a:cubicBezTo>
                <a:cubicBezTo>
                  <a:pt x="1745508" y="50887"/>
                  <a:pt x="1743822" y="48098"/>
                  <a:pt x="1741593" y="46349"/>
                </a:cubicBezTo>
                <a:cubicBezTo>
                  <a:pt x="1740027" y="45083"/>
                  <a:pt x="1737980" y="44449"/>
                  <a:pt x="1735450" y="44449"/>
                </a:cubicBezTo>
                <a:close/>
                <a:moveTo>
                  <a:pt x="1823196" y="40655"/>
                </a:moveTo>
                <a:lnTo>
                  <a:pt x="1823196" y="51677"/>
                </a:lnTo>
                <a:cubicBezTo>
                  <a:pt x="1827532" y="46947"/>
                  <a:pt x="1831688" y="43506"/>
                  <a:pt x="1835663" y="41355"/>
                </a:cubicBezTo>
                <a:cubicBezTo>
                  <a:pt x="1839638" y="39202"/>
                  <a:pt x="1843915" y="38125"/>
                  <a:pt x="1848492" y="38125"/>
                </a:cubicBezTo>
                <a:cubicBezTo>
                  <a:pt x="1853973" y="38125"/>
                  <a:pt x="1858520" y="39648"/>
                  <a:pt x="1862134" y="42693"/>
                </a:cubicBezTo>
                <a:cubicBezTo>
                  <a:pt x="1865748" y="45739"/>
                  <a:pt x="1868157" y="49523"/>
                  <a:pt x="1869361" y="54045"/>
                </a:cubicBezTo>
                <a:cubicBezTo>
                  <a:pt x="1870325" y="57484"/>
                  <a:pt x="1870807" y="64089"/>
                  <a:pt x="1870807" y="73859"/>
                </a:cubicBezTo>
                <a:lnTo>
                  <a:pt x="1870807" y="106787"/>
                </a:lnTo>
                <a:cubicBezTo>
                  <a:pt x="1870807" y="113291"/>
                  <a:pt x="1871394" y="117342"/>
                  <a:pt x="1872569" y="118938"/>
                </a:cubicBezTo>
                <a:cubicBezTo>
                  <a:pt x="1873743" y="120534"/>
                  <a:pt x="1876198" y="121543"/>
                  <a:pt x="1879932" y="121964"/>
                </a:cubicBezTo>
                <a:lnTo>
                  <a:pt x="1879932" y="125217"/>
                </a:lnTo>
                <a:lnTo>
                  <a:pt x="1837199" y="125217"/>
                </a:lnTo>
                <a:lnTo>
                  <a:pt x="1837199" y="121964"/>
                </a:lnTo>
                <a:cubicBezTo>
                  <a:pt x="1840391" y="121543"/>
                  <a:pt x="1842680" y="120218"/>
                  <a:pt x="1844065" y="117989"/>
                </a:cubicBezTo>
                <a:cubicBezTo>
                  <a:pt x="1845029" y="116484"/>
                  <a:pt x="1845511" y="112749"/>
                  <a:pt x="1845511" y="106787"/>
                </a:cubicBezTo>
                <a:lnTo>
                  <a:pt x="1845511" y="69204"/>
                </a:lnTo>
                <a:cubicBezTo>
                  <a:pt x="1845511" y="62277"/>
                  <a:pt x="1845240" y="57911"/>
                  <a:pt x="1844698" y="56104"/>
                </a:cubicBezTo>
                <a:cubicBezTo>
                  <a:pt x="1844155" y="54297"/>
                  <a:pt x="1843237" y="52896"/>
                  <a:pt x="1841942" y="51903"/>
                </a:cubicBezTo>
                <a:cubicBezTo>
                  <a:pt x="1840647" y="50909"/>
                  <a:pt x="1839217" y="50412"/>
                  <a:pt x="1837651" y="50412"/>
                </a:cubicBezTo>
                <a:cubicBezTo>
                  <a:pt x="1832471" y="50412"/>
                  <a:pt x="1827653" y="54146"/>
                  <a:pt x="1823196" y="61615"/>
                </a:cubicBezTo>
                <a:lnTo>
                  <a:pt x="1823196" y="106787"/>
                </a:lnTo>
                <a:cubicBezTo>
                  <a:pt x="1823196" y="113111"/>
                  <a:pt x="1823783" y="117116"/>
                  <a:pt x="1824957" y="118802"/>
                </a:cubicBezTo>
                <a:cubicBezTo>
                  <a:pt x="1826132" y="120489"/>
                  <a:pt x="1828315" y="121543"/>
                  <a:pt x="1831507" y="121964"/>
                </a:cubicBezTo>
                <a:lnTo>
                  <a:pt x="1831507" y="125217"/>
                </a:lnTo>
                <a:lnTo>
                  <a:pt x="1788775" y="125217"/>
                </a:lnTo>
                <a:lnTo>
                  <a:pt x="1788775" y="121964"/>
                </a:lnTo>
                <a:cubicBezTo>
                  <a:pt x="1792328" y="121603"/>
                  <a:pt x="1794858" y="120459"/>
                  <a:pt x="1796363" y="118531"/>
                </a:cubicBezTo>
                <a:cubicBezTo>
                  <a:pt x="1797387" y="117206"/>
                  <a:pt x="1797899" y="113291"/>
                  <a:pt x="1797899" y="106787"/>
                </a:cubicBezTo>
                <a:lnTo>
                  <a:pt x="1797899" y="59085"/>
                </a:lnTo>
                <a:cubicBezTo>
                  <a:pt x="1797899" y="52624"/>
                  <a:pt x="1797312" y="48600"/>
                  <a:pt x="1796138" y="47016"/>
                </a:cubicBezTo>
                <a:cubicBezTo>
                  <a:pt x="1794963" y="45431"/>
                  <a:pt x="1792509" y="44395"/>
                  <a:pt x="1788775" y="43907"/>
                </a:cubicBezTo>
                <a:lnTo>
                  <a:pt x="1788775" y="40655"/>
                </a:lnTo>
                <a:lnTo>
                  <a:pt x="1823196" y="40655"/>
                </a:lnTo>
                <a:close/>
                <a:moveTo>
                  <a:pt x="1943286" y="38487"/>
                </a:moveTo>
                <a:lnTo>
                  <a:pt x="1944641" y="67397"/>
                </a:lnTo>
                <a:lnTo>
                  <a:pt x="1941569" y="67397"/>
                </a:lnTo>
                <a:cubicBezTo>
                  <a:pt x="1937895" y="58774"/>
                  <a:pt x="1934086" y="52885"/>
                  <a:pt x="1930141" y="49729"/>
                </a:cubicBezTo>
                <a:cubicBezTo>
                  <a:pt x="1926196" y="46570"/>
                  <a:pt x="1922266" y="44991"/>
                  <a:pt x="1918351" y="44991"/>
                </a:cubicBezTo>
                <a:cubicBezTo>
                  <a:pt x="1915881" y="44991"/>
                  <a:pt x="1913773" y="45819"/>
                  <a:pt x="1912027" y="47476"/>
                </a:cubicBezTo>
                <a:cubicBezTo>
                  <a:pt x="1910280" y="49132"/>
                  <a:pt x="1909407" y="51044"/>
                  <a:pt x="1909407" y="53213"/>
                </a:cubicBezTo>
                <a:cubicBezTo>
                  <a:pt x="1909407" y="54839"/>
                  <a:pt x="1910009" y="56405"/>
                  <a:pt x="1911214" y="57911"/>
                </a:cubicBezTo>
                <a:cubicBezTo>
                  <a:pt x="1913141" y="60380"/>
                  <a:pt x="1918531" y="64611"/>
                  <a:pt x="1927385" y="70604"/>
                </a:cubicBezTo>
                <a:cubicBezTo>
                  <a:pt x="1936239" y="76597"/>
                  <a:pt x="1942066" y="81686"/>
                  <a:pt x="1944867" y="85872"/>
                </a:cubicBezTo>
                <a:cubicBezTo>
                  <a:pt x="1947667" y="90058"/>
                  <a:pt x="1949068" y="94741"/>
                  <a:pt x="1949068" y="99920"/>
                </a:cubicBezTo>
                <a:cubicBezTo>
                  <a:pt x="1949068" y="104618"/>
                  <a:pt x="1947893" y="109226"/>
                  <a:pt x="1945544" y="113743"/>
                </a:cubicBezTo>
                <a:cubicBezTo>
                  <a:pt x="1943195" y="118260"/>
                  <a:pt x="1939883" y="121724"/>
                  <a:pt x="1935606" y="124133"/>
                </a:cubicBezTo>
                <a:cubicBezTo>
                  <a:pt x="1931330" y="126542"/>
                  <a:pt x="1926602" y="127746"/>
                  <a:pt x="1921422" y="127746"/>
                </a:cubicBezTo>
                <a:cubicBezTo>
                  <a:pt x="1917387" y="127746"/>
                  <a:pt x="1911997" y="126458"/>
                  <a:pt x="1905251" y="123881"/>
                </a:cubicBezTo>
                <a:cubicBezTo>
                  <a:pt x="1903444" y="123206"/>
                  <a:pt x="1902209" y="122868"/>
                  <a:pt x="1901547" y="122868"/>
                </a:cubicBezTo>
                <a:cubicBezTo>
                  <a:pt x="1899559" y="122868"/>
                  <a:pt x="1897903" y="124374"/>
                  <a:pt x="1896578" y="127385"/>
                </a:cubicBezTo>
                <a:lnTo>
                  <a:pt x="1893596" y="127385"/>
                </a:lnTo>
                <a:lnTo>
                  <a:pt x="1892151" y="97029"/>
                </a:lnTo>
                <a:lnTo>
                  <a:pt x="1895223" y="97029"/>
                </a:lnTo>
                <a:cubicBezTo>
                  <a:pt x="1897933" y="104980"/>
                  <a:pt x="1901652" y="110942"/>
                  <a:pt x="1906380" y="114918"/>
                </a:cubicBezTo>
                <a:cubicBezTo>
                  <a:pt x="1911108" y="118893"/>
                  <a:pt x="1915580" y="120880"/>
                  <a:pt x="1919796" y="120880"/>
                </a:cubicBezTo>
                <a:cubicBezTo>
                  <a:pt x="1922687" y="120880"/>
                  <a:pt x="1925051" y="119992"/>
                  <a:pt x="1926888" y="118215"/>
                </a:cubicBezTo>
                <a:cubicBezTo>
                  <a:pt x="1928725" y="116438"/>
                  <a:pt x="1929644" y="114285"/>
                  <a:pt x="1929644" y="111756"/>
                </a:cubicBezTo>
                <a:cubicBezTo>
                  <a:pt x="1929644" y="108865"/>
                  <a:pt x="1928740" y="106365"/>
                  <a:pt x="1926933" y="104257"/>
                </a:cubicBezTo>
                <a:cubicBezTo>
                  <a:pt x="1925127" y="102149"/>
                  <a:pt x="1921091" y="98957"/>
                  <a:pt x="1914827" y="94681"/>
                </a:cubicBezTo>
                <a:cubicBezTo>
                  <a:pt x="1905612" y="88296"/>
                  <a:pt x="1899650" y="83418"/>
                  <a:pt x="1896939" y="80045"/>
                </a:cubicBezTo>
                <a:cubicBezTo>
                  <a:pt x="1892964" y="75106"/>
                  <a:pt x="1890977" y="69655"/>
                  <a:pt x="1890977" y="63693"/>
                </a:cubicBezTo>
                <a:cubicBezTo>
                  <a:pt x="1890977" y="57188"/>
                  <a:pt x="1893220" y="51300"/>
                  <a:pt x="1897707" y="46030"/>
                </a:cubicBezTo>
                <a:cubicBezTo>
                  <a:pt x="1902194" y="40760"/>
                  <a:pt x="1908684" y="38125"/>
                  <a:pt x="1917176" y="38125"/>
                </a:cubicBezTo>
                <a:cubicBezTo>
                  <a:pt x="1921754" y="38125"/>
                  <a:pt x="1926181" y="39283"/>
                  <a:pt x="1930457" y="41598"/>
                </a:cubicBezTo>
                <a:cubicBezTo>
                  <a:pt x="1932083" y="42535"/>
                  <a:pt x="1933408" y="43004"/>
                  <a:pt x="1934432" y="43004"/>
                </a:cubicBezTo>
                <a:cubicBezTo>
                  <a:pt x="1935516" y="43004"/>
                  <a:pt x="1936389" y="42778"/>
                  <a:pt x="1937052" y="42326"/>
                </a:cubicBezTo>
                <a:cubicBezTo>
                  <a:pt x="1937714" y="41874"/>
                  <a:pt x="1938769" y="40595"/>
                  <a:pt x="1940214" y="38487"/>
                </a:cubicBezTo>
                <a:lnTo>
                  <a:pt x="1943286" y="3848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909eb51e24ba2"/>
          <a:stretch xmlns:a="http://schemas.openxmlformats.org/drawingml/2006/main"/>
        </p:blipFill>
        <p:spPr>
          <a:xfrm xmlns:a="http://schemas.openxmlformats.org/drawingml/2006/main">
            <a:off x="539241" y="2546005"/>
            <a:ext cx="1369377" cy="1019901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83cb7fc494a5f"/>
          <a:stretch xmlns:a="http://schemas.openxmlformats.org/drawingml/2006/main"/>
        </p:blipFill>
        <p:spPr>
          <a:xfrm xmlns:a="http://schemas.openxmlformats.org/drawingml/2006/main">
            <a:off x="870074" y="2705797"/>
            <a:ext cx="411065" cy="411065"/>
          </a:xfrm>
          <a:prstGeom xmlns:a="http://schemas.openxmlformats.org/drawingml/2006/main" prst="rect">
            <a:avLst/>
          </a:prstGeom>
        </p:spPr>
      </p:pic>
      <p:sp>
        <p:nvSpPr>
          <p:cNvPr id="13" name="Text TestSuite">
            <a:extLst xmlns:a="http://schemas.openxmlformats.org/drawingml/2006/main">
              <a:ext uri="{FF2B5EF4-FFF2-40B4-BE49-F238E27FC236}">
                <a16:creationId xmlns:a16="http://schemas.microsoft.com/office/drawing/2014/main" id="{21BD5C9E-259B-4D62-97C9-DBBC65C1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232" y="3642115"/>
            <a:ext cx="773454" cy="127927"/>
          </a:xfrm>
          <a:custGeom xmlns:a="http://schemas.openxmlformats.org/drawingml/2006/main">
            <a:pathLst>
              <a:path w="773454" h="127927">
                <a:moveTo>
                  <a:pt x="110039" y="2710"/>
                </a:moveTo>
                <a:lnTo>
                  <a:pt x="110039" y="35957"/>
                </a:lnTo>
                <a:lnTo>
                  <a:pt x="106787" y="35957"/>
                </a:lnTo>
                <a:cubicBezTo>
                  <a:pt x="104859" y="28281"/>
                  <a:pt x="102721" y="22767"/>
                  <a:pt x="100372" y="19413"/>
                </a:cubicBezTo>
                <a:cubicBezTo>
                  <a:pt x="98023" y="16059"/>
                  <a:pt x="94801" y="13384"/>
                  <a:pt x="90705" y="11389"/>
                </a:cubicBezTo>
                <a:cubicBezTo>
                  <a:pt x="88417" y="10301"/>
                  <a:pt x="84411" y="9757"/>
                  <a:pt x="78690" y="9757"/>
                </a:cubicBezTo>
                <a:lnTo>
                  <a:pt x="69565" y="9757"/>
                </a:lnTo>
                <a:lnTo>
                  <a:pt x="69565" y="104257"/>
                </a:lnTo>
                <a:cubicBezTo>
                  <a:pt x="69565" y="110553"/>
                  <a:pt x="69911" y="114488"/>
                  <a:pt x="70604" y="116064"/>
                </a:cubicBezTo>
                <a:cubicBezTo>
                  <a:pt x="71296" y="117637"/>
                  <a:pt x="72652" y="119014"/>
                  <a:pt x="74669" y="120194"/>
                </a:cubicBezTo>
                <a:cubicBezTo>
                  <a:pt x="76687" y="121374"/>
                  <a:pt x="79443" y="121964"/>
                  <a:pt x="82936" y="121964"/>
                </a:cubicBezTo>
                <a:lnTo>
                  <a:pt x="87001" y="121964"/>
                </a:lnTo>
                <a:lnTo>
                  <a:pt x="87001" y="125217"/>
                </a:lnTo>
                <a:lnTo>
                  <a:pt x="22857" y="125217"/>
                </a:lnTo>
                <a:lnTo>
                  <a:pt x="22857" y="121964"/>
                </a:lnTo>
                <a:lnTo>
                  <a:pt x="26923" y="121964"/>
                </a:lnTo>
                <a:cubicBezTo>
                  <a:pt x="30476" y="121964"/>
                  <a:pt x="33337" y="121329"/>
                  <a:pt x="35505" y="120059"/>
                </a:cubicBezTo>
                <a:cubicBezTo>
                  <a:pt x="37071" y="119210"/>
                  <a:pt x="38306" y="117757"/>
                  <a:pt x="39209" y="115700"/>
                </a:cubicBezTo>
                <a:cubicBezTo>
                  <a:pt x="39872" y="114247"/>
                  <a:pt x="40203" y="110432"/>
                  <a:pt x="40203" y="104257"/>
                </a:cubicBezTo>
                <a:lnTo>
                  <a:pt x="40203" y="9757"/>
                </a:lnTo>
                <a:lnTo>
                  <a:pt x="31349" y="9757"/>
                </a:lnTo>
                <a:cubicBezTo>
                  <a:pt x="23098" y="9757"/>
                  <a:pt x="17105" y="11509"/>
                  <a:pt x="13371" y="15014"/>
                </a:cubicBezTo>
                <a:cubicBezTo>
                  <a:pt x="8131" y="19910"/>
                  <a:pt x="4818" y="26891"/>
                  <a:pt x="3433" y="35957"/>
                </a:cubicBezTo>
                <a:lnTo>
                  <a:pt x="0" y="35957"/>
                </a:lnTo>
                <a:lnTo>
                  <a:pt x="0" y="2710"/>
                </a:lnTo>
                <a:lnTo>
                  <a:pt x="110039" y="2710"/>
                </a:lnTo>
                <a:close/>
                <a:moveTo>
                  <a:pt x="194512" y="79864"/>
                </a:moveTo>
                <a:lnTo>
                  <a:pt x="148166" y="79864"/>
                </a:lnTo>
                <a:cubicBezTo>
                  <a:pt x="148708" y="91097"/>
                  <a:pt x="151689" y="99974"/>
                  <a:pt x="157110" y="106496"/>
                </a:cubicBezTo>
                <a:cubicBezTo>
                  <a:pt x="161266" y="111508"/>
                  <a:pt x="166265" y="114014"/>
                  <a:pt x="172107" y="114014"/>
                </a:cubicBezTo>
                <a:cubicBezTo>
                  <a:pt x="175721" y="114014"/>
                  <a:pt x="179003" y="113005"/>
                  <a:pt x="181954" y="110988"/>
                </a:cubicBezTo>
                <a:cubicBezTo>
                  <a:pt x="184906" y="108970"/>
                  <a:pt x="188068" y="105341"/>
                  <a:pt x="191440" y="100101"/>
                </a:cubicBezTo>
                <a:lnTo>
                  <a:pt x="194512" y="102089"/>
                </a:lnTo>
                <a:cubicBezTo>
                  <a:pt x="189935" y="111424"/>
                  <a:pt x="184875" y="118034"/>
                  <a:pt x="179334" y="121919"/>
                </a:cubicBezTo>
                <a:cubicBezTo>
                  <a:pt x="173793" y="125804"/>
                  <a:pt x="167379" y="127746"/>
                  <a:pt x="160091" y="127746"/>
                </a:cubicBezTo>
                <a:cubicBezTo>
                  <a:pt x="147563" y="127746"/>
                  <a:pt x="138077" y="122923"/>
                  <a:pt x="131633" y="113277"/>
                </a:cubicBezTo>
                <a:cubicBezTo>
                  <a:pt x="126453" y="105500"/>
                  <a:pt x="123863" y="95854"/>
                  <a:pt x="123863" y="84339"/>
                </a:cubicBezTo>
                <a:cubicBezTo>
                  <a:pt x="123863" y="70230"/>
                  <a:pt x="127673" y="59001"/>
                  <a:pt x="135292" y="50652"/>
                </a:cubicBezTo>
                <a:cubicBezTo>
                  <a:pt x="142911" y="42301"/>
                  <a:pt x="151840" y="38125"/>
                  <a:pt x="162079" y="38125"/>
                </a:cubicBezTo>
                <a:cubicBezTo>
                  <a:pt x="170631" y="38125"/>
                  <a:pt x="178055" y="41634"/>
                  <a:pt x="184348" y="48650"/>
                </a:cubicBezTo>
                <a:cubicBezTo>
                  <a:pt x="190642" y="55667"/>
                  <a:pt x="194030" y="66072"/>
                  <a:pt x="194512" y="79864"/>
                </a:cubicBezTo>
                <a:moveTo>
                  <a:pt x="172288" y="73901"/>
                </a:moveTo>
                <a:cubicBezTo>
                  <a:pt x="172288" y="64204"/>
                  <a:pt x="171761" y="57549"/>
                  <a:pt x="170707" y="53935"/>
                </a:cubicBezTo>
                <a:cubicBezTo>
                  <a:pt x="169653" y="50322"/>
                  <a:pt x="168011" y="47581"/>
                  <a:pt x="165783" y="45714"/>
                </a:cubicBezTo>
                <a:cubicBezTo>
                  <a:pt x="164518" y="44630"/>
                  <a:pt x="162832" y="44088"/>
                  <a:pt x="160724" y="44088"/>
                </a:cubicBezTo>
                <a:cubicBezTo>
                  <a:pt x="157592" y="44088"/>
                  <a:pt x="155032" y="45624"/>
                  <a:pt x="153044" y="48695"/>
                </a:cubicBezTo>
                <a:cubicBezTo>
                  <a:pt x="149491" y="54056"/>
                  <a:pt x="147714" y="61404"/>
                  <a:pt x="147714" y="70739"/>
                </a:cubicBezTo>
                <a:lnTo>
                  <a:pt x="147714" y="73901"/>
                </a:lnTo>
                <a:lnTo>
                  <a:pt x="172288" y="73901"/>
                </a:lnTo>
                <a:close/>
                <a:moveTo>
                  <a:pt x="257764" y="38487"/>
                </a:moveTo>
                <a:lnTo>
                  <a:pt x="259119" y="67397"/>
                </a:lnTo>
                <a:lnTo>
                  <a:pt x="256048" y="67397"/>
                </a:lnTo>
                <a:cubicBezTo>
                  <a:pt x="252374" y="58774"/>
                  <a:pt x="248564" y="52885"/>
                  <a:pt x="244619" y="49729"/>
                </a:cubicBezTo>
                <a:cubicBezTo>
                  <a:pt x="240674" y="46570"/>
                  <a:pt x="236744" y="44991"/>
                  <a:pt x="232829" y="44991"/>
                </a:cubicBezTo>
                <a:cubicBezTo>
                  <a:pt x="230360" y="44991"/>
                  <a:pt x="228252" y="45819"/>
                  <a:pt x="226505" y="47476"/>
                </a:cubicBezTo>
                <a:cubicBezTo>
                  <a:pt x="224758" y="49132"/>
                  <a:pt x="223885" y="51044"/>
                  <a:pt x="223885" y="53213"/>
                </a:cubicBezTo>
                <a:cubicBezTo>
                  <a:pt x="223885" y="54839"/>
                  <a:pt x="224487" y="56405"/>
                  <a:pt x="225692" y="57911"/>
                </a:cubicBezTo>
                <a:cubicBezTo>
                  <a:pt x="227619" y="60380"/>
                  <a:pt x="233010" y="64611"/>
                  <a:pt x="241864" y="70604"/>
                </a:cubicBezTo>
                <a:cubicBezTo>
                  <a:pt x="250717" y="76597"/>
                  <a:pt x="256544" y="81686"/>
                  <a:pt x="259345" y="85872"/>
                </a:cubicBezTo>
                <a:cubicBezTo>
                  <a:pt x="262146" y="90058"/>
                  <a:pt x="263546" y="94741"/>
                  <a:pt x="263546" y="99920"/>
                </a:cubicBezTo>
                <a:cubicBezTo>
                  <a:pt x="263546" y="104618"/>
                  <a:pt x="262372" y="109226"/>
                  <a:pt x="260023" y="113743"/>
                </a:cubicBezTo>
                <a:cubicBezTo>
                  <a:pt x="257674" y="118260"/>
                  <a:pt x="254361" y="121724"/>
                  <a:pt x="250085" y="124133"/>
                </a:cubicBezTo>
                <a:cubicBezTo>
                  <a:pt x="245809" y="126542"/>
                  <a:pt x="241081" y="127746"/>
                  <a:pt x="235901" y="127746"/>
                </a:cubicBezTo>
                <a:cubicBezTo>
                  <a:pt x="231865" y="127746"/>
                  <a:pt x="226475" y="126458"/>
                  <a:pt x="219729" y="123881"/>
                </a:cubicBezTo>
                <a:cubicBezTo>
                  <a:pt x="217922" y="123206"/>
                  <a:pt x="216688" y="122868"/>
                  <a:pt x="216025" y="122868"/>
                </a:cubicBezTo>
                <a:cubicBezTo>
                  <a:pt x="214038" y="122868"/>
                  <a:pt x="212381" y="124374"/>
                  <a:pt x="211056" y="127385"/>
                </a:cubicBezTo>
                <a:lnTo>
                  <a:pt x="208075" y="127385"/>
                </a:lnTo>
                <a:lnTo>
                  <a:pt x="206629" y="97029"/>
                </a:lnTo>
                <a:lnTo>
                  <a:pt x="209701" y="97029"/>
                </a:lnTo>
                <a:cubicBezTo>
                  <a:pt x="212411" y="104980"/>
                  <a:pt x="216131" y="110942"/>
                  <a:pt x="220859" y="114918"/>
                </a:cubicBezTo>
                <a:cubicBezTo>
                  <a:pt x="225587" y="118893"/>
                  <a:pt x="230059" y="120880"/>
                  <a:pt x="234275" y="120880"/>
                </a:cubicBezTo>
                <a:cubicBezTo>
                  <a:pt x="237166" y="120880"/>
                  <a:pt x="239530" y="119992"/>
                  <a:pt x="241367" y="118215"/>
                </a:cubicBezTo>
                <a:cubicBezTo>
                  <a:pt x="243204" y="116438"/>
                  <a:pt x="244122" y="114285"/>
                  <a:pt x="244122" y="111756"/>
                </a:cubicBezTo>
                <a:cubicBezTo>
                  <a:pt x="244122" y="108865"/>
                  <a:pt x="243219" y="106365"/>
                  <a:pt x="241412" y="104257"/>
                </a:cubicBezTo>
                <a:cubicBezTo>
                  <a:pt x="239605" y="102149"/>
                  <a:pt x="235570" y="98957"/>
                  <a:pt x="229306" y="94681"/>
                </a:cubicBezTo>
                <a:cubicBezTo>
                  <a:pt x="220091" y="88296"/>
                  <a:pt x="214128" y="83418"/>
                  <a:pt x="211418" y="80045"/>
                </a:cubicBezTo>
                <a:cubicBezTo>
                  <a:pt x="207442" y="75106"/>
                  <a:pt x="205455" y="69655"/>
                  <a:pt x="205455" y="63693"/>
                </a:cubicBezTo>
                <a:cubicBezTo>
                  <a:pt x="205455" y="57188"/>
                  <a:pt x="207698" y="51300"/>
                  <a:pt x="212185" y="46030"/>
                </a:cubicBezTo>
                <a:cubicBezTo>
                  <a:pt x="216673" y="40760"/>
                  <a:pt x="223162" y="38125"/>
                  <a:pt x="231655" y="38125"/>
                </a:cubicBezTo>
                <a:cubicBezTo>
                  <a:pt x="236232" y="38125"/>
                  <a:pt x="240659" y="39283"/>
                  <a:pt x="244935" y="41598"/>
                </a:cubicBezTo>
                <a:cubicBezTo>
                  <a:pt x="246561" y="42535"/>
                  <a:pt x="247886" y="43004"/>
                  <a:pt x="248910" y="43004"/>
                </a:cubicBezTo>
                <a:cubicBezTo>
                  <a:pt x="249994" y="43004"/>
                  <a:pt x="250868" y="42778"/>
                  <a:pt x="251530" y="42326"/>
                </a:cubicBezTo>
                <a:cubicBezTo>
                  <a:pt x="252193" y="41874"/>
                  <a:pt x="253247" y="40595"/>
                  <a:pt x="254692" y="38487"/>
                </a:cubicBezTo>
                <a:lnTo>
                  <a:pt x="257764" y="38487"/>
                </a:lnTo>
                <a:close/>
                <a:moveTo>
                  <a:pt x="311715" y="9576"/>
                </a:moveTo>
                <a:lnTo>
                  <a:pt x="311715" y="40655"/>
                </a:lnTo>
                <a:lnTo>
                  <a:pt x="331772" y="40655"/>
                </a:lnTo>
                <a:lnTo>
                  <a:pt x="331772" y="49509"/>
                </a:lnTo>
                <a:lnTo>
                  <a:pt x="311715" y="49509"/>
                </a:lnTo>
                <a:lnTo>
                  <a:pt x="311715" y="101778"/>
                </a:lnTo>
                <a:cubicBezTo>
                  <a:pt x="311715" y="106670"/>
                  <a:pt x="311941" y="109825"/>
                  <a:pt x="312393" y="111245"/>
                </a:cubicBezTo>
                <a:cubicBezTo>
                  <a:pt x="312845" y="112664"/>
                  <a:pt x="313643" y="113812"/>
                  <a:pt x="314787" y="114689"/>
                </a:cubicBezTo>
                <a:cubicBezTo>
                  <a:pt x="315931" y="115564"/>
                  <a:pt x="316985" y="116002"/>
                  <a:pt x="317949" y="116002"/>
                </a:cubicBezTo>
                <a:cubicBezTo>
                  <a:pt x="321864" y="116002"/>
                  <a:pt x="325568" y="112990"/>
                  <a:pt x="329061" y="106967"/>
                </a:cubicBezTo>
                <a:lnTo>
                  <a:pt x="331772" y="108975"/>
                </a:lnTo>
                <a:cubicBezTo>
                  <a:pt x="326893" y="120646"/>
                  <a:pt x="318973" y="126482"/>
                  <a:pt x="308011" y="126482"/>
                </a:cubicBezTo>
                <a:cubicBezTo>
                  <a:pt x="302651" y="126482"/>
                  <a:pt x="298119" y="124986"/>
                  <a:pt x="294414" y="121995"/>
                </a:cubicBezTo>
                <a:cubicBezTo>
                  <a:pt x="290710" y="119003"/>
                  <a:pt x="288346" y="115663"/>
                  <a:pt x="287322" y="111976"/>
                </a:cubicBezTo>
                <a:cubicBezTo>
                  <a:pt x="286720" y="109920"/>
                  <a:pt x="286419" y="104360"/>
                  <a:pt x="286419" y="95293"/>
                </a:cubicBezTo>
                <a:lnTo>
                  <a:pt x="286419" y="49509"/>
                </a:lnTo>
                <a:lnTo>
                  <a:pt x="275397" y="49509"/>
                </a:lnTo>
                <a:lnTo>
                  <a:pt x="275397" y="46338"/>
                </a:lnTo>
                <a:cubicBezTo>
                  <a:pt x="282986" y="40966"/>
                  <a:pt x="289446" y="35323"/>
                  <a:pt x="294776" y="29407"/>
                </a:cubicBezTo>
                <a:cubicBezTo>
                  <a:pt x="300106" y="23491"/>
                  <a:pt x="304759" y="16881"/>
                  <a:pt x="308734" y="9576"/>
                </a:cubicBezTo>
                <a:lnTo>
                  <a:pt x="311715" y="9576"/>
                </a:lnTo>
                <a:close/>
                <a:moveTo>
                  <a:pt x="464707" y="0"/>
                </a:moveTo>
                <a:lnTo>
                  <a:pt x="465701" y="40835"/>
                </a:lnTo>
                <a:lnTo>
                  <a:pt x="461997" y="40835"/>
                </a:lnTo>
                <a:cubicBezTo>
                  <a:pt x="460250" y="30623"/>
                  <a:pt x="455959" y="22408"/>
                  <a:pt x="449123" y="16191"/>
                </a:cubicBezTo>
                <a:cubicBezTo>
                  <a:pt x="442287" y="9975"/>
                  <a:pt x="434893" y="6866"/>
                  <a:pt x="426943" y="6866"/>
                </a:cubicBezTo>
                <a:cubicBezTo>
                  <a:pt x="420800" y="6866"/>
                  <a:pt x="415936" y="8503"/>
                  <a:pt x="412353" y="11776"/>
                </a:cubicBezTo>
                <a:cubicBezTo>
                  <a:pt x="408769" y="15047"/>
                  <a:pt x="406977" y="18814"/>
                  <a:pt x="406977" y="23077"/>
                </a:cubicBezTo>
                <a:cubicBezTo>
                  <a:pt x="406977" y="25778"/>
                  <a:pt x="407610" y="28180"/>
                  <a:pt x="408874" y="30282"/>
                </a:cubicBezTo>
                <a:cubicBezTo>
                  <a:pt x="410621" y="33104"/>
                  <a:pt x="413422" y="35895"/>
                  <a:pt x="417276" y="38656"/>
                </a:cubicBezTo>
                <a:cubicBezTo>
                  <a:pt x="420107" y="40638"/>
                  <a:pt x="426642" y="44151"/>
                  <a:pt x="436881" y="49195"/>
                </a:cubicBezTo>
                <a:cubicBezTo>
                  <a:pt x="451216" y="56219"/>
                  <a:pt x="460882" y="62855"/>
                  <a:pt x="465881" y="69102"/>
                </a:cubicBezTo>
                <a:cubicBezTo>
                  <a:pt x="470820" y="75347"/>
                  <a:pt x="473290" y="82494"/>
                  <a:pt x="473290" y="90542"/>
                </a:cubicBezTo>
                <a:cubicBezTo>
                  <a:pt x="473290" y="100751"/>
                  <a:pt x="469299" y="109534"/>
                  <a:pt x="461319" y="116891"/>
                </a:cubicBezTo>
                <a:cubicBezTo>
                  <a:pt x="453339" y="124248"/>
                  <a:pt x="443205" y="127927"/>
                  <a:pt x="430918" y="127927"/>
                </a:cubicBezTo>
                <a:cubicBezTo>
                  <a:pt x="427064" y="127927"/>
                  <a:pt x="423420" y="127536"/>
                  <a:pt x="419987" y="126753"/>
                </a:cubicBezTo>
                <a:cubicBezTo>
                  <a:pt x="416554" y="125970"/>
                  <a:pt x="412247" y="124494"/>
                  <a:pt x="407067" y="122326"/>
                </a:cubicBezTo>
                <a:cubicBezTo>
                  <a:pt x="404176" y="121121"/>
                  <a:pt x="401797" y="120519"/>
                  <a:pt x="399930" y="120519"/>
                </a:cubicBezTo>
                <a:cubicBezTo>
                  <a:pt x="398364" y="120519"/>
                  <a:pt x="396708" y="121129"/>
                  <a:pt x="394961" y="122348"/>
                </a:cubicBezTo>
                <a:cubicBezTo>
                  <a:pt x="393215" y="123568"/>
                  <a:pt x="391799" y="125428"/>
                  <a:pt x="390715" y="127927"/>
                </a:cubicBezTo>
                <a:lnTo>
                  <a:pt x="387372" y="127927"/>
                </a:lnTo>
                <a:lnTo>
                  <a:pt x="387372" y="81671"/>
                </a:lnTo>
                <a:lnTo>
                  <a:pt x="390715" y="81671"/>
                </a:lnTo>
                <a:cubicBezTo>
                  <a:pt x="393365" y="94650"/>
                  <a:pt x="398470" y="104551"/>
                  <a:pt x="406029" y="111372"/>
                </a:cubicBezTo>
                <a:cubicBezTo>
                  <a:pt x="413587" y="118193"/>
                  <a:pt x="421733" y="121603"/>
                  <a:pt x="430467" y="121603"/>
                </a:cubicBezTo>
                <a:cubicBezTo>
                  <a:pt x="437212" y="121603"/>
                  <a:pt x="442588" y="119772"/>
                  <a:pt x="446593" y="116109"/>
                </a:cubicBezTo>
                <a:cubicBezTo>
                  <a:pt x="450598" y="112446"/>
                  <a:pt x="452601" y="108183"/>
                  <a:pt x="452601" y="103320"/>
                </a:cubicBezTo>
                <a:cubicBezTo>
                  <a:pt x="452601" y="100438"/>
                  <a:pt x="451833" y="97647"/>
                  <a:pt x="450297" y="94946"/>
                </a:cubicBezTo>
                <a:cubicBezTo>
                  <a:pt x="448761" y="92243"/>
                  <a:pt x="446427" y="89676"/>
                  <a:pt x="443295" y="87244"/>
                </a:cubicBezTo>
                <a:cubicBezTo>
                  <a:pt x="440164" y="84812"/>
                  <a:pt x="434622" y="81646"/>
                  <a:pt x="426672" y="77744"/>
                </a:cubicBezTo>
                <a:cubicBezTo>
                  <a:pt x="415530" y="72280"/>
                  <a:pt x="407519" y="67623"/>
                  <a:pt x="402641" y="63774"/>
                </a:cubicBezTo>
                <a:cubicBezTo>
                  <a:pt x="397762" y="59925"/>
                  <a:pt x="394013" y="55626"/>
                  <a:pt x="391393" y="50875"/>
                </a:cubicBezTo>
                <a:cubicBezTo>
                  <a:pt x="388773" y="46124"/>
                  <a:pt x="387463" y="40893"/>
                  <a:pt x="387463" y="35181"/>
                </a:cubicBezTo>
                <a:cubicBezTo>
                  <a:pt x="387463" y="25438"/>
                  <a:pt x="391046" y="17140"/>
                  <a:pt x="398214" y="10285"/>
                </a:cubicBezTo>
                <a:cubicBezTo>
                  <a:pt x="405381" y="3428"/>
                  <a:pt x="414415" y="0"/>
                  <a:pt x="425317" y="0"/>
                </a:cubicBezTo>
                <a:cubicBezTo>
                  <a:pt x="429292" y="0"/>
                  <a:pt x="433147" y="487"/>
                  <a:pt x="436881" y="1462"/>
                </a:cubicBezTo>
                <a:cubicBezTo>
                  <a:pt x="439712" y="2193"/>
                  <a:pt x="443160" y="3547"/>
                  <a:pt x="447225" y="5525"/>
                </a:cubicBezTo>
                <a:cubicBezTo>
                  <a:pt x="451291" y="7503"/>
                  <a:pt x="454137" y="8492"/>
                  <a:pt x="455763" y="8492"/>
                </a:cubicBezTo>
                <a:cubicBezTo>
                  <a:pt x="457329" y="8492"/>
                  <a:pt x="458564" y="8006"/>
                  <a:pt x="459467" y="7033"/>
                </a:cubicBezTo>
                <a:cubicBezTo>
                  <a:pt x="460370" y="6058"/>
                  <a:pt x="461214" y="3714"/>
                  <a:pt x="461997" y="0"/>
                </a:cubicBezTo>
                <a:lnTo>
                  <a:pt x="464707" y="0"/>
                </a:lnTo>
                <a:close/>
                <a:moveTo>
                  <a:pt x="569039" y="40655"/>
                </a:moveTo>
                <a:lnTo>
                  <a:pt x="569039" y="106787"/>
                </a:lnTo>
                <a:cubicBezTo>
                  <a:pt x="569039" y="113271"/>
                  <a:pt x="569641" y="117315"/>
                  <a:pt x="570846" y="118921"/>
                </a:cubicBezTo>
                <a:cubicBezTo>
                  <a:pt x="572051" y="120526"/>
                  <a:pt x="574490" y="121541"/>
                  <a:pt x="578164" y="121964"/>
                </a:cubicBezTo>
                <a:lnTo>
                  <a:pt x="578164" y="125217"/>
                </a:lnTo>
                <a:lnTo>
                  <a:pt x="543743" y="125217"/>
                </a:lnTo>
                <a:lnTo>
                  <a:pt x="543743" y="113924"/>
                </a:lnTo>
                <a:cubicBezTo>
                  <a:pt x="539707" y="118742"/>
                  <a:pt x="535672" y="122251"/>
                  <a:pt x="531637" y="124449"/>
                </a:cubicBezTo>
                <a:cubicBezTo>
                  <a:pt x="527601" y="126647"/>
                  <a:pt x="523084" y="127746"/>
                  <a:pt x="518085" y="127746"/>
                </a:cubicBezTo>
                <a:cubicBezTo>
                  <a:pt x="513327" y="127746"/>
                  <a:pt x="509096" y="126286"/>
                  <a:pt x="505392" y="123365"/>
                </a:cubicBezTo>
                <a:cubicBezTo>
                  <a:pt x="501688" y="120444"/>
                  <a:pt x="499203" y="117026"/>
                  <a:pt x="497938" y="113111"/>
                </a:cubicBezTo>
                <a:cubicBezTo>
                  <a:pt x="496673" y="109196"/>
                  <a:pt x="496041" y="102360"/>
                  <a:pt x="496041" y="92603"/>
                </a:cubicBezTo>
                <a:lnTo>
                  <a:pt x="496041" y="59085"/>
                </a:lnTo>
                <a:cubicBezTo>
                  <a:pt x="496041" y="52624"/>
                  <a:pt x="495454" y="48600"/>
                  <a:pt x="494279" y="47016"/>
                </a:cubicBezTo>
                <a:cubicBezTo>
                  <a:pt x="493105" y="45431"/>
                  <a:pt x="490651" y="44395"/>
                  <a:pt x="486916" y="43907"/>
                </a:cubicBezTo>
                <a:lnTo>
                  <a:pt x="486916" y="40655"/>
                </a:lnTo>
                <a:lnTo>
                  <a:pt x="521337" y="40655"/>
                </a:lnTo>
                <a:lnTo>
                  <a:pt x="521337" y="98455"/>
                </a:lnTo>
                <a:cubicBezTo>
                  <a:pt x="521337" y="104486"/>
                  <a:pt x="521624" y="108375"/>
                  <a:pt x="522196" y="110124"/>
                </a:cubicBezTo>
                <a:cubicBezTo>
                  <a:pt x="522768" y="111872"/>
                  <a:pt x="523671" y="113199"/>
                  <a:pt x="524906" y="114105"/>
                </a:cubicBezTo>
                <a:cubicBezTo>
                  <a:pt x="526141" y="115008"/>
                  <a:pt x="527571" y="115460"/>
                  <a:pt x="529197" y="115460"/>
                </a:cubicBezTo>
                <a:cubicBezTo>
                  <a:pt x="531366" y="115460"/>
                  <a:pt x="533323" y="114887"/>
                  <a:pt x="535070" y="113743"/>
                </a:cubicBezTo>
                <a:cubicBezTo>
                  <a:pt x="537479" y="112177"/>
                  <a:pt x="540370" y="109015"/>
                  <a:pt x="543743" y="104257"/>
                </a:cubicBezTo>
                <a:lnTo>
                  <a:pt x="543743" y="59085"/>
                </a:lnTo>
                <a:cubicBezTo>
                  <a:pt x="543743" y="52624"/>
                  <a:pt x="543155" y="48600"/>
                  <a:pt x="541981" y="47016"/>
                </a:cubicBezTo>
                <a:cubicBezTo>
                  <a:pt x="540807" y="45431"/>
                  <a:pt x="538352" y="44395"/>
                  <a:pt x="534618" y="43907"/>
                </a:cubicBezTo>
                <a:lnTo>
                  <a:pt x="534618" y="40655"/>
                </a:lnTo>
                <a:lnTo>
                  <a:pt x="569039" y="40655"/>
                </a:lnTo>
                <a:close/>
                <a:moveTo>
                  <a:pt x="611214" y="0"/>
                </a:moveTo>
                <a:cubicBezTo>
                  <a:pt x="615129" y="0"/>
                  <a:pt x="618442" y="1375"/>
                  <a:pt x="621152" y="4125"/>
                </a:cubicBezTo>
                <a:cubicBezTo>
                  <a:pt x="623862" y="6873"/>
                  <a:pt x="625217" y="10181"/>
                  <a:pt x="625217" y="14048"/>
                </a:cubicBezTo>
                <a:cubicBezTo>
                  <a:pt x="625217" y="17916"/>
                  <a:pt x="623847" y="21210"/>
                  <a:pt x="621107" y="23930"/>
                </a:cubicBezTo>
                <a:cubicBezTo>
                  <a:pt x="618366" y="26648"/>
                  <a:pt x="615069" y="28007"/>
                  <a:pt x="611214" y="28007"/>
                </a:cubicBezTo>
                <a:cubicBezTo>
                  <a:pt x="607359" y="28007"/>
                  <a:pt x="604077" y="26648"/>
                  <a:pt x="601367" y="23930"/>
                </a:cubicBezTo>
                <a:cubicBezTo>
                  <a:pt x="598656" y="21210"/>
                  <a:pt x="597301" y="17916"/>
                  <a:pt x="597301" y="14048"/>
                </a:cubicBezTo>
                <a:cubicBezTo>
                  <a:pt x="597301" y="10181"/>
                  <a:pt x="598656" y="6873"/>
                  <a:pt x="601367" y="4125"/>
                </a:cubicBezTo>
                <a:cubicBezTo>
                  <a:pt x="604077" y="1375"/>
                  <a:pt x="607359" y="0"/>
                  <a:pt x="611214" y="0"/>
                </a:cubicBezTo>
                <a:moveTo>
                  <a:pt x="623862" y="40655"/>
                </a:moveTo>
                <a:lnTo>
                  <a:pt x="623862" y="107690"/>
                </a:lnTo>
                <a:cubicBezTo>
                  <a:pt x="623862" y="113653"/>
                  <a:pt x="624555" y="117462"/>
                  <a:pt x="625940" y="119119"/>
                </a:cubicBezTo>
                <a:cubicBezTo>
                  <a:pt x="627326" y="120775"/>
                  <a:pt x="630036" y="121724"/>
                  <a:pt x="634071" y="121964"/>
                </a:cubicBezTo>
                <a:lnTo>
                  <a:pt x="634071" y="125217"/>
                </a:lnTo>
                <a:lnTo>
                  <a:pt x="588447" y="125217"/>
                </a:lnTo>
                <a:lnTo>
                  <a:pt x="588447" y="121964"/>
                </a:lnTo>
                <a:cubicBezTo>
                  <a:pt x="592182" y="121844"/>
                  <a:pt x="594952" y="120760"/>
                  <a:pt x="596759" y="118712"/>
                </a:cubicBezTo>
                <a:cubicBezTo>
                  <a:pt x="597964" y="117327"/>
                  <a:pt x="598566" y="113653"/>
                  <a:pt x="598566" y="107690"/>
                </a:cubicBezTo>
                <a:lnTo>
                  <a:pt x="598566" y="58362"/>
                </a:lnTo>
                <a:cubicBezTo>
                  <a:pt x="598566" y="52324"/>
                  <a:pt x="597873" y="48467"/>
                  <a:pt x="596488" y="46790"/>
                </a:cubicBezTo>
                <a:cubicBezTo>
                  <a:pt x="595103" y="45113"/>
                  <a:pt x="592423" y="44152"/>
                  <a:pt x="588447" y="43907"/>
                </a:cubicBezTo>
                <a:lnTo>
                  <a:pt x="588447" y="40655"/>
                </a:lnTo>
                <a:lnTo>
                  <a:pt x="623862" y="40655"/>
                </a:lnTo>
                <a:close/>
                <a:moveTo>
                  <a:pt x="673806" y="9576"/>
                </a:moveTo>
                <a:lnTo>
                  <a:pt x="673806" y="40655"/>
                </a:lnTo>
                <a:lnTo>
                  <a:pt x="693863" y="40655"/>
                </a:lnTo>
                <a:lnTo>
                  <a:pt x="693863" y="49509"/>
                </a:lnTo>
                <a:lnTo>
                  <a:pt x="673806" y="49509"/>
                </a:lnTo>
                <a:lnTo>
                  <a:pt x="673806" y="101778"/>
                </a:lnTo>
                <a:cubicBezTo>
                  <a:pt x="673806" y="106670"/>
                  <a:pt x="674032" y="109825"/>
                  <a:pt x="674484" y="111245"/>
                </a:cubicBezTo>
                <a:cubicBezTo>
                  <a:pt x="674936" y="112664"/>
                  <a:pt x="675734" y="113812"/>
                  <a:pt x="676878" y="114689"/>
                </a:cubicBezTo>
                <a:cubicBezTo>
                  <a:pt x="678022" y="115564"/>
                  <a:pt x="679076" y="116002"/>
                  <a:pt x="680040" y="116002"/>
                </a:cubicBezTo>
                <a:cubicBezTo>
                  <a:pt x="683955" y="116002"/>
                  <a:pt x="687659" y="112990"/>
                  <a:pt x="691152" y="106967"/>
                </a:cubicBezTo>
                <a:lnTo>
                  <a:pt x="693863" y="108975"/>
                </a:lnTo>
                <a:cubicBezTo>
                  <a:pt x="688984" y="120646"/>
                  <a:pt x="681064" y="126482"/>
                  <a:pt x="670102" y="126482"/>
                </a:cubicBezTo>
                <a:cubicBezTo>
                  <a:pt x="664742" y="126482"/>
                  <a:pt x="660210" y="124986"/>
                  <a:pt x="656505" y="121995"/>
                </a:cubicBezTo>
                <a:cubicBezTo>
                  <a:pt x="652801" y="119003"/>
                  <a:pt x="650437" y="115663"/>
                  <a:pt x="649413" y="111976"/>
                </a:cubicBezTo>
                <a:cubicBezTo>
                  <a:pt x="648811" y="109920"/>
                  <a:pt x="648510" y="104360"/>
                  <a:pt x="648510" y="95293"/>
                </a:cubicBezTo>
                <a:lnTo>
                  <a:pt x="648510" y="49509"/>
                </a:lnTo>
                <a:lnTo>
                  <a:pt x="637488" y="49509"/>
                </a:lnTo>
                <a:lnTo>
                  <a:pt x="637488" y="46338"/>
                </a:lnTo>
                <a:cubicBezTo>
                  <a:pt x="645077" y="40966"/>
                  <a:pt x="651536" y="35323"/>
                  <a:pt x="656867" y="29407"/>
                </a:cubicBezTo>
                <a:cubicBezTo>
                  <a:pt x="662197" y="23491"/>
                  <a:pt x="666850" y="16881"/>
                  <a:pt x="670825" y="9576"/>
                </a:cubicBezTo>
                <a:lnTo>
                  <a:pt x="673806" y="9576"/>
                </a:lnTo>
                <a:close/>
                <a:moveTo>
                  <a:pt x="773454" y="79864"/>
                </a:moveTo>
                <a:lnTo>
                  <a:pt x="727107" y="79864"/>
                </a:lnTo>
                <a:cubicBezTo>
                  <a:pt x="727650" y="91097"/>
                  <a:pt x="730631" y="99974"/>
                  <a:pt x="736052" y="106496"/>
                </a:cubicBezTo>
                <a:cubicBezTo>
                  <a:pt x="740207" y="111508"/>
                  <a:pt x="745206" y="114014"/>
                  <a:pt x="751049" y="114014"/>
                </a:cubicBezTo>
                <a:cubicBezTo>
                  <a:pt x="754662" y="114014"/>
                  <a:pt x="757945" y="113005"/>
                  <a:pt x="760896" y="110988"/>
                </a:cubicBezTo>
                <a:cubicBezTo>
                  <a:pt x="763847" y="108970"/>
                  <a:pt x="767009" y="105341"/>
                  <a:pt x="770382" y="100101"/>
                </a:cubicBezTo>
                <a:lnTo>
                  <a:pt x="773454" y="102089"/>
                </a:lnTo>
                <a:cubicBezTo>
                  <a:pt x="768877" y="111424"/>
                  <a:pt x="763817" y="118034"/>
                  <a:pt x="758276" y="121919"/>
                </a:cubicBezTo>
                <a:cubicBezTo>
                  <a:pt x="752735" y="125804"/>
                  <a:pt x="746321" y="127746"/>
                  <a:pt x="739033" y="127746"/>
                </a:cubicBezTo>
                <a:cubicBezTo>
                  <a:pt x="726505" y="127746"/>
                  <a:pt x="717019" y="122923"/>
                  <a:pt x="710575" y="113277"/>
                </a:cubicBezTo>
                <a:cubicBezTo>
                  <a:pt x="705395" y="105500"/>
                  <a:pt x="702805" y="95854"/>
                  <a:pt x="702805" y="84339"/>
                </a:cubicBezTo>
                <a:cubicBezTo>
                  <a:pt x="702805" y="70230"/>
                  <a:pt x="706614" y="59001"/>
                  <a:pt x="714233" y="50652"/>
                </a:cubicBezTo>
                <a:cubicBezTo>
                  <a:pt x="721852" y="42301"/>
                  <a:pt x="730781" y="38125"/>
                  <a:pt x="741020" y="38125"/>
                </a:cubicBezTo>
                <a:cubicBezTo>
                  <a:pt x="749573" y="38125"/>
                  <a:pt x="756996" y="41634"/>
                  <a:pt x="763290" y="48650"/>
                </a:cubicBezTo>
                <a:cubicBezTo>
                  <a:pt x="769584" y="55667"/>
                  <a:pt x="772972" y="66072"/>
                  <a:pt x="773454" y="79864"/>
                </a:cubicBezTo>
                <a:moveTo>
                  <a:pt x="751229" y="73901"/>
                </a:moveTo>
                <a:cubicBezTo>
                  <a:pt x="751229" y="64204"/>
                  <a:pt x="750702" y="57549"/>
                  <a:pt x="749648" y="53935"/>
                </a:cubicBezTo>
                <a:cubicBezTo>
                  <a:pt x="748594" y="50322"/>
                  <a:pt x="746953" y="47581"/>
                  <a:pt x="744725" y="45714"/>
                </a:cubicBezTo>
                <a:cubicBezTo>
                  <a:pt x="743460" y="44630"/>
                  <a:pt x="741773" y="44088"/>
                  <a:pt x="739665" y="44088"/>
                </a:cubicBezTo>
                <a:cubicBezTo>
                  <a:pt x="736533" y="44088"/>
                  <a:pt x="733974" y="45624"/>
                  <a:pt x="731986" y="48695"/>
                </a:cubicBezTo>
                <a:cubicBezTo>
                  <a:pt x="728433" y="54056"/>
                  <a:pt x="726656" y="61404"/>
                  <a:pt x="726656" y="70739"/>
                </a:cubicBezTo>
                <a:lnTo>
                  <a:pt x="726656" y="73901"/>
                </a:lnTo>
                <a:lnTo>
                  <a:pt x="751229" y="7390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Spectrum-based">
            <a:extLst xmlns:a="http://schemas.openxmlformats.org/drawingml/2006/main">
              <a:ext uri="{FF2B5EF4-FFF2-40B4-BE49-F238E27FC236}">
                <a16:creationId xmlns:a16="http://schemas.microsoft.com/office/drawing/2014/main" id="{3C683198-BB14-4F50-BACB-E9537836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72" y="1200818"/>
            <a:ext cx="1271813" cy="164784"/>
          </a:xfrm>
          <a:custGeom xmlns:a="http://schemas.openxmlformats.org/drawingml/2006/main">
            <a:pathLst>
              <a:path w="1271813" h="164784">
                <a:moveTo>
                  <a:pt x="77334" y="0"/>
                </a:moveTo>
                <a:lnTo>
                  <a:pt x="78328" y="40835"/>
                </a:lnTo>
                <a:lnTo>
                  <a:pt x="74624" y="40835"/>
                </a:lnTo>
                <a:cubicBezTo>
                  <a:pt x="72878" y="30623"/>
                  <a:pt x="68586" y="22408"/>
                  <a:pt x="61750" y="16191"/>
                </a:cubicBezTo>
                <a:cubicBezTo>
                  <a:pt x="54914" y="9975"/>
                  <a:pt x="47521" y="6866"/>
                  <a:pt x="39571" y="6866"/>
                </a:cubicBezTo>
                <a:cubicBezTo>
                  <a:pt x="33427" y="6866"/>
                  <a:pt x="28564" y="8503"/>
                  <a:pt x="24980" y="11776"/>
                </a:cubicBezTo>
                <a:cubicBezTo>
                  <a:pt x="21396" y="15047"/>
                  <a:pt x="19605" y="18814"/>
                  <a:pt x="19605" y="23077"/>
                </a:cubicBezTo>
                <a:cubicBezTo>
                  <a:pt x="19605" y="25778"/>
                  <a:pt x="20237" y="28180"/>
                  <a:pt x="21502" y="30282"/>
                </a:cubicBezTo>
                <a:cubicBezTo>
                  <a:pt x="23249" y="33104"/>
                  <a:pt x="26049" y="35895"/>
                  <a:pt x="29904" y="38656"/>
                </a:cubicBezTo>
                <a:cubicBezTo>
                  <a:pt x="32735" y="40638"/>
                  <a:pt x="39270" y="44151"/>
                  <a:pt x="49509" y="49195"/>
                </a:cubicBezTo>
                <a:cubicBezTo>
                  <a:pt x="63843" y="56219"/>
                  <a:pt x="73510" y="62855"/>
                  <a:pt x="78509" y="69102"/>
                </a:cubicBezTo>
                <a:cubicBezTo>
                  <a:pt x="83448" y="75347"/>
                  <a:pt x="85917" y="82494"/>
                  <a:pt x="85917" y="90542"/>
                </a:cubicBezTo>
                <a:cubicBezTo>
                  <a:pt x="85917" y="100751"/>
                  <a:pt x="81927" y="109534"/>
                  <a:pt x="73947" y="116891"/>
                </a:cubicBezTo>
                <a:cubicBezTo>
                  <a:pt x="65966" y="124248"/>
                  <a:pt x="55833" y="127927"/>
                  <a:pt x="43546" y="127927"/>
                </a:cubicBezTo>
                <a:cubicBezTo>
                  <a:pt x="39691" y="127927"/>
                  <a:pt x="36047" y="127536"/>
                  <a:pt x="32614" y="126753"/>
                </a:cubicBezTo>
                <a:cubicBezTo>
                  <a:pt x="29181" y="125970"/>
                  <a:pt x="24875" y="124494"/>
                  <a:pt x="19695" y="122326"/>
                </a:cubicBezTo>
                <a:cubicBezTo>
                  <a:pt x="16804" y="121121"/>
                  <a:pt x="14425" y="120519"/>
                  <a:pt x="12558" y="120519"/>
                </a:cubicBezTo>
                <a:cubicBezTo>
                  <a:pt x="10992" y="120519"/>
                  <a:pt x="9336" y="121129"/>
                  <a:pt x="7589" y="122348"/>
                </a:cubicBezTo>
                <a:cubicBezTo>
                  <a:pt x="5842" y="123568"/>
                  <a:pt x="4427" y="125428"/>
                  <a:pt x="3343" y="127927"/>
                </a:cubicBezTo>
                <a:lnTo>
                  <a:pt x="0" y="127927"/>
                </a:lnTo>
                <a:lnTo>
                  <a:pt x="0" y="81671"/>
                </a:lnTo>
                <a:lnTo>
                  <a:pt x="3343" y="81671"/>
                </a:lnTo>
                <a:cubicBezTo>
                  <a:pt x="5993" y="94650"/>
                  <a:pt x="11097" y="104551"/>
                  <a:pt x="18656" y="111372"/>
                </a:cubicBezTo>
                <a:cubicBezTo>
                  <a:pt x="26215" y="118193"/>
                  <a:pt x="34361" y="121603"/>
                  <a:pt x="43094" y="121603"/>
                </a:cubicBezTo>
                <a:cubicBezTo>
                  <a:pt x="49840" y="121603"/>
                  <a:pt x="55215" y="119772"/>
                  <a:pt x="59221" y="116109"/>
                </a:cubicBezTo>
                <a:cubicBezTo>
                  <a:pt x="63226" y="112446"/>
                  <a:pt x="65228" y="108183"/>
                  <a:pt x="65228" y="103320"/>
                </a:cubicBezTo>
                <a:cubicBezTo>
                  <a:pt x="65228" y="100438"/>
                  <a:pt x="64460" y="97647"/>
                  <a:pt x="62925" y="94946"/>
                </a:cubicBezTo>
                <a:cubicBezTo>
                  <a:pt x="61389" y="92243"/>
                  <a:pt x="59055" y="89676"/>
                  <a:pt x="55923" y="87244"/>
                </a:cubicBezTo>
                <a:cubicBezTo>
                  <a:pt x="52791" y="84812"/>
                  <a:pt x="47250" y="81646"/>
                  <a:pt x="39300" y="77744"/>
                </a:cubicBezTo>
                <a:cubicBezTo>
                  <a:pt x="28157" y="72280"/>
                  <a:pt x="20147" y="67623"/>
                  <a:pt x="15268" y="63774"/>
                </a:cubicBezTo>
                <a:cubicBezTo>
                  <a:pt x="10390" y="59925"/>
                  <a:pt x="6640" y="55626"/>
                  <a:pt x="4020" y="50875"/>
                </a:cubicBezTo>
                <a:cubicBezTo>
                  <a:pt x="1400" y="46124"/>
                  <a:pt x="90" y="40893"/>
                  <a:pt x="90" y="35181"/>
                </a:cubicBezTo>
                <a:cubicBezTo>
                  <a:pt x="90" y="25438"/>
                  <a:pt x="3674" y="17140"/>
                  <a:pt x="10841" y="10285"/>
                </a:cubicBezTo>
                <a:cubicBezTo>
                  <a:pt x="18009" y="3428"/>
                  <a:pt x="27043" y="0"/>
                  <a:pt x="37944" y="0"/>
                </a:cubicBezTo>
                <a:cubicBezTo>
                  <a:pt x="41920" y="0"/>
                  <a:pt x="45774" y="487"/>
                  <a:pt x="49509" y="1462"/>
                </a:cubicBezTo>
                <a:cubicBezTo>
                  <a:pt x="52339" y="2193"/>
                  <a:pt x="55787" y="3547"/>
                  <a:pt x="59853" y="5525"/>
                </a:cubicBezTo>
                <a:cubicBezTo>
                  <a:pt x="63918" y="7503"/>
                  <a:pt x="66764" y="8492"/>
                  <a:pt x="68390" y="8492"/>
                </a:cubicBezTo>
                <a:cubicBezTo>
                  <a:pt x="69956" y="8492"/>
                  <a:pt x="71191" y="8006"/>
                  <a:pt x="72095" y="7033"/>
                </a:cubicBezTo>
                <a:cubicBezTo>
                  <a:pt x="72998" y="6058"/>
                  <a:pt x="73841" y="3714"/>
                  <a:pt x="74624" y="0"/>
                </a:cubicBezTo>
                <a:lnTo>
                  <a:pt x="77334" y="0"/>
                </a:lnTo>
                <a:close/>
                <a:moveTo>
                  <a:pt x="132791" y="116630"/>
                </a:moveTo>
                <a:lnTo>
                  <a:pt x="132791" y="147980"/>
                </a:lnTo>
                <a:cubicBezTo>
                  <a:pt x="132791" y="152374"/>
                  <a:pt x="133137" y="155365"/>
                  <a:pt x="133830" y="156952"/>
                </a:cubicBezTo>
                <a:cubicBezTo>
                  <a:pt x="134522" y="158540"/>
                  <a:pt x="135591" y="159701"/>
                  <a:pt x="137037" y="160433"/>
                </a:cubicBezTo>
                <a:cubicBezTo>
                  <a:pt x="138482" y="161165"/>
                  <a:pt x="141313" y="161531"/>
                  <a:pt x="145529" y="161531"/>
                </a:cubicBezTo>
                <a:lnTo>
                  <a:pt x="145529" y="164784"/>
                </a:lnTo>
                <a:lnTo>
                  <a:pt x="97376" y="164784"/>
                </a:lnTo>
                <a:lnTo>
                  <a:pt x="97376" y="161531"/>
                </a:lnTo>
                <a:cubicBezTo>
                  <a:pt x="101110" y="161409"/>
                  <a:pt x="103881" y="160341"/>
                  <a:pt x="105688" y="158327"/>
                </a:cubicBezTo>
                <a:cubicBezTo>
                  <a:pt x="106892" y="156925"/>
                  <a:pt x="107494" y="153295"/>
                  <a:pt x="107494" y="147438"/>
                </a:cubicBezTo>
                <a:lnTo>
                  <a:pt x="107494" y="58358"/>
                </a:lnTo>
                <a:cubicBezTo>
                  <a:pt x="107494" y="52320"/>
                  <a:pt x="106802" y="48463"/>
                  <a:pt x="105416" y="46786"/>
                </a:cubicBezTo>
                <a:cubicBezTo>
                  <a:pt x="104031" y="45109"/>
                  <a:pt x="101351" y="44148"/>
                  <a:pt x="97376" y="43903"/>
                </a:cubicBezTo>
                <a:lnTo>
                  <a:pt x="97376" y="40651"/>
                </a:lnTo>
                <a:lnTo>
                  <a:pt x="132791" y="40651"/>
                </a:lnTo>
                <a:lnTo>
                  <a:pt x="132791" y="51763"/>
                </a:lnTo>
                <a:cubicBezTo>
                  <a:pt x="135742" y="47427"/>
                  <a:pt x="138753" y="44295"/>
                  <a:pt x="141825" y="42367"/>
                </a:cubicBezTo>
                <a:cubicBezTo>
                  <a:pt x="146222" y="39537"/>
                  <a:pt x="151010" y="38121"/>
                  <a:pt x="156190" y="38121"/>
                </a:cubicBezTo>
                <a:cubicBezTo>
                  <a:pt x="162393" y="38121"/>
                  <a:pt x="168040" y="40081"/>
                  <a:pt x="173129" y="43999"/>
                </a:cubicBezTo>
                <a:cubicBezTo>
                  <a:pt x="178219" y="47918"/>
                  <a:pt x="182088" y="53329"/>
                  <a:pt x="184739" y="60233"/>
                </a:cubicBezTo>
                <a:cubicBezTo>
                  <a:pt x="187389" y="67137"/>
                  <a:pt x="188714" y="74568"/>
                  <a:pt x="188714" y="82525"/>
                </a:cubicBezTo>
                <a:cubicBezTo>
                  <a:pt x="188714" y="91085"/>
                  <a:pt x="187343" y="98908"/>
                  <a:pt x="184603" y="105992"/>
                </a:cubicBezTo>
                <a:cubicBezTo>
                  <a:pt x="181863" y="113077"/>
                  <a:pt x="177887" y="118473"/>
                  <a:pt x="172678" y="122181"/>
                </a:cubicBezTo>
                <a:cubicBezTo>
                  <a:pt x="167468" y="125889"/>
                  <a:pt x="161671" y="127743"/>
                  <a:pt x="155286" y="127743"/>
                </a:cubicBezTo>
                <a:cubicBezTo>
                  <a:pt x="150649" y="127743"/>
                  <a:pt x="146312" y="126719"/>
                  <a:pt x="142277" y="124671"/>
                </a:cubicBezTo>
                <a:cubicBezTo>
                  <a:pt x="139265" y="123105"/>
                  <a:pt x="136103" y="120425"/>
                  <a:pt x="132791" y="116630"/>
                </a:cubicBezTo>
                <a:moveTo>
                  <a:pt x="132791" y="107491"/>
                </a:moveTo>
                <a:cubicBezTo>
                  <a:pt x="137970" y="114849"/>
                  <a:pt x="143512" y="118527"/>
                  <a:pt x="149414" y="118527"/>
                </a:cubicBezTo>
                <a:cubicBezTo>
                  <a:pt x="152666" y="118527"/>
                  <a:pt x="155347" y="116809"/>
                  <a:pt x="157455" y="113372"/>
                </a:cubicBezTo>
                <a:cubicBezTo>
                  <a:pt x="160587" y="108305"/>
                  <a:pt x="162153" y="98656"/>
                  <a:pt x="162153" y="84423"/>
                </a:cubicBezTo>
                <a:cubicBezTo>
                  <a:pt x="162153" y="69828"/>
                  <a:pt x="160436" y="59847"/>
                  <a:pt x="157003" y="54479"/>
                </a:cubicBezTo>
                <a:cubicBezTo>
                  <a:pt x="154714" y="50922"/>
                  <a:pt x="151643" y="49143"/>
                  <a:pt x="147788" y="49143"/>
                </a:cubicBezTo>
                <a:cubicBezTo>
                  <a:pt x="141705" y="49143"/>
                  <a:pt x="136706" y="53546"/>
                  <a:pt x="132791" y="62350"/>
                </a:cubicBezTo>
                <a:lnTo>
                  <a:pt x="132791" y="107491"/>
                </a:lnTo>
                <a:close/>
                <a:moveTo>
                  <a:pt x="272847" y="79860"/>
                </a:moveTo>
                <a:lnTo>
                  <a:pt x="226501" y="79860"/>
                </a:lnTo>
                <a:cubicBezTo>
                  <a:pt x="227043" y="91093"/>
                  <a:pt x="230024" y="99970"/>
                  <a:pt x="235445" y="106492"/>
                </a:cubicBezTo>
                <a:cubicBezTo>
                  <a:pt x="239600" y="111504"/>
                  <a:pt x="244599" y="114010"/>
                  <a:pt x="250442" y="114010"/>
                </a:cubicBezTo>
                <a:cubicBezTo>
                  <a:pt x="254055" y="114010"/>
                  <a:pt x="257338" y="113001"/>
                  <a:pt x="260289" y="110984"/>
                </a:cubicBezTo>
                <a:cubicBezTo>
                  <a:pt x="263240" y="108966"/>
                  <a:pt x="266402" y="105337"/>
                  <a:pt x="269775" y="100097"/>
                </a:cubicBezTo>
                <a:lnTo>
                  <a:pt x="272847" y="102085"/>
                </a:lnTo>
                <a:cubicBezTo>
                  <a:pt x="268270" y="111420"/>
                  <a:pt x="263210" y="118031"/>
                  <a:pt x="257669" y="121915"/>
                </a:cubicBezTo>
                <a:cubicBezTo>
                  <a:pt x="252128" y="125800"/>
                  <a:pt x="245714" y="127743"/>
                  <a:pt x="238426" y="127743"/>
                </a:cubicBezTo>
                <a:cubicBezTo>
                  <a:pt x="225898" y="127743"/>
                  <a:pt x="216412" y="122919"/>
                  <a:pt x="209968" y="113273"/>
                </a:cubicBezTo>
                <a:cubicBezTo>
                  <a:pt x="204788" y="105496"/>
                  <a:pt x="202198" y="95850"/>
                  <a:pt x="202198" y="84335"/>
                </a:cubicBezTo>
                <a:cubicBezTo>
                  <a:pt x="202198" y="70226"/>
                  <a:pt x="206008" y="58997"/>
                  <a:pt x="213627" y="50648"/>
                </a:cubicBezTo>
                <a:cubicBezTo>
                  <a:pt x="221246" y="42297"/>
                  <a:pt x="230175" y="38121"/>
                  <a:pt x="240414" y="38121"/>
                </a:cubicBezTo>
                <a:cubicBezTo>
                  <a:pt x="248966" y="38121"/>
                  <a:pt x="256389" y="41630"/>
                  <a:pt x="262683" y="48646"/>
                </a:cubicBezTo>
                <a:cubicBezTo>
                  <a:pt x="268977" y="55663"/>
                  <a:pt x="272365" y="66068"/>
                  <a:pt x="272847" y="79860"/>
                </a:cubicBezTo>
                <a:moveTo>
                  <a:pt x="250622" y="73897"/>
                </a:moveTo>
                <a:cubicBezTo>
                  <a:pt x="250622" y="64201"/>
                  <a:pt x="250095" y="57545"/>
                  <a:pt x="249041" y="53931"/>
                </a:cubicBezTo>
                <a:cubicBezTo>
                  <a:pt x="247987" y="50318"/>
                  <a:pt x="246346" y="47577"/>
                  <a:pt x="244118" y="45710"/>
                </a:cubicBezTo>
                <a:cubicBezTo>
                  <a:pt x="242853" y="44626"/>
                  <a:pt x="241166" y="44084"/>
                  <a:pt x="239058" y="44084"/>
                </a:cubicBezTo>
                <a:cubicBezTo>
                  <a:pt x="235926" y="44084"/>
                  <a:pt x="233367" y="45620"/>
                  <a:pt x="231379" y="48692"/>
                </a:cubicBezTo>
                <a:cubicBezTo>
                  <a:pt x="227826" y="54052"/>
                  <a:pt x="226049" y="61400"/>
                  <a:pt x="226049" y="70735"/>
                </a:cubicBezTo>
                <a:lnTo>
                  <a:pt x="226049" y="73897"/>
                </a:lnTo>
                <a:lnTo>
                  <a:pt x="250622" y="73897"/>
                </a:lnTo>
                <a:close/>
                <a:moveTo>
                  <a:pt x="353858" y="103369"/>
                </a:moveTo>
                <a:lnTo>
                  <a:pt x="356659" y="105535"/>
                </a:lnTo>
                <a:cubicBezTo>
                  <a:pt x="352684" y="113028"/>
                  <a:pt x="347730" y="118603"/>
                  <a:pt x="341797" y="122260"/>
                </a:cubicBezTo>
                <a:cubicBezTo>
                  <a:pt x="335865" y="125915"/>
                  <a:pt x="329556" y="127743"/>
                  <a:pt x="322870" y="127743"/>
                </a:cubicBezTo>
                <a:cubicBezTo>
                  <a:pt x="311607" y="127743"/>
                  <a:pt x="302603" y="123493"/>
                  <a:pt x="295857" y="114993"/>
                </a:cubicBezTo>
                <a:cubicBezTo>
                  <a:pt x="289112" y="106491"/>
                  <a:pt x="285739" y="96272"/>
                  <a:pt x="285739" y="84335"/>
                </a:cubicBezTo>
                <a:cubicBezTo>
                  <a:pt x="285739" y="72818"/>
                  <a:pt x="288811" y="62689"/>
                  <a:pt x="294954" y="53948"/>
                </a:cubicBezTo>
                <a:cubicBezTo>
                  <a:pt x="302362" y="43397"/>
                  <a:pt x="312571" y="38121"/>
                  <a:pt x="325581" y="38121"/>
                </a:cubicBezTo>
                <a:cubicBezTo>
                  <a:pt x="334314" y="38121"/>
                  <a:pt x="341255" y="40326"/>
                  <a:pt x="346405" y="44736"/>
                </a:cubicBezTo>
                <a:cubicBezTo>
                  <a:pt x="351555" y="49144"/>
                  <a:pt x="354129" y="54066"/>
                  <a:pt x="354129" y="59502"/>
                </a:cubicBezTo>
                <a:cubicBezTo>
                  <a:pt x="354129" y="62944"/>
                  <a:pt x="353090" y="65692"/>
                  <a:pt x="351013" y="67746"/>
                </a:cubicBezTo>
                <a:cubicBezTo>
                  <a:pt x="348935" y="69799"/>
                  <a:pt x="346209" y="70826"/>
                  <a:pt x="342836" y="70826"/>
                </a:cubicBezTo>
                <a:cubicBezTo>
                  <a:pt x="339283" y="70826"/>
                  <a:pt x="336347" y="69648"/>
                  <a:pt x="334028" y="67291"/>
                </a:cubicBezTo>
                <a:cubicBezTo>
                  <a:pt x="331709" y="64933"/>
                  <a:pt x="330279" y="60732"/>
                  <a:pt x="329737" y="54688"/>
                </a:cubicBezTo>
                <a:cubicBezTo>
                  <a:pt x="329375" y="50880"/>
                  <a:pt x="328502" y="48221"/>
                  <a:pt x="327117" y="46710"/>
                </a:cubicBezTo>
                <a:cubicBezTo>
                  <a:pt x="325731" y="45200"/>
                  <a:pt x="324105" y="44445"/>
                  <a:pt x="322238" y="44445"/>
                </a:cubicBezTo>
                <a:cubicBezTo>
                  <a:pt x="319347" y="44445"/>
                  <a:pt x="316878" y="45981"/>
                  <a:pt x="314830" y="49053"/>
                </a:cubicBezTo>
                <a:cubicBezTo>
                  <a:pt x="311698" y="53691"/>
                  <a:pt x="310132" y="60798"/>
                  <a:pt x="310132" y="70374"/>
                </a:cubicBezTo>
                <a:cubicBezTo>
                  <a:pt x="310132" y="78324"/>
                  <a:pt x="311397" y="85928"/>
                  <a:pt x="313926" y="93186"/>
                </a:cubicBezTo>
                <a:cubicBezTo>
                  <a:pt x="316456" y="100444"/>
                  <a:pt x="319919" y="105849"/>
                  <a:pt x="324316" y="109403"/>
                </a:cubicBezTo>
                <a:cubicBezTo>
                  <a:pt x="327628" y="111993"/>
                  <a:pt x="331543" y="113287"/>
                  <a:pt x="336061" y="113287"/>
                </a:cubicBezTo>
                <a:cubicBezTo>
                  <a:pt x="339012" y="113287"/>
                  <a:pt x="341812" y="112597"/>
                  <a:pt x="344463" y="111215"/>
                </a:cubicBezTo>
                <a:cubicBezTo>
                  <a:pt x="347113" y="109832"/>
                  <a:pt x="350245" y="107217"/>
                  <a:pt x="353858" y="103369"/>
                </a:cubicBezTo>
                <a:close/>
                <a:moveTo>
                  <a:pt x="399854" y="9573"/>
                </a:moveTo>
                <a:lnTo>
                  <a:pt x="399854" y="40651"/>
                </a:lnTo>
                <a:lnTo>
                  <a:pt x="419911" y="40651"/>
                </a:lnTo>
                <a:lnTo>
                  <a:pt x="419911" y="49505"/>
                </a:lnTo>
                <a:lnTo>
                  <a:pt x="399854" y="49505"/>
                </a:lnTo>
                <a:lnTo>
                  <a:pt x="399854" y="101774"/>
                </a:lnTo>
                <a:cubicBezTo>
                  <a:pt x="399854" y="106666"/>
                  <a:pt x="400080" y="109821"/>
                  <a:pt x="400532" y="111241"/>
                </a:cubicBezTo>
                <a:cubicBezTo>
                  <a:pt x="400984" y="112660"/>
                  <a:pt x="401782" y="113808"/>
                  <a:pt x="402926" y="114685"/>
                </a:cubicBezTo>
                <a:cubicBezTo>
                  <a:pt x="404070" y="115560"/>
                  <a:pt x="405124" y="115998"/>
                  <a:pt x="406088" y="115998"/>
                </a:cubicBezTo>
                <a:cubicBezTo>
                  <a:pt x="410003" y="115998"/>
                  <a:pt x="413707" y="112986"/>
                  <a:pt x="417200" y="106963"/>
                </a:cubicBezTo>
                <a:lnTo>
                  <a:pt x="419911" y="108971"/>
                </a:lnTo>
                <a:cubicBezTo>
                  <a:pt x="415032" y="120642"/>
                  <a:pt x="407112" y="126478"/>
                  <a:pt x="396150" y="126478"/>
                </a:cubicBezTo>
                <a:cubicBezTo>
                  <a:pt x="390790" y="126478"/>
                  <a:pt x="386257" y="124982"/>
                  <a:pt x="382553" y="121992"/>
                </a:cubicBezTo>
                <a:cubicBezTo>
                  <a:pt x="378849" y="118999"/>
                  <a:pt x="376485" y="115659"/>
                  <a:pt x="375461" y="111972"/>
                </a:cubicBezTo>
                <a:cubicBezTo>
                  <a:pt x="374859" y="109917"/>
                  <a:pt x="374558" y="104356"/>
                  <a:pt x="374558" y="95289"/>
                </a:cubicBezTo>
                <a:lnTo>
                  <a:pt x="374558" y="49505"/>
                </a:lnTo>
                <a:lnTo>
                  <a:pt x="363536" y="49505"/>
                </a:lnTo>
                <a:lnTo>
                  <a:pt x="363536" y="46334"/>
                </a:lnTo>
                <a:cubicBezTo>
                  <a:pt x="371125" y="40962"/>
                  <a:pt x="377584" y="35319"/>
                  <a:pt x="382915" y="29403"/>
                </a:cubicBezTo>
                <a:cubicBezTo>
                  <a:pt x="388245" y="23487"/>
                  <a:pt x="392898" y="16877"/>
                  <a:pt x="396873" y="9573"/>
                </a:cubicBezTo>
                <a:lnTo>
                  <a:pt x="399854" y="9573"/>
                </a:lnTo>
                <a:close/>
                <a:moveTo>
                  <a:pt x="463003" y="40651"/>
                </a:moveTo>
                <a:lnTo>
                  <a:pt x="463003" y="59804"/>
                </a:lnTo>
                <a:cubicBezTo>
                  <a:pt x="468605" y="51071"/>
                  <a:pt x="473513" y="45273"/>
                  <a:pt x="477729" y="42413"/>
                </a:cubicBezTo>
                <a:cubicBezTo>
                  <a:pt x="481945" y="39552"/>
                  <a:pt x="486011" y="38121"/>
                  <a:pt x="489926" y="38121"/>
                </a:cubicBezTo>
                <a:cubicBezTo>
                  <a:pt x="493299" y="38121"/>
                  <a:pt x="495994" y="39164"/>
                  <a:pt x="498012" y="41249"/>
                </a:cubicBezTo>
                <a:cubicBezTo>
                  <a:pt x="500029" y="43335"/>
                  <a:pt x="501038" y="46281"/>
                  <a:pt x="501038" y="50089"/>
                </a:cubicBezTo>
                <a:cubicBezTo>
                  <a:pt x="501038" y="54139"/>
                  <a:pt x="500059" y="57284"/>
                  <a:pt x="498102" y="59522"/>
                </a:cubicBezTo>
                <a:cubicBezTo>
                  <a:pt x="496144" y="61758"/>
                  <a:pt x="493780" y="62876"/>
                  <a:pt x="491010" y="62876"/>
                </a:cubicBezTo>
                <a:cubicBezTo>
                  <a:pt x="487818" y="62876"/>
                  <a:pt x="485047" y="61852"/>
                  <a:pt x="482698" y="59804"/>
                </a:cubicBezTo>
                <a:cubicBezTo>
                  <a:pt x="480349" y="57756"/>
                  <a:pt x="478964" y="56612"/>
                  <a:pt x="478542" y="56371"/>
                </a:cubicBezTo>
                <a:cubicBezTo>
                  <a:pt x="477940" y="56009"/>
                  <a:pt x="477247" y="55829"/>
                  <a:pt x="476464" y="55829"/>
                </a:cubicBezTo>
                <a:cubicBezTo>
                  <a:pt x="474718" y="55829"/>
                  <a:pt x="473062" y="56491"/>
                  <a:pt x="471496" y="57816"/>
                </a:cubicBezTo>
                <a:cubicBezTo>
                  <a:pt x="469026" y="59864"/>
                  <a:pt x="467159" y="62785"/>
                  <a:pt x="465894" y="66580"/>
                </a:cubicBezTo>
                <a:cubicBezTo>
                  <a:pt x="463967" y="72422"/>
                  <a:pt x="463003" y="78866"/>
                  <a:pt x="463003" y="85913"/>
                </a:cubicBezTo>
                <a:lnTo>
                  <a:pt x="463003" y="105337"/>
                </a:lnTo>
                <a:lnTo>
                  <a:pt x="463094" y="110396"/>
                </a:lnTo>
                <a:cubicBezTo>
                  <a:pt x="463094" y="113830"/>
                  <a:pt x="463304" y="116028"/>
                  <a:pt x="463726" y="116992"/>
                </a:cubicBezTo>
                <a:cubicBezTo>
                  <a:pt x="464449" y="118618"/>
                  <a:pt x="465518" y="119807"/>
                  <a:pt x="466933" y="120560"/>
                </a:cubicBezTo>
                <a:cubicBezTo>
                  <a:pt x="468349" y="121313"/>
                  <a:pt x="470743" y="121780"/>
                  <a:pt x="474116" y="121961"/>
                </a:cubicBezTo>
                <a:lnTo>
                  <a:pt x="474116" y="125213"/>
                </a:lnTo>
                <a:lnTo>
                  <a:pt x="428492" y="125213"/>
                </a:lnTo>
                <a:lnTo>
                  <a:pt x="428492" y="121961"/>
                </a:lnTo>
                <a:cubicBezTo>
                  <a:pt x="432166" y="121659"/>
                  <a:pt x="434650" y="120651"/>
                  <a:pt x="435945" y="118934"/>
                </a:cubicBezTo>
                <a:cubicBezTo>
                  <a:pt x="437240" y="117217"/>
                  <a:pt x="437888" y="112685"/>
                  <a:pt x="437888" y="105337"/>
                </a:cubicBezTo>
                <a:lnTo>
                  <a:pt x="437888" y="58539"/>
                </a:lnTo>
                <a:cubicBezTo>
                  <a:pt x="437888" y="53691"/>
                  <a:pt x="437647" y="50600"/>
                  <a:pt x="437165" y="49267"/>
                </a:cubicBezTo>
                <a:cubicBezTo>
                  <a:pt x="436563" y="47570"/>
                  <a:pt x="435689" y="46328"/>
                  <a:pt x="434545" y="45541"/>
                </a:cubicBezTo>
                <a:cubicBezTo>
                  <a:pt x="433401" y="44752"/>
                  <a:pt x="431383" y="44206"/>
                  <a:pt x="428492" y="43903"/>
                </a:cubicBezTo>
                <a:lnTo>
                  <a:pt x="428492" y="40651"/>
                </a:lnTo>
                <a:lnTo>
                  <a:pt x="463003" y="40651"/>
                </a:lnTo>
                <a:close/>
                <a:moveTo>
                  <a:pt x="590941" y="40651"/>
                </a:moveTo>
                <a:lnTo>
                  <a:pt x="590941" y="106783"/>
                </a:lnTo>
                <a:cubicBezTo>
                  <a:pt x="590941" y="113267"/>
                  <a:pt x="591543" y="117312"/>
                  <a:pt x="592748" y="118917"/>
                </a:cubicBezTo>
                <a:cubicBezTo>
                  <a:pt x="593952" y="120523"/>
                  <a:pt x="596392" y="121537"/>
                  <a:pt x="600066" y="121961"/>
                </a:cubicBezTo>
                <a:lnTo>
                  <a:pt x="600066" y="125213"/>
                </a:lnTo>
                <a:lnTo>
                  <a:pt x="565645" y="125213"/>
                </a:lnTo>
                <a:lnTo>
                  <a:pt x="565645" y="113920"/>
                </a:lnTo>
                <a:cubicBezTo>
                  <a:pt x="561609" y="118738"/>
                  <a:pt x="557574" y="122247"/>
                  <a:pt x="553538" y="124445"/>
                </a:cubicBezTo>
                <a:cubicBezTo>
                  <a:pt x="549503" y="126643"/>
                  <a:pt x="544986" y="127743"/>
                  <a:pt x="539987" y="127743"/>
                </a:cubicBezTo>
                <a:cubicBezTo>
                  <a:pt x="535229" y="127743"/>
                  <a:pt x="530998" y="126282"/>
                  <a:pt x="527293" y="123361"/>
                </a:cubicBezTo>
                <a:cubicBezTo>
                  <a:pt x="523589" y="120440"/>
                  <a:pt x="521105" y="117022"/>
                  <a:pt x="519840" y="113107"/>
                </a:cubicBezTo>
                <a:cubicBezTo>
                  <a:pt x="518575" y="109192"/>
                  <a:pt x="517943" y="102356"/>
                  <a:pt x="517943" y="92599"/>
                </a:cubicBezTo>
                <a:lnTo>
                  <a:pt x="517943" y="59081"/>
                </a:lnTo>
                <a:cubicBezTo>
                  <a:pt x="517943" y="52620"/>
                  <a:pt x="517356" y="48596"/>
                  <a:pt x="516181" y="47012"/>
                </a:cubicBezTo>
                <a:cubicBezTo>
                  <a:pt x="515007" y="45427"/>
                  <a:pt x="512552" y="44391"/>
                  <a:pt x="508818" y="43903"/>
                </a:cubicBezTo>
                <a:lnTo>
                  <a:pt x="508818" y="40651"/>
                </a:lnTo>
                <a:lnTo>
                  <a:pt x="543239" y="40651"/>
                </a:lnTo>
                <a:lnTo>
                  <a:pt x="543239" y="98451"/>
                </a:lnTo>
                <a:cubicBezTo>
                  <a:pt x="543239" y="104482"/>
                  <a:pt x="543525" y="108371"/>
                  <a:pt x="544097" y="110120"/>
                </a:cubicBezTo>
                <a:cubicBezTo>
                  <a:pt x="544670" y="111868"/>
                  <a:pt x="545573" y="113195"/>
                  <a:pt x="546808" y="114101"/>
                </a:cubicBezTo>
                <a:cubicBezTo>
                  <a:pt x="548043" y="115004"/>
                  <a:pt x="549473" y="115456"/>
                  <a:pt x="551099" y="115456"/>
                </a:cubicBezTo>
                <a:cubicBezTo>
                  <a:pt x="553267" y="115456"/>
                  <a:pt x="555225" y="114884"/>
                  <a:pt x="556972" y="113739"/>
                </a:cubicBezTo>
                <a:cubicBezTo>
                  <a:pt x="559381" y="112173"/>
                  <a:pt x="562272" y="109011"/>
                  <a:pt x="565645" y="104253"/>
                </a:cubicBezTo>
                <a:lnTo>
                  <a:pt x="565645" y="59081"/>
                </a:lnTo>
                <a:cubicBezTo>
                  <a:pt x="565645" y="52620"/>
                  <a:pt x="565057" y="48596"/>
                  <a:pt x="563883" y="47012"/>
                </a:cubicBezTo>
                <a:cubicBezTo>
                  <a:pt x="562708" y="45427"/>
                  <a:pt x="560254" y="44391"/>
                  <a:pt x="556520" y="43903"/>
                </a:cubicBezTo>
                <a:lnTo>
                  <a:pt x="556520" y="40651"/>
                </a:lnTo>
                <a:lnTo>
                  <a:pt x="590941" y="40651"/>
                </a:lnTo>
                <a:close/>
                <a:moveTo>
                  <a:pt x="647843" y="40651"/>
                </a:moveTo>
                <a:lnTo>
                  <a:pt x="647843" y="51854"/>
                </a:lnTo>
                <a:cubicBezTo>
                  <a:pt x="652481" y="46760"/>
                  <a:pt x="656772" y="43198"/>
                  <a:pt x="660717" y="41168"/>
                </a:cubicBezTo>
                <a:cubicBezTo>
                  <a:pt x="664662" y="39137"/>
                  <a:pt x="668983" y="38121"/>
                  <a:pt x="673681" y="38121"/>
                </a:cubicBezTo>
                <a:cubicBezTo>
                  <a:pt x="679102" y="38121"/>
                  <a:pt x="683649" y="39394"/>
                  <a:pt x="687323" y="41938"/>
                </a:cubicBezTo>
                <a:cubicBezTo>
                  <a:pt x="690997" y="44483"/>
                  <a:pt x="693828" y="48360"/>
                  <a:pt x="695816" y="53570"/>
                </a:cubicBezTo>
                <a:cubicBezTo>
                  <a:pt x="700634" y="48117"/>
                  <a:pt x="705257" y="44180"/>
                  <a:pt x="709683" y="41758"/>
                </a:cubicBezTo>
                <a:cubicBezTo>
                  <a:pt x="714110" y="39333"/>
                  <a:pt x="718733" y="38121"/>
                  <a:pt x="723551" y="38121"/>
                </a:cubicBezTo>
                <a:cubicBezTo>
                  <a:pt x="729393" y="38121"/>
                  <a:pt x="734046" y="39463"/>
                  <a:pt x="737509" y="42147"/>
                </a:cubicBezTo>
                <a:cubicBezTo>
                  <a:pt x="740973" y="44831"/>
                  <a:pt x="743382" y="48239"/>
                  <a:pt x="744737" y="52370"/>
                </a:cubicBezTo>
                <a:cubicBezTo>
                  <a:pt x="746092" y="56502"/>
                  <a:pt x="746770" y="63090"/>
                  <a:pt x="746770" y="72136"/>
                </a:cubicBezTo>
                <a:lnTo>
                  <a:pt x="746770" y="106783"/>
                </a:lnTo>
                <a:cubicBezTo>
                  <a:pt x="746770" y="113287"/>
                  <a:pt x="747357" y="117323"/>
                  <a:pt x="748531" y="118889"/>
                </a:cubicBezTo>
                <a:cubicBezTo>
                  <a:pt x="749706" y="120455"/>
                  <a:pt x="752160" y="121479"/>
                  <a:pt x="755894" y="121961"/>
                </a:cubicBezTo>
                <a:lnTo>
                  <a:pt x="755894" y="125213"/>
                </a:lnTo>
                <a:lnTo>
                  <a:pt x="712258" y="125213"/>
                </a:lnTo>
                <a:lnTo>
                  <a:pt x="712258" y="121961"/>
                </a:lnTo>
                <a:cubicBezTo>
                  <a:pt x="715691" y="121659"/>
                  <a:pt x="718221" y="120334"/>
                  <a:pt x="719847" y="117985"/>
                </a:cubicBezTo>
                <a:cubicBezTo>
                  <a:pt x="720931" y="116359"/>
                  <a:pt x="721473" y="112625"/>
                  <a:pt x="721473" y="106783"/>
                </a:cubicBezTo>
                <a:lnTo>
                  <a:pt x="721473" y="70464"/>
                </a:lnTo>
                <a:cubicBezTo>
                  <a:pt x="721473" y="62936"/>
                  <a:pt x="721172" y="58148"/>
                  <a:pt x="720570" y="56100"/>
                </a:cubicBezTo>
                <a:cubicBezTo>
                  <a:pt x="719968" y="54052"/>
                  <a:pt x="719019" y="52531"/>
                  <a:pt x="717724" y="51537"/>
                </a:cubicBezTo>
                <a:cubicBezTo>
                  <a:pt x="716429" y="50544"/>
                  <a:pt x="714908" y="50047"/>
                  <a:pt x="713162" y="50047"/>
                </a:cubicBezTo>
                <a:cubicBezTo>
                  <a:pt x="710572" y="50047"/>
                  <a:pt x="707952" y="50995"/>
                  <a:pt x="705302" y="52893"/>
                </a:cubicBezTo>
                <a:cubicBezTo>
                  <a:pt x="702652" y="54790"/>
                  <a:pt x="699971" y="57636"/>
                  <a:pt x="697261" y="61430"/>
                </a:cubicBezTo>
                <a:lnTo>
                  <a:pt x="697261" y="106783"/>
                </a:lnTo>
                <a:cubicBezTo>
                  <a:pt x="697261" y="112866"/>
                  <a:pt x="697773" y="116690"/>
                  <a:pt x="698797" y="118256"/>
                </a:cubicBezTo>
                <a:cubicBezTo>
                  <a:pt x="700182" y="120485"/>
                  <a:pt x="702832" y="121720"/>
                  <a:pt x="706747" y="121961"/>
                </a:cubicBezTo>
                <a:lnTo>
                  <a:pt x="706747" y="125213"/>
                </a:lnTo>
                <a:lnTo>
                  <a:pt x="663021" y="125213"/>
                </a:lnTo>
                <a:lnTo>
                  <a:pt x="663021" y="121961"/>
                </a:lnTo>
                <a:cubicBezTo>
                  <a:pt x="665370" y="121840"/>
                  <a:pt x="667222" y="121253"/>
                  <a:pt x="668577" y="120199"/>
                </a:cubicBezTo>
                <a:cubicBezTo>
                  <a:pt x="669932" y="119145"/>
                  <a:pt x="670835" y="117880"/>
                  <a:pt x="671287" y="116404"/>
                </a:cubicBezTo>
                <a:cubicBezTo>
                  <a:pt x="671739" y="114929"/>
                  <a:pt x="671965" y="111722"/>
                  <a:pt x="671965" y="106783"/>
                </a:cubicBezTo>
                <a:lnTo>
                  <a:pt x="671965" y="70408"/>
                </a:lnTo>
                <a:cubicBezTo>
                  <a:pt x="671965" y="62746"/>
                  <a:pt x="671664" y="57950"/>
                  <a:pt x="671061" y="56021"/>
                </a:cubicBezTo>
                <a:cubicBezTo>
                  <a:pt x="670459" y="54090"/>
                  <a:pt x="669450" y="52581"/>
                  <a:pt x="668035" y="51495"/>
                </a:cubicBezTo>
                <a:cubicBezTo>
                  <a:pt x="666619" y="50409"/>
                  <a:pt x="665099" y="49866"/>
                  <a:pt x="663472" y="49866"/>
                </a:cubicBezTo>
                <a:cubicBezTo>
                  <a:pt x="661063" y="49866"/>
                  <a:pt x="658865" y="50503"/>
                  <a:pt x="656877" y="51777"/>
                </a:cubicBezTo>
                <a:cubicBezTo>
                  <a:pt x="654047" y="53659"/>
                  <a:pt x="651035" y="56877"/>
                  <a:pt x="647843" y="61430"/>
                </a:cubicBezTo>
                <a:lnTo>
                  <a:pt x="647843" y="106783"/>
                </a:lnTo>
                <a:cubicBezTo>
                  <a:pt x="647843" y="112745"/>
                  <a:pt x="648430" y="116675"/>
                  <a:pt x="649605" y="118573"/>
                </a:cubicBezTo>
                <a:cubicBezTo>
                  <a:pt x="650779" y="120470"/>
                  <a:pt x="653233" y="121599"/>
                  <a:pt x="656968" y="121961"/>
                </a:cubicBezTo>
                <a:lnTo>
                  <a:pt x="656968" y="125213"/>
                </a:lnTo>
                <a:lnTo>
                  <a:pt x="613422" y="125213"/>
                </a:lnTo>
                <a:lnTo>
                  <a:pt x="613422" y="121961"/>
                </a:lnTo>
                <a:cubicBezTo>
                  <a:pt x="616975" y="121599"/>
                  <a:pt x="619505" y="120455"/>
                  <a:pt x="621011" y="118527"/>
                </a:cubicBezTo>
                <a:cubicBezTo>
                  <a:pt x="622035" y="117202"/>
                  <a:pt x="622547" y="113287"/>
                  <a:pt x="622547" y="106783"/>
                </a:cubicBezTo>
                <a:lnTo>
                  <a:pt x="622547" y="59081"/>
                </a:lnTo>
                <a:cubicBezTo>
                  <a:pt x="622547" y="52620"/>
                  <a:pt x="621959" y="48596"/>
                  <a:pt x="620785" y="47012"/>
                </a:cubicBezTo>
                <a:cubicBezTo>
                  <a:pt x="619610" y="45427"/>
                  <a:pt x="617156" y="44391"/>
                  <a:pt x="613422" y="43903"/>
                </a:cubicBezTo>
                <a:lnTo>
                  <a:pt x="613422" y="40651"/>
                </a:lnTo>
                <a:lnTo>
                  <a:pt x="647843" y="40651"/>
                </a:lnTo>
                <a:close/>
                <a:moveTo>
                  <a:pt x="818757" y="91966"/>
                </a:moveTo>
                <a:lnTo>
                  <a:pt x="766087" y="91966"/>
                </a:lnTo>
                <a:lnTo>
                  <a:pt x="766087" y="73175"/>
                </a:lnTo>
                <a:lnTo>
                  <a:pt x="818757" y="73175"/>
                </a:lnTo>
                <a:lnTo>
                  <a:pt x="818757" y="91966"/>
                </a:lnTo>
                <a:close/>
                <a:moveTo>
                  <a:pt x="862121" y="2706"/>
                </a:moveTo>
                <a:lnTo>
                  <a:pt x="862121" y="49143"/>
                </a:lnTo>
                <a:cubicBezTo>
                  <a:pt x="869228" y="41795"/>
                  <a:pt x="876998" y="38121"/>
                  <a:pt x="885430" y="38121"/>
                </a:cubicBezTo>
                <a:cubicBezTo>
                  <a:pt x="891212" y="38121"/>
                  <a:pt x="896663" y="39825"/>
                  <a:pt x="901782" y="43231"/>
                </a:cubicBezTo>
                <a:cubicBezTo>
                  <a:pt x="906902" y="46638"/>
                  <a:pt x="910907" y="51476"/>
                  <a:pt x="913798" y="57746"/>
                </a:cubicBezTo>
                <a:cubicBezTo>
                  <a:pt x="916689" y="64015"/>
                  <a:pt x="918135" y="71250"/>
                  <a:pt x="918135" y="79451"/>
                </a:cubicBezTo>
                <a:cubicBezTo>
                  <a:pt x="918135" y="88675"/>
                  <a:pt x="916298" y="97056"/>
                  <a:pt x="912624" y="104592"/>
                </a:cubicBezTo>
                <a:cubicBezTo>
                  <a:pt x="908950" y="112128"/>
                  <a:pt x="904041" y="117871"/>
                  <a:pt x="897898" y="121819"/>
                </a:cubicBezTo>
                <a:cubicBezTo>
                  <a:pt x="891754" y="125768"/>
                  <a:pt x="884737" y="127743"/>
                  <a:pt x="876847" y="127743"/>
                </a:cubicBezTo>
                <a:cubicBezTo>
                  <a:pt x="872270" y="127743"/>
                  <a:pt x="868204" y="127020"/>
                  <a:pt x="864651" y="125574"/>
                </a:cubicBezTo>
                <a:cubicBezTo>
                  <a:pt x="861097" y="124129"/>
                  <a:pt x="857604" y="121780"/>
                  <a:pt x="854171" y="118527"/>
                </a:cubicBezTo>
                <a:lnTo>
                  <a:pt x="840168" y="127743"/>
                </a:lnTo>
                <a:lnTo>
                  <a:pt x="837096" y="127743"/>
                </a:lnTo>
                <a:lnTo>
                  <a:pt x="837096" y="20233"/>
                </a:lnTo>
                <a:cubicBezTo>
                  <a:pt x="837096" y="15323"/>
                  <a:pt x="836885" y="12292"/>
                  <a:pt x="836464" y="11142"/>
                </a:cubicBezTo>
                <a:cubicBezTo>
                  <a:pt x="835861" y="9445"/>
                  <a:pt x="834913" y="8186"/>
                  <a:pt x="833618" y="7368"/>
                </a:cubicBezTo>
                <a:cubicBezTo>
                  <a:pt x="832323" y="6549"/>
                  <a:pt x="830140" y="6079"/>
                  <a:pt x="827068" y="5959"/>
                </a:cubicBezTo>
                <a:lnTo>
                  <a:pt x="827068" y="2706"/>
                </a:lnTo>
                <a:lnTo>
                  <a:pt x="862121" y="2706"/>
                </a:lnTo>
                <a:moveTo>
                  <a:pt x="862121" y="57195"/>
                </a:moveTo>
                <a:lnTo>
                  <a:pt x="862121" y="94823"/>
                </a:lnTo>
                <a:cubicBezTo>
                  <a:pt x="862121" y="102482"/>
                  <a:pt x="862302" y="107367"/>
                  <a:pt x="862663" y="109479"/>
                </a:cubicBezTo>
                <a:cubicBezTo>
                  <a:pt x="863266" y="113036"/>
                  <a:pt x="864711" y="115916"/>
                  <a:pt x="867000" y="118118"/>
                </a:cubicBezTo>
                <a:cubicBezTo>
                  <a:pt x="869289" y="120318"/>
                  <a:pt x="872210" y="121418"/>
                  <a:pt x="875763" y="121418"/>
                </a:cubicBezTo>
                <a:cubicBezTo>
                  <a:pt x="878835" y="121418"/>
                  <a:pt x="881470" y="120544"/>
                  <a:pt x="883668" y="118796"/>
                </a:cubicBezTo>
                <a:cubicBezTo>
                  <a:pt x="885867" y="117047"/>
                  <a:pt x="887704" y="113580"/>
                  <a:pt x="889179" y="108395"/>
                </a:cubicBezTo>
                <a:cubicBezTo>
                  <a:pt x="890655" y="103208"/>
                  <a:pt x="891393" y="93860"/>
                  <a:pt x="891393" y="80351"/>
                </a:cubicBezTo>
                <a:cubicBezTo>
                  <a:pt x="891393" y="67385"/>
                  <a:pt x="889767" y="58490"/>
                  <a:pt x="886514" y="53666"/>
                </a:cubicBezTo>
                <a:cubicBezTo>
                  <a:pt x="884165" y="50169"/>
                  <a:pt x="881003" y="48420"/>
                  <a:pt x="877028" y="48420"/>
                </a:cubicBezTo>
                <a:cubicBezTo>
                  <a:pt x="871848" y="48420"/>
                  <a:pt x="866879" y="51345"/>
                  <a:pt x="862121" y="57195"/>
                </a:cubicBezTo>
                <a:close/>
                <a:moveTo>
                  <a:pt x="979464" y="112745"/>
                </a:moveTo>
                <a:cubicBezTo>
                  <a:pt x="969165" y="121900"/>
                  <a:pt x="959920" y="126478"/>
                  <a:pt x="951728" y="126478"/>
                </a:cubicBezTo>
                <a:cubicBezTo>
                  <a:pt x="946910" y="126478"/>
                  <a:pt x="942905" y="124892"/>
                  <a:pt x="939713" y="121721"/>
                </a:cubicBezTo>
                <a:cubicBezTo>
                  <a:pt x="936521" y="118547"/>
                  <a:pt x="934924" y="114574"/>
                  <a:pt x="934924" y="109801"/>
                </a:cubicBezTo>
                <a:cubicBezTo>
                  <a:pt x="934924" y="103334"/>
                  <a:pt x="937695" y="97517"/>
                  <a:pt x="943236" y="92350"/>
                </a:cubicBezTo>
                <a:cubicBezTo>
                  <a:pt x="948777" y="87184"/>
                  <a:pt x="960853" y="80310"/>
                  <a:pt x="979464" y="71729"/>
                </a:cubicBezTo>
                <a:lnTo>
                  <a:pt x="979464" y="63237"/>
                </a:lnTo>
                <a:cubicBezTo>
                  <a:pt x="979464" y="56853"/>
                  <a:pt x="979118" y="52832"/>
                  <a:pt x="978425" y="51176"/>
                </a:cubicBezTo>
                <a:cubicBezTo>
                  <a:pt x="977732" y="49520"/>
                  <a:pt x="976423" y="48074"/>
                  <a:pt x="974495" y="46839"/>
                </a:cubicBezTo>
                <a:cubicBezTo>
                  <a:pt x="972568" y="45605"/>
                  <a:pt x="970400" y="44987"/>
                  <a:pt x="967990" y="44987"/>
                </a:cubicBezTo>
                <a:cubicBezTo>
                  <a:pt x="964075" y="44987"/>
                  <a:pt x="960853" y="45861"/>
                  <a:pt x="958324" y="47607"/>
                </a:cubicBezTo>
                <a:cubicBezTo>
                  <a:pt x="956758" y="48692"/>
                  <a:pt x="955975" y="49956"/>
                  <a:pt x="955975" y="51402"/>
                </a:cubicBezTo>
                <a:cubicBezTo>
                  <a:pt x="955975" y="52667"/>
                  <a:pt x="956818" y="54233"/>
                  <a:pt x="958504" y="56100"/>
                </a:cubicBezTo>
                <a:cubicBezTo>
                  <a:pt x="960793" y="58690"/>
                  <a:pt x="961937" y="61189"/>
                  <a:pt x="961937" y="63598"/>
                </a:cubicBezTo>
                <a:cubicBezTo>
                  <a:pt x="961937" y="66550"/>
                  <a:pt x="960838" y="69064"/>
                  <a:pt x="958640" y="71142"/>
                </a:cubicBezTo>
                <a:cubicBezTo>
                  <a:pt x="956441" y="73220"/>
                  <a:pt x="953565" y="74259"/>
                  <a:pt x="950012" y="74259"/>
                </a:cubicBezTo>
                <a:cubicBezTo>
                  <a:pt x="946217" y="74259"/>
                  <a:pt x="943040" y="73115"/>
                  <a:pt x="940481" y="70826"/>
                </a:cubicBezTo>
                <a:cubicBezTo>
                  <a:pt x="937921" y="68537"/>
                  <a:pt x="936641" y="65857"/>
                  <a:pt x="936641" y="62785"/>
                </a:cubicBezTo>
                <a:cubicBezTo>
                  <a:pt x="936641" y="58449"/>
                  <a:pt x="938358" y="54308"/>
                  <a:pt x="941791" y="50363"/>
                </a:cubicBezTo>
                <a:cubicBezTo>
                  <a:pt x="945224" y="46418"/>
                  <a:pt x="950012" y="43391"/>
                  <a:pt x="956155" y="41283"/>
                </a:cubicBezTo>
                <a:cubicBezTo>
                  <a:pt x="962299" y="39175"/>
                  <a:pt x="968683" y="38121"/>
                  <a:pt x="975308" y="38121"/>
                </a:cubicBezTo>
                <a:cubicBezTo>
                  <a:pt x="983319" y="38121"/>
                  <a:pt x="989658" y="39827"/>
                  <a:pt x="994326" y="43240"/>
                </a:cubicBezTo>
                <a:cubicBezTo>
                  <a:pt x="998993" y="46650"/>
                  <a:pt x="1002020" y="50348"/>
                  <a:pt x="1003405" y="54332"/>
                </a:cubicBezTo>
                <a:cubicBezTo>
                  <a:pt x="1004248" y="56868"/>
                  <a:pt x="1004670" y="62693"/>
                  <a:pt x="1004670" y="71808"/>
                </a:cubicBezTo>
                <a:lnTo>
                  <a:pt x="1004670" y="104679"/>
                </a:lnTo>
                <a:cubicBezTo>
                  <a:pt x="1004670" y="108543"/>
                  <a:pt x="1004821" y="110974"/>
                  <a:pt x="1005122" y="111972"/>
                </a:cubicBezTo>
                <a:cubicBezTo>
                  <a:pt x="1005423" y="112968"/>
                  <a:pt x="1005875" y="113707"/>
                  <a:pt x="1006477" y="114191"/>
                </a:cubicBezTo>
                <a:cubicBezTo>
                  <a:pt x="1007079" y="114673"/>
                  <a:pt x="1007772" y="114914"/>
                  <a:pt x="1008555" y="114914"/>
                </a:cubicBezTo>
                <a:cubicBezTo>
                  <a:pt x="1010121" y="114914"/>
                  <a:pt x="1011717" y="113799"/>
                  <a:pt x="1013343" y="111571"/>
                </a:cubicBezTo>
                <a:lnTo>
                  <a:pt x="1016053" y="113739"/>
                </a:lnTo>
                <a:cubicBezTo>
                  <a:pt x="1013042" y="118196"/>
                  <a:pt x="1009925" y="121434"/>
                  <a:pt x="1006703" y="123451"/>
                </a:cubicBezTo>
                <a:cubicBezTo>
                  <a:pt x="1003481" y="125469"/>
                  <a:pt x="999822" y="126478"/>
                  <a:pt x="995726" y="126478"/>
                </a:cubicBezTo>
                <a:cubicBezTo>
                  <a:pt x="990908" y="126478"/>
                  <a:pt x="987143" y="125341"/>
                  <a:pt x="984433" y="123067"/>
                </a:cubicBezTo>
                <a:cubicBezTo>
                  <a:pt x="981723" y="120794"/>
                  <a:pt x="980066" y="117353"/>
                  <a:pt x="979464" y="112745"/>
                </a:cubicBezTo>
                <a:moveTo>
                  <a:pt x="979464" y="106060"/>
                </a:moveTo>
                <a:lnTo>
                  <a:pt x="979464" y="77799"/>
                </a:lnTo>
                <a:cubicBezTo>
                  <a:pt x="972176" y="82096"/>
                  <a:pt x="966756" y="86696"/>
                  <a:pt x="963202" y="91599"/>
                </a:cubicBezTo>
                <a:cubicBezTo>
                  <a:pt x="960853" y="94867"/>
                  <a:pt x="959679" y="98165"/>
                  <a:pt x="959679" y="101495"/>
                </a:cubicBezTo>
                <a:cubicBezTo>
                  <a:pt x="959679" y="104279"/>
                  <a:pt x="960673" y="106730"/>
                  <a:pt x="962660" y="108849"/>
                </a:cubicBezTo>
                <a:cubicBezTo>
                  <a:pt x="964166" y="110483"/>
                  <a:pt x="966274" y="111300"/>
                  <a:pt x="968984" y="111300"/>
                </a:cubicBezTo>
                <a:cubicBezTo>
                  <a:pt x="971996" y="111300"/>
                  <a:pt x="975489" y="109553"/>
                  <a:pt x="979464" y="106060"/>
                </a:cubicBezTo>
                <a:close/>
                <a:moveTo>
                  <a:pt x="1077457" y="38483"/>
                </a:moveTo>
                <a:lnTo>
                  <a:pt x="1078812" y="67393"/>
                </a:lnTo>
                <a:lnTo>
                  <a:pt x="1075740" y="67393"/>
                </a:lnTo>
                <a:cubicBezTo>
                  <a:pt x="1072066" y="58771"/>
                  <a:pt x="1068257" y="52881"/>
                  <a:pt x="1064312" y="49725"/>
                </a:cubicBezTo>
                <a:cubicBezTo>
                  <a:pt x="1060367" y="46567"/>
                  <a:pt x="1056437" y="44987"/>
                  <a:pt x="1052522" y="44987"/>
                </a:cubicBezTo>
                <a:cubicBezTo>
                  <a:pt x="1050053" y="44987"/>
                  <a:pt x="1047945" y="45816"/>
                  <a:pt x="1046198" y="47472"/>
                </a:cubicBezTo>
                <a:cubicBezTo>
                  <a:pt x="1044451" y="49128"/>
                  <a:pt x="1043578" y="51040"/>
                  <a:pt x="1043578" y="53209"/>
                </a:cubicBezTo>
                <a:cubicBezTo>
                  <a:pt x="1043578" y="54835"/>
                  <a:pt x="1044180" y="56401"/>
                  <a:pt x="1045385" y="57907"/>
                </a:cubicBezTo>
                <a:cubicBezTo>
                  <a:pt x="1047312" y="60376"/>
                  <a:pt x="1052703" y="64607"/>
                  <a:pt x="1061556" y="70600"/>
                </a:cubicBezTo>
                <a:cubicBezTo>
                  <a:pt x="1070410" y="76593"/>
                  <a:pt x="1076237" y="81682"/>
                  <a:pt x="1079038" y="85868"/>
                </a:cubicBezTo>
                <a:cubicBezTo>
                  <a:pt x="1081839" y="90054"/>
                  <a:pt x="1083239" y="94737"/>
                  <a:pt x="1083239" y="99917"/>
                </a:cubicBezTo>
                <a:cubicBezTo>
                  <a:pt x="1083239" y="104614"/>
                  <a:pt x="1082065" y="109222"/>
                  <a:pt x="1079716" y="113739"/>
                </a:cubicBezTo>
                <a:cubicBezTo>
                  <a:pt x="1077367" y="118256"/>
                  <a:pt x="1074054" y="121720"/>
                  <a:pt x="1069778" y="124129"/>
                </a:cubicBezTo>
                <a:cubicBezTo>
                  <a:pt x="1065501" y="126538"/>
                  <a:pt x="1060773" y="127743"/>
                  <a:pt x="1055594" y="127743"/>
                </a:cubicBezTo>
                <a:cubicBezTo>
                  <a:pt x="1051558" y="127743"/>
                  <a:pt x="1046168" y="126454"/>
                  <a:pt x="1039422" y="123878"/>
                </a:cubicBezTo>
                <a:cubicBezTo>
                  <a:pt x="1037615" y="123202"/>
                  <a:pt x="1036381" y="122864"/>
                  <a:pt x="1035718" y="122864"/>
                </a:cubicBezTo>
                <a:cubicBezTo>
                  <a:pt x="1033730" y="122864"/>
                  <a:pt x="1032074" y="124370"/>
                  <a:pt x="1030749" y="127381"/>
                </a:cubicBezTo>
                <a:lnTo>
                  <a:pt x="1027768" y="127381"/>
                </a:lnTo>
                <a:lnTo>
                  <a:pt x="1026322" y="97026"/>
                </a:lnTo>
                <a:lnTo>
                  <a:pt x="1029394" y="97026"/>
                </a:lnTo>
                <a:cubicBezTo>
                  <a:pt x="1032104" y="104976"/>
                  <a:pt x="1035823" y="110939"/>
                  <a:pt x="1040551" y="114914"/>
                </a:cubicBezTo>
                <a:cubicBezTo>
                  <a:pt x="1045279" y="118889"/>
                  <a:pt x="1049752" y="120876"/>
                  <a:pt x="1053968" y="120876"/>
                </a:cubicBezTo>
                <a:cubicBezTo>
                  <a:pt x="1056859" y="120876"/>
                  <a:pt x="1059223" y="119988"/>
                  <a:pt x="1061060" y="118211"/>
                </a:cubicBezTo>
                <a:cubicBezTo>
                  <a:pt x="1062897" y="116434"/>
                  <a:pt x="1063815" y="114281"/>
                  <a:pt x="1063815" y="111752"/>
                </a:cubicBezTo>
                <a:cubicBezTo>
                  <a:pt x="1063815" y="108861"/>
                  <a:pt x="1062912" y="106361"/>
                  <a:pt x="1061105" y="104253"/>
                </a:cubicBezTo>
                <a:cubicBezTo>
                  <a:pt x="1059298" y="102145"/>
                  <a:pt x="1055262" y="98953"/>
                  <a:pt x="1048999" y="94677"/>
                </a:cubicBezTo>
                <a:cubicBezTo>
                  <a:pt x="1039784" y="88292"/>
                  <a:pt x="1033821" y="83414"/>
                  <a:pt x="1031111" y="80041"/>
                </a:cubicBezTo>
                <a:cubicBezTo>
                  <a:pt x="1027135" y="75102"/>
                  <a:pt x="1025148" y="69651"/>
                  <a:pt x="1025148" y="63689"/>
                </a:cubicBezTo>
                <a:cubicBezTo>
                  <a:pt x="1025148" y="57184"/>
                  <a:pt x="1027391" y="51296"/>
                  <a:pt x="1031878" y="46026"/>
                </a:cubicBezTo>
                <a:cubicBezTo>
                  <a:pt x="1036366" y="40756"/>
                  <a:pt x="1042855" y="38121"/>
                  <a:pt x="1051348" y="38121"/>
                </a:cubicBezTo>
                <a:cubicBezTo>
                  <a:pt x="1055925" y="38121"/>
                  <a:pt x="1060352" y="39279"/>
                  <a:pt x="1064628" y="41594"/>
                </a:cubicBezTo>
                <a:cubicBezTo>
                  <a:pt x="1066254" y="42531"/>
                  <a:pt x="1067579" y="43000"/>
                  <a:pt x="1068603" y="43000"/>
                </a:cubicBezTo>
                <a:cubicBezTo>
                  <a:pt x="1069687" y="43000"/>
                  <a:pt x="1070561" y="42774"/>
                  <a:pt x="1071223" y="42322"/>
                </a:cubicBezTo>
                <a:cubicBezTo>
                  <a:pt x="1071886" y="41871"/>
                  <a:pt x="1072940" y="40591"/>
                  <a:pt x="1074385" y="38483"/>
                </a:cubicBezTo>
                <a:lnTo>
                  <a:pt x="1077457" y="38483"/>
                </a:lnTo>
                <a:close/>
                <a:moveTo>
                  <a:pt x="1167590" y="79860"/>
                </a:moveTo>
                <a:lnTo>
                  <a:pt x="1121244" y="79860"/>
                </a:lnTo>
                <a:cubicBezTo>
                  <a:pt x="1121786" y="91093"/>
                  <a:pt x="1124767" y="99970"/>
                  <a:pt x="1130188" y="106492"/>
                </a:cubicBezTo>
                <a:cubicBezTo>
                  <a:pt x="1134343" y="111504"/>
                  <a:pt x="1139342" y="114010"/>
                  <a:pt x="1145185" y="114010"/>
                </a:cubicBezTo>
                <a:cubicBezTo>
                  <a:pt x="1148798" y="114010"/>
                  <a:pt x="1152081" y="113001"/>
                  <a:pt x="1155032" y="110984"/>
                </a:cubicBezTo>
                <a:cubicBezTo>
                  <a:pt x="1157983" y="108966"/>
                  <a:pt x="1161145" y="105337"/>
                  <a:pt x="1164518" y="100097"/>
                </a:cubicBezTo>
                <a:lnTo>
                  <a:pt x="1167590" y="102085"/>
                </a:lnTo>
                <a:cubicBezTo>
                  <a:pt x="1163013" y="111420"/>
                  <a:pt x="1157953" y="118031"/>
                  <a:pt x="1152412" y="121915"/>
                </a:cubicBezTo>
                <a:cubicBezTo>
                  <a:pt x="1146871" y="125800"/>
                  <a:pt x="1140457" y="127743"/>
                  <a:pt x="1133169" y="127743"/>
                </a:cubicBezTo>
                <a:cubicBezTo>
                  <a:pt x="1120641" y="127743"/>
                  <a:pt x="1111155" y="122919"/>
                  <a:pt x="1104711" y="113273"/>
                </a:cubicBezTo>
                <a:cubicBezTo>
                  <a:pt x="1099531" y="105496"/>
                  <a:pt x="1096941" y="95850"/>
                  <a:pt x="1096941" y="84335"/>
                </a:cubicBezTo>
                <a:cubicBezTo>
                  <a:pt x="1096941" y="70226"/>
                  <a:pt x="1100750" y="58997"/>
                  <a:pt x="1108369" y="50648"/>
                </a:cubicBezTo>
                <a:cubicBezTo>
                  <a:pt x="1115989" y="42297"/>
                  <a:pt x="1124918" y="38121"/>
                  <a:pt x="1135156" y="38121"/>
                </a:cubicBezTo>
                <a:cubicBezTo>
                  <a:pt x="1143709" y="38121"/>
                  <a:pt x="1151132" y="41630"/>
                  <a:pt x="1157426" y="48646"/>
                </a:cubicBezTo>
                <a:cubicBezTo>
                  <a:pt x="1163720" y="55663"/>
                  <a:pt x="1167108" y="66068"/>
                  <a:pt x="1167590" y="79860"/>
                </a:cubicBezTo>
                <a:moveTo>
                  <a:pt x="1145365" y="73897"/>
                </a:moveTo>
                <a:cubicBezTo>
                  <a:pt x="1145365" y="64201"/>
                  <a:pt x="1144838" y="57545"/>
                  <a:pt x="1143784" y="53931"/>
                </a:cubicBezTo>
                <a:cubicBezTo>
                  <a:pt x="1142730" y="50318"/>
                  <a:pt x="1141089" y="47577"/>
                  <a:pt x="1138861" y="45710"/>
                </a:cubicBezTo>
                <a:cubicBezTo>
                  <a:pt x="1137596" y="44626"/>
                  <a:pt x="1135909" y="44084"/>
                  <a:pt x="1133801" y="44084"/>
                </a:cubicBezTo>
                <a:cubicBezTo>
                  <a:pt x="1130669" y="44084"/>
                  <a:pt x="1128110" y="45620"/>
                  <a:pt x="1126122" y="48692"/>
                </a:cubicBezTo>
                <a:cubicBezTo>
                  <a:pt x="1122569" y="54052"/>
                  <a:pt x="1120792" y="61400"/>
                  <a:pt x="1120792" y="70735"/>
                </a:cubicBezTo>
                <a:lnTo>
                  <a:pt x="1120792" y="73897"/>
                </a:lnTo>
                <a:lnTo>
                  <a:pt x="1145365" y="73897"/>
                </a:lnTo>
                <a:close/>
                <a:moveTo>
                  <a:pt x="1261423" y="2706"/>
                </a:moveTo>
                <a:lnTo>
                  <a:pt x="1261423" y="99917"/>
                </a:lnTo>
                <a:cubicBezTo>
                  <a:pt x="1261423" y="106416"/>
                  <a:pt x="1261604" y="110261"/>
                  <a:pt x="1261965" y="111452"/>
                </a:cubicBezTo>
                <a:cubicBezTo>
                  <a:pt x="1262447" y="113421"/>
                  <a:pt x="1263366" y="114883"/>
                  <a:pt x="1264721" y="115837"/>
                </a:cubicBezTo>
                <a:cubicBezTo>
                  <a:pt x="1266076" y="116789"/>
                  <a:pt x="1268440" y="117385"/>
                  <a:pt x="1271813" y="117624"/>
                </a:cubicBezTo>
                <a:lnTo>
                  <a:pt x="1271813" y="120876"/>
                </a:lnTo>
                <a:lnTo>
                  <a:pt x="1236127" y="127743"/>
                </a:lnTo>
                <a:lnTo>
                  <a:pt x="1236127" y="114372"/>
                </a:lnTo>
                <a:cubicBezTo>
                  <a:pt x="1231851" y="119551"/>
                  <a:pt x="1228041" y="123075"/>
                  <a:pt x="1224698" y="124942"/>
                </a:cubicBezTo>
                <a:cubicBezTo>
                  <a:pt x="1221356" y="126809"/>
                  <a:pt x="1217576" y="127743"/>
                  <a:pt x="1213360" y="127743"/>
                </a:cubicBezTo>
                <a:cubicBezTo>
                  <a:pt x="1202579" y="127743"/>
                  <a:pt x="1194057" y="122919"/>
                  <a:pt x="1187793" y="113273"/>
                </a:cubicBezTo>
                <a:cubicBezTo>
                  <a:pt x="1182734" y="105436"/>
                  <a:pt x="1180204" y="95820"/>
                  <a:pt x="1180204" y="84425"/>
                </a:cubicBezTo>
                <a:cubicBezTo>
                  <a:pt x="1180204" y="75321"/>
                  <a:pt x="1181770" y="67167"/>
                  <a:pt x="1184902" y="59962"/>
                </a:cubicBezTo>
                <a:cubicBezTo>
                  <a:pt x="1188034" y="52757"/>
                  <a:pt x="1192325" y="47316"/>
                  <a:pt x="1197776" y="43638"/>
                </a:cubicBezTo>
                <a:cubicBezTo>
                  <a:pt x="1203227" y="39960"/>
                  <a:pt x="1209084" y="38121"/>
                  <a:pt x="1215348" y="38121"/>
                </a:cubicBezTo>
                <a:cubicBezTo>
                  <a:pt x="1219383" y="38121"/>
                  <a:pt x="1222967" y="38911"/>
                  <a:pt x="1226099" y="40490"/>
                </a:cubicBezTo>
                <a:cubicBezTo>
                  <a:pt x="1229231" y="42069"/>
                  <a:pt x="1232573" y="44833"/>
                  <a:pt x="1236127" y="48782"/>
                </a:cubicBezTo>
                <a:lnTo>
                  <a:pt x="1236127" y="23305"/>
                </a:lnTo>
                <a:cubicBezTo>
                  <a:pt x="1236127" y="16860"/>
                  <a:pt x="1235856" y="12976"/>
                  <a:pt x="1235314" y="11650"/>
                </a:cubicBezTo>
                <a:cubicBezTo>
                  <a:pt x="1234591" y="9904"/>
                  <a:pt x="1233507" y="8609"/>
                  <a:pt x="1232061" y="7766"/>
                </a:cubicBezTo>
                <a:cubicBezTo>
                  <a:pt x="1230616" y="6922"/>
                  <a:pt x="1227906" y="6501"/>
                  <a:pt x="1223930" y="6501"/>
                </a:cubicBezTo>
                <a:lnTo>
                  <a:pt x="1223930" y="2706"/>
                </a:lnTo>
                <a:lnTo>
                  <a:pt x="1261423" y="2706"/>
                </a:lnTo>
                <a:moveTo>
                  <a:pt x="1236127" y="59804"/>
                </a:moveTo>
                <a:cubicBezTo>
                  <a:pt x="1231670" y="51372"/>
                  <a:pt x="1226219" y="47156"/>
                  <a:pt x="1219775" y="47156"/>
                </a:cubicBezTo>
                <a:cubicBezTo>
                  <a:pt x="1217546" y="47156"/>
                  <a:pt x="1215709" y="47758"/>
                  <a:pt x="1214264" y="48963"/>
                </a:cubicBezTo>
                <a:cubicBezTo>
                  <a:pt x="1212035" y="50830"/>
                  <a:pt x="1210213" y="54112"/>
                  <a:pt x="1208798" y="58810"/>
                </a:cubicBezTo>
                <a:cubicBezTo>
                  <a:pt x="1207382" y="63508"/>
                  <a:pt x="1206675" y="70705"/>
                  <a:pt x="1206675" y="80402"/>
                </a:cubicBezTo>
                <a:cubicBezTo>
                  <a:pt x="1206675" y="91063"/>
                  <a:pt x="1207458" y="98953"/>
                  <a:pt x="1209024" y="104072"/>
                </a:cubicBezTo>
                <a:cubicBezTo>
                  <a:pt x="1210590" y="109192"/>
                  <a:pt x="1212728" y="112896"/>
                  <a:pt x="1215438" y="115185"/>
                </a:cubicBezTo>
                <a:cubicBezTo>
                  <a:pt x="1216823" y="116329"/>
                  <a:pt x="1218721" y="116901"/>
                  <a:pt x="1221130" y="116901"/>
                </a:cubicBezTo>
                <a:cubicBezTo>
                  <a:pt x="1226430" y="116901"/>
                  <a:pt x="1231429" y="112732"/>
                  <a:pt x="1236127" y="104394"/>
                </a:cubicBezTo>
                <a:lnTo>
                  <a:pt x="1236127" y="5980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Ranking">
            <a:extLst xmlns:a="http://schemas.openxmlformats.org/drawingml/2006/main">
              <a:ext uri="{FF2B5EF4-FFF2-40B4-BE49-F238E27FC236}">
                <a16:creationId xmlns:a16="http://schemas.microsoft.com/office/drawing/2014/main" id="{3E7F9B51-1A6C-4093-8D54-CCAC8BA2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58" y="1422844"/>
            <a:ext cx="674299" cy="165149"/>
          </a:xfrm>
          <a:custGeom xmlns:a="http://schemas.openxmlformats.org/drawingml/2006/main">
            <a:pathLst>
              <a:path w="674299" h="165149">
                <a:moveTo>
                  <a:pt x="45714" y="69384"/>
                </a:moveTo>
                <a:lnTo>
                  <a:pt x="45714" y="103896"/>
                </a:lnTo>
                <a:cubicBezTo>
                  <a:pt x="45714" y="110487"/>
                  <a:pt x="46121" y="114637"/>
                  <a:pt x="46934" y="116346"/>
                </a:cubicBezTo>
                <a:cubicBezTo>
                  <a:pt x="47747" y="118053"/>
                  <a:pt x="49177" y="119417"/>
                  <a:pt x="51225" y="120437"/>
                </a:cubicBezTo>
                <a:cubicBezTo>
                  <a:pt x="53273" y="121455"/>
                  <a:pt x="57097" y="121964"/>
                  <a:pt x="62699" y="121964"/>
                </a:cubicBezTo>
                <a:lnTo>
                  <a:pt x="62699" y="125217"/>
                </a:lnTo>
                <a:lnTo>
                  <a:pt x="0" y="125217"/>
                </a:lnTo>
                <a:lnTo>
                  <a:pt x="0" y="121964"/>
                </a:lnTo>
                <a:cubicBezTo>
                  <a:pt x="5662" y="121964"/>
                  <a:pt x="9501" y="121440"/>
                  <a:pt x="11519" y="120392"/>
                </a:cubicBezTo>
                <a:cubicBezTo>
                  <a:pt x="13537" y="119344"/>
                  <a:pt x="14952" y="117980"/>
                  <a:pt x="15765" y="116301"/>
                </a:cubicBezTo>
                <a:cubicBezTo>
                  <a:pt x="16578" y="114622"/>
                  <a:pt x="16985" y="110487"/>
                  <a:pt x="16985" y="103896"/>
                </a:cubicBezTo>
                <a:lnTo>
                  <a:pt x="16985" y="24032"/>
                </a:lnTo>
                <a:cubicBezTo>
                  <a:pt x="16985" y="17440"/>
                  <a:pt x="16578" y="13291"/>
                  <a:pt x="15765" y="11584"/>
                </a:cubicBezTo>
                <a:cubicBezTo>
                  <a:pt x="14952" y="9875"/>
                  <a:pt x="13521" y="8511"/>
                  <a:pt x="11474" y="7493"/>
                </a:cubicBezTo>
                <a:cubicBezTo>
                  <a:pt x="9426" y="6473"/>
                  <a:pt x="5601" y="5963"/>
                  <a:pt x="0" y="5963"/>
                </a:cubicBezTo>
                <a:lnTo>
                  <a:pt x="0" y="2710"/>
                </a:lnTo>
                <a:lnTo>
                  <a:pt x="56917" y="2710"/>
                </a:lnTo>
                <a:cubicBezTo>
                  <a:pt x="71733" y="2710"/>
                  <a:pt x="82574" y="3733"/>
                  <a:pt x="89441" y="5779"/>
                </a:cubicBezTo>
                <a:cubicBezTo>
                  <a:pt x="96307" y="7825"/>
                  <a:pt x="101908" y="11601"/>
                  <a:pt x="106245" y="17106"/>
                </a:cubicBezTo>
                <a:cubicBezTo>
                  <a:pt x="110581" y="22611"/>
                  <a:pt x="112749" y="29064"/>
                  <a:pt x="112749" y="36465"/>
                </a:cubicBezTo>
                <a:cubicBezTo>
                  <a:pt x="112749" y="45492"/>
                  <a:pt x="109497" y="52954"/>
                  <a:pt x="102992" y="58851"/>
                </a:cubicBezTo>
                <a:cubicBezTo>
                  <a:pt x="98836" y="62581"/>
                  <a:pt x="93024" y="65379"/>
                  <a:pt x="85556" y="67244"/>
                </a:cubicBezTo>
                <a:lnTo>
                  <a:pt x="115008" y="108814"/>
                </a:lnTo>
                <a:cubicBezTo>
                  <a:pt x="118863" y="114121"/>
                  <a:pt x="121603" y="117431"/>
                  <a:pt x="123229" y="118743"/>
                </a:cubicBezTo>
                <a:cubicBezTo>
                  <a:pt x="125699" y="120591"/>
                  <a:pt x="128560" y="121605"/>
                  <a:pt x="131812" y="121784"/>
                </a:cubicBezTo>
                <a:lnTo>
                  <a:pt x="131812" y="125217"/>
                </a:lnTo>
                <a:lnTo>
                  <a:pt x="93235" y="125217"/>
                </a:lnTo>
                <a:lnTo>
                  <a:pt x="53755" y="69384"/>
                </a:lnTo>
                <a:lnTo>
                  <a:pt x="45714" y="69384"/>
                </a:lnTo>
                <a:moveTo>
                  <a:pt x="45714" y="9576"/>
                </a:moveTo>
                <a:lnTo>
                  <a:pt x="45714" y="62879"/>
                </a:lnTo>
                <a:lnTo>
                  <a:pt x="50864" y="62879"/>
                </a:lnTo>
                <a:cubicBezTo>
                  <a:pt x="59236" y="62879"/>
                  <a:pt x="65499" y="62117"/>
                  <a:pt x="69655" y="60593"/>
                </a:cubicBezTo>
                <a:cubicBezTo>
                  <a:pt x="73811" y="59066"/>
                  <a:pt x="77079" y="56314"/>
                  <a:pt x="79458" y="52337"/>
                </a:cubicBezTo>
                <a:cubicBezTo>
                  <a:pt x="81837" y="48359"/>
                  <a:pt x="83026" y="43168"/>
                  <a:pt x="83026" y="36767"/>
                </a:cubicBezTo>
                <a:cubicBezTo>
                  <a:pt x="83026" y="27494"/>
                  <a:pt x="80843" y="20644"/>
                  <a:pt x="76476" y="16217"/>
                </a:cubicBezTo>
                <a:cubicBezTo>
                  <a:pt x="72110" y="11790"/>
                  <a:pt x="65078" y="9576"/>
                  <a:pt x="55381" y="9576"/>
                </a:cubicBezTo>
                <a:lnTo>
                  <a:pt x="45714" y="9576"/>
                </a:lnTo>
                <a:close/>
                <a:moveTo>
                  <a:pt x="183005" y="112749"/>
                </a:moveTo>
                <a:cubicBezTo>
                  <a:pt x="172706" y="121904"/>
                  <a:pt x="163461" y="126482"/>
                  <a:pt x="155270" y="126482"/>
                </a:cubicBezTo>
                <a:cubicBezTo>
                  <a:pt x="150451" y="126482"/>
                  <a:pt x="146446" y="124896"/>
                  <a:pt x="143254" y="121724"/>
                </a:cubicBezTo>
                <a:cubicBezTo>
                  <a:pt x="140062" y="118551"/>
                  <a:pt x="138466" y="114578"/>
                  <a:pt x="138466" y="109805"/>
                </a:cubicBezTo>
                <a:cubicBezTo>
                  <a:pt x="138466" y="103338"/>
                  <a:pt x="141236" y="97521"/>
                  <a:pt x="146777" y="92354"/>
                </a:cubicBezTo>
                <a:cubicBezTo>
                  <a:pt x="152319" y="87188"/>
                  <a:pt x="164395" y="80314"/>
                  <a:pt x="183005" y="71733"/>
                </a:cubicBezTo>
                <a:lnTo>
                  <a:pt x="183005" y="63241"/>
                </a:lnTo>
                <a:cubicBezTo>
                  <a:pt x="183005" y="56857"/>
                  <a:pt x="182659" y="52836"/>
                  <a:pt x="181966" y="51180"/>
                </a:cubicBezTo>
                <a:cubicBezTo>
                  <a:pt x="181274" y="49524"/>
                  <a:pt x="179964" y="48078"/>
                  <a:pt x="178037" y="46843"/>
                </a:cubicBezTo>
                <a:cubicBezTo>
                  <a:pt x="176109" y="45609"/>
                  <a:pt x="173941" y="44991"/>
                  <a:pt x="171532" y="44991"/>
                </a:cubicBezTo>
                <a:cubicBezTo>
                  <a:pt x="167617" y="44991"/>
                  <a:pt x="164395" y="45865"/>
                  <a:pt x="161865" y="47611"/>
                </a:cubicBezTo>
                <a:cubicBezTo>
                  <a:pt x="160299" y="48695"/>
                  <a:pt x="159516" y="49960"/>
                  <a:pt x="159516" y="51406"/>
                </a:cubicBezTo>
                <a:cubicBezTo>
                  <a:pt x="159516" y="52671"/>
                  <a:pt x="160359" y="54237"/>
                  <a:pt x="162046" y="56104"/>
                </a:cubicBezTo>
                <a:cubicBezTo>
                  <a:pt x="164334" y="58694"/>
                  <a:pt x="165479" y="61193"/>
                  <a:pt x="165479" y="63602"/>
                </a:cubicBezTo>
                <a:cubicBezTo>
                  <a:pt x="165479" y="66553"/>
                  <a:pt x="164380" y="69068"/>
                  <a:pt x="162181" y="71146"/>
                </a:cubicBezTo>
                <a:cubicBezTo>
                  <a:pt x="159983" y="73224"/>
                  <a:pt x="157107" y="74263"/>
                  <a:pt x="153553" y="74263"/>
                </a:cubicBezTo>
                <a:cubicBezTo>
                  <a:pt x="149759" y="74263"/>
                  <a:pt x="146582" y="73118"/>
                  <a:pt x="144022" y="70830"/>
                </a:cubicBezTo>
                <a:cubicBezTo>
                  <a:pt x="141462" y="68541"/>
                  <a:pt x="140182" y="65861"/>
                  <a:pt x="140182" y="62789"/>
                </a:cubicBezTo>
                <a:cubicBezTo>
                  <a:pt x="140182" y="58453"/>
                  <a:pt x="141899" y="54312"/>
                  <a:pt x="145332" y="50367"/>
                </a:cubicBezTo>
                <a:cubicBezTo>
                  <a:pt x="148765" y="46422"/>
                  <a:pt x="153553" y="43395"/>
                  <a:pt x="159697" y="41287"/>
                </a:cubicBezTo>
                <a:cubicBezTo>
                  <a:pt x="165840" y="39179"/>
                  <a:pt x="172224" y="38125"/>
                  <a:pt x="178850" y="38125"/>
                </a:cubicBezTo>
                <a:cubicBezTo>
                  <a:pt x="186860" y="38125"/>
                  <a:pt x="193199" y="39831"/>
                  <a:pt x="197867" y="43244"/>
                </a:cubicBezTo>
                <a:cubicBezTo>
                  <a:pt x="202535" y="46654"/>
                  <a:pt x="205561" y="50352"/>
                  <a:pt x="206947" y="54336"/>
                </a:cubicBezTo>
                <a:cubicBezTo>
                  <a:pt x="207790" y="56872"/>
                  <a:pt x="208211" y="62697"/>
                  <a:pt x="208211" y="71812"/>
                </a:cubicBezTo>
                <a:lnTo>
                  <a:pt x="208211" y="104683"/>
                </a:lnTo>
                <a:cubicBezTo>
                  <a:pt x="208211" y="108547"/>
                  <a:pt x="208362" y="110978"/>
                  <a:pt x="208663" y="111976"/>
                </a:cubicBezTo>
                <a:cubicBezTo>
                  <a:pt x="208964" y="112971"/>
                  <a:pt x="209416" y="113711"/>
                  <a:pt x="210018" y="114195"/>
                </a:cubicBezTo>
                <a:cubicBezTo>
                  <a:pt x="210621" y="114677"/>
                  <a:pt x="211313" y="114918"/>
                  <a:pt x="212096" y="114918"/>
                </a:cubicBezTo>
                <a:cubicBezTo>
                  <a:pt x="213662" y="114918"/>
                  <a:pt x="215258" y="113803"/>
                  <a:pt x="216884" y="111575"/>
                </a:cubicBezTo>
                <a:lnTo>
                  <a:pt x="219595" y="113743"/>
                </a:lnTo>
                <a:cubicBezTo>
                  <a:pt x="216583" y="118200"/>
                  <a:pt x="213466" y="121437"/>
                  <a:pt x="210244" y="123455"/>
                </a:cubicBezTo>
                <a:cubicBezTo>
                  <a:pt x="207022" y="125473"/>
                  <a:pt x="203363" y="126482"/>
                  <a:pt x="199267" y="126482"/>
                </a:cubicBezTo>
                <a:cubicBezTo>
                  <a:pt x="194449" y="126482"/>
                  <a:pt x="190685" y="125345"/>
                  <a:pt x="187974" y="123071"/>
                </a:cubicBezTo>
                <a:cubicBezTo>
                  <a:pt x="185264" y="120797"/>
                  <a:pt x="183608" y="117357"/>
                  <a:pt x="183005" y="112749"/>
                </a:cubicBezTo>
                <a:moveTo>
                  <a:pt x="183005" y="106064"/>
                </a:moveTo>
                <a:lnTo>
                  <a:pt x="183005" y="77803"/>
                </a:lnTo>
                <a:cubicBezTo>
                  <a:pt x="175718" y="82100"/>
                  <a:pt x="170297" y="86700"/>
                  <a:pt x="166744" y="91603"/>
                </a:cubicBezTo>
                <a:cubicBezTo>
                  <a:pt x="164395" y="94871"/>
                  <a:pt x="163220" y="98169"/>
                  <a:pt x="163220" y="101499"/>
                </a:cubicBezTo>
                <a:cubicBezTo>
                  <a:pt x="163220" y="104282"/>
                  <a:pt x="164214" y="106734"/>
                  <a:pt x="166201" y="108853"/>
                </a:cubicBezTo>
                <a:cubicBezTo>
                  <a:pt x="167707" y="110487"/>
                  <a:pt x="169815" y="111304"/>
                  <a:pt x="172526" y="111304"/>
                </a:cubicBezTo>
                <a:cubicBezTo>
                  <a:pt x="175537" y="111304"/>
                  <a:pt x="179030" y="109557"/>
                  <a:pt x="183005" y="106064"/>
                </a:cubicBezTo>
                <a:close/>
                <a:moveTo>
                  <a:pt x="264522" y="40655"/>
                </a:moveTo>
                <a:lnTo>
                  <a:pt x="264522" y="51677"/>
                </a:lnTo>
                <a:cubicBezTo>
                  <a:pt x="268858" y="46947"/>
                  <a:pt x="273014" y="43506"/>
                  <a:pt x="276989" y="41355"/>
                </a:cubicBezTo>
                <a:cubicBezTo>
                  <a:pt x="280964" y="39202"/>
                  <a:pt x="285241" y="38125"/>
                  <a:pt x="289818" y="38125"/>
                </a:cubicBezTo>
                <a:cubicBezTo>
                  <a:pt x="295299" y="38125"/>
                  <a:pt x="299846" y="39648"/>
                  <a:pt x="303460" y="42693"/>
                </a:cubicBezTo>
                <a:cubicBezTo>
                  <a:pt x="307074" y="45739"/>
                  <a:pt x="309483" y="49523"/>
                  <a:pt x="310687" y="54045"/>
                </a:cubicBezTo>
                <a:cubicBezTo>
                  <a:pt x="311651" y="57484"/>
                  <a:pt x="312133" y="64089"/>
                  <a:pt x="312133" y="73859"/>
                </a:cubicBezTo>
                <a:lnTo>
                  <a:pt x="312133" y="106787"/>
                </a:lnTo>
                <a:cubicBezTo>
                  <a:pt x="312133" y="113291"/>
                  <a:pt x="312720" y="117342"/>
                  <a:pt x="313895" y="118938"/>
                </a:cubicBezTo>
                <a:cubicBezTo>
                  <a:pt x="315069" y="120534"/>
                  <a:pt x="317523" y="121543"/>
                  <a:pt x="321258" y="121964"/>
                </a:cubicBezTo>
                <a:lnTo>
                  <a:pt x="321258" y="125217"/>
                </a:lnTo>
                <a:lnTo>
                  <a:pt x="278525" y="125217"/>
                </a:lnTo>
                <a:lnTo>
                  <a:pt x="278525" y="121964"/>
                </a:lnTo>
                <a:cubicBezTo>
                  <a:pt x="281717" y="121543"/>
                  <a:pt x="284006" y="120218"/>
                  <a:pt x="285391" y="117989"/>
                </a:cubicBezTo>
                <a:cubicBezTo>
                  <a:pt x="286355" y="116484"/>
                  <a:pt x="286837" y="112749"/>
                  <a:pt x="286837" y="106787"/>
                </a:cubicBezTo>
                <a:lnTo>
                  <a:pt x="286837" y="69204"/>
                </a:lnTo>
                <a:cubicBezTo>
                  <a:pt x="286837" y="62277"/>
                  <a:pt x="286566" y="57911"/>
                  <a:pt x="286024" y="56104"/>
                </a:cubicBezTo>
                <a:cubicBezTo>
                  <a:pt x="285481" y="54297"/>
                  <a:pt x="284563" y="52896"/>
                  <a:pt x="283268" y="51903"/>
                </a:cubicBezTo>
                <a:cubicBezTo>
                  <a:pt x="281973" y="50909"/>
                  <a:pt x="280543" y="50412"/>
                  <a:pt x="278977" y="50412"/>
                </a:cubicBezTo>
                <a:cubicBezTo>
                  <a:pt x="273797" y="50412"/>
                  <a:pt x="268979" y="54146"/>
                  <a:pt x="264522" y="61615"/>
                </a:cubicBezTo>
                <a:lnTo>
                  <a:pt x="264522" y="106787"/>
                </a:lnTo>
                <a:cubicBezTo>
                  <a:pt x="264522" y="113111"/>
                  <a:pt x="265109" y="117116"/>
                  <a:pt x="266283" y="118802"/>
                </a:cubicBezTo>
                <a:cubicBezTo>
                  <a:pt x="267458" y="120489"/>
                  <a:pt x="269641" y="121543"/>
                  <a:pt x="272833" y="121964"/>
                </a:cubicBezTo>
                <a:lnTo>
                  <a:pt x="272833" y="125217"/>
                </a:lnTo>
                <a:lnTo>
                  <a:pt x="230101" y="125217"/>
                </a:lnTo>
                <a:lnTo>
                  <a:pt x="230101" y="121964"/>
                </a:lnTo>
                <a:cubicBezTo>
                  <a:pt x="233654" y="121603"/>
                  <a:pt x="236184" y="120459"/>
                  <a:pt x="237689" y="118531"/>
                </a:cubicBezTo>
                <a:cubicBezTo>
                  <a:pt x="238713" y="117206"/>
                  <a:pt x="239225" y="113291"/>
                  <a:pt x="239225" y="106787"/>
                </a:cubicBezTo>
                <a:lnTo>
                  <a:pt x="239225" y="59085"/>
                </a:lnTo>
                <a:cubicBezTo>
                  <a:pt x="239225" y="52624"/>
                  <a:pt x="238638" y="48600"/>
                  <a:pt x="237464" y="47016"/>
                </a:cubicBezTo>
                <a:cubicBezTo>
                  <a:pt x="236289" y="45431"/>
                  <a:pt x="233835" y="44395"/>
                  <a:pt x="230101" y="43907"/>
                </a:cubicBezTo>
                <a:lnTo>
                  <a:pt x="230101" y="40655"/>
                </a:lnTo>
                <a:lnTo>
                  <a:pt x="264522" y="40655"/>
                </a:lnTo>
                <a:close/>
                <a:moveTo>
                  <a:pt x="365920" y="2710"/>
                </a:moveTo>
                <a:lnTo>
                  <a:pt x="365920" y="83365"/>
                </a:lnTo>
                <a:lnTo>
                  <a:pt x="385524" y="64091"/>
                </a:lnTo>
                <a:cubicBezTo>
                  <a:pt x="389560" y="60164"/>
                  <a:pt x="392074" y="57316"/>
                  <a:pt x="393068" y="55545"/>
                </a:cubicBezTo>
                <a:cubicBezTo>
                  <a:pt x="394062" y="53774"/>
                  <a:pt x="394559" y="52063"/>
                  <a:pt x="394559" y="50412"/>
                </a:cubicBezTo>
                <a:cubicBezTo>
                  <a:pt x="394559" y="48763"/>
                  <a:pt x="393896" y="47389"/>
                  <a:pt x="392571" y="46290"/>
                </a:cubicBezTo>
                <a:cubicBezTo>
                  <a:pt x="391246" y="45191"/>
                  <a:pt x="388656" y="44397"/>
                  <a:pt x="384802" y="43907"/>
                </a:cubicBezTo>
                <a:lnTo>
                  <a:pt x="384802" y="40655"/>
                </a:lnTo>
                <a:lnTo>
                  <a:pt x="422656" y="40655"/>
                </a:lnTo>
                <a:lnTo>
                  <a:pt x="422656" y="43907"/>
                </a:lnTo>
                <a:cubicBezTo>
                  <a:pt x="419042" y="44090"/>
                  <a:pt x="415880" y="44957"/>
                  <a:pt x="413170" y="46510"/>
                </a:cubicBezTo>
                <a:cubicBezTo>
                  <a:pt x="410459" y="48063"/>
                  <a:pt x="405159" y="52736"/>
                  <a:pt x="397269" y="60530"/>
                </a:cubicBezTo>
                <a:lnTo>
                  <a:pt x="388054" y="69641"/>
                </a:lnTo>
                <a:lnTo>
                  <a:pt x="407930" y="98664"/>
                </a:lnTo>
                <a:cubicBezTo>
                  <a:pt x="415940" y="110465"/>
                  <a:pt x="420698" y="117088"/>
                  <a:pt x="422204" y="118531"/>
                </a:cubicBezTo>
                <a:cubicBezTo>
                  <a:pt x="424252" y="120579"/>
                  <a:pt x="426842" y="121724"/>
                  <a:pt x="429974" y="121964"/>
                </a:cubicBezTo>
                <a:lnTo>
                  <a:pt x="429974" y="125217"/>
                </a:lnTo>
                <a:lnTo>
                  <a:pt x="386337" y="125217"/>
                </a:lnTo>
                <a:lnTo>
                  <a:pt x="386337" y="121964"/>
                </a:lnTo>
                <a:cubicBezTo>
                  <a:pt x="388265" y="121964"/>
                  <a:pt x="389665" y="121603"/>
                  <a:pt x="390538" y="120880"/>
                </a:cubicBezTo>
                <a:cubicBezTo>
                  <a:pt x="391412" y="120156"/>
                  <a:pt x="391848" y="119372"/>
                  <a:pt x="391848" y="118529"/>
                </a:cubicBezTo>
                <a:cubicBezTo>
                  <a:pt x="391848" y="117141"/>
                  <a:pt x="390584" y="114579"/>
                  <a:pt x="388054" y="110841"/>
                </a:cubicBezTo>
                <a:lnTo>
                  <a:pt x="371340" y="86332"/>
                </a:lnTo>
                <a:lnTo>
                  <a:pt x="365920" y="91699"/>
                </a:lnTo>
                <a:lnTo>
                  <a:pt x="365920" y="106787"/>
                </a:lnTo>
                <a:cubicBezTo>
                  <a:pt x="365920" y="113271"/>
                  <a:pt x="366522" y="117315"/>
                  <a:pt x="367727" y="118921"/>
                </a:cubicBezTo>
                <a:cubicBezTo>
                  <a:pt x="368931" y="120526"/>
                  <a:pt x="371401" y="121541"/>
                  <a:pt x="375135" y="121964"/>
                </a:cubicBezTo>
                <a:lnTo>
                  <a:pt x="375135" y="125217"/>
                </a:lnTo>
                <a:lnTo>
                  <a:pt x="331499" y="125217"/>
                </a:lnTo>
                <a:lnTo>
                  <a:pt x="331499" y="121964"/>
                </a:lnTo>
                <a:cubicBezTo>
                  <a:pt x="335052" y="121601"/>
                  <a:pt x="337582" y="120450"/>
                  <a:pt x="339087" y="118512"/>
                </a:cubicBezTo>
                <a:cubicBezTo>
                  <a:pt x="340111" y="117179"/>
                  <a:pt x="340623" y="113271"/>
                  <a:pt x="340623" y="106787"/>
                </a:cubicBezTo>
                <a:lnTo>
                  <a:pt x="340623" y="21141"/>
                </a:lnTo>
                <a:cubicBezTo>
                  <a:pt x="340623" y="14679"/>
                  <a:pt x="340036" y="10656"/>
                  <a:pt x="338862" y="9071"/>
                </a:cubicBezTo>
                <a:cubicBezTo>
                  <a:pt x="337687" y="7486"/>
                  <a:pt x="335233" y="6450"/>
                  <a:pt x="331499" y="5963"/>
                </a:cubicBezTo>
                <a:lnTo>
                  <a:pt x="331499" y="2710"/>
                </a:lnTo>
                <a:lnTo>
                  <a:pt x="365920" y="2710"/>
                </a:lnTo>
                <a:close/>
                <a:moveTo>
                  <a:pt x="455899" y="0"/>
                </a:moveTo>
                <a:cubicBezTo>
                  <a:pt x="459814" y="0"/>
                  <a:pt x="463127" y="1375"/>
                  <a:pt x="465837" y="4125"/>
                </a:cubicBezTo>
                <a:cubicBezTo>
                  <a:pt x="468547" y="6873"/>
                  <a:pt x="469903" y="10181"/>
                  <a:pt x="469903" y="14048"/>
                </a:cubicBezTo>
                <a:cubicBezTo>
                  <a:pt x="469903" y="17916"/>
                  <a:pt x="468532" y="21210"/>
                  <a:pt x="465792" y="23930"/>
                </a:cubicBezTo>
                <a:cubicBezTo>
                  <a:pt x="463052" y="26648"/>
                  <a:pt x="459754" y="28007"/>
                  <a:pt x="455899" y="28007"/>
                </a:cubicBezTo>
                <a:cubicBezTo>
                  <a:pt x="452045" y="28007"/>
                  <a:pt x="448762" y="26648"/>
                  <a:pt x="446052" y="23930"/>
                </a:cubicBezTo>
                <a:cubicBezTo>
                  <a:pt x="443341" y="21210"/>
                  <a:pt x="441986" y="17916"/>
                  <a:pt x="441986" y="14048"/>
                </a:cubicBezTo>
                <a:cubicBezTo>
                  <a:pt x="441986" y="10181"/>
                  <a:pt x="443341" y="6873"/>
                  <a:pt x="446052" y="4125"/>
                </a:cubicBezTo>
                <a:cubicBezTo>
                  <a:pt x="448762" y="1375"/>
                  <a:pt x="452045" y="0"/>
                  <a:pt x="455899" y="0"/>
                </a:cubicBezTo>
                <a:moveTo>
                  <a:pt x="468547" y="40655"/>
                </a:moveTo>
                <a:lnTo>
                  <a:pt x="468547" y="107690"/>
                </a:lnTo>
                <a:cubicBezTo>
                  <a:pt x="468547" y="113653"/>
                  <a:pt x="469240" y="117462"/>
                  <a:pt x="470625" y="119119"/>
                </a:cubicBezTo>
                <a:cubicBezTo>
                  <a:pt x="472011" y="120775"/>
                  <a:pt x="474721" y="121724"/>
                  <a:pt x="478756" y="121964"/>
                </a:cubicBezTo>
                <a:lnTo>
                  <a:pt x="478756" y="125217"/>
                </a:lnTo>
                <a:lnTo>
                  <a:pt x="433133" y="125217"/>
                </a:lnTo>
                <a:lnTo>
                  <a:pt x="433133" y="121964"/>
                </a:lnTo>
                <a:cubicBezTo>
                  <a:pt x="436867" y="121844"/>
                  <a:pt x="439637" y="120760"/>
                  <a:pt x="441444" y="118712"/>
                </a:cubicBezTo>
                <a:cubicBezTo>
                  <a:pt x="442649" y="117327"/>
                  <a:pt x="443251" y="113653"/>
                  <a:pt x="443251" y="107690"/>
                </a:cubicBezTo>
                <a:lnTo>
                  <a:pt x="443251" y="58362"/>
                </a:lnTo>
                <a:cubicBezTo>
                  <a:pt x="443251" y="52324"/>
                  <a:pt x="442559" y="48467"/>
                  <a:pt x="441173" y="46790"/>
                </a:cubicBezTo>
                <a:cubicBezTo>
                  <a:pt x="439788" y="45113"/>
                  <a:pt x="437108" y="44152"/>
                  <a:pt x="433133" y="43907"/>
                </a:cubicBezTo>
                <a:lnTo>
                  <a:pt x="433133" y="40655"/>
                </a:lnTo>
                <a:lnTo>
                  <a:pt x="468547" y="40655"/>
                </a:lnTo>
                <a:close/>
                <a:moveTo>
                  <a:pt x="521521" y="40655"/>
                </a:moveTo>
                <a:lnTo>
                  <a:pt x="521521" y="51677"/>
                </a:lnTo>
                <a:cubicBezTo>
                  <a:pt x="525857" y="46947"/>
                  <a:pt x="530013" y="43506"/>
                  <a:pt x="533988" y="41355"/>
                </a:cubicBezTo>
                <a:cubicBezTo>
                  <a:pt x="537964" y="39202"/>
                  <a:pt x="542240" y="38125"/>
                  <a:pt x="546817" y="38125"/>
                </a:cubicBezTo>
                <a:cubicBezTo>
                  <a:pt x="552298" y="38125"/>
                  <a:pt x="556845" y="39648"/>
                  <a:pt x="560459" y="42693"/>
                </a:cubicBezTo>
                <a:cubicBezTo>
                  <a:pt x="564073" y="45739"/>
                  <a:pt x="566482" y="49523"/>
                  <a:pt x="567687" y="54045"/>
                </a:cubicBezTo>
                <a:cubicBezTo>
                  <a:pt x="568650" y="57484"/>
                  <a:pt x="569132" y="64089"/>
                  <a:pt x="569132" y="73859"/>
                </a:cubicBezTo>
                <a:lnTo>
                  <a:pt x="569132" y="106787"/>
                </a:lnTo>
                <a:cubicBezTo>
                  <a:pt x="569132" y="113291"/>
                  <a:pt x="569719" y="117342"/>
                  <a:pt x="570894" y="118938"/>
                </a:cubicBezTo>
                <a:cubicBezTo>
                  <a:pt x="572068" y="120534"/>
                  <a:pt x="574523" y="121543"/>
                  <a:pt x="578257" y="121964"/>
                </a:cubicBezTo>
                <a:lnTo>
                  <a:pt x="578257" y="125217"/>
                </a:lnTo>
                <a:lnTo>
                  <a:pt x="535524" y="125217"/>
                </a:lnTo>
                <a:lnTo>
                  <a:pt x="535524" y="121964"/>
                </a:lnTo>
                <a:cubicBezTo>
                  <a:pt x="538716" y="121543"/>
                  <a:pt x="541005" y="120218"/>
                  <a:pt x="542390" y="117989"/>
                </a:cubicBezTo>
                <a:cubicBezTo>
                  <a:pt x="543354" y="116484"/>
                  <a:pt x="543836" y="112749"/>
                  <a:pt x="543836" y="106787"/>
                </a:cubicBezTo>
                <a:lnTo>
                  <a:pt x="543836" y="69204"/>
                </a:lnTo>
                <a:cubicBezTo>
                  <a:pt x="543836" y="62277"/>
                  <a:pt x="543565" y="57911"/>
                  <a:pt x="543023" y="56104"/>
                </a:cubicBezTo>
                <a:cubicBezTo>
                  <a:pt x="542481" y="54297"/>
                  <a:pt x="541562" y="52896"/>
                  <a:pt x="540267" y="51903"/>
                </a:cubicBezTo>
                <a:cubicBezTo>
                  <a:pt x="538972" y="50909"/>
                  <a:pt x="537542" y="50412"/>
                  <a:pt x="535976" y="50412"/>
                </a:cubicBezTo>
                <a:cubicBezTo>
                  <a:pt x="530796" y="50412"/>
                  <a:pt x="525978" y="54146"/>
                  <a:pt x="521521" y="61615"/>
                </a:cubicBezTo>
                <a:lnTo>
                  <a:pt x="521521" y="106787"/>
                </a:lnTo>
                <a:cubicBezTo>
                  <a:pt x="521521" y="113111"/>
                  <a:pt x="522108" y="117116"/>
                  <a:pt x="523283" y="118802"/>
                </a:cubicBezTo>
                <a:cubicBezTo>
                  <a:pt x="524457" y="120489"/>
                  <a:pt x="526640" y="121543"/>
                  <a:pt x="529833" y="121964"/>
                </a:cubicBezTo>
                <a:lnTo>
                  <a:pt x="529833" y="125217"/>
                </a:lnTo>
                <a:lnTo>
                  <a:pt x="487100" y="125217"/>
                </a:lnTo>
                <a:lnTo>
                  <a:pt x="487100" y="121964"/>
                </a:lnTo>
                <a:cubicBezTo>
                  <a:pt x="490653" y="121603"/>
                  <a:pt x="493183" y="120459"/>
                  <a:pt x="494689" y="118531"/>
                </a:cubicBezTo>
                <a:cubicBezTo>
                  <a:pt x="495713" y="117206"/>
                  <a:pt x="496225" y="113291"/>
                  <a:pt x="496225" y="106787"/>
                </a:cubicBezTo>
                <a:lnTo>
                  <a:pt x="496225" y="59085"/>
                </a:lnTo>
                <a:cubicBezTo>
                  <a:pt x="496225" y="52624"/>
                  <a:pt x="495637" y="48600"/>
                  <a:pt x="494463" y="47016"/>
                </a:cubicBezTo>
                <a:cubicBezTo>
                  <a:pt x="493288" y="45431"/>
                  <a:pt x="490834" y="44395"/>
                  <a:pt x="487100" y="43907"/>
                </a:cubicBezTo>
                <a:lnTo>
                  <a:pt x="487100" y="40655"/>
                </a:lnTo>
                <a:lnTo>
                  <a:pt x="521521" y="40655"/>
                </a:lnTo>
                <a:close/>
                <a:moveTo>
                  <a:pt x="645569" y="41739"/>
                </a:moveTo>
                <a:lnTo>
                  <a:pt x="674028" y="41739"/>
                </a:lnTo>
                <a:lnTo>
                  <a:pt x="674028" y="51677"/>
                </a:lnTo>
                <a:lnTo>
                  <a:pt x="657856" y="51677"/>
                </a:lnTo>
                <a:cubicBezTo>
                  <a:pt x="660807" y="54628"/>
                  <a:pt x="662855" y="57308"/>
                  <a:pt x="663999" y="59717"/>
                </a:cubicBezTo>
                <a:cubicBezTo>
                  <a:pt x="665445" y="62970"/>
                  <a:pt x="666168" y="66373"/>
                  <a:pt x="666168" y="69926"/>
                </a:cubicBezTo>
                <a:cubicBezTo>
                  <a:pt x="666168" y="75949"/>
                  <a:pt x="664496" y="81174"/>
                  <a:pt x="661154" y="85601"/>
                </a:cubicBezTo>
                <a:cubicBezTo>
                  <a:pt x="657811" y="90028"/>
                  <a:pt x="653264" y="93491"/>
                  <a:pt x="647512" y="95991"/>
                </a:cubicBezTo>
                <a:cubicBezTo>
                  <a:pt x="641760" y="98490"/>
                  <a:pt x="636655" y="99740"/>
                  <a:pt x="632198" y="99740"/>
                </a:cubicBezTo>
                <a:cubicBezTo>
                  <a:pt x="631837" y="99740"/>
                  <a:pt x="628223" y="99589"/>
                  <a:pt x="621357" y="99288"/>
                </a:cubicBezTo>
                <a:cubicBezTo>
                  <a:pt x="618647" y="99288"/>
                  <a:pt x="616373" y="100172"/>
                  <a:pt x="614536" y="101939"/>
                </a:cubicBezTo>
                <a:cubicBezTo>
                  <a:pt x="612699" y="103706"/>
                  <a:pt x="611781" y="105817"/>
                  <a:pt x="611781" y="108272"/>
                </a:cubicBezTo>
                <a:cubicBezTo>
                  <a:pt x="611781" y="110429"/>
                  <a:pt x="612609" y="112196"/>
                  <a:pt x="614265" y="113574"/>
                </a:cubicBezTo>
                <a:cubicBezTo>
                  <a:pt x="615921" y="114951"/>
                  <a:pt x="618617" y="115640"/>
                  <a:pt x="622351" y="115640"/>
                </a:cubicBezTo>
                <a:lnTo>
                  <a:pt x="637980" y="115460"/>
                </a:lnTo>
                <a:cubicBezTo>
                  <a:pt x="650628" y="115460"/>
                  <a:pt x="659332" y="116848"/>
                  <a:pt x="664090" y="119624"/>
                </a:cubicBezTo>
                <a:cubicBezTo>
                  <a:pt x="670896" y="123484"/>
                  <a:pt x="674299" y="129427"/>
                  <a:pt x="674299" y="137453"/>
                </a:cubicBezTo>
                <a:cubicBezTo>
                  <a:pt x="674299" y="142582"/>
                  <a:pt x="672733" y="147243"/>
                  <a:pt x="669601" y="151436"/>
                </a:cubicBezTo>
                <a:cubicBezTo>
                  <a:pt x="666469" y="155630"/>
                  <a:pt x="662343" y="158722"/>
                  <a:pt x="657224" y="160714"/>
                </a:cubicBezTo>
                <a:cubicBezTo>
                  <a:pt x="649454" y="163670"/>
                  <a:pt x="640510" y="165149"/>
                  <a:pt x="630391" y="165149"/>
                </a:cubicBezTo>
                <a:cubicBezTo>
                  <a:pt x="622803" y="165149"/>
                  <a:pt x="615876" y="164411"/>
                  <a:pt x="609612" y="162935"/>
                </a:cubicBezTo>
                <a:cubicBezTo>
                  <a:pt x="603348" y="161460"/>
                  <a:pt x="598861" y="159411"/>
                  <a:pt x="596151" y="156789"/>
                </a:cubicBezTo>
                <a:cubicBezTo>
                  <a:pt x="593441" y="154169"/>
                  <a:pt x="592086" y="151413"/>
                  <a:pt x="592086" y="148520"/>
                </a:cubicBezTo>
                <a:cubicBezTo>
                  <a:pt x="592086" y="145749"/>
                  <a:pt x="593125" y="143264"/>
                  <a:pt x="595202" y="141064"/>
                </a:cubicBezTo>
                <a:cubicBezTo>
                  <a:pt x="597280" y="138865"/>
                  <a:pt x="601150" y="137013"/>
                  <a:pt x="606812" y="135508"/>
                </a:cubicBezTo>
                <a:cubicBezTo>
                  <a:pt x="598982" y="131653"/>
                  <a:pt x="595067" y="126293"/>
                  <a:pt x="595067" y="119429"/>
                </a:cubicBezTo>
                <a:cubicBezTo>
                  <a:pt x="595067" y="115273"/>
                  <a:pt x="596663" y="111239"/>
                  <a:pt x="599855" y="107326"/>
                </a:cubicBezTo>
                <a:cubicBezTo>
                  <a:pt x="603047" y="103411"/>
                  <a:pt x="608107" y="100008"/>
                  <a:pt x="615033" y="97117"/>
                </a:cubicBezTo>
                <a:cubicBezTo>
                  <a:pt x="606962" y="94162"/>
                  <a:pt x="601120" y="90272"/>
                  <a:pt x="597506" y="85446"/>
                </a:cubicBezTo>
                <a:cubicBezTo>
                  <a:pt x="593892" y="80620"/>
                  <a:pt x="592086" y="75040"/>
                  <a:pt x="592086" y="68707"/>
                </a:cubicBezTo>
                <a:cubicBezTo>
                  <a:pt x="592086" y="60444"/>
                  <a:pt x="595458" y="53281"/>
                  <a:pt x="602204" y="47219"/>
                </a:cubicBezTo>
                <a:cubicBezTo>
                  <a:pt x="608950" y="41156"/>
                  <a:pt x="617623" y="38125"/>
                  <a:pt x="628223" y="38125"/>
                </a:cubicBezTo>
                <a:cubicBezTo>
                  <a:pt x="633824" y="38125"/>
                  <a:pt x="639607" y="39330"/>
                  <a:pt x="645569" y="41739"/>
                </a:cubicBezTo>
                <a:moveTo>
                  <a:pt x="629940" y="43907"/>
                </a:moveTo>
                <a:cubicBezTo>
                  <a:pt x="626446" y="43907"/>
                  <a:pt x="623495" y="45666"/>
                  <a:pt x="621086" y="49184"/>
                </a:cubicBezTo>
                <a:cubicBezTo>
                  <a:pt x="618677" y="52700"/>
                  <a:pt x="617472" y="59989"/>
                  <a:pt x="617472" y="71053"/>
                </a:cubicBezTo>
                <a:cubicBezTo>
                  <a:pt x="617472" y="80010"/>
                  <a:pt x="618662" y="86157"/>
                  <a:pt x="621041" y="89494"/>
                </a:cubicBezTo>
                <a:cubicBezTo>
                  <a:pt x="623420" y="92831"/>
                  <a:pt x="626236" y="94500"/>
                  <a:pt x="629488" y="94500"/>
                </a:cubicBezTo>
                <a:cubicBezTo>
                  <a:pt x="633102" y="94500"/>
                  <a:pt x="636113" y="92846"/>
                  <a:pt x="638522" y="89539"/>
                </a:cubicBezTo>
                <a:cubicBezTo>
                  <a:pt x="640932" y="86232"/>
                  <a:pt x="642136" y="79799"/>
                  <a:pt x="642136" y="70240"/>
                </a:cubicBezTo>
                <a:cubicBezTo>
                  <a:pt x="642136" y="59479"/>
                  <a:pt x="640781" y="52144"/>
                  <a:pt x="638071" y="48235"/>
                </a:cubicBezTo>
                <a:cubicBezTo>
                  <a:pt x="636143" y="45350"/>
                  <a:pt x="633433" y="43907"/>
                  <a:pt x="629940" y="43907"/>
                </a:cubicBezTo>
                <a:moveTo>
                  <a:pt x="624609" y="137684"/>
                </a:moveTo>
                <a:cubicBezTo>
                  <a:pt x="618466" y="137684"/>
                  <a:pt x="614401" y="138194"/>
                  <a:pt x="612413" y="139215"/>
                </a:cubicBezTo>
                <a:cubicBezTo>
                  <a:pt x="608980" y="141072"/>
                  <a:pt x="607263" y="143591"/>
                  <a:pt x="607263" y="146770"/>
                </a:cubicBezTo>
                <a:cubicBezTo>
                  <a:pt x="607263" y="149828"/>
                  <a:pt x="609040" y="152601"/>
                  <a:pt x="612594" y="155090"/>
                </a:cubicBezTo>
                <a:cubicBezTo>
                  <a:pt x="616147" y="157580"/>
                  <a:pt x="622833" y="158825"/>
                  <a:pt x="632650" y="158825"/>
                </a:cubicBezTo>
                <a:cubicBezTo>
                  <a:pt x="641022" y="158825"/>
                  <a:pt x="647602" y="157715"/>
                  <a:pt x="652390" y="155496"/>
                </a:cubicBezTo>
                <a:cubicBezTo>
                  <a:pt x="657178" y="153277"/>
                  <a:pt x="659573" y="150158"/>
                  <a:pt x="659573" y="146140"/>
                </a:cubicBezTo>
                <a:cubicBezTo>
                  <a:pt x="659573" y="144642"/>
                  <a:pt x="659121" y="143383"/>
                  <a:pt x="658217" y="142362"/>
                </a:cubicBezTo>
                <a:cubicBezTo>
                  <a:pt x="656591" y="140563"/>
                  <a:pt x="654137" y="139333"/>
                  <a:pt x="650854" y="138672"/>
                </a:cubicBezTo>
                <a:cubicBezTo>
                  <a:pt x="647572" y="138014"/>
                  <a:pt x="638824" y="137684"/>
                  <a:pt x="624609" y="137684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D5B92-C96D-4704-92A2-469ACC1A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954" y="716012"/>
            <a:ext cx="1398621" cy="667567"/>
          </a:xfrm>
          <a:custGeom xmlns:a="http://schemas.openxmlformats.org/drawingml/2006/main">
            <a:pathLst>
              <a:path w="1398621" h="667567">
                <a:moveTo>
                  <a:pt x="0" y="667567"/>
                </a:moveTo>
                <a:lnTo>
                  <a:pt x="0" y="0"/>
                </a:lnTo>
                <a:lnTo>
                  <a:pt x="1398621" y="0"/>
                </a:lnTo>
                <a:lnTo>
                  <a:pt x="1398621" y="667567"/>
                </a:lnTo>
                <a:lnTo>
                  <a:pt x="0" y="667567"/>
                </a:lnTo>
                <a:close/>
              </a:path>
            </a:pathLst>
          </a:custGeom>
          <a:solidFill xmlns:a="http://schemas.openxmlformats.org/drawingml/2006/main">
            <a:srgbClr val="693E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T">
            <a:extLst xmlns:a="http://schemas.openxmlformats.org/drawingml/2006/main">
              <a:ext uri="{FF2B5EF4-FFF2-40B4-BE49-F238E27FC236}">
                <a16:creationId xmlns:a16="http://schemas.microsoft.com/office/drawing/2014/main" id="{3D1B20B7-194D-4A9D-862B-F287CF3C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8164" y="853285"/>
            <a:ext cx="125576" cy="135574"/>
          </a:xfrm>
          <a:custGeom xmlns:a="http://schemas.openxmlformats.org/drawingml/2006/main">
            <a:pathLst>
              <a:path w="125576" h="135574">
                <a:moveTo>
                  <a:pt x="16497" y="0"/>
                </a:moveTo>
                <a:lnTo>
                  <a:pt x="125576" y="0"/>
                </a:lnTo>
                <a:lnTo>
                  <a:pt x="115278" y="36593"/>
                </a:lnTo>
                <a:lnTo>
                  <a:pt x="111678" y="36593"/>
                </a:lnTo>
                <a:cubicBezTo>
                  <a:pt x="111812" y="34660"/>
                  <a:pt x="111878" y="32960"/>
                  <a:pt x="111878" y="31494"/>
                </a:cubicBezTo>
                <a:cubicBezTo>
                  <a:pt x="111878" y="24562"/>
                  <a:pt x="109845" y="19180"/>
                  <a:pt x="105780" y="15347"/>
                </a:cubicBezTo>
                <a:cubicBezTo>
                  <a:pt x="101714" y="11514"/>
                  <a:pt x="94848" y="9332"/>
                  <a:pt x="85184" y="8798"/>
                </a:cubicBezTo>
                <a:lnTo>
                  <a:pt x="54989" y="110879"/>
                </a:lnTo>
                <a:cubicBezTo>
                  <a:pt x="53323" y="116544"/>
                  <a:pt x="52490" y="120743"/>
                  <a:pt x="52490" y="123476"/>
                </a:cubicBezTo>
                <a:cubicBezTo>
                  <a:pt x="52490" y="126009"/>
                  <a:pt x="53523" y="128025"/>
                  <a:pt x="55589" y="129525"/>
                </a:cubicBezTo>
                <a:cubicBezTo>
                  <a:pt x="57656" y="131025"/>
                  <a:pt x="61855" y="131841"/>
                  <a:pt x="68187" y="131975"/>
                </a:cubicBezTo>
                <a:lnTo>
                  <a:pt x="67287" y="135574"/>
                </a:lnTo>
                <a:lnTo>
                  <a:pt x="0" y="135574"/>
                </a:lnTo>
                <a:lnTo>
                  <a:pt x="1200" y="131975"/>
                </a:lnTo>
                <a:cubicBezTo>
                  <a:pt x="8065" y="131975"/>
                  <a:pt x="13064" y="130685"/>
                  <a:pt x="16197" y="128107"/>
                </a:cubicBezTo>
                <a:cubicBezTo>
                  <a:pt x="19330" y="125528"/>
                  <a:pt x="22196" y="119752"/>
                  <a:pt x="24795" y="110779"/>
                </a:cubicBezTo>
                <a:lnTo>
                  <a:pt x="54989" y="8798"/>
                </a:lnTo>
                <a:cubicBezTo>
                  <a:pt x="44591" y="9132"/>
                  <a:pt x="35893" y="11398"/>
                  <a:pt x="28894" y="15597"/>
                </a:cubicBezTo>
                <a:cubicBezTo>
                  <a:pt x="21896" y="19796"/>
                  <a:pt x="15497" y="26795"/>
                  <a:pt x="9698" y="36593"/>
                </a:cubicBezTo>
                <a:lnTo>
                  <a:pt x="5799" y="36593"/>
                </a:lnTo>
                <a:lnTo>
                  <a:pt x="1649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ie">
            <a:extLst xmlns:a="http://schemas.openxmlformats.org/drawingml/2006/main">
              <a:ext uri="{FF2B5EF4-FFF2-40B4-BE49-F238E27FC236}">
                <a16:creationId xmlns:a16="http://schemas.microsoft.com/office/drawing/2014/main" id="{61BC25F0-994A-4049-B5C9-E9EEACB0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484" y="850286"/>
            <a:ext cx="142909" cy="141373"/>
          </a:xfrm>
          <a:custGeom xmlns:a="http://schemas.openxmlformats.org/drawingml/2006/main">
            <a:pathLst>
              <a:path w="142909" h="141373">
                <a:moveTo>
                  <a:pt x="41892" y="0"/>
                </a:moveTo>
                <a:cubicBezTo>
                  <a:pt x="46024" y="0"/>
                  <a:pt x="49507" y="1443"/>
                  <a:pt x="52340" y="4330"/>
                </a:cubicBezTo>
                <a:cubicBezTo>
                  <a:pt x="55173" y="7215"/>
                  <a:pt x="56589" y="10704"/>
                  <a:pt x="56589" y="14797"/>
                </a:cubicBezTo>
                <a:cubicBezTo>
                  <a:pt x="56589" y="18890"/>
                  <a:pt x="55156" y="22380"/>
                  <a:pt x="52290" y="25267"/>
                </a:cubicBezTo>
                <a:cubicBezTo>
                  <a:pt x="49424" y="28152"/>
                  <a:pt x="45958" y="29594"/>
                  <a:pt x="41892" y="29594"/>
                </a:cubicBezTo>
                <a:cubicBezTo>
                  <a:pt x="37893" y="29594"/>
                  <a:pt x="34460" y="28152"/>
                  <a:pt x="31594" y="25267"/>
                </a:cubicBezTo>
                <a:cubicBezTo>
                  <a:pt x="28728" y="22380"/>
                  <a:pt x="27295" y="18890"/>
                  <a:pt x="27295" y="14797"/>
                </a:cubicBezTo>
                <a:cubicBezTo>
                  <a:pt x="27295" y="10704"/>
                  <a:pt x="28711" y="7215"/>
                  <a:pt x="31544" y="4330"/>
                </a:cubicBezTo>
                <a:cubicBezTo>
                  <a:pt x="34377" y="1443"/>
                  <a:pt x="37826" y="0"/>
                  <a:pt x="41892" y="0"/>
                </a:cubicBezTo>
                <a:moveTo>
                  <a:pt x="48091" y="45791"/>
                </a:moveTo>
                <a:lnTo>
                  <a:pt x="27595" y="116393"/>
                </a:lnTo>
                <a:cubicBezTo>
                  <a:pt x="26462" y="120432"/>
                  <a:pt x="25895" y="123080"/>
                  <a:pt x="25895" y="124339"/>
                </a:cubicBezTo>
                <a:cubicBezTo>
                  <a:pt x="25895" y="125101"/>
                  <a:pt x="26195" y="125811"/>
                  <a:pt x="26795" y="126469"/>
                </a:cubicBezTo>
                <a:cubicBezTo>
                  <a:pt x="27395" y="127125"/>
                  <a:pt x="28028" y="127454"/>
                  <a:pt x="28694" y="127454"/>
                </a:cubicBezTo>
                <a:cubicBezTo>
                  <a:pt x="29828" y="127454"/>
                  <a:pt x="30961" y="126934"/>
                  <a:pt x="32094" y="125894"/>
                </a:cubicBezTo>
                <a:cubicBezTo>
                  <a:pt x="35093" y="123332"/>
                  <a:pt x="38693" y="118694"/>
                  <a:pt x="42892" y="111978"/>
                </a:cubicBezTo>
                <a:lnTo>
                  <a:pt x="46291" y="114056"/>
                </a:lnTo>
                <a:cubicBezTo>
                  <a:pt x="36226" y="132267"/>
                  <a:pt x="25528" y="141373"/>
                  <a:pt x="14197" y="141373"/>
                </a:cubicBezTo>
                <a:cubicBezTo>
                  <a:pt x="9865" y="141373"/>
                  <a:pt x="6415" y="140156"/>
                  <a:pt x="3849" y="137723"/>
                </a:cubicBezTo>
                <a:cubicBezTo>
                  <a:pt x="1283" y="135291"/>
                  <a:pt x="0" y="132208"/>
                  <a:pt x="0" y="128475"/>
                </a:cubicBezTo>
                <a:cubicBezTo>
                  <a:pt x="0" y="126009"/>
                  <a:pt x="567" y="122876"/>
                  <a:pt x="1700" y="119077"/>
                </a:cubicBezTo>
                <a:lnTo>
                  <a:pt x="15597" y="71286"/>
                </a:lnTo>
                <a:cubicBezTo>
                  <a:pt x="16930" y="66687"/>
                  <a:pt x="17597" y="63221"/>
                  <a:pt x="17597" y="60888"/>
                </a:cubicBezTo>
                <a:cubicBezTo>
                  <a:pt x="17597" y="59422"/>
                  <a:pt x="16963" y="58122"/>
                  <a:pt x="15697" y="56989"/>
                </a:cubicBezTo>
                <a:cubicBezTo>
                  <a:pt x="14431" y="55856"/>
                  <a:pt x="12698" y="55289"/>
                  <a:pt x="10498" y="55289"/>
                </a:cubicBezTo>
                <a:cubicBezTo>
                  <a:pt x="9498" y="55289"/>
                  <a:pt x="8298" y="55323"/>
                  <a:pt x="6899" y="55389"/>
                </a:cubicBezTo>
                <a:lnTo>
                  <a:pt x="8198" y="51390"/>
                </a:lnTo>
                <a:lnTo>
                  <a:pt x="42092" y="45791"/>
                </a:lnTo>
                <a:lnTo>
                  <a:pt x="48091" y="45791"/>
                </a:lnTo>
                <a:close/>
                <a:moveTo>
                  <a:pt x="84820" y="100981"/>
                </a:moveTo>
                <a:cubicBezTo>
                  <a:pt x="84220" y="105313"/>
                  <a:pt x="83920" y="108879"/>
                  <a:pt x="83920" y="111678"/>
                </a:cubicBezTo>
                <a:cubicBezTo>
                  <a:pt x="83920" y="116678"/>
                  <a:pt x="85370" y="120677"/>
                  <a:pt x="88269" y="123676"/>
                </a:cubicBezTo>
                <a:cubicBezTo>
                  <a:pt x="91169" y="126676"/>
                  <a:pt x="95051" y="128175"/>
                  <a:pt x="99917" y="128175"/>
                </a:cubicBezTo>
                <a:cubicBezTo>
                  <a:pt x="104583" y="128175"/>
                  <a:pt x="109265" y="127183"/>
                  <a:pt x="113964" y="125198"/>
                </a:cubicBezTo>
                <a:cubicBezTo>
                  <a:pt x="118663" y="123213"/>
                  <a:pt x="124112" y="119739"/>
                  <a:pt x="130311" y="114778"/>
                </a:cubicBezTo>
                <a:lnTo>
                  <a:pt x="133310" y="117306"/>
                </a:lnTo>
                <a:cubicBezTo>
                  <a:pt x="125645" y="125983"/>
                  <a:pt x="118180" y="132164"/>
                  <a:pt x="110915" y="135849"/>
                </a:cubicBezTo>
                <a:cubicBezTo>
                  <a:pt x="103649" y="139531"/>
                  <a:pt x="95618" y="141373"/>
                  <a:pt x="86819" y="141373"/>
                </a:cubicBezTo>
                <a:cubicBezTo>
                  <a:pt x="75688" y="141373"/>
                  <a:pt x="67990" y="138705"/>
                  <a:pt x="63724" y="133368"/>
                </a:cubicBezTo>
                <a:cubicBezTo>
                  <a:pt x="59458" y="128029"/>
                  <a:pt x="57325" y="121857"/>
                  <a:pt x="57325" y="114850"/>
                </a:cubicBezTo>
                <a:cubicBezTo>
                  <a:pt x="57325" y="103908"/>
                  <a:pt x="60508" y="92966"/>
                  <a:pt x="66873" y="82025"/>
                </a:cubicBezTo>
                <a:cubicBezTo>
                  <a:pt x="73239" y="71081"/>
                  <a:pt x="81904" y="62307"/>
                  <a:pt x="92868" y="55702"/>
                </a:cubicBezTo>
                <a:cubicBezTo>
                  <a:pt x="103833" y="49095"/>
                  <a:pt x="114847" y="45791"/>
                  <a:pt x="125912" y="45791"/>
                </a:cubicBezTo>
                <a:cubicBezTo>
                  <a:pt x="131511" y="45791"/>
                  <a:pt x="135743" y="47124"/>
                  <a:pt x="138609" y="49790"/>
                </a:cubicBezTo>
                <a:cubicBezTo>
                  <a:pt x="141475" y="52457"/>
                  <a:pt x="142909" y="55823"/>
                  <a:pt x="142909" y="59888"/>
                </a:cubicBezTo>
                <a:cubicBezTo>
                  <a:pt x="142909" y="64754"/>
                  <a:pt x="141509" y="69487"/>
                  <a:pt x="138709" y="74086"/>
                </a:cubicBezTo>
                <a:cubicBezTo>
                  <a:pt x="134843" y="80351"/>
                  <a:pt x="129978" y="85400"/>
                  <a:pt x="124112" y="89233"/>
                </a:cubicBezTo>
                <a:cubicBezTo>
                  <a:pt x="118247" y="93065"/>
                  <a:pt x="111681" y="95981"/>
                  <a:pt x="104416" y="97981"/>
                </a:cubicBezTo>
                <a:cubicBezTo>
                  <a:pt x="99550" y="99314"/>
                  <a:pt x="93018" y="100314"/>
                  <a:pt x="84820" y="100981"/>
                </a:cubicBezTo>
                <a:moveTo>
                  <a:pt x="85720" y="95782"/>
                </a:moveTo>
                <a:cubicBezTo>
                  <a:pt x="91585" y="94919"/>
                  <a:pt x="96134" y="93742"/>
                  <a:pt x="99367" y="92251"/>
                </a:cubicBezTo>
                <a:cubicBezTo>
                  <a:pt x="102600" y="90757"/>
                  <a:pt x="105766" y="88368"/>
                  <a:pt x="108865" y="85084"/>
                </a:cubicBezTo>
                <a:cubicBezTo>
                  <a:pt x="111965" y="81799"/>
                  <a:pt x="114647" y="77652"/>
                  <a:pt x="116914" y="72642"/>
                </a:cubicBezTo>
                <a:cubicBezTo>
                  <a:pt x="119180" y="67633"/>
                  <a:pt x="120313" y="62939"/>
                  <a:pt x="120313" y="58561"/>
                </a:cubicBezTo>
                <a:cubicBezTo>
                  <a:pt x="120313" y="56703"/>
                  <a:pt x="119796" y="55244"/>
                  <a:pt x="118763" y="54183"/>
                </a:cubicBezTo>
                <a:cubicBezTo>
                  <a:pt x="117730" y="53121"/>
                  <a:pt x="116414" y="52590"/>
                  <a:pt x="114814" y="52590"/>
                </a:cubicBezTo>
                <a:cubicBezTo>
                  <a:pt x="111615" y="52590"/>
                  <a:pt x="108015" y="54812"/>
                  <a:pt x="104016" y="59257"/>
                </a:cubicBezTo>
                <a:cubicBezTo>
                  <a:pt x="96684" y="67352"/>
                  <a:pt x="90585" y="79526"/>
                  <a:pt x="85720" y="957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Breaking">
            <a:extLst xmlns:a="http://schemas.openxmlformats.org/drawingml/2006/main">
              <a:ext uri="{FF2B5EF4-FFF2-40B4-BE49-F238E27FC236}">
                <a16:creationId xmlns:a16="http://schemas.microsoft.com/office/drawing/2014/main" id="{067D1A80-A765-4F9F-BF8D-69F986BF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092" y="1096985"/>
            <a:ext cx="796318" cy="182765"/>
          </a:xfrm>
          <a:custGeom xmlns:a="http://schemas.openxmlformats.org/drawingml/2006/main">
            <a:pathLst>
              <a:path w="796318" h="182765">
                <a:moveTo>
                  <a:pt x="36893" y="2999"/>
                </a:moveTo>
                <a:lnTo>
                  <a:pt x="90483" y="2999"/>
                </a:lnTo>
                <a:cubicBezTo>
                  <a:pt x="102414" y="2999"/>
                  <a:pt x="110945" y="3632"/>
                  <a:pt x="116078" y="4896"/>
                </a:cubicBezTo>
                <a:cubicBezTo>
                  <a:pt x="122810" y="6496"/>
                  <a:pt x="128025" y="9610"/>
                  <a:pt x="131725" y="14238"/>
                </a:cubicBezTo>
                <a:cubicBezTo>
                  <a:pt x="135424" y="18866"/>
                  <a:pt x="137274" y="24110"/>
                  <a:pt x="137274" y="29969"/>
                </a:cubicBezTo>
                <a:cubicBezTo>
                  <a:pt x="137274" y="34764"/>
                  <a:pt x="135807" y="39659"/>
                  <a:pt x="132874" y="44654"/>
                </a:cubicBezTo>
                <a:cubicBezTo>
                  <a:pt x="129942" y="49647"/>
                  <a:pt x="125559" y="53758"/>
                  <a:pt x="119727" y="56989"/>
                </a:cubicBezTo>
                <a:cubicBezTo>
                  <a:pt x="113895" y="60218"/>
                  <a:pt x="104946" y="63197"/>
                  <a:pt x="92882" y="65928"/>
                </a:cubicBezTo>
                <a:cubicBezTo>
                  <a:pt x="105413" y="69463"/>
                  <a:pt x="114111" y="73999"/>
                  <a:pt x="118977" y="79538"/>
                </a:cubicBezTo>
                <a:cubicBezTo>
                  <a:pt x="123843" y="85074"/>
                  <a:pt x="126276" y="91512"/>
                  <a:pt x="126276" y="98850"/>
                </a:cubicBezTo>
                <a:cubicBezTo>
                  <a:pt x="126276" y="105719"/>
                  <a:pt x="123876" y="112506"/>
                  <a:pt x="119077" y="119211"/>
                </a:cubicBezTo>
                <a:cubicBezTo>
                  <a:pt x="114278" y="125916"/>
                  <a:pt x="107913" y="130820"/>
                  <a:pt x="99981" y="133921"/>
                </a:cubicBezTo>
                <a:cubicBezTo>
                  <a:pt x="92049" y="137023"/>
                  <a:pt x="77518" y="138573"/>
                  <a:pt x="56389" y="138573"/>
                </a:cubicBezTo>
                <a:lnTo>
                  <a:pt x="0" y="138573"/>
                </a:lnTo>
                <a:lnTo>
                  <a:pt x="1300" y="134974"/>
                </a:lnTo>
                <a:cubicBezTo>
                  <a:pt x="6765" y="134974"/>
                  <a:pt x="10681" y="134474"/>
                  <a:pt x="13047" y="133474"/>
                </a:cubicBezTo>
                <a:cubicBezTo>
                  <a:pt x="15414" y="132472"/>
                  <a:pt x="17313" y="130921"/>
                  <a:pt x="18746" y="128819"/>
                </a:cubicBezTo>
                <a:cubicBezTo>
                  <a:pt x="20179" y="126715"/>
                  <a:pt x="21862" y="122326"/>
                  <a:pt x="23795" y="115653"/>
                </a:cubicBezTo>
                <a:lnTo>
                  <a:pt x="47991" y="32328"/>
                </a:lnTo>
                <a:cubicBezTo>
                  <a:pt x="50457" y="23786"/>
                  <a:pt x="51690" y="18068"/>
                  <a:pt x="51690" y="15175"/>
                </a:cubicBezTo>
                <a:cubicBezTo>
                  <a:pt x="51690" y="12821"/>
                  <a:pt x="50707" y="10871"/>
                  <a:pt x="48741" y="9323"/>
                </a:cubicBezTo>
                <a:cubicBezTo>
                  <a:pt x="46774" y="7776"/>
                  <a:pt x="42492" y="6867"/>
                  <a:pt x="35893" y="6599"/>
                </a:cubicBezTo>
                <a:lnTo>
                  <a:pt x="36893" y="2999"/>
                </a:lnTo>
                <a:moveTo>
                  <a:pt x="67587" y="62788"/>
                </a:moveTo>
                <a:cubicBezTo>
                  <a:pt x="76652" y="62655"/>
                  <a:pt x="83801" y="61232"/>
                  <a:pt x="89033" y="58520"/>
                </a:cubicBezTo>
                <a:cubicBezTo>
                  <a:pt x="94265" y="55808"/>
                  <a:pt x="98464" y="51360"/>
                  <a:pt x="101630" y="45176"/>
                </a:cubicBezTo>
                <a:cubicBezTo>
                  <a:pt x="104796" y="38989"/>
                  <a:pt x="106379" y="33151"/>
                  <a:pt x="106379" y="27660"/>
                </a:cubicBezTo>
                <a:cubicBezTo>
                  <a:pt x="106379" y="22501"/>
                  <a:pt x="104746" y="18301"/>
                  <a:pt x="101480" y="15060"/>
                </a:cubicBezTo>
                <a:cubicBezTo>
                  <a:pt x="98214" y="11819"/>
                  <a:pt x="93849" y="10265"/>
                  <a:pt x="88383" y="10398"/>
                </a:cubicBezTo>
                <a:lnTo>
                  <a:pt x="82884" y="10598"/>
                </a:lnTo>
                <a:lnTo>
                  <a:pt x="67587" y="62788"/>
                </a:lnTo>
                <a:moveTo>
                  <a:pt x="65187" y="70386"/>
                </a:moveTo>
                <a:lnTo>
                  <a:pt x="47891" y="130775"/>
                </a:lnTo>
                <a:cubicBezTo>
                  <a:pt x="51223" y="130908"/>
                  <a:pt x="53723" y="130975"/>
                  <a:pt x="55389" y="130975"/>
                </a:cubicBezTo>
                <a:cubicBezTo>
                  <a:pt x="70253" y="130975"/>
                  <a:pt x="80584" y="126819"/>
                  <a:pt x="86383" y="118508"/>
                </a:cubicBezTo>
                <a:cubicBezTo>
                  <a:pt x="92182" y="110195"/>
                  <a:pt x="95082" y="101298"/>
                  <a:pt x="95082" y="91817"/>
                </a:cubicBezTo>
                <a:cubicBezTo>
                  <a:pt x="95082" y="87278"/>
                  <a:pt x="93965" y="83256"/>
                  <a:pt x="91732" y="79750"/>
                </a:cubicBezTo>
                <a:cubicBezTo>
                  <a:pt x="89499" y="76245"/>
                  <a:pt x="86617" y="73808"/>
                  <a:pt x="83084" y="72439"/>
                </a:cubicBezTo>
                <a:cubicBezTo>
                  <a:pt x="79551" y="71071"/>
                  <a:pt x="73586" y="70386"/>
                  <a:pt x="65187" y="70386"/>
                </a:cubicBezTo>
                <a:close/>
                <a:moveTo>
                  <a:pt x="191700" y="45791"/>
                </a:moveTo>
                <a:lnTo>
                  <a:pt x="176603" y="102040"/>
                </a:lnTo>
                <a:cubicBezTo>
                  <a:pt x="189000" y="74616"/>
                  <a:pt x="198332" y="57735"/>
                  <a:pt x="204597" y="51396"/>
                </a:cubicBezTo>
                <a:cubicBezTo>
                  <a:pt x="208263" y="47660"/>
                  <a:pt x="212129" y="45791"/>
                  <a:pt x="216195" y="45791"/>
                </a:cubicBezTo>
                <a:cubicBezTo>
                  <a:pt x="218995" y="45791"/>
                  <a:pt x="221261" y="46808"/>
                  <a:pt x="222994" y="48841"/>
                </a:cubicBezTo>
                <a:cubicBezTo>
                  <a:pt x="224727" y="50874"/>
                  <a:pt x="225593" y="53756"/>
                  <a:pt x="225593" y="57489"/>
                </a:cubicBezTo>
                <a:cubicBezTo>
                  <a:pt x="225593" y="63954"/>
                  <a:pt x="224027" y="69387"/>
                  <a:pt x="220894" y="73786"/>
                </a:cubicBezTo>
                <a:cubicBezTo>
                  <a:pt x="218895" y="76585"/>
                  <a:pt x="216662" y="77985"/>
                  <a:pt x="214195" y="77985"/>
                </a:cubicBezTo>
                <a:cubicBezTo>
                  <a:pt x="211529" y="77985"/>
                  <a:pt x="209530" y="76766"/>
                  <a:pt x="208197" y="74329"/>
                </a:cubicBezTo>
                <a:cubicBezTo>
                  <a:pt x="206864" y="71890"/>
                  <a:pt x="205930" y="70457"/>
                  <a:pt x="205397" y="70030"/>
                </a:cubicBezTo>
                <a:cubicBezTo>
                  <a:pt x="204864" y="69601"/>
                  <a:pt x="204297" y="69387"/>
                  <a:pt x="203697" y="69387"/>
                </a:cubicBezTo>
                <a:cubicBezTo>
                  <a:pt x="203031" y="69387"/>
                  <a:pt x="202331" y="69587"/>
                  <a:pt x="201598" y="69987"/>
                </a:cubicBezTo>
                <a:cubicBezTo>
                  <a:pt x="200131" y="70786"/>
                  <a:pt x="198215" y="72736"/>
                  <a:pt x="195849" y="75835"/>
                </a:cubicBezTo>
                <a:cubicBezTo>
                  <a:pt x="193483" y="78933"/>
                  <a:pt x="190567" y="84114"/>
                  <a:pt x="187101" y="91379"/>
                </a:cubicBezTo>
                <a:cubicBezTo>
                  <a:pt x="183635" y="98642"/>
                  <a:pt x="180935" y="104790"/>
                  <a:pt x="179002" y="109823"/>
                </a:cubicBezTo>
                <a:cubicBezTo>
                  <a:pt x="177069" y="114853"/>
                  <a:pt x="174370" y="124436"/>
                  <a:pt x="170904" y="138573"/>
                </a:cubicBezTo>
                <a:lnTo>
                  <a:pt x="146708" y="138573"/>
                </a:lnTo>
                <a:lnTo>
                  <a:pt x="163205" y="72286"/>
                </a:lnTo>
                <a:cubicBezTo>
                  <a:pt x="164405" y="67354"/>
                  <a:pt x="165005" y="64088"/>
                  <a:pt x="165005" y="62488"/>
                </a:cubicBezTo>
                <a:cubicBezTo>
                  <a:pt x="165005" y="60688"/>
                  <a:pt x="164688" y="59289"/>
                  <a:pt x="164055" y="58289"/>
                </a:cubicBezTo>
                <a:cubicBezTo>
                  <a:pt x="163422" y="57289"/>
                  <a:pt x="162555" y="56556"/>
                  <a:pt x="161456" y="56089"/>
                </a:cubicBezTo>
                <a:cubicBezTo>
                  <a:pt x="160356" y="55623"/>
                  <a:pt x="158073" y="55389"/>
                  <a:pt x="154607" y="55389"/>
                </a:cubicBezTo>
                <a:lnTo>
                  <a:pt x="155507" y="52390"/>
                </a:lnTo>
                <a:lnTo>
                  <a:pt x="185701" y="45791"/>
                </a:lnTo>
                <a:lnTo>
                  <a:pt x="191700" y="45791"/>
                </a:lnTo>
                <a:close/>
                <a:moveTo>
                  <a:pt x="254243" y="100981"/>
                </a:moveTo>
                <a:cubicBezTo>
                  <a:pt x="253643" y="105313"/>
                  <a:pt x="253343" y="108879"/>
                  <a:pt x="253343" y="111678"/>
                </a:cubicBezTo>
                <a:cubicBezTo>
                  <a:pt x="253343" y="116678"/>
                  <a:pt x="254793" y="120677"/>
                  <a:pt x="257692" y="123676"/>
                </a:cubicBezTo>
                <a:cubicBezTo>
                  <a:pt x="260592" y="126676"/>
                  <a:pt x="264474" y="128175"/>
                  <a:pt x="269340" y="128175"/>
                </a:cubicBezTo>
                <a:cubicBezTo>
                  <a:pt x="274006" y="128175"/>
                  <a:pt x="278688" y="127183"/>
                  <a:pt x="283387" y="125198"/>
                </a:cubicBezTo>
                <a:cubicBezTo>
                  <a:pt x="288086" y="123213"/>
                  <a:pt x="293535" y="119739"/>
                  <a:pt x="299734" y="114778"/>
                </a:cubicBezTo>
                <a:lnTo>
                  <a:pt x="302733" y="117306"/>
                </a:lnTo>
                <a:cubicBezTo>
                  <a:pt x="295068" y="125983"/>
                  <a:pt x="287603" y="132164"/>
                  <a:pt x="280338" y="135849"/>
                </a:cubicBezTo>
                <a:cubicBezTo>
                  <a:pt x="273073" y="139531"/>
                  <a:pt x="265041" y="141373"/>
                  <a:pt x="256242" y="141373"/>
                </a:cubicBezTo>
                <a:cubicBezTo>
                  <a:pt x="245111" y="141373"/>
                  <a:pt x="237413" y="138705"/>
                  <a:pt x="233147" y="133368"/>
                </a:cubicBezTo>
                <a:cubicBezTo>
                  <a:pt x="228881" y="128029"/>
                  <a:pt x="226748" y="121857"/>
                  <a:pt x="226748" y="114850"/>
                </a:cubicBezTo>
                <a:cubicBezTo>
                  <a:pt x="226748" y="103908"/>
                  <a:pt x="229931" y="92966"/>
                  <a:pt x="236296" y="82025"/>
                </a:cubicBezTo>
                <a:cubicBezTo>
                  <a:pt x="242662" y="71081"/>
                  <a:pt x="251327" y="62307"/>
                  <a:pt x="262291" y="55702"/>
                </a:cubicBezTo>
                <a:cubicBezTo>
                  <a:pt x="273256" y="49095"/>
                  <a:pt x="284270" y="45791"/>
                  <a:pt x="295335" y="45791"/>
                </a:cubicBezTo>
                <a:cubicBezTo>
                  <a:pt x="300934" y="45791"/>
                  <a:pt x="305166" y="47124"/>
                  <a:pt x="308032" y="49790"/>
                </a:cubicBezTo>
                <a:cubicBezTo>
                  <a:pt x="310899" y="52457"/>
                  <a:pt x="312332" y="55823"/>
                  <a:pt x="312332" y="59888"/>
                </a:cubicBezTo>
                <a:cubicBezTo>
                  <a:pt x="312332" y="64754"/>
                  <a:pt x="310932" y="69487"/>
                  <a:pt x="308132" y="74086"/>
                </a:cubicBezTo>
                <a:cubicBezTo>
                  <a:pt x="304267" y="80351"/>
                  <a:pt x="299401" y="85400"/>
                  <a:pt x="293535" y="89233"/>
                </a:cubicBezTo>
                <a:cubicBezTo>
                  <a:pt x="287670" y="93065"/>
                  <a:pt x="281104" y="95981"/>
                  <a:pt x="273839" y="97981"/>
                </a:cubicBezTo>
                <a:cubicBezTo>
                  <a:pt x="268973" y="99314"/>
                  <a:pt x="262441" y="100314"/>
                  <a:pt x="254243" y="100981"/>
                </a:cubicBezTo>
                <a:moveTo>
                  <a:pt x="255143" y="95782"/>
                </a:moveTo>
                <a:cubicBezTo>
                  <a:pt x="261008" y="94919"/>
                  <a:pt x="265557" y="93742"/>
                  <a:pt x="268790" y="92251"/>
                </a:cubicBezTo>
                <a:cubicBezTo>
                  <a:pt x="272023" y="90757"/>
                  <a:pt x="275189" y="88368"/>
                  <a:pt x="278288" y="85084"/>
                </a:cubicBezTo>
                <a:cubicBezTo>
                  <a:pt x="281388" y="81799"/>
                  <a:pt x="284070" y="77652"/>
                  <a:pt x="286337" y="72642"/>
                </a:cubicBezTo>
                <a:cubicBezTo>
                  <a:pt x="288603" y="67633"/>
                  <a:pt x="289736" y="62939"/>
                  <a:pt x="289736" y="58561"/>
                </a:cubicBezTo>
                <a:cubicBezTo>
                  <a:pt x="289736" y="56703"/>
                  <a:pt x="289219" y="55244"/>
                  <a:pt x="288186" y="54183"/>
                </a:cubicBezTo>
                <a:cubicBezTo>
                  <a:pt x="287153" y="53121"/>
                  <a:pt x="285837" y="52590"/>
                  <a:pt x="284237" y="52590"/>
                </a:cubicBezTo>
                <a:cubicBezTo>
                  <a:pt x="281038" y="52590"/>
                  <a:pt x="277438" y="54812"/>
                  <a:pt x="273439" y="59257"/>
                </a:cubicBezTo>
                <a:cubicBezTo>
                  <a:pt x="266107" y="67352"/>
                  <a:pt x="260008" y="79526"/>
                  <a:pt x="255143" y="95782"/>
                </a:cubicBezTo>
                <a:close/>
                <a:moveTo>
                  <a:pt x="411244" y="47191"/>
                </a:moveTo>
                <a:lnTo>
                  <a:pt x="391847" y="113822"/>
                </a:lnTo>
                <a:lnTo>
                  <a:pt x="389848" y="121936"/>
                </a:lnTo>
                <a:cubicBezTo>
                  <a:pt x="389648" y="122940"/>
                  <a:pt x="389548" y="123675"/>
                  <a:pt x="389548" y="124142"/>
                </a:cubicBezTo>
                <a:cubicBezTo>
                  <a:pt x="389548" y="124937"/>
                  <a:pt x="389831" y="125634"/>
                  <a:pt x="390398" y="126232"/>
                </a:cubicBezTo>
                <a:cubicBezTo>
                  <a:pt x="390964" y="126830"/>
                  <a:pt x="391548" y="127129"/>
                  <a:pt x="392147" y="127129"/>
                </a:cubicBezTo>
                <a:cubicBezTo>
                  <a:pt x="393547" y="127129"/>
                  <a:pt x="395480" y="126066"/>
                  <a:pt x="397946" y="123942"/>
                </a:cubicBezTo>
                <a:cubicBezTo>
                  <a:pt x="398946" y="123077"/>
                  <a:pt x="401346" y="120023"/>
                  <a:pt x="405145" y="114778"/>
                </a:cubicBezTo>
                <a:lnTo>
                  <a:pt x="408644" y="116571"/>
                </a:lnTo>
                <a:cubicBezTo>
                  <a:pt x="403912" y="125203"/>
                  <a:pt x="398863" y="131494"/>
                  <a:pt x="393497" y="135446"/>
                </a:cubicBezTo>
                <a:cubicBezTo>
                  <a:pt x="388132" y="139397"/>
                  <a:pt x="382349" y="141373"/>
                  <a:pt x="376151" y="141373"/>
                </a:cubicBezTo>
                <a:cubicBezTo>
                  <a:pt x="372351" y="141373"/>
                  <a:pt x="369452" y="140390"/>
                  <a:pt x="367452" y="138423"/>
                </a:cubicBezTo>
                <a:cubicBezTo>
                  <a:pt x="365453" y="136457"/>
                  <a:pt x="364453" y="133974"/>
                  <a:pt x="364453" y="130975"/>
                </a:cubicBezTo>
                <a:cubicBezTo>
                  <a:pt x="364453" y="128375"/>
                  <a:pt x="365519" y="123543"/>
                  <a:pt x="367652" y="116478"/>
                </a:cubicBezTo>
                <a:lnTo>
                  <a:pt x="370052" y="108379"/>
                </a:lnTo>
                <a:cubicBezTo>
                  <a:pt x="362320" y="121643"/>
                  <a:pt x="354888" y="131041"/>
                  <a:pt x="347756" y="136574"/>
                </a:cubicBezTo>
                <a:cubicBezTo>
                  <a:pt x="343623" y="139773"/>
                  <a:pt x="339224" y="141373"/>
                  <a:pt x="334559" y="141373"/>
                </a:cubicBezTo>
                <a:cubicBezTo>
                  <a:pt x="328426" y="141373"/>
                  <a:pt x="323994" y="138854"/>
                  <a:pt x="321261" y="133818"/>
                </a:cubicBezTo>
                <a:cubicBezTo>
                  <a:pt x="318528" y="128779"/>
                  <a:pt x="317162" y="123091"/>
                  <a:pt x="317162" y="116752"/>
                </a:cubicBezTo>
                <a:cubicBezTo>
                  <a:pt x="317162" y="107344"/>
                  <a:pt x="320028" y="96551"/>
                  <a:pt x="325760" y="84374"/>
                </a:cubicBezTo>
                <a:cubicBezTo>
                  <a:pt x="331492" y="72198"/>
                  <a:pt x="339024" y="62406"/>
                  <a:pt x="348356" y="54999"/>
                </a:cubicBezTo>
                <a:cubicBezTo>
                  <a:pt x="356021" y="48860"/>
                  <a:pt x="363220" y="45791"/>
                  <a:pt x="369952" y="45791"/>
                </a:cubicBezTo>
                <a:cubicBezTo>
                  <a:pt x="373684" y="45791"/>
                  <a:pt x="376684" y="46875"/>
                  <a:pt x="378950" y="49044"/>
                </a:cubicBezTo>
                <a:cubicBezTo>
                  <a:pt x="381216" y="51212"/>
                  <a:pt x="382883" y="55165"/>
                  <a:pt x="383949" y="60904"/>
                </a:cubicBezTo>
                <a:lnTo>
                  <a:pt x="387548" y="48591"/>
                </a:lnTo>
                <a:lnTo>
                  <a:pt x="411244" y="47191"/>
                </a:lnTo>
                <a:moveTo>
                  <a:pt x="379250" y="66368"/>
                </a:moveTo>
                <a:cubicBezTo>
                  <a:pt x="379250" y="60976"/>
                  <a:pt x="378417" y="57082"/>
                  <a:pt x="376750" y="54686"/>
                </a:cubicBezTo>
                <a:cubicBezTo>
                  <a:pt x="375551" y="53022"/>
                  <a:pt x="373918" y="52190"/>
                  <a:pt x="371851" y="52190"/>
                </a:cubicBezTo>
                <a:cubicBezTo>
                  <a:pt x="369785" y="52190"/>
                  <a:pt x="367652" y="53189"/>
                  <a:pt x="365453" y="55186"/>
                </a:cubicBezTo>
                <a:cubicBezTo>
                  <a:pt x="360987" y="59313"/>
                  <a:pt x="356171" y="67683"/>
                  <a:pt x="351005" y="80297"/>
                </a:cubicBezTo>
                <a:cubicBezTo>
                  <a:pt x="345840" y="92909"/>
                  <a:pt x="343257" y="103808"/>
                  <a:pt x="343257" y="112994"/>
                </a:cubicBezTo>
                <a:cubicBezTo>
                  <a:pt x="343257" y="116520"/>
                  <a:pt x="343840" y="119066"/>
                  <a:pt x="345007" y="120630"/>
                </a:cubicBezTo>
                <a:cubicBezTo>
                  <a:pt x="346173" y="122194"/>
                  <a:pt x="347456" y="122976"/>
                  <a:pt x="348856" y="122976"/>
                </a:cubicBezTo>
                <a:cubicBezTo>
                  <a:pt x="351855" y="122976"/>
                  <a:pt x="354888" y="121245"/>
                  <a:pt x="357954" y="117784"/>
                </a:cubicBezTo>
                <a:cubicBezTo>
                  <a:pt x="362353" y="112859"/>
                  <a:pt x="366319" y="106837"/>
                  <a:pt x="369852" y="99715"/>
                </a:cubicBezTo>
                <a:cubicBezTo>
                  <a:pt x="376117" y="87201"/>
                  <a:pt x="379250" y="76085"/>
                  <a:pt x="379250" y="66368"/>
                </a:cubicBezTo>
                <a:close/>
                <a:moveTo>
                  <a:pt x="483664" y="0"/>
                </a:moveTo>
                <a:lnTo>
                  <a:pt x="456069" y="94285"/>
                </a:lnTo>
                <a:lnTo>
                  <a:pt x="478965" y="73298"/>
                </a:lnTo>
                <a:lnTo>
                  <a:pt x="486563" y="66512"/>
                </a:lnTo>
                <a:cubicBezTo>
                  <a:pt x="488763" y="64225"/>
                  <a:pt x="490296" y="62274"/>
                  <a:pt x="491162" y="60660"/>
                </a:cubicBezTo>
                <a:cubicBezTo>
                  <a:pt x="491696" y="59652"/>
                  <a:pt x="491962" y="58711"/>
                  <a:pt x="491962" y="57836"/>
                </a:cubicBezTo>
                <a:cubicBezTo>
                  <a:pt x="491962" y="56423"/>
                  <a:pt x="491296" y="55247"/>
                  <a:pt x="489963" y="54305"/>
                </a:cubicBezTo>
                <a:cubicBezTo>
                  <a:pt x="488630" y="53364"/>
                  <a:pt x="485397" y="52725"/>
                  <a:pt x="480265" y="52390"/>
                </a:cubicBezTo>
                <a:lnTo>
                  <a:pt x="481364" y="48591"/>
                </a:lnTo>
                <a:lnTo>
                  <a:pt x="522057" y="48591"/>
                </a:lnTo>
                <a:lnTo>
                  <a:pt x="521057" y="52390"/>
                </a:lnTo>
                <a:cubicBezTo>
                  <a:pt x="516258" y="53525"/>
                  <a:pt x="512358" y="54826"/>
                  <a:pt x="509359" y="56292"/>
                </a:cubicBezTo>
                <a:cubicBezTo>
                  <a:pt x="507026" y="57427"/>
                  <a:pt x="504160" y="59296"/>
                  <a:pt x="500761" y="61897"/>
                </a:cubicBezTo>
                <a:cubicBezTo>
                  <a:pt x="495695" y="65845"/>
                  <a:pt x="492062" y="68888"/>
                  <a:pt x="489863" y="71027"/>
                </a:cubicBezTo>
                <a:lnTo>
                  <a:pt x="485464" y="75142"/>
                </a:lnTo>
                <a:lnTo>
                  <a:pt x="491562" y="102237"/>
                </a:lnTo>
                <a:cubicBezTo>
                  <a:pt x="493895" y="112707"/>
                  <a:pt x="495628" y="118761"/>
                  <a:pt x="496761" y="120399"/>
                </a:cubicBezTo>
                <a:cubicBezTo>
                  <a:pt x="497495" y="121380"/>
                  <a:pt x="498361" y="121870"/>
                  <a:pt x="499361" y="121870"/>
                </a:cubicBezTo>
                <a:cubicBezTo>
                  <a:pt x="501694" y="121870"/>
                  <a:pt x="504460" y="118994"/>
                  <a:pt x="507659" y="113241"/>
                </a:cubicBezTo>
                <a:cubicBezTo>
                  <a:pt x="508126" y="112470"/>
                  <a:pt x="508759" y="111383"/>
                  <a:pt x="509559" y="109979"/>
                </a:cubicBezTo>
                <a:lnTo>
                  <a:pt x="513258" y="112400"/>
                </a:lnTo>
                <a:cubicBezTo>
                  <a:pt x="508259" y="122223"/>
                  <a:pt x="502627" y="129696"/>
                  <a:pt x="496361" y="134818"/>
                </a:cubicBezTo>
                <a:cubicBezTo>
                  <a:pt x="492162" y="138255"/>
                  <a:pt x="488363" y="139973"/>
                  <a:pt x="484964" y="139973"/>
                </a:cubicBezTo>
                <a:cubicBezTo>
                  <a:pt x="481564" y="139973"/>
                  <a:pt x="478732" y="138756"/>
                  <a:pt x="476465" y="136321"/>
                </a:cubicBezTo>
                <a:cubicBezTo>
                  <a:pt x="474199" y="133886"/>
                  <a:pt x="471933" y="127497"/>
                  <a:pt x="469667" y="117156"/>
                </a:cubicBezTo>
                <a:lnTo>
                  <a:pt x="464668" y="94438"/>
                </a:lnTo>
                <a:lnTo>
                  <a:pt x="453670" y="104346"/>
                </a:lnTo>
                <a:lnTo>
                  <a:pt x="443672" y="138573"/>
                </a:lnTo>
                <a:lnTo>
                  <a:pt x="418177" y="138573"/>
                </a:lnTo>
                <a:lnTo>
                  <a:pt x="451370" y="25670"/>
                </a:lnTo>
                <a:cubicBezTo>
                  <a:pt x="452770" y="20996"/>
                  <a:pt x="453470" y="17848"/>
                  <a:pt x="453470" y="16225"/>
                </a:cubicBezTo>
                <a:cubicBezTo>
                  <a:pt x="453470" y="14732"/>
                  <a:pt x="453136" y="13514"/>
                  <a:pt x="452470" y="12573"/>
                </a:cubicBezTo>
                <a:cubicBezTo>
                  <a:pt x="451803" y="11631"/>
                  <a:pt x="450887" y="10933"/>
                  <a:pt x="449720" y="10479"/>
                </a:cubicBezTo>
                <a:cubicBezTo>
                  <a:pt x="448554" y="10025"/>
                  <a:pt x="446238" y="9798"/>
                  <a:pt x="442772" y="9798"/>
                </a:cubicBezTo>
                <a:lnTo>
                  <a:pt x="443672" y="5999"/>
                </a:lnTo>
                <a:lnTo>
                  <a:pt x="477665" y="0"/>
                </a:lnTo>
                <a:lnTo>
                  <a:pt x="483664" y="0"/>
                </a:lnTo>
                <a:close/>
                <a:moveTo>
                  <a:pt x="564121" y="0"/>
                </a:moveTo>
                <a:cubicBezTo>
                  <a:pt x="568254" y="0"/>
                  <a:pt x="571737" y="1443"/>
                  <a:pt x="574569" y="4330"/>
                </a:cubicBezTo>
                <a:cubicBezTo>
                  <a:pt x="577402" y="7215"/>
                  <a:pt x="578819" y="10704"/>
                  <a:pt x="578819" y="14797"/>
                </a:cubicBezTo>
                <a:cubicBezTo>
                  <a:pt x="578819" y="18890"/>
                  <a:pt x="577386" y="22380"/>
                  <a:pt x="574519" y="25267"/>
                </a:cubicBezTo>
                <a:cubicBezTo>
                  <a:pt x="571653" y="28152"/>
                  <a:pt x="568187" y="29594"/>
                  <a:pt x="564121" y="29594"/>
                </a:cubicBezTo>
                <a:cubicBezTo>
                  <a:pt x="560122" y="29594"/>
                  <a:pt x="556690" y="28152"/>
                  <a:pt x="553823" y="25267"/>
                </a:cubicBezTo>
                <a:cubicBezTo>
                  <a:pt x="550957" y="22380"/>
                  <a:pt x="549524" y="18890"/>
                  <a:pt x="549524" y="14797"/>
                </a:cubicBezTo>
                <a:cubicBezTo>
                  <a:pt x="549524" y="10704"/>
                  <a:pt x="550941" y="7215"/>
                  <a:pt x="553773" y="4330"/>
                </a:cubicBezTo>
                <a:cubicBezTo>
                  <a:pt x="556606" y="1443"/>
                  <a:pt x="560056" y="0"/>
                  <a:pt x="564121" y="0"/>
                </a:cubicBezTo>
                <a:moveTo>
                  <a:pt x="570320" y="45791"/>
                </a:moveTo>
                <a:lnTo>
                  <a:pt x="549824" y="116393"/>
                </a:lnTo>
                <a:cubicBezTo>
                  <a:pt x="548691" y="120432"/>
                  <a:pt x="548124" y="123080"/>
                  <a:pt x="548124" y="124339"/>
                </a:cubicBezTo>
                <a:cubicBezTo>
                  <a:pt x="548124" y="125101"/>
                  <a:pt x="548424" y="125811"/>
                  <a:pt x="549024" y="126469"/>
                </a:cubicBezTo>
                <a:cubicBezTo>
                  <a:pt x="549624" y="127125"/>
                  <a:pt x="550257" y="127454"/>
                  <a:pt x="550924" y="127454"/>
                </a:cubicBezTo>
                <a:cubicBezTo>
                  <a:pt x="552057" y="127454"/>
                  <a:pt x="553190" y="126934"/>
                  <a:pt x="554323" y="125894"/>
                </a:cubicBezTo>
                <a:cubicBezTo>
                  <a:pt x="557323" y="123332"/>
                  <a:pt x="560922" y="118694"/>
                  <a:pt x="565121" y="111978"/>
                </a:cubicBezTo>
                <a:lnTo>
                  <a:pt x="568521" y="114056"/>
                </a:lnTo>
                <a:cubicBezTo>
                  <a:pt x="558456" y="132267"/>
                  <a:pt x="547758" y="141373"/>
                  <a:pt x="536427" y="141373"/>
                </a:cubicBezTo>
                <a:cubicBezTo>
                  <a:pt x="532094" y="141373"/>
                  <a:pt x="528645" y="140156"/>
                  <a:pt x="526079" y="137723"/>
                </a:cubicBezTo>
                <a:cubicBezTo>
                  <a:pt x="523513" y="135291"/>
                  <a:pt x="522229" y="132208"/>
                  <a:pt x="522229" y="128475"/>
                </a:cubicBezTo>
                <a:cubicBezTo>
                  <a:pt x="522229" y="126009"/>
                  <a:pt x="522796" y="122876"/>
                  <a:pt x="523929" y="119077"/>
                </a:cubicBezTo>
                <a:lnTo>
                  <a:pt x="537826" y="71286"/>
                </a:lnTo>
                <a:cubicBezTo>
                  <a:pt x="539160" y="66687"/>
                  <a:pt x="539826" y="63221"/>
                  <a:pt x="539826" y="60888"/>
                </a:cubicBezTo>
                <a:cubicBezTo>
                  <a:pt x="539826" y="59422"/>
                  <a:pt x="539193" y="58122"/>
                  <a:pt x="537926" y="56989"/>
                </a:cubicBezTo>
                <a:cubicBezTo>
                  <a:pt x="536660" y="55856"/>
                  <a:pt x="534927" y="55289"/>
                  <a:pt x="532727" y="55289"/>
                </a:cubicBezTo>
                <a:cubicBezTo>
                  <a:pt x="531728" y="55289"/>
                  <a:pt x="530528" y="55323"/>
                  <a:pt x="529128" y="55389"/>
                </a:cubicBezTo>
                <a:lnTo>
                  <a:pt x="530428" y="51390"/>
                </a:lnTo>
                <a:lnTo>
                  <a:pt x="564321" y="45791"/>
                </a:lnTo>
                <a:lnTo>
                  <a:pt x="570320" y="45791"/>
                </a:lnTo>
                <a:close/>
                <a:moveTo>
                  <a:pt x="629743" y="45791"/>
                </a:moveTo>
                <a:lnTo>
                  <a:pt x="617346" y="88730"/>
                </a:lnTo>
                <a:cubicBezTo>
                  <a:pt x="625677" y="76184"/>
                  <a:pt x="631909" y="67610"/>
                  <a:pt x="636042" y="63007"/>
                </a:cubicBezTo>
                <a:cubicBezTo>
                  <a:pt x="642107" y="56335"/>
                  <a:pt x="647340" y="51798"/>
                  <a:pt x="651739" y="49397"/>
                </a:cubicBezTo>
                <a:cubicBezTo>
                  <a:pt x="656138" y="46993"/>
                  <a:pt x="660271" y="45791"/>
                  <a:pt x="664137" y="45791"/>
                </a:cubicBezTo>
                <a:cubicBezTo>
                  <a:pt x="667603" y="45791"/>
                  <a:pt x="670569" y="47084"/>
                  <a:pt x="673035" y="49669"/>
                </a:cubicBezTo>
                <a:cubicBezTo>
                  <a:pt x="675501" y="52251"/>
                  <a:pt x="676734" y="55623"/>
                  <a:pt x="676734" y="59782"/>
                </a:cubicBezTo>
                <a:cubicBezTo>
                  <a:pt x="676734" y="63529"/>
                  <a:pt x="675934" y="68080"/>
                  <a:pt x="674335" y="73433"/>
                </a:cubicBezTo>
                <a:lnTo>
                  <a:pt x="661537" y="116293"/>
                </a:lnTo>
                <a:cubicBezTo>
                  <a:pt x="660471" y="120040"/>
                  <a:pt x="659937" y="122483"/>
                  <a:pt x="659937" y="123620"/>
                </a:cubicBezTo>
                <a:cubicBezTo>
                  <a:pt x="659937" y="124286"/>
                  <a:pt x="660187" y="124886"/>
                  <a:pt x="660687" y="125420"/>
                </a:cubicBezTo>
                <a:cubicBezTo>
                  <a:pt x="661187" y="125953"/>
                  <a:pt x="661704" y="126219"/>
                  <a:pt x="662237" y="126219"/>
                </a:cubicBezTo>
                <a:cubicBezTo>
                  <a:pt x="662903" y="126219"/>
                  <a:pt x="663603" y="125953"/>
                  <a:pt x="664336" y="125420"/>
                </a:cubicBezTo>
                <a:cubicBezTo>
                  <a:pt x="666669" y="123497"/>
                  <a:pt x="669036" y="120795"/>
                  <a:pt x="671435" y="117315"/>
                </a:cubicBezTo>
                <a:cubicBezTo>
                  <a:pt x="672035" y="116396"/>
                  <a:pt x="673001" y="115017"/>
                  <a:pt x="674335" y="113178"/>
                </a:cubicBezTo>
                <a:lnTo>
                  <a:pt x="678134" y="115443"/>
                </a:lnTo>
                <a:cubicBezTo>
                  <a:pt x="668336" y="131663"/>
                  <a:pt x="658038" y="139773"/>
                  <a:pt x="647240" y="139773"/>
                </a:cubicBezTo>
                <a:cubicBezTo>
                  <a:pt x="643107" y="139773"/>
                  <a:pt x="639875" y="138707"/>
                  <a:pt x="637542" y="136574"/>
                </a:cubicBezTo>
                <a:cubicBezTo>
                  <a:pt x="635209" y="134441"/>
                  <a:pt x="634042" y="131775"/>
                  <a:pt x="634042" y="128575"/>
                </a:cubicBezTo>
                <a:cubicBezTo>
                  <a:pt x="634042" y="125767"/>
                  <a:pt x="634842" y="121589"/>
                  <a:pt x="636442" y="116040"/>
                </a:cubicBezTo>
                <a:lnTo>
                  <a:pt x="648939" y="73214"/>
                </a:lnTo>
                <a:cubicBezTo>
                  <a:pt x="649806" y="70406"/>
                  <a:pt x="650239" y="68334"/>
                  <a:pt x="650239" y="66996"/>
                </a:cubicBezTo>
                <a:cubicBezTo>
                  <a:pt x="650239" y="66261"/>
                  <a:pt x="649939" y="65609"/>
                  <a:pt x="649339" y="65041"/>
                </a:cubicBezTo>
                <a:cubicBezTo>
                  <a:pt x="648739" y="64472"/>
                  <a:pt x="648040" y="64188"/>
                  <a:pt x="647240" y="64188"/>
                </a:cubicBezTo>
                <a:cubicBezTo>
                  <a:pt x="644707" y="64188"/>
                  <a:pt x="641641" y="65928"/>
                  <a:pt x="638042" y="69408"/>
                </a:cubicBezTo>
                <a:cubicBezTo>
                  <a:pt x="628843" y="78246"/>
                  <a:pt x="619945" y="91403"/>
                  <a:pt x="611347" y="108879"/>
                </a:cubicBezTo>
                <a:lnTo>
                  <a:pt x="603148" y="138573"/>
                </a:lnTo>
                <a:lnTo>
                  <a:pt x="577653" y="138573"/>
                </a:lnTo>
                <a:lnTo>
                  <a:pt x="596350" y="74392"/>
                </a:lnTo>
                <a:cubicBezTo>
                  <a:pt x="598149" y="68045"/>
                  <a:pt x="599049" y="63541"/>
                  <a:pt x="599049" y="60879"/>
                </a:cubicBezTo>
                <a:cubicBezTo>
                  <a:pt x="599049" y="59748"/>
                  <a:pt x="598782" y="58800"/>
                  <a:pt x="598249" y="58036"/>
                </a:cubicBezTo>
                <a:cubicBezTo>
                  <a:pt x="597716" y="57269"/>
                  <a:pt x="596849" y="56670"/>
                  <a:pt x="595650" y="56239"/>
                </a:cubicBezTo>
                <a:cubicBezTo>
                  <a:pt x="594450" y="55806"/>
                  <a:pt x="592184" y="55589"/>
                  <a:pt x="588851" y="55589"/>
                </a:cubicBezTo>
                <a:lnTo>
                  <a:pt x="589951" y="51790"/>
                </a:lnTo>
                <a:lnTo>
                  <a:pt x="623644" y="45791"/>
                </a:lnTo>
                <a:lnTo>
                  <a:pt x="629743" y="45791"/>
                </a:lnTo>
                <a:close/>
                <a:moveTo>
                  <a:pt x="769723" y="51790"/>
                </a:moveTo>
                <a:lnTo>
                  <a:pt x="796318" y="51790"/>
                </a:lnTo>
                <a:lnTo>
                  <a:pt x="793119" y="62788"/>
                </a:lnTo>
                <a:lnTo>
                  <a:pt x="779321" y="62788"/>
                </a:lnTo>
                <a:cubicBezTo>
                  <a:pt x="781454" y="66764"/>
                  <a:pt x="782521" y="70538"/>
                  <a:pt x="782521" y="74111"/>
                </a:cubicBezTo>
                <a:cubicBezTo>
                  <a:pt x="782521" y="80243"/>
                  <a:pt x="780871" y="85904"/>
                  <a:pt x="777572" y="91095"/>
                </a:cubicBezTo>
                <a:cubicBezTo>
                  <a:pt x="774272" y="96284"/>
                  <a:pt x="769406" y="100429"/>
                  <a:pt x="762974" y="103530"/>
                </a:cubicBezTo>
                <a:cubicBezTo>
                  <a:pt x="756542" y="106629"/>
                  <a:pt x="749394" y="108179"/>
                  <a:pt x="741529" y="108179"/>
                </a:cubicBezTo>
                <a:cubicBezTo>
                  <a:pt x="739462" y="108179"/>
                  <a:pt x="737179" y="108021"/>
                  <a:pt x="734680" y="107704"/>
                </a:cubicBezTo>
                <a:cubicBezTo>
                  <a:pt x="732180" y="107386"/>
                  <a:pt x="729464" y="106944"/>
                  <a:pt x="726531" y="106379"/>
                </a:cubicBezTo>
                <a:cubicBezTo>
                  <a:pt x="722132" y="108623"/>
                  <a:pt x="719366" y="110404"/>
                  <a:pt x="718233" y="111722"/>
                </a:cubicBezTo>
                <a:cubicBezTo>
                  <a:pt x="717433" y="112645"/>
                  <a:pt x="717033" y="113601"/>
                  <a:pt x="717033" y="114590"/>
                </a:cubicBezTo>
                <a:cubicBezTo>
                  <a:pt x="717033" y="115778"/>
                  <a:pt x="717533" y="116800"/>
                  <a:pt x="718533" y="117659"/>
                </a:cubicBezTo>
                <a:cubicBezTo>
                  <a:pt x="720266" y="119175"/>
                  <a:pt x="722832" y="120297"/>
                  <a:pt x="726231" y="121024"/>
                </a:cubicBezTo>
                <a:cubicBezTo>
                  <a:pt x="739829" y="123925"/>
                  <a:pt x="748794" y="126276"/>
                  <a:pt x="753126" y="128075"/>
                </a:cubicBezTo>
                <a:cubicBezTo>
                  <a:pt x="759058" y="130541"/>
                  <a:pt x="763541" y="133708"/>
                  <a:pt x="766574" y="137573"/>
                </a:cubicBezTo>
                <a:cubicBezTo>
                  <a:pt x="769606" y="141439"/>
                  <a:pt x="771123" y="146105"/>
                  <a:pt x="771123" y="151571"/>
                </a:cubicBezTo>
                <a:cubicBezTo>
                  <a:pt x="771123" y="159903"/>
                  <a:pt x="767290" y="167184"/>
                  <a:pt x="759625" y="173417"/>
                </a:cubicBezTo>
                <a:cubicBezTo>
                  <a:pt x="751960" y="179649"/>
                  <a:pt x="740095" y="182765"/>
                  <a:pt x="724032" y="182765"/>
                </a:cubicBezTo>
                <a:cubicBezTo>
                  <a:pt x="707835" y="182765"/>
                  <a:pt x="695904" y="180105"/>
                  <a:pt x="688239" y="174785"/>
                </a:cubicBezTo>
                <a:cubicBezTo>
                  <a:pt x="682707" y="170927"/>
                  <a:pt x="679940" y="166339"/>
                  <a:pt x="679940" y="161019"/>
                </a:cubicBezTo>
                <a:cubicBezTo>
                  <a:pt x="679940" y="156963"/>
                  <a:pt x="681757" y="153207"/>
                  <a:pt x="685389" y="149749"/>
                </a:cubicBezTo>
                <a:cubicBezTo>
                  <a:pt x="689022" y="146292"/>
                  <a:pt x="696804" y="143233"/>
                  <a:pt x="708735" y="140573"/>
                </a:cubicBezTo>
                <a:cubicBezTo>
                  <a:pt x="704669" y="138307"/>
                  <a:pt x="701936" y="136240"/>
                  <a:pt x="700536" y="134374"/>
                </a:cubicBezTo>
                <a:cubicBezTo>
                  <a:pt x="698603" y="131841"/>
                  <a:pt x="697637" y="129208"/>
                  <a:pt x="697637" y="126476"/>
                </a:cubicBezTo>
                <a:cubicBezTo>
                  <a:pt x="697637" y="122010"/>
                  <a:pt x="699420" y="118077"/>
                  <a:pt x="702986" y="114678"/>
                </a:cubicBezTo>
                <a:cubicBezTo>
                  <a:pt x="706552" y="111279"/>
                  <a:pt x="712534" y="107913"/>
                  <a:pt x="720933" y="104580"/>
                </a:cubicBezTo>
                <a:cubicBezTo>
                  <a:pt x="714400" y="101972"/>
                  <a:pt x="709685" y="98611"/>
                  <a:pt x="706785" y="94497"/>
                </a:cubicBezTo>
                <a:cubicBezTo>
                  <a:pt x="703886" y="90384"/>
                  <a:pt x="702436" y="85585"/>
                  <a:pt x="702436" y="80100"/>
                </a:cubicBezTo>
                <a:cubicBezTo>
                  <a:pt x="702436" y="74283"/>
                  <a:pt x="704186" y="68749"/>
                  <a:pt x="707685" y="63500"/>
                </a:cubicBezTo>
                <a:cubicBezTo>
                  <a:pt x="711184" y="58249"/>
                  <a:pt x="716350" y="53985"/>
                  <a:pt x="723182" y="50709"/>
                </a:cubicBezTo>
                <a:cubicBezTo>
                  <a:pt x="730014" y="47430"/>
                  <a:pt x="737863" y="45791"/>
                  <a:pt x="746728" y="45791"/>
                </a:cubicBezTo>
                <a:cubicBezTo>
                  <a:pt x="752393" y="45791"/>
                  <a:pt x="757425" y="46414"/>
                  <a:pt x="761825" y="47660"/>
                </a:cubicBezTo>
                <a:cubicBezTo>
                  <a:pt x="764091" y="48316"/>
                  <a:pt x="766724" y="49692"/>
                  <a:pt x="769723" y="51790"/>
                </a:cubicBezTo>
                <a:moveTo>
                  <a:pt x="748827" y="50790"/>
                </a:moveTo>
                <a:cubicBezTo>
                  <a:pt x="745561" y="50790"/>
                  <a:pt x="742795" y="51857"/>
                  <a:pt x="740529" y="53990"/>
                </a:cubicBezTo>
                <a:cubicBezTo>
                  <a:pt x="736929" y="57256"/>
                  <a:pt x="733780" y="62721"/>
                  <a:pt x="731081" y="70386"/>
                </a:cubicBezTo>
                <a:cubicBezTo>
                  <a:pt x="728381" y="78052"/>
                  <a:pt x="727031" y="85317"/>
                  <a:pt x="727031" y="92182"/>
                </a:cubicBezTo>
                <a:cubicBezTo>
                  <a:pt x="727031" y="95448"/>
                  <a:pt x="727981" y="98031"/>
                  <a:pt x="729881" y="99931"/>
                </a:cubicBezTo>
                <a:cubicBezTo>
                  <a:pt x="731780" y="101830"/>
                  <a:pt x="734130" y="102780"/>
                  <a:pt x="736929" y="102780"/>
                </a:cubicBezTo>
                <a:cubicBezTo>
                  <a:pt x="739662" y="102780"/>
                  <a:pt x="742028" y="101847"/>
                  <a:pt x="744028" y="99981"/>
                </a:cubicBezTo>
                <a:cubicBezTo>
                  <a:pt x="747827" y="96315"/>
                  <a:pt x="751127" y="90466"/>
                  <a:pt x="753926" y="82434"/>
                </a:cubicBezTo>
                <a:cubicBezTo>
                  <a:pt x="756726" y="74402"/>
                  <a:pt x="758125" y="67120"/>
                  <a:pt x="758125" y="60588"/>
                </a:cubicBezTo>
                <a:cubicBezTo>
                  <a:pt x="758125" y="57656"/>
                  <a:pt x="757226" y="55289"/>
                  <a:pt x="755426" y="53490"/>
                </a:cubicBezTo>
                <a:cubicBezTo>
                  <a:pt x="753626" y="51690"/>
                  <a:pt x="751427" y="50790"/>
                  <a:pt x="748827" y="50790"/>
                </a:cubicBezTo>
                <a:moveTo>
                  <a:pt x="714334" y="142860"/>
                </a:moveTo>
                <a:cubicBezTo>
                  <a:pt x="708002" y="145314"/>
                  <a:pt x="703686" y="147965"/>
                  <a:pt x="701386" y="150815"/>
                </a:cubicBezTo>
                <a:cubicBezTo>
                  <a:pt x="699087" y="153664"/>
                  <a:pt x="697937" y="156747"/>
                  <a:pt x="697937" y="160063"/>
                </a:cubicBezTo>
                <a:cubicBezTo>
                  <a:pt x="697937" y="164370"/>
                  <a:pt x="700220" y="168264"/>
                  <a:pt x="704786" y="171745"/>
                </a:cubicBezTo>
                <a:cubicBezTo>
                  <a:pt x="709351" y="175226"/>
                  <a:pt x="716633" y="176966"/>
                  <a:pt x="726631" y="176966"/>
                </a:cubicBezTo>
                <a:cubicBezTo>
                  <a:pt x="734963" y="176966"/>
                  <a:pt x="740995" y="175455"/>
                  <a:pt x="744728" y="172432"/>
                </a:cubicBezTo>
                <a:cubicBezTo>
                  <a:pt x="748461" y="169412"/>
                  <a:pt x="750327" y="165876"/>
                  <a:pt x="750327" y="161825"/>
                </a:cubicBezTo>
                <a:cubicBezTo>
                  <a:pt x="750327" y="158238"/>
                  <a:pt x="748611" y="155316"/>
                  <a:pt x="745178" y="153058"/>
                </a:cubicBezTo>
                <a:cubicBezTo>
                  <a:pt x="741745" y="150800"/>
                  <a:pt x="735163" y="148454"/>
                  <a:pt x="725432" y="146019"/>
                </a:cubicBezTo>
                <a:cubicBezTo>
                  <a:pt x="720899" y="144834"/>
                  <a:pt x="717200" y="143781"/>
                  <a:pt x="714334" y="1428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7b27b74304eec"/>
          <a:stretch xmlns:a="http://schemas.openxmlformats.org/drawingml/2006/main"/>
        </p:blipFill>
        <p:spPr>
          <a:xfrm xmlns:a="http://schemas.openxmlformats.org/drawingml/2006/main">
            <a:off x="10966645" y="213830"/>
            <a:ext cx="1747769" cy="527898"/>
          </a:xfrm>
          <a:prstGeom xmlns:a="http://schemas.openxmlformats.org/drawingml/2006/main" prst="rect">
            <a:avLst/>
          </a:prstGeom>
        </p:spPr>
      </p:pic>
      <p:sp>
        <p:nvSpPr>
          <p:cNvPr id="21" name="Text Suspiciousness">
            <a:extLst xmlns:a="http://schemas.openxmlformats.org/drawingml/2006/main">
              <a:ext uri="{FF2B5EF4-FFF2-40B4-BE49-F238E27FC236}">
                <a16:creationId xmlns:a16="http://schemas.microsoft.com/office/drawing/2014/main" id="{E6C0494A-2176-4DB2-B1A2-A434A976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830" y="794587"/>
            <a:ext cx="1146001" cy="164788"/>
          </a:xfrm>
          <a:custGeom xmlns:a="http://schemas.openxmlformats.org/drawingml/2006/main">
            <a:pathLst>
              <a:path w="1146001" h="164788">
                <a:moveTo>
                  <a:pt x="77334" y="0"/>
                </a:moveTo>
                <a:lnTo>
                  <a:pt x="78328" y="40835"/>
                </a:lnTo>
                <a:lnTo>
                  <a:pt x="74624" y="40835"/>
                </a:lnTo>
                <a:cubicBezTo>
                  <a:pt x="72878" y="30623"/>
                  <a:pt x="68586" y="22408"/>
                  <a:pt x="61750" y="16191"/>
                </a:cubicBezTo>
                <a:cubicBezTo>
                  <a:pt x="54914" y="9975"/>
                  <a:pt x="47521" y="6866"/>
                  <a:pt x="39571" y="6866"/>
                </a:cubicBezTo>
                <a:cubicBezTo>
                  <a:pt x="33427" y="6866"/>
                  <a:pt x="28564" y="8503"/>
                  <a:pt x="24980" y="11776"/>
                </a:cubicBezTo>
                <a:cubicBezTo>
                  <a:pt x="21396" y="15047"/>
                  <a:pt x="19605" y="18814"/>
                  <a:pt x="19605" y="23077"/>
                </a:cubicBezTo>
                <a:cubicBezTo>
                  <a:pt x="19605" y="25778"/>
                  <a:pt x="20237" y="28180"/>
                  <a:pt x="21502" y="30282"/>
                </a:cubicBezTo>
                <a:cubicBezTo>
                  <a:pt x="23249" y="33104"/>
                  <a:pt x="26049" y="35895"/>
                  <a:pt x="29904" y="38656"/>
                </a:cubicBezTo>
                <a:cubicBezTo>
                  <a:pt x="32735" y="40638"/>
                  <a:pt x="39270" y="44151"/>
                  <a:pt x="49509" y="49195"/>
                </a:cubicBezTo>
                <a:cubicBezTo>
                  <a:pt x="63843" y="56219"/>
                  <a:pt x="73510" y="62855"/>
                  <a:pt x="78509" y="69102"/>
                </a:cubicBezTo>
                <a:cubicBezTo>
                  <a:pt x="83448" y="75347"/>
                  <a:pt x="85917" y="82494"/>
                  <a:pt x="85917" y="90542"/>
                </a:cubicBezTo>
                <a:cubicBezTo>
                  <a:pt x="85917" y="100751"/>
                  <a:pt x="81927" y="109534"/>
                  <a:pt x="73947" y="116891"/>
                </a:cubicBezTo>
                <a:cubicBezTo>
                  <a:pt x="65966" y="124248"/>
                  <a:pt x="55833" y="127927"/>
                  <a:pt x="43546" y="127927"/>
                </a:cubicBezTo>
                <a:cubicBezTo>
                  <a:pt x="39691" y="127927"/>
                  <a:pt x="36047" y="127536"/>
                  <a:pt x="32614" y="126753"/>
                </a:cubicBezTo>
                <a:cubicBezTo>
                  <a:pt x="29181" y="125970"/>
                  <a:pt x="24875" y="124494"/>
                  <a:pt x="19695" y="122326"/>
                </a:cubicBezTo>
                <a:cubicBezTo>
                  <a:pt x="16804" y="121121"/>
                  <a:pt x="14425" y="120519"/>
                  <a:pt x="12558" y="120519"/>
                </a:cubicBezTo>
                <a:cubicBezTo>
                  <a:pt x="10992" y="120519"/>
                  <a:pt x="9336" y="121129"/>
                  <a:pt x="7589" y="122348"/>
                </a:cubicBezTo>
                <a:cubicBezTo>
                  <a:pt x="5842" y="123568"/>
                  <a:pt x="4427" y="125428"/>
                  <a:pt x="3343" y="127927"/>
                </a:cubicBezTo>
                <a:lnTo>
                  <a:pt x="0" y="127927"/>
                </a:lnTo>
                <a:lnTo>
                  <a:pt x="0" y="81671"/>
                </a:lnTo>
                <a:lnTo>
                  <a:pt x="3343" y="81671"/>
                </a:lnTo>
                <a:cubicBezTo>
                  <a:pt x="5993" y="94650"/>
                  <a:pt x="11097" y="104551"/>
                  <a:pt x="18656" y="111372"/>
                </a:cubicBezTo>
                <a:cubicBezTo>
                  <a:pt x="26215" y="118193"/>
                  <a:pt x="34361" y="121603"/>
                  <a:pt x="43094" y="121603"/>
                </a:cubicBezTo>
                <a:cubicBezTo>
                  <a:pt x="49840" y="121603"/>
                  <a:pt x="55215" y="119772"/>
                  <a:pt x="59221" y="116109"/>
                </a:cubicBezTo>
                <a:cubicBezTo>
                  <a:pt x="63226" y="112446"/>
                  <a:pt x="65228" y="108183"/>
                  <a:pt x="65228" y="103320"/>
                </a:cubicBezTo>
                <a:cubicBezTo>
                  <a:pt x="65228" y="100438"/>
                  <a:pt x="64460" y="97647"/>
                  <a:pt x="62925" y="94946"/>
                </a:cubicBezTo>
                <a:cubicBezTo>
                  <a:pt x="61389" y="92243"/>
                  <a:pt x="59055" y="89676"/>
                  <a:pt x="55923" y="87244"/>
                </a:cubicBezTo>
                <a:cubicBezTo>
                  <a:pt x="52791" y="84812"/>
                  <a:pt x="47250" y="81646"/>
                  <a:pt x="39300" y="77744"/>
                </a:cubicBezTo>
                <a:cubicBezTo>
                  <a:pt x="28157" y="72280"/>
                  <a:pt x="20147" y="67623"/>
                  <a:pt x="15268" y="63774"/>
                </a:cubicBezTo>
                <a:cubicBezTo>
                  <a:pt x="10390" y="59925"/>
                  <a:pt x="6640" y="55626"/>
                  <a:pt x="4020" y="50875"/>
                </a:cubicBezTo>
                <a:cubicBezTo>
                  <a:pt x="1400" y="46124"/>
                  <a:pt x="90" y="40893"/>
                  <a:pt x="90" y="35181"/>
                </a:cubicBezTo>
                <a:cubicBezTo>
                  <a:pt x="90" y="25438"/>
                  <a:pt x="3674" y="17140"/>
                  <a:pt x="10841" y="10285"/>
                </a:cubicBezTo>
                <a:cubicBezTo>
                  <a:pt x="18009" y="3428"/>
                  <a:pt x="27043" y="0"/>
                  <a:pt x="37944" y="0"/>
                </a:cubicBezTo>
                <a:cubicBezTo>
                  <a:pt x="41920" y="0"/>
                  <a:pt x="45774" y="487"/>
                  <a:pt x="49509" y="1462"/>
                </a:cubicBezTo>
                <a:cubicBezTo>
                  <a:pt x="52339" y="2193"/>
                  <a:pt x="55787" y="3547"/>
                  <a:pt x="59853" y="5525"/>
                </a:cubicBezTo>
                <a:cubicBezTo>
                  <a:pt x="63918" y="7503"/>
                  <a:pt x="66764" y="8492"/>
                  <a:pt x="68390" y="8492"/>
                </a:cubicBezTo>
                <a:cubicBezTo>
                  <a:pt x="69956" y="8492"/>
                  <a:pt x="71191" y="8006"/>
                  <a:pt x="72095" y="7033"/>
                </a:cubicBezTo>
                <a:cubicBezTo>
                  <a:pt x="72998" y="6058"/>
                  <a:pt x="73841" y="3714"/>
                  <a:pt x="74624" y="0"/>
                </a:cubicBezTo>
                <a:lnTo>
                  <a:pt x="77334" y="0"/>
                </a:lnTo>
                <a:close/>
                <a:moveTo>
                  <a:pt x="181667" y="40655"/>
                </a:moveTo>
                <a:lnTo>
                  <a:pt x="181667" y="106787"/>
                </a:lnTo>
                <a:cubicBezTo>
                  <a:pt x="181667" y="113271"/>
                  <a:pt x="182269" y="117315"/>
                  <a:pt x="183474" y="118921"/>
                </a:cubicBezTo>
                <a:cubicBezTo>
                  <a:pt x="184679" y="120526"/>
                  <a:pt x="187118" y="121541"/>
                  <a:pt x="190792" y="121964"/>
                </a:cubicBezTo>
                <a:lnTo>
                  <a:pt x="190792" y="125217"/>
                </a:lnTo>
                <a:lnTo>
                  <a:pt x="156371" y="125217"/>
                </a:lnTo>
                <a:lnTo>
                  <a:pt x="156371" y="113924"/>
                </a:lnTo>
                <a:cubicBezTo>
                  <a:pt x="152335" y="118742"/>
                  <a:pt x="148300" y="122251"/>
                  <a:pt x="144265" y="124449"/>
                </a:cubicBezTo>
                <a:cubicBezTo>
                  <a:pt x="140229" y="126647"/>
                  <a:pt x="135712" y="127746"/>
                  <a:pt x="130713" y="127746"/>
                </a:cubicBezTo>
                <a:cubicBezTo>
                  <a:pt x="125955" y="127746"/>
                  <a:pt x="121724" y="126286"/>
                  <a:pt x="118020" y="123365"/>
                </a:cubicBezTo>
                <a:cubicBezTo>
                  <a:pt x="114316" y="120444"/>
                  <a:pt x="111831" y="117026"/>
                  <a:pt x="110566" y="113111"/>
                </a:cubicBezTo>
                <a:cubicBezTo>
                  <a:pt x="109302" y="109196"/>
                  <a:pt x="108669" y="102360"/>
                  <a:pt x="108669" y="92603"/>
                </a:cubicBezTo>
                <a:lnTo>
                  <a:pt x="108669" y="59085"/>
                </a:lnTo>
                <a:cubicBezTo>
                  <a:pt x="108669" y="52624"/>
                  <a:pt x="108082" y="48600"/>
                  <a:pt x="106907" y="47016"/>
                </a:cubicBezTo>
                <a:cubicBezTo>
                  <a:pt x="105733" y="45431"/>
                  <a:pt x="103279" y="44395"/>
                  <a:pt x="99544" y="43907"/>
                </a:cubicBezTo>
                <a:lnTo>
                  <a:pt x="99544" y="40655"/>
                </a:lnTo>
                <a:lnTo>
                  <a:pt x="133965" y="40655"/>
                </a:lnTo>
                <a:lnTo>
                  <a:pt x="133965" y="98455"/>
                </a:lnTo>
                <a:cubicBezTo>
                  <a:pt x="133965" y="104486"/>
                  <a:pt x="134252" y="108375"/>
                  <a:pt x="134824" y="110124"/>
                </a:cubicBezTo>
                <a:cubicBezTo>
                  <a:pt x="135396" y="111872"/>
                  <a:pt x="136299" y="113199"/>
                  <a:pt x="137534" y="114105"/>
                </a:cubicBezTo>
                <a:cubicBezTo>
                  <a:pt x="138769" y="115008"/>
                  <a:pt x="140199" y="115460"/>
                  <a:pt x="141825" y="115460"/>
                </a:cubicBezTo>
                <a:cubicBezTo>
                  <a:pt x="143994" y="115460"/>
                  <a:pt x="145951" y="114887"/>
                  <a:pt x="147698" y="113743"/>
                </a:cubicBezTo>
                <a:cubicBezTo>
                  <a:pt x="150107" y="112177"/>
                  <a:pt x="152998" y="109015"/>
                  <a:pt x="156371" y="104257"/>
                </a:cubicBezTo>
                <a:lnTo>
                  <a:pt x="156371" y="59085"/>
                </a:lnTo>
                <a:cubicBezTo>
                  <a:pt x="156371" y="52624"/>
                  <a:pt x="155784" y="48600"/>
                  <a:pt x="154609" y="47016"/>
                </a:cubicBezTo>
                <a:cubicBezTo>
                  <a:pt x="153435" y="45431"/>
                  <a:pt x="150980" y="44395"/>
                  <a:pt x="147246" y="43907"/>
                </a:cubicBezTo>
                <a:lnTo>
                  <a:pt x="147246" y="40655"/>
                </a:lnTo>
                <a:lnTo>
                  <a:pt x="181667" y="40655"/>
                </a:lnTo>
                <a:close/>
                <a:moveTo>
                  <a:pt x="254689" y="38487"/>
                </a:moveTo>
                <a:lnTo>
                  <a:pt x="256044" y="67397"/>
                </a:lnTo>
                <a:lnTo>
                  <a:pt x="252972" y="67397"/>
                </a:lnTo>
                <a:cubicBezTo>
                  <a:pt x="249298" y="58774"/>
                  <a:pt x="245489" y="52885"/>
                  <a:pt x="241544" y="49729"/>
                </a:cubicBezTo>
                <a:cubicBezTo>
                  <a:pt x="237599" y="46570"/>
                  <a:pt x="233669" y="44991"/>
                  <a:pt x="229754" y="44991"/>
                </a:cubicBezTo>
                <a:cubicBezTo>
                  <a:pt x="227284" y="44991"/>
                  <a:pt x="225176" y="45819"/>
                  <a:pt x="223430" y="47476"/>
                </a:cubicBezTo>
                <a:cubicBezTo>
                  <a:pt x="221683" y="49132"/>
                  <a:pt x="220810" y="51044"/>
                  <a:pt x="220810" y="53213"/>
                </a:cubicBezTo>
                <a:cubicBezTo>
                  <a:pt x="220810" y="54839"/>
                  <a:pt x="221412" y="56405"/>
                  <a:pt x="222617" y="57911"/>
                </a:cubicBezTo>
                <a:cubicBezTo>
                  <a:pt x="224544" y="60380"/>
                  <a:pt x="229934" y="64611"/>
                  <a:pt x="238788" y="70604"/>
                </a:cubicBezTo>
                <a:cubicBezTo>
                  <a:pt x="247642" y="76597"/>
                  <a:pt x="253469" y="81686"/>
                  <a:pt x="256270" y="85872"/>
                </a:cubicBezTo>
                <a:cubicBezTo>
                  <a:pt x="259070" y="90058"/>
                  <a:pt x="260471" y="94741"/>
                  <a:pt x="260471" y="99920"/>
                </a:cubicBezTo>
                <a:cubicBezTo>
                  <a:pt x="260471" y="104618"/>
                  <a:pt x="259296" y="109226"/>
                  <a:pt x="256947" y="113743"/>
                </a:cubicBezTo>
                <a:cubicBezTo>
                  <a:pt x="254598" y="118260"/>
                  <a:pt x="251286" y="121724"/>
                  <a:pt x="247009" y="124133"/>
                </a:cubicBezTo>
                <a:cubicBezTo>
                  <a:pt x="242733" y="126542"/>
                  <a:pt x="238005" y="127746"/>
                  <a:pt x="232825" y="127746"/>
                </a:cubicBezTo>
                <a:cubicBezTo>
                  <a:pt x="228790" y="127746"/>
                  <a:pt x="223400" y="126458"/>
                  <a:pt x="216654" y="123881"/>
                </a:cubicBezTo>
                <a:cubicBezTo>
                  <a:pt x="214847" y="123206"/>
                  <a:pt x="213612" y="122868"/>
                  <a:pt x="212950" y="122868"/>
                </a:cubicBezTo>
                <a:cubicBezTo>
                  <a:pt x="210962" y="122868"/>
                  <a:pt x="209306" y="124374"/>
                  <a:pt x="207981" y="127385"/>
                </a:cubicBezTo>
                <a:lnTo>
                  <a:pt x="205000" y="127385"/>
                </a:lnTo>
                <a:lnTo>
                  <a:pt x="203554" y="97029"/>
                </a:lnTo>
                <a:lnTo>
                  <a:pt x="206626" y="97029"/>
                </a:lnTo>
                <a:cubicBezTo>
                  <a:pt x="209336" y="104980"/>
                  <a:pt x="213055" y="110942"/>
                  <a:pt x="217783" y="114918"/>
                </a:cubicBezTo>
                <a:cubicBezTo>
                  <a:pt x="222511" y="118893"/>
                  <a:pt x="226983" y="120880"/>
                  <a:pt x="231199" y="120880"/>
                </a:cubicBezTo>
                <a:cubicBezTo>
                  <a:pt x="234090" y="120880"/>
                  <a:pt x="236454" y="119992"/>
                  <a:pt x="238291" y="118215"/>
                </a:cubicBezTo>
                <a:cubicBezTo>
                  <a:pt x="240128" y="116438"/>
                  <a:pt x="241047" y="114285"/>
                  <a:pt x="241047" y="111756"/>
                </a:cubicBezTo>
                <a:cubicBezTo>
                  <a:pt x="241047" y="108865"/>
                  <a:pt x="240143" y="106365"/>
                  <a:pt x="238336" y="104257"/>
                </a:cubicBezTo>
                <a:cubicBezTo>
                  <a:pt x="236530" y="102149"/>
                  <a:pt x="232494" y="98957"/>
                  <a:pt x="226230" y="94681"/>
                </a:cubicBezTo>
                <a:cubicBezTo>
                  <a:pt x="217015" y="88296"/>
                  <a:pt x="211053" y="83418"/>
                  <a:pt x="208342" y="80045"/>
                </a:cubicBezTo>
                <a:cubicBezTo>
                  <a:pt x="204367" y="75106"/>
                  <a:pt x="202380" y="69655"/>
                  <a:pt x="202380" y="63693"/>
                </a:cubicBezTo>
                <a:cubicBezTo>
                  <a:pt x="202380" y="57188"/>
                  <a:pt x="204623" y="51300"/>
                  <a:pt x="209110" y="46030"/>
                </a:cubicBezTo>
                <a:cubicBezTo>
                  <a:pt x="213597" y="40760"/>
                  <a:pt x="220087" y="38125"/>
                  <a:pt x="228579" y="38125"/>
                </a:cubicBezTo>
                <a:cubicBezTo>
                  <a:pt x="233157" y="38125"/>
                  <a:pt x="237584" y="39283"/>
                  <a:pt x="241860" y="41598"/>
                </a:cubicBezTo>
                <a:cubicBezTo>
                  <a:pt x="243486" y="42535"/>
                  <a:pt x="244811" y="43004"/>
                  <a:pt x="245835" y="43004"/>
                </a:cubicBezTo>
                <a:cubicBezTo>
                  <a:pt x="246919" y="43004"/>
                  <a:pt x="247792" y="42778"/>
                  <a:pt x="248455" y="42326"/>
                </a:cubicBezTo>
                <a:cubicBezTo>
                  <a:pt x="249118" y="41874"/>
                  <a:pt x="250172" y="40595"/>
                  <a:pt x="251617" y="38487"/>
                </a:cubicBezTo>
                <a:lnTo>
                  <a:pt x="254689" y="38487"/>
                </a:lnTo>
                <a:close/>
                <a:moveTo>
                  <a:pt x="307825" y="116634"/>
                </a:moveTo>
                <a:lnTo>
                  <a:pt x="307825" y="147984"/>
                </a:lnTo>
                <a:cubicBezTo>
                  <a:pt x="307825" y="152378"/>
                  <a:pt x="308172" y="155369"/>
                  <a:pt x="308864" y="156956"/>
                </a:cubicBezTo>
                <a:cubicBezTo>
                  <a:pt x="309557" y="158544"/>
                  <a:pt x="310626" y="159705"/>
                  <a:pt x="312071" y="160437"/>
                </a:cubicBezTo>
                <a:cubicBezTo>
                  <a:pt x="313517" y="161169"/>
                  <a:pt x="316348" y="161535"/>
                  <a:pt x="320564" y="161535"/>
                </a:cubicBezTo>
                <a:lnTo>
                  <a:pt x="320564" y="164788"/>
                </a:lnTo>
                <a:lnTo>
                  <a:pt x="272410" y="164788"/>
                </a:lnTo>
                <a:lnTo>
                  <a:pt x="272410" y="161535"/>
                </a:lnTo>
                <a:cubicBezTo>
                  <a:pt x="276145" y="161413"/>
                  <a:pt x="278915" y="160345"/>
                  <a:pt x="280722" y="158331"/>
                </a:cubicBezTo>
                <a:cubicBezTo>
                  <a:pt x="281927" y="156929"/>
                  <a:pt x="282529" y="153299"/>
                  <a:pt x="282529" y="147441"/>
                </a:cubicBezTo>
                <a:lnTo>
                  <a:pt x="282529" y="58362"/>
                </a:lnTo>
                <a:cubicBezTo>
                  <a:pt x="282529" y="52324"/>
                  <a:pt x="281836" y="48467"/>
                  <a:pt x="280451" y="46790"/>
                </a:cubicBezTo>
                <a:cubicBezTo>
                  <a:pt x="279066" y="45113"/>
                  <a:pt x="276385" y="44152"/>
                  <a:pt x="272410" y="43907"/>
                </a:cubicBezTo>
                <a:lnTo>
                  <a:pt x="272410" y="40655"/>
                </a:lnTo>
                <a:lnTo>
                  <a:pt x="307825" y="40655"/>
                </a:lnTo>
                <a:lnTo>
                  <a:pt x="307825" y="51767"/>
                </a:lnTo>
                <a:cubicBezTo>
                  <a:pt x="310776" y="47431"/>
                  <a:pt x="313788" y="44299"/>
                  <a:pt x="316860" y="42371"/>
                </a:cubicBezTo>
                <a:cubicBezTo>
                  <a:pt x="321256" y="39541"/>
                  <a:pt x="326045" y="38125"/>
                  <a:pt x="331224" y="38125"/>
                </a:cubicBezTo>
                <a:cubicBezTo>
                  <a:pt x="337428" y="38125"/>
                  <a:pt x="343074" y="40085"/>
                  <a:pt x="348164" y="44003"/>
                </a:cubicBezTo>
                <a:cubicBezTo>
                  <a:pt x="353253" y="47922"/>
                  <a:pt x="357123" y="53333"/>
                  <a:pt x="359773" y="60237"/>
                </a:cubicBezTo>
                <a:cubicBezTo>
                  <a:pt x="362423" y="67141"/>
                  <a:pt x="363748" y="74571"/>
                  <a:pt x="363748" y="82529"/>
                </a:cubicBezTo>
                <a:cubicBezTo>
                  <a:pt x="363748" y="91089"/>
                  <a:pt x="362378" y="98912"/>
                  <a:pt x="359637" y="105996"/>
                </a:cubicBezTo>
                <a:cubicBezTo>
                  <a:pt x="356897" y="113081"/>
                  <a:pt x="352922" y="118477"/>
                  <a:pt x="347712" y="122185"/>
                </a:cubicBezTo>
                <a:cubicBezTo>
                  <a:pt x="342502" y="125893"/>
                  <a:pt x="336705" y="127746"/>
                  <a:pt x="330321" y="127746"/>
                </a:cubicBezTo>
                <a:cubicBezTo>
                  <a:pt x="325683" y="127746"/>
                  <a:pt x="321347" y="126723"/>
                  <a:pt x="317311" y="124675"/>
                </a:cubicBezTo>
                <a:cubicBezTo>
                  <a:pt x="314300" y="123109"/>
                  <a:pt x="311138" y="120429"/>
                  <a:pt x="307825" y="116634"/>
                </a:cubicBezTo>
                <a:moveTo>
                  <a:pt x="307825" y="107495"/>
                </a:moveTo>
                <a:cubicBezTo>
                  <a:pt x="313005" y="114853"/>
                  <a:pt x="318546" y="118531"/>
                  <a:pt x="324448" y="118531"/>
                </a:cubicBezTo>
                <a:cubicBezTo>
                  <a:pt x="327701" y="118531"/>
                  <a:pt x="330381" y="116813"/>
                  <a:pt x="332489" y="113376"/>
                </a:cubicBezTo>
                <a:cubicBezTo>
                  <a:pt x="335621" y="108309"/>
                  <a:pt x="337187" y="98659"/>
                  <a:pt x="337187" y="84426"/>
                </a:cubicBezTo>
                <a:cubicBezTo>
                  <a:pt x="337187" y="69832"/>
                  <a:pt x="335470" y="59851"/>
                  <a:pt x="332037" y="54483"/>
                </a:cubicBezTo>
                <a:cubicBezTo>
                  <a:pt x="329749" y="50926"/>
                  <a:pt x="326677" y="49147"/>
                  <a:pt x="322822" y="49147"/>
                </a:cubicBezTo>
                <a:cubicBezTo>
                  <a:pt x="316739" y="49147"/>
                  <a:pt x="311740" y="53550"/>
                  <a:pt x="307825" y="62354"/>
                </a:cubicBezTo>
                <a:lnTo>
                  <a:pt x="307825" y="107495"/>
                </a:lnTo>
                <a:close/>
                <a:moveTo>
                  <a:pt x="396658" y="0"/>
                </a:moveTo>
                <a:cubicBezTo>
                  <a:pt x="400573" y="0"/>
                  <a:pt x="403886" y="1375"/>
                  <a:pt x="406596" y="4125"/>
                </a:cubicBezTo>
                <a:cubicBezTo>
                  <a:pt x="409306" y="6873"/>
                  <a:pt x="410661" y="10181"/>
                  <a:pt x="410661" y="14048"/>
                </a:cubicBezTo>
                <a:cubicBezTo>
                  <a:pt x="410661" y="17916"/>
                  <a:pt x="409291" y="21210"/>
                  <a:pt x="406551" y="23930"/>
                </a:cubicBezTo>
                <a:cubicBezTo>
                  <a:pt x="403810" y="26648"/>
                  <a:pt x="400513" y="28007"/>
                  <a:pt x="396658" y="28007"/>
                </a:cubicBezTo>
                <a:cubicBezTo>
                  <a:pt x="392803" y="28007"/>
                  <a:pt x="389521" y="26648"/>
                  <a:pt x="386811" y="23930"/>
                </a:cubicBezTo>
                <a:cubicBezTo>
                  <a:pt x="384100" y="21210"/>
                  <a:pt x="382745" y="17916"/>
                  <a:pt x="382745" y="14048"/>
                </a:cubicBezTo>
                <a:cubicBezTo>
                  <a:pt x="382745" y="10181"/>
                  <a:pt x="384100" y="6873"/>
                  <a:pt x="386811" y="4125"/>
                </a:cubicBezTo>
                <a:cubicBezTo>
                  <a:pt x="389521" y="1375"/>
                  <a:pt x="392803" y="0"/>
                  <a:pt x="396658" y="0"/>
                </a:cubicBezTo>
                <a:moveTo>
                  <a:pt x="409306" y="40655"/>
                </a:moveTo>
                <a:lnTo>
                  <a:pt x="409306" y="107690"/>
                </a:lnTo>
                <a:cubicBezTo>
                  <a:pt x="409306" y="113653"/>
                  <a:pt x="409999" y="117462"/>
                  <a:pt x="411384" y="119119"/>
                </a:cubicBezTo>
                <a:cubicBezTo>
                  <a:pt x="412769" y="120775"/>
                  <a:pt x="415480" y="121724"/>
                  <a:pt x="419515" y="121964"/>
                </a:cubicBezTo>
                <a:lnTo>
                  <a:pt x="419515" y="125217"/>
                </a:lnTo>
                <a:lnTo>
                  <a:pt x="373891" y="125217"/>
                </a:lnTo>
                <a:lnTo>
                  <a:pt x="373891" y="121964"/>
                </a:lnTo>
                <a:cubicBezTo>
                  <a:pt x="377626" y="121844"/>
                  <a:pt x="380396" y="120760"/>
                  <a:pt x="382203" y="118712"/>
                </a:cubicBezTo>
                <a:cubicBezTo>
                  <a:pt x="383408" y="117327"/>
                  <a:pt x="384010" y="113653"/>
                  <a:pt x="384010" y="107690"/>
                </a:cubicBezTo>
                <a:lnTo>
                  <a:pt x="384010" y="58362"/>
                </a:lnTo>
                <a:cubicBezTo>
                  <a:pt x="384010" y="52324"/>
                  <a:pt x="383317" y="48467"/>
                  <a:pt x="381932" y="46790"/>
                </a:cubicBezTo>
                <a:cubicBezTo>
                  <a:pt x="380547" y="45113"/>
                  <a:pt x="377867" y="44152"/>
                  <a:pt x="373891" y="43907"/>
                </a:cubicBezTo>
                <a:lnTo>
                  <a:pt x="373891" y="40655"/>
                </a:lnTo>
                <a:lnTo>
                  <a:pt x="409306" y="40655"/>
                </a:lnTo>
                <a:close/>
                <a:moveTo>
                  <a:pt x="496702" y="103373"/>
                </a:moveTo>
                <a:lnTo>
                  <a:pt x="499503" y="105539"/>
                </a:lnTo>
                <a:cubicBezTo>
                  <a:pt x="495527" y="113032"/>
                  <a:pt x="490574" y="118607"/>
                  <a:pt x="484641" y="122264"/>
                </a:cubicBezTo>
                <a:cubicBezTo>
                  <a:pt x="478708" y="125919"/>
                  <a:pt x="472399" y="127746"/>
                  <a:pt x="465714" y="127746"/>
                </a:cubicBezTo>
                <a:cubicBezTo>
                  <a:pt x="454451" y="127746"/>
                  <a:pt x="445447" y="123497"/>
                  <a:pt x="438701" y="114997"/>
                </a:cubicBezTo>
                <a:cubicBezTo>
                  <a:pt x="431955" y="106495"/>
                  <a:pt x="428583" y="96276"/>
                  <a:pt x="428583" y="84339"/>
                </a:cubicBezTo>
                <a:cubicBezTo>
                  <a:pt x="428583" y="72822"/>
                  <a:pt x="431654" y="62693"/>
                  <a:pt x="437798" y="53952"/>
                </a:cubicBezTo>
                <a:cubicBezTo>
                  <a:pt x="445206" y="43401"/>
                  <a:pt x="455415" y="38125"/>
                  <a:pt x="468424" y="38125"/>
                </a:cubicBezTo>
                <a:cubicBezTo>
                  <a:pt x="477158" y="38125"/>
                  <a:pt x="484099" y="40330"/>
                  <a:pt x="489249" y="44740"/>
                </a:cubicBezTo>
                <a:cubicBezTo>
                  <a:pt x="494398" y="49148"/>
                  <a:pt x="496973" y="54070"/>
                  <a:pt x="496973" y="59506"/>
                </a:cubicBezTo>
                <a:cubicBezTo>
                  <a:pt x="496973" y="62948"/>
                  <a:pt x="495934" y="65696"/>
                  <a:pt x="493856" y="67750"/>
                </a:cubicBezTo>
                <a:cubicBezTo>
                  <a:pt x="491778" y="69803"/>
                  <a:pt x="489053" y="70830"/>
                  <a:pt x="485680" y="70830"/>
                </a:cubicBezTo>
                <a:cubicBezTo>
                  <a:pt x="482126" y="70830"/>
                  <a:pt x="479190" y="69651"/>
                  <a:pt x="476871" y="67295"/>
                </a:cubicBezTo>
                <a:cubicBezTo>
                  <a:pt x="474553" y="64937"/>
                  <a:pt x="473122" y="60736"/>
                  <a:pt x="472580" y="54692"/>
                </a:cubicBezTo>
                <a:cubicBezTo>
                  <a:pt x="472219" y="50884"/>
                  <a:pt x="471345" y="48225"/>
                  <a:pt x="469960" y="46714"/>
                </a:cubicBezTo>
                <a:cubicBezTo>
                  <a:pt x="468575" y="45204"/>
                  <a:pt x="466949" y="44449"/>
                  <a:pt x="465082" y="44449"/>
                </a:cubicBezTo>
                <a:cubicBezTo>
                  <a:pt x="462191" y="44449"/>
                  <a:pt x="459721" y="45985"/>
                  <a:pt x="457673" y="49057"/>
                </a:cubicBezTo>
                <a:cubicBezTo>
                  <a:pt x="454541" y="53694"/>
                  <a:pt x="452975" y="60802"/>
                  <a:pt x="452975" y="70378"/>
                </a:cubicBezTo>
                <a:cubicBezTo>
                  <a:pt x="452975" y="78328"/>
                  <a:pt x="454240" y="85932"/>
                  <a:pt x="456770" y="93190"/>
                </a:cubicBezTo>
                <a:cubicBezTo>
                  <a:pt x="459300" y="100448"/>
                  <a:pt x="462763" y="105853"/>
                  <a:pt x="467159" y="109407"/>
                </a:cubicBezTo>
                <a:cubicBezTo>
                  <a:pt x="470472" y="111996"/>
                  <a:pt x="474387" y="113291"/>
                  <a:pt x="478904" y="113291"/>
                </a:cubicBezTo>
                <a:cubicBezTo>
                  <a:pt x="481855" y="113291"/>
                  <a:pt x="484656" y="112601"/>
                  <a:pt x="487306" y="111219"/>
                </a:cubicBezTo>
                <a:cubicBezTo>
                  <a:pt x="489956" y="109836"/>
                  <a:pt x="493088" y="107220"/>
                  <a:pt x="496702" y="103373"/>
                </a:cubicBezTo>
                <a:close/>
                <a:moveTo>
                  <a:pt x="530246" y="0"/>
                </a:moveTo>
                <a:cubicBezTo>
                  <a:pt x="534161" y="0"/>
                  <a:pt x="537474" y="1375"/>
                  <a:pt x="540184" y="4125"/>
                </a:cubicBezTo>
                <a:cubicBezTo>
                  <a:pt x="542894" y="6873"/>
                  <a:pt x="544250" y="10181"/>
                  <a:pt x="544250" y="14048"/>
                </a:cubicBezTo>
                <a:cubicBezTo>
                  <a:pt x="544250" y="17916"/>
                  <a:pt x="542879" y="21210"/>
                  <a:pt x="540139" y="23930"/>
                </a:cubicBezTo>
                <a:cubicBezTo>
                  <a:pt x="537398" y="26648"/>
                  <a:pt x="534101" y="28007"/>
                  <a:pt x="530246" y="28007"/>
                </a:cubicBezTo>
                <a:cubicBezTo>
                  <a:pt x="526392" y="28007"/>
                  <a:pt x="523109" y="26648"/>
                  <a:pt x="520399" y="23930"/>
                </a:cubicBezTo>
                <a:cubicBezTo>
                  <a:pt x="517688" y="21210"/>
                  <a:pt x="516333" y="17916"/>
                  <a:pt x="516333" y="14048"/>
                </a:cubicBezTo>
                <a:cubicBezTo>
                  <a:pt x="516333" y="10181"/>
                  <a:pt x="517688" y="6873"/>
                  <a:pt x="520399" y="4125"/>
                </a:cubicBezTo>
                <a:cubicBezTo>
                  <a:pt x="523109" y="1375"/>
                  <a:pt x="526392" y="0"/>
                  <a:pt x="530246" y="0"/>
                </a:cubicBezTo>
                <a:moveTo>
                  <a:pt x="542894" y="40655"/>
                </a:moveTo>
                <a:lnTo>
                  <a:pt x="542894" y="107690"/>
                </a:lnTo>
                <a:cubicBezTo>
                  <a:pt x="542894" y="113653"/>
                  <a:pt x="543587" y="117462"/>
                  <a:pt x="544972" y="119119"/>
                </a:cubicBezTo>
                <a:cubicBezTo>
                  <a:pt x="546358" y="120775"/>
                  <a:pt x="549068" y="121724"/>
                  <a:pt x="553103" y="121964"/>
                </a:cubicBezTo>
                <a:lnTo>
                  <a:pt x="553103" y="125217"/>
                </a:lnTo>
                <a:lnTo>
                  <a:pt x="507480" y="125217"/>
                </a:lnTo>
                <a:lnTo>
                  <a:pt x="507480" y="121964"/>
                </a:lnTo>
                <a:cubicBezTo>
                  <a:pt x="511214" y="121844"/>
                  <a:pt x="513984" y="120760"/>
                  <a:pt x="515791" y="118712"/>
                </a:cubicBezTo>
                <a:cubicBezTo>
                  <a:pt x="516996" y="117327"/>
                  <a:pt x="517598" y="113653"/>
                  <a:pt x="517598" y="107690"/>
                </a:cubicBezTo>
                <a:lnTo>
                  <a:pt x="517598" y="58362"/>
                </a:lnTo>
                <a:cubicBezTo>
                  <a:pt x="517598" y="52324"/>
                  <a:pt x="516905" y="48467"/>
                  <a:pt x="515520" y="46790"/>
                </a:cubicBezTo>
                <a:cubicBezTo>
                  <a:pt x="514135" y="45113"/>
                  <a:pt x="511455" y="44152"/>
                  <a:pt x="507480" y="43907"/>
                </a:cubicBezTo>
                <a:lnTo>
                  <a:pt x="507480" y="40655"/>
                </a:lnTo>
                <a:lnTo>
                  <a:pt x="542894" y="40655"/>
                </a:lnTo>
                <a:close/>
                <a:moveTo>
                  <a:pt x="601197" y="38125"/>
                </a:moveTo>
                <a:cubicBezTo>
                  <a:pt x="608545" y="38125"/>
                  <a:pt x="615381" y="40024"/>
                  <a:pt x="621705" y="43822"/>
                </a:cubicBezTo>
                <a:cubicBezTo>
                  <a:pt x="628029" y="47621"/>
                  <a:pt x="632833" y="53017"/>
                  <a:pt x="636115" y="60011"/>
                </a:cubicBezTo>
                <a:cubicBezTo>
                  <a:pt x="639398" y="67005"/>
                  <a:pt x="641039" y="74662"/>
                  <a:pt x="641039" y="82981"/>
                </a:cubicBezTo>
                <a:cubicBezTo>
                  <a:pt x="641039" y="94978"/>
                  <a:pt x="637997" y="105016"/>
                  <a:pt x="631914" y="113097"/>
                </a:cubicBezTo>
                <a:cubicBezTo>
                  <a:pt x="624566" y="122863"/>
                  <a:pt x="614418" y="127746"/>
                  <a:pt x="601468" y="127746"/>
                </a:cubicBezTo>
                <a:cubicBezTo>
                  <a:pt x="588760" y="127746"/>
                  <a:pt x="578973" y="123285"/>
                  <a:pt x="572107" y="114361"/>
                </a:cubicBezTo>
                <a:cubicBezTo>
                  <a:pt x="565240" y="105438"/>
                  <a:pt x="561807" y="95098"/>
                  <a:pt x="561807" y="83342"/>
                </a:cubicBezTo>
                <a:cubicBezTo>
                  <a:pt x="561807" y="71225"/>
                  <a:pt x="565316" y="60659"/>
                  <a:pt x="572332" y="51646"/>
                </a:cubicBezTo>
                <a:cubicBezTo>
                  <a:pt x="579349" y="42632"/>
                  <a:pt x="588971" y="38125"/>
                  <a:pt x="601197" y="38125"/>
                </a:cubicBezTo>
                <a:moveTo>
                  <a:pt x="601559" y="44449"/>
                </a:moveTo>
                <a:cubicBezTo>
                  <a:pt x="598487" y="44449"/>
                  <a:pt x="595852" y="45611"/>
                  <a:pt x="593654" y="47933"/>
                </a:cubicBezTo>
                <a:cubicBezTo>
                  <a:pt x="591455" y="50254"/>
                  <a:pt x="590010" y="54836"/>
                  <a:pt x="589317" y="61680"/>
                </a:cubicBezTo>
                <a:cubicBezTo>
                  <a:pt x="588624" y="68523"/>
                  <a:pt x="588278" y="78036"/>
                  <a:pt x="588278" y="90217"/>
                </a:cubicBezTo>
                <a:cubicBezTo>
                  <a:pt x="588278" y="96669"/>
                  <a:pt x="588700" y="102700"/>
                  <a:pt x="589543" y="108308"/>
                </a:cubicBezTo>
                <a:cubicBezTo>
                  <a:pt x="590205" y="112588"/>
                  <a:pt x="591621" y="115845"/>
                  <a:pt x="593789" y="118077"/>
                </a:cubicBezTo>
                <a:cubicBezTo>
                  <a:pt x="595957" y="120307"/>
                  <a:pt x="598427" y="121422"/>
                  <a:pt x="601197" y="121422"/>
                </a:cubicBezTo>
                <a:cubicBezTo>
                  <a:pt x="603908" y="121422"/>
                  <a:pt x="606166" y="120669"/>
                  <a:pt x="607973" y="119161"/>
                </a:cubicBezTo>
                <a:cubicBezTo>
                  <a:pt x="610322" y="117111"/>
                  <a:pt x="611888" y="114247"/>
                  <a:pt x="612671" y="110567"/>
                </a:cubicBezTo>
                <a:cubicBezTo>
                  <a:pt x="613876" y="104840"/>
                  <a:pt x="614478" y="93262"/>
                  <a:pt x="614478" y="75835"/>
                </a:cubicBezTo>
                <a:cubicBezTo>
                  <a:pt x="614478" y="65585"/>
                  <a:pt x="613906" y="58546"/>
                  <a:pt x="612761" y="54717"/>
                </a:cubicBezTo>
                <a:cubicBezTo>
                  <a:pt x="611617" y="50887"/>
                  <a:pt x="609931" y="48098"/>
                  <a:pt x="607702" y="46349"/>
                </a:cubicBezTo>
                <a:cubicBezTo>
                  <a:pt x="606136" y="45083"/>
                  <a:pt x="604088" y="44449"/>
                  <a:pt x="601559" y="44449"/>
                </a:cubicBezTo>
                <a:close/>
                <a:moveTo>
                  <a:pt x="736556" y="40655"/>
                </a:moveTo>
                <a:lnTo>
                  <a:pt x="736556" y="106787"/>
                </a:lnTo>
                <a:cubicBezTo>
                  <a:pt x="736556" y="113271"/>
                  <a:pt x="737159" y="117315"/>
                  <a:pt x="738363" y="118921"/>
                </a:cubicBezTo>
                <a:cubicBezTo>
                  <a:pt x="739568" y="120526"/>
                  <a:pt x="742007" y="121541"/>
                  <a:pt x="745681" y="121964"/>
                </a:cubicBezTo>
                <a:lnTo>
                  <a:pt x="745681" y="125217"/>
                </a:lnTo>
                <a:lnTo>
                  <a:pt x="711260" y="125217"/>
                </a:lnTo>
                <a:lnTo>
                  <a:pt x="711260" y="113924"/>
                </a:lnTo>
                <a:cubicBezTo>
                  <a:pt x="707225" y="118742"/>
                  <a:pt x="703189" y="122251"/>
                  <a:pt x="699154" y="124449"/>
                </a:cubicBezTo>
                <a:cubicBezTo>
                  <a:pt x="695119" y="126647"/>
                  <a:pt x="690601" y="127746"/>
                  <a:pt x="685602" y="127746"/>
                </a:cubicBezTo>
                <a:cubicBezTo>
                  <a:pt x="680844" y="127746"/>
                  <a:pt x="676613" y="126286"/>
                  <a:pt x="672909" y="123365"/>
                </a:cubicBezTo>
                <a:cubicBezTo>
                  <a:pt x="669205" y="120444"/>
                  <a:pt x="666721" y="117026"/>
                  <a:pt x="665456" y="113111"/>
                </a:cubicBezTo>
                <a:cubicBezTo>
                  <a:pt x="664191" y="109196"/>
                  <a:pt x="663559" y="102360"/>
                  <a:pt x="663559" y="92603"/>
                </a:cubicBezTo>
                <a:lnTo>
                  <a:pt x="663559" y="59085"/>
                </a:lnTo>
                <a:cubicBezTo>
                  <a:pt x="663559" y="52624"/>
                  <a:pt x="662971" y="48600"/>
                  <a:pt x="661797" y="47016"/>
                </a:cubicBezTo>
                <a:cubicBezTo>
                  <a:pt x="660622" y="45431"/>
                  <a:pt x="658168" y="44395"/>
                  <a:pt x="654434" y="43907"/>
                </a:cubicBezTo>
                <a:lnTo>
                  <a:pt x="654434" y="40655"/>
                </a:lnTo>
                <a:lnTo>
                  <a:pt x="688855" y="40655"/>
                </a:lnTo>
                <a:lnTo>
                  <a:pt x="688855" y="98455"/>
                </a:lnTo>
                <a:cubicBezTo>
                  <a:pt x="688855" y="104486"/>
                  <a:pt x="689141" y="108375"/>
                  <a:pt x="689713" y="110124"/>
                </a:cubicBezTo>
                <a:cubicBezTo>
                  <a:pt x="690285" y="111872"/>
                  <a:pt x="691189" y="113199"/>
                  <a:pt x="692423" y="114105"/>
                </a:cubicBezTo>
                <a:cubicBezTo>
                  <a:pt x="693658" y="115008"/>
                  <a:pt x="695089" y="115460"/>
                  <a:pt x="696715" y="115460"/>
                </a:cubicBezTo>
                <a:cubicBezTo>
                  <a:pt x="698883" y="115460"/>
                  <a:pt x="700840" y="114887"/>
                  <a:pt x="702587" y="113743"/>
                </a:cubicBezTo>
                <a:cubicBezTo>
                  <a:pt x="704996" y="112177"/>
                  <a:pt x="707887" y="109015"/>
                  <a:pt x="711260" y="104257"/>
                </a:cubicBezTo>
                <a:lnTo>
                  <a:pt x="711260" y="59085"/>
                </a:lnTo>
                <a:cubicBezTo>
                  <a:pt x="711260" y="52624"/>
                  <a:pt x="710673" y="48600"/>
                  <a:pt x="709498" y="47016"/>
                </a:cubicBezTo>
                <a:cubicBezTo>
                  <a:pt x="708324" y="45431"/>
                  <a:pt x="705870" y="44395"/>
                  <a:pt x="702135" y="43907"/>
                </a:cubicBezTo>
                <a:lnTo>
                  <a:pt x="702135" y="40655"/>
                </a:lnTo>
                <a:lnTo>
                  <a:pt x="736556" y="40655"/>
                </a:lnTo>
                <a:close/>
                <a:moveTo>
                  <a:pt x="809582" y="38487"/>
                </a:moveTo>
                <a:lnTo>
                  <a:pt x="810937" y="67397"/>
                </a:lnTo>
                <a:lnTo>
                  <a:pt x="807865" y="67397"/>
                </a:lnTo>
                <a:cubicBezTo>
                  <a:pt x="804191" y="58774"/>
                  <a:pt x="800382" y="52885"/>
                  <a:pt x="796437" y="49729"/>
                </a:cubicBezTo>
                <a:cubicBezTo>
                  <a:pt x="792492" y="46570"/>
                  <a:pt x="788562" y="44991"/>
                  <a:pt x="784647" y="44991"/>
                </a:cubicBezTo>
                <a:cubicBezTo>
                  <a:pt x="782177" y="44991"/>
                  <a:pt x="780069" y="45819"/>
                  <a:pt x="778323" y="47476"/>
                </a:cubicBezTo>
                <a:cubicBezTo>
                  <a:pt x="776576" y="49132"/>
                  <a:pt x="775703" y="51044"/>
                  <a:pt x="775703" y="53213"/>
                </a:cubicBezTo>
                <a:cubicBezTo>
                  <a:pt x="775703" y="54839"/>
                  <a:pt x="776305" y="56405"/>
                  <a:pt x="777510" y="57911"/>
                </a:cubicBezTo>
                <a:cubicBezTo>
                  <a:pt x="779437" y="60380"/>
                  <a:pt x="784828" y="64611"/>
                  <a:pt x="793681" y="70604"/>
                </a:cubicBezTo>
                <a:cubicBezTo>
                  <a:pt x="802535" y="76597"/>
                  <a:pt x="808362" y="81686"/>
                  <a:pt x="811163" y="85872"/>
                </a:cubicBezTo>
                <a:cubicBezTo>
                  <a:pt x="813963" y="90058"/>
                  <a:pt x="815364" y="94741"/>
                  <a:pt x="815364" y="99920"/>
                </a:cubicBezTo>
                <a:cubicBezTo>
                  <a:pt x="815364" y="104618"/>
                  <a:pt x="814189" y="109226"/>
                  <a:pt x="811840" y="113743"/>
                </a:cubicBezTo>
                <a:cubicBezTo>
                  <a:pt x="809491" y="118260"/>
                  <a:pt x="806179" y="121724"/>
                  <a:pt x="801903" y="124133"/>
                </a:cubicBezTo>
                <a:cubicBezTo>
                  <a:pt x="797626" y="126542"/>
                  <a:pt x="792898" y="127746"/>
                  <a:pt x="787719" y="127746"/>
                </a:cubicBezTo>
                <a:cubicBezTo>
                  <a:pt x="783683" y="127746"/>
                  <a:pt x="778293" y="126458"/>
                  <a:pt x="771547" y="123881"/>
                </a:cubicBezTo>
                <a:cubicBezTo>
                  <a:pt x="769740" y="123206"/>
                  <a:pt x="768505" y="122868"/>
                  <a:pt x="767843" y="122868"/>
                </a:cubicBezTo>
                <a:cubicBezTo>
                  <a:pt x="765855" y="122868"/>
                  <a:pt x="764199" y="124374"/>
                  <a:pt x="762874" y="127385"/>
                </a:cubicBezTo>
                <a:lnTo>
                  <a:pt x="759893" y="127385"/>
                </a:lnTo>
                <a:lnTo>
                  <a:pt x="758447" y="97029"/>
                </a:lnTo>
                <a:lnTo>
                  <a:pt x="761519" y="97029"/>
                </a:lnTo>
                <a:cubicBezTo>
                  <a:pt x="764229" y="104980"/>
                  <a:pt x="767948" y="110942"/>
                  <a:pt x="772676" y="114918"/>
                </a:cubicBezTo>
                <a:cubicBezTo>
                  <a:pt x="777404" y="118893"/>
                  <a:pt x="781876" y="120880"/>
                  <a:pt x="786092" y="120880"/>
                </a:cubicBezTo>
                <a:cubicBezTo>
                  <a:pt x="788983" y="120880"/>
                  <a:pt x="791347" y="119992"/>
                  <a:pt x="793184" y="118215"/>
                </a:cubicBezTo>
                <a:cubicBezTo>
                  <a:pt x="795021" y="116438"/>
                  <a:pt x="795940" y="114285"/>
                  <a:pt x="795940" y="111756"/>
                </a:cubicBezTo>
                <a:cubicBezTo>
                  <a:pt x="795940" y="108865"/>
                  <a:pt x="795036" y="106365"/>
                  <a:pt x="793230" y="104257"/>
                </a:cubicBezTo>
                <a:cubicBezTo>
                  <a:pt x="791423" y="102149"/>
                  <a:pt x="787387" y="98957"/>
                  <a:pt x="781123" y="94681"/>
                </a:cubicBezTo>
                <a:cubicBezTo>
                  <a:pt x="771908" y="88296"/>
                  <a:pt x="765946" y="83418"/>
                  <a:pt x="763235" y="80045"/>
                </a:cubicBezTo>
                <a:cubicBezTo>
                  <a:pt x="759260" y="75106"/>
                  <a:pt x="757273" y="69655"/>
                  <a:pt x="757273" y="63693"/>
                </a:cubicBezTo>
                <a:cubicBezTo>
                  <a:pt x="757273" y="57188"/>
                  <a:pt x="759516" y="51300"/>
                  <a:pt x="764003" y="46030"/>
                </a:cubicBezTo>
                <a:cubicBezTo>
                  <a:pt x="768490" y="40760"/>
                  <a:pt x="774980" y="38125"/>
                  <a:pt x="783472" y="38125"/>
                </a:cubicBezTo>
                <a:cubicBezTo>
                  <a:pt x="788050" y="38125"/>
                  <a:pt x="792477" y="39283"/>
                  <a:pt x="796753" y="41598"/>
                </a:cubicBezTo>
                <a:cubicBezTo>
                  <a:pt x="798379" y="42535"/>
                  <a:pt x="799704" y="43004"/>
                  <a:pt x="800728" y="43004"/>
                </a:cubicBezTo>
                <a:cubicBezTo>
                  <a:pt x="801812" y="43004"/>
                  <a:pt x="802686" y="42778"/>
                  <a:pt x="803348" y="42326"/>
                </a:cubicBezTo>
                <a:cubicBezTo>
                  <a:pt x="804011" y="41874"/>
                  <a:pt x="805065" y="40595"/>
                  <a:pt x="806510" y="38487"/>
                </a:cubicBezTo>
                <a:lnTo>
                  <a:pt x="809582" y="38487"/>
                </a:lnTo>
                <a:close/>
                <a:moveTo>
                  <a:pt x="864525" y="40655"/>
                </a:moveTo>
                <a:lnTo>
                  <a:pt x="864525" y="51677"/>
                </a:lnTo>
                <a:cubicBezTo>
                  <a:pt x="868861" y="46947"/>
                  <a:pt x="873017" y="43506"/>
                  <a:pt x="876992" y="41355"/>
                </a:cubicBezTo>
                <a:cubicBezTo>
                  <a:pt x="880967" y="39202"/>
                  <a:pt x="885243" y="38125"/>
                  <a:pt x="889821" y="38125"/>
                </a:cubicBezTo>
                <a:cubicBezTo>
                  <a:pt x="895302" y="38125"/>
                  <a:pt x="899849" y="39648"/>
                  <a:pt x="903463" y="42693"/>
                </a:cubicBezTo>
                <a:cubicBezTo>
                  <a:pt x="907077" y="45739"/>
                  <a:pt x="909486" y="49523"/>
                  <a:pt x="910690" y="54045"/>
                </a:cubicBezTo>
                <a:cubicBezTo>
                  <a:pt x="911654" y="57484"/>
                  <a:pt x="912136" y="64089"/>
                  <a:pt x="912136" y="73859"/>
                </a:cubicBezTo>
                <a:lnTo>
                  <a:pt x="912136" y="106787"/>
                </a:lnTo>
                <a:cubicBezTo>
                  <a:pt x="912136" y="113291"/>
                  <a:pt x="912723" y="117342"/>
                  <a:pt x="913898" y="118938"/>
                </a:cubicBezTo>
                <a:cubicBezTo>
                  <a:pt x="915072" y="120534"/>
                  <a:pt x="917526" y="121543"/>
                  <a:pt x="921261" y="121964"/>
                </a:cubicBezTo>
                <a:lnTo>
                  <a:pt x="921261" y="125217"/>
                </a:lnTo>
                <a:lnTo>
                  <a:pt x="878528" y="125217"/>
                </a:lnTo>
                <a:lnTo>
                  <a:pt x="878528" y="121964"/>
                </a:lnTo>
                <a:cubicBezTo>
                  <a:pt x="881720" y="121543"/>
                  <a:pt x="884009" y="120218"/>
                  <a:pt x="885394" y="117989"/>
                </a:cubicBezTo>
                <a:cubicBezTo>
                  <a:pt x="886358" y="116484"/>
                  <a:pt x="886840" y="112749"/>
                  <a:pt x="886840" y="106787"/>
                </a:cubicBezTo>
                <a:lnTo>
                  <a:pt x="886840" y="69204"/>
                </a:lnTo>
                <a:cubicBezTo>
                  <a:pt x="886840" y="62277"/>
                  <a:pt x="886569" y="57911"/>
                  <a:pt x="886026" y="56104"/>
                </a:cubicBezTo>
                <a:cubicBezTo>
                  <a:pt x="885484" y="54297"/>
                  <a:pt x="884566" y="52896"/>
                  <a:pt x="883271" y="51903"/>
                </a:cubicBezTo>
                <a:cubicBezTo>
                  <a:pt x="881976" y="50909"/>
                  <a:pt x="880546" y="50412"/>
                  <a:pt x="878980" y="50412"/>
                </a:cubicBezTo>
                <a:cubicBezTo>
                  <a:pt x="873800" y="50412"/>
                  <a:pt x="868982" y="54146"/>
                  <a:pt x="864525" y="61615"/>
                </a:cubicBezTo>
                <a:lnTo>
                  <a:pt x="864525" y="106787"/>
                </a:lnTo>
                <a:cubicBezTo>
                  <a:pt x="864525" y="113111"/>
                  <a:pt x="865112" y="117116"/>
                  <a:pt x="866286" y="118802"/>
                </a:cubicBezTo>
                <a:cubicBezTo>
                  <a:pt x="867461" y="120489"/>
                  <a:pt x="869644" y="121543"/>
                  <a:pt x="872836" y="121964"/>
                </a:cubicBezTo>
                <a:lnTo>
                  <a:pt x="872836" y="125217"/>
                </a:lnTo>
                <a:lnTo>
                  <a:pt x="830103" y="125217"/>
                </a:lnTo>
                <a:lnTo>
                  <a:pt x="830103" y="121964"/>
                </a:lnTo>
                <a:cubicBezTo>
                  <a:pt x="833657" y="121603"/>
                  <a:pt x="836187" y="120459"/>
                  <a:pt x="837692" y="118531"/>
                </a:cubicBezTo>
                <a:cubicBezTo>
                  <a:pt x="838716" y="117206"/>
                  <a:pt x="839228" y="113291"/>
                  <a:pt x="839228" y="106787"/>
                </a:cubicBezTo>
                <a:lnTo>
                  <a:pt x="839228" y="59085"/>
                </a:lnTo>
                <a:cubicBezTo>
                  <a:pt x="839228" y="52624"/>
                  <a:pt x="838641" y="48600"/>
                  <a:pt x="837467" y="47016"/>
                </a:cubicBezTo>
                <a:cubicBezTo>
                  <a:pt x="836292" y="45431"/>
                  <a:pt x="833838" y="44395"/>
                  <a:pt x="830103" y="43907"/>
                </a:cubicBezTo>
                <a:lnTo>
                  <a:pt x="830103" y="40655"/>
                </a:lnTo>
                <a:lnTo>
                  <a:pt x="864525" y="40655"/>
                </a:lnTo>
                <a:close/>
                <a:moveTo>
                  <a:pt x="1002773" y="79864"/>
                </a:moveTo>
                <a:lnTo>
                  <a:pt x="956426" y="79864"/>
                </a:lnTo>
                <a:cubicBezTo>
                  <a:pt x="956968" y="91097"/>
                  <a:pt x="959949" y="99974"/>
                  <a:pt x="965370" y="106496"/>
                </a:cubicBezTo>
                <a:cubicBezTo>
                  <a:pt x="969526" y="111508"/>
                  <a:pt x="974525" y="114014"/>
                  <a:pt x="980367" y="114014"/>
                </a:cubicBezTo>
                <a:cubicBezTo>
                  <a:pt x="983981" y="114014"/>
                  <a:pt x="987263" y="113005"/>
                  <a:pt x="990215" y="110988"/>
                </a:cubicBezTo>
                <a:cubicBezTo>
                  <a:pt x="993166" y="108970"/>
                  <a:pt x="996328" y="105341"/>
                  <a:pt x="999701" y="100101"/>
                </a:cubicBezTo>
                <a:lnTo>
                  <a:pt x="1002773" y="102089"/>
                </a:lnTo>
                <a:cubicBezTo>
                  <a:pt x="998195" y="111424"/>
                  <a:pt x="993136" y="118034"/>
                  <a:pt x="987595" y="121919"/>
                </a:cubicBezTo>
                <a:cubicBezTo>
                  <a:pt x="982054" y="125804"/>
                  <a:pt x="975639" y="127746"/>
                  <a:pt x="968351" y="127746"/>
                </a:cubicBezTo>
                <a:cubicBezTo>
                  <a:pt x="955824" y="127746"/>
                  <a:pt x="946338" y="122923"/>
                  <a:pt x="939893" y="113277"/>
                </a:cubicBezTo>
                <a:cubicBezTo>
                  <a:pt x="934713" y="105500"/>
                  <a:pt x="932124" y="95854"/>
                  <a:pt x="932124" y="84339"/>
                </a:cubicBezTo>
                <a:cubicBezTo>
                  <a:pt x="932124" y="70230"/>
                  <a:pt x="935933" y="59001"/>
                  <a:pt x="943552" y="50652"/>
                </a:cubicBezTo>
                <a:cubicBezTo>
                  <a:pt x="951171" y="42301"/>
                  <a:pt x="960100" y="38125"/>
                  <a:pt x="970339" y="38125"/>
                </a:cubicBezTo>
                <a:cubicBezTo>
                  <a:pt x="978892" y="38125"/>
                  <a:pt x="986315" y="41634"/>
                  <a:pt x="992609" y="48650"/>
                </a:cubicBezTo>
                <a:cubicBezTo>
                  <a:pt x="998903" y="55667"/>
                  <a:pt x="1002291" y="66072"/>
                  <a:pt x="1002773" y="79864"/>
                </a:cubicBezTo>
                <a:moveTo>
                  <a:pt x="980548" y="73901"/>
                </a:moveTo>
                <a:cubicBezTo>
                  <a:pt x="980548" y="64204"/>
                  <a:pt x="980021" y="57549"/>
                  <a:pt x="978967" y="53935"/>
                </a:cubicBezTo>
                <a:cubicBezTo>
                  <a:pt x="977913" y="50322"/>
                  <a:pt x="976272" y="47581"/>
                  <a:pt x="974043" y="45714"/>
                </a:cubicBezTo>
                <a:cubicBezTo>
                  <a:pt x="972778" y="44630"/>
                  <a:pt x="971092" y="44088"/>
                  <a:pt x="968984" y="44088"/>
                </a:cubicBezTo>
                <a:cubicBezTo>
                  <a:pt x="965852" y="44088"/>
                  <a:pt x="963292" y="45624"/>
                  <a:pt x="961305" y="48695"/>
                </a:cubicBezTo>
                <a:cubicBezTo>
                  <a:pt x="957751" y="54056"/>
                  <a:pt x="955974" y="61404"/>
                  <a:pt x="955974" y="70739"/>
                </a:cubicBezTo>
                <a:lnTo>
                  <a:pt x="955974" y="73901"/>
                </a:lnTo>
                <a:lnTo>
                  <a:pt x="980548" y="73901"/>
                </a:lnTo>
                <a:close/>
                <a:moveTo>
                  <a:pt x="1068244" y="38487"/>
                </a:moveTo>
                <a:lnTo>
                  <a:pt x="1069599" y="67397"/>
                </a:lnTo>
                <a:lnTo>
                  <a:pt x="1066527" y="67397"/>
                </a:lnTo>
                <a:cubicBezTo>
                  <a:pt x="1062853" y="58774"/>
                  <a:pt x="1059044" y="52885"/>
                  <a:pt x="1055099" y="49729"/>
                </a:cubicBezTo>
                <a:cubicBezTo>
                  <a:pt x="1051154" y="46570"/>
                  <a:pt x="1047224" y="44991"/>
                  <a:pt x="1043309" y="44991"/>
                </a:cubicBezTo>
                <a:cubicBezTo>
                  <a:pt x="1040839" y="44991"/>
                  <a:pt x="1038731" y="45819"/>
                  <a:pt x="1036985" y="47476"/>
                </a:cubicBezTo>
                <a:cubicBezTo>
                  <a:pt x="1035238" y="49132"/>
                  <a:pt x="1034365" y="51044"/>
                  <a:pt x="1034365" y="53213"/>
                </a:cubicBezTo>
                <a:cubicBezTo>
                  <a:pt x="1034365" y="54839"/>
                  <a:pt x="1034967" y="56405"/>
                  <a:pt x="1036172" y="57911"/>
                </a:cubicBezTo>
                <a:cubicBezTo>
                  <a:pt x="1038099" y="60380"/>
                  <a:pt x="1043490" y="64611"/>
                  <a:pt x="1052343" y="70604"/>
                </a:cubicBezTo>
                <a:cubicBezTo>
                  <a:pt x="1061197" y="76597"/>
                  <a:pt x="1067024" y="81686"/>
                  <a:pt x="1069825" y="85872"/>
                </a:cubicBezTo>
                <a:cubicBezTo>
                  <a:pt x="1072626" y="90058"/>
                  <a:pt x="1074026" y="94741"/>
                  <a:pt x="1074026" y="99920"/>
                </a:cubicBezTo>
                <a:cubicBezTo>
                  <a:pt x="1074026" y="104618"/>
                  <a:pt x="1072851" y="109226"/>
                  <a:pt x="1070502" y="113743"/>
                </a:cubicBezTo>
                <a:cubicBezTo>
                  <a:pt x="1068154" y="118260"/>
                  <a:pt x="1064841" y="121724"/>
                  <a:pt x="1060565" y="124133"/>
                </a:cubicBezTo>
                <a:cubicBezTo>
                  <a:pt x="1056288" y="126542"/>
                  <a:pt x="1051560" y="127746"/>
                  <a:pt x="1046381" y="127746"/>
                </a:cubicBezTo>
                <a:cubicBezTo>
                  <a:pt x="1042345" y="127746"/>
                  <a:pt x="1036955" y="126458"/>
                  <a:pt x="1030209" y="123881"/>
                </a:cubicBezTo>
                <a:cubicBezTo>
                  <a:pt x="1028402" y="123206"/>
                  <a:pt x="1027167" y="122868"/>
                  <a:pt x="1026505" y="122868"/>
                </a:cubicBezTo>
                <a:cubicBezTo>
                  <a:pt x="1024517" y="122868"/>
                  <a:pt x="1022861" y="124374"/>
                  <a:pt x="1021536" y="127385"/>
                </a:cubicBezTo>
                <a:lnTo>
                  <a:pt x="1018555" y="127385"/>
                </a:lnTo>
                <a:lnTo>
                  <a:pt x="1017109" y="97029"/>
                </a:lnTo>
                <a:lnTo>
                  <a:pt x="1020181" y="97029"/>
                </a:lnTo>
                <a:cubicBezTo>
                  <a:pt x="1022891" y="104980"/>
                  <a:pt x="1026610" y="110942"/>
                  <a:pt x="1031338" y="114918"/>
                </a:cubicBezTo>
                <a:cubicBezTo>
                  <a:pt x="1036066" y="118893"/>
                  <a:pt x="1040538" y="120880"/>
                  <a:pt x="1044754" y="120880"/>
                </a:cubicBezTo>
                <a:cubicBezTo>
                  <a:pt x="1047645" y="120880"/>
                  <a:pt x="1050009" y="119992"/>
                  <a:pt x="1051846" y="118215"/>
                </a:cubicBezTo>
                <a:cubicBezTo>
                  <a:pt x="1053683" y="116438"/>
                  <a:pt x="1054602" y="114285"/>
                  <a:pt x="1054602" y="111756"/>
                </a:cubicBezTo>
                <a:cubicBezTo>
                  <a:pt x="1054602" y="108865"/>
                  <a:pt x="1053698" y="106365"/>
                  <a:pt x="1051892" y="104257"/>
                </a:cubicBezTo>
                <a:cubicBezTo>
                  <a:pt x="1050085" y="102149"/>
                  <a:pt x="1046049" y="98957"/>
                  <a:pt x="1039785" y="94681"/>
                </a:cubicBezTo>
                <a:cubicBezTo>
                  <a:pt x="1030570" y="88296"/>
                  <a:pt x="1024608" y="83418"/>
                  <a:pt x="1021897" y="80045"/>
                </a:cubicBezTo>
                <a:cubicBezTo>
                  <a:pt x="1017922" y="75106"/>
                  <a:pt x="1015935" y="69655"/>
                  <a:pt x="1015935" y="63693"/>
                </a:cubicBezTo>
                <a:cubicBezTo>
                  <a:pt x="1015935" y="57188"/>
                  <a:pt x="1018178" y="51300"/>
                  <a:pt x="1022665" y="46030"/>
                </a:cubicBezTo>
                <a:cubicBezTo>
                  <a:pt x="1027152" y="40760"/>
                  <a:pt x="1033642" y="38125"/>
                  <a:pt x="1042134" y="38125"/>
                </a:cubicBezTo>
                <a:cubicBezTo>
                  <a:pt x="1046712" y="38125"/>
                  <a:pt x="1051139" y="39283"/>
                  <a:pt x="1055415" y="41598"/>
                </a:cubicBezTo>
                <a:cubicBezTo>
                  <a:pt x="1057041" y="42535"/>
                  <a:pt x="1058366" y="43004"/>
                  <a:pt x="1059390" y="43004"/>
                </a:cubicBezTo>
                <a:cubicBezTo>
                  <a:pt x="1060474" y="43004"/>
                  <a:pt x="1061348" y="42778"/>
                  <a:pt x="1062010" y="42326"/>
                </a:cubicBezTo>
                <a:cubicBezTo>
                  <a:pt x="1062673" y="41874"/>
                  <a:pt x="1063727" y="40595"/>
                  <a:pt x="1065172" y="38487"/>
                </a:cubicBezTo>
                <a:lnTo>
                  <a:pt x="1068244" y="38487"/>
                </a:lnTo>
                <a:close/>
                <a:moveTo>
                  <a:pt x="1140219" y="38487"/>
                </a:moveTo>
                <a:lnTo>
                  <a:pt x="1141574" y="67397"/>
                </a:lnTo>
                <a:lnTo>
                  <a:pt x="1138502" y="67397"/>
                </a:lnTo>
                <a:cubicBezTo>
                  <a:pt x="1134828" y="58774"/>
                  <a:pt x="1131019" y="52885"/>
                  <a:pt x="1127074" y="49729"/>
                </a:cubicBezTo>
                <a:cubicBezTo>
                  <a:pt x="1123128" y="46570"/>
                  <a:pt x="1119199" y="44991"/>
                  <a:pt x="1115284" y="44991"/>
                </a:cubicBezTo>
                <a:cubicBezTo>
                  <a:pt x="1112814" y="44991"/>
                  <a:pt x="1110706" y="45819"/>
                  <a:pt x="1108960" y="47476"/>
                </a:cubicBezTo>
                <a:cubicBezTo>
                  <a:pt x="1107213" y="49132"/>
                  <a:pt x="1106340" y="51044"/>
                  <a:pt x="1106340" y="53213"/>
                </a:cubicBezTo>
                <a:cubicBezTo>
                  <a:pt x="1106340" y="54839"/>
                  <a:pt x="1106942" y="56405"/>
                  <a:pt x="1108146" y="57911"/>
                </a:cubicBezTo>
                <a:cubicBezTo>
                  <a:pt x="1110074" y="60380"/>
                  <a:pt x="1115464" y="64611"/>
                  <a:pt x="1124318" y="70604"/>
                </a:cubicBezTo>
                <a:cubicBezTo>
                  <a:pt x="1133172" y="76597"/>
                  <a:pt x="1138999" y="81686"/>
                  <a:pt x="1141800" y="85872"/>
                </a:cubicBezTo>
                <a:cubicBezTo>
                  <a:pt x="1144600" y="90058"/>
                  <a:pt x="1146001" y="94741"/>
                  <a:pt x="1146001" y="99920"/>
                </a:cubicBezTo>
                <a:cubicBezTo>
                  <a:pt x="1146001" y="104618"/>
                  <a:pt x="1144826" y="109226"/>
                  <a:pt x="1142477" y="113743"/>
                </a:cubicBezTo>
                <a:cubicBezTo>
                  <a:pt x="1140128" y="118260"/>
                  <a:pt x="1136816" y="121724"/>
                  <a:pt x="1132539" y="124133"/>
                </a:cubicBezTo>
                <a:cubicBezTo>
                  <a:pt x="1128263" y="126542"/>
                  <a:pt x="1123535" y="127746"/>
                  <a:pt x="1118355" y="127746"/>
                </a:cubicBezTo>
                <a:cubicBezTo>
                  <a:pt x="1114320" y="127746"/>
                  <a:pt x="1108929" y="126458"/>
                  <a:pt x="1102184" y="123881"/>
                </a:cubicBezTo>
                <a:cubicBezTo>
                  <a:pt x="1100377" y="123206"/>
                  <a:pt x="1099142" y="122868"/>
                  <a:pt x="1098480" y="122868"/>
                </a:cubicBezTo>
                <a:cubicBezTo>
                  <a:pt x="1096492" y="122868"/>
                  <a:pt x="1094836" y="124374"/>
                  <a:pt x="1093511" y="127385"/>
                </a:cubicBezTo>
                <a:lnTo>
                  <a:pt x="1090529" y="127385"/>
                </a:lnTo>
                <a:lnTo>
                  <a:pt x="1089084" y="97029"/>
                </a:lnTo>
                <a:lnTo>
                  <a:pt x="1092156" y="97029"/>
                </a:lnTo>
                <a:cubicBezTo>
                  <a:pt x="1094866" y="104980"/>
                  <a:pt x="1098585" y="110942"/>
                  <a:pt x="1103313" y="114918"/>
                </a:cubicBezTo>
                <a:cubicBezTo>
                  <a:pt x="1108041" y="118893"/>
                  <a:pt x="1112513" y="120880"/>
                  <a:pt x="1116729" y="120880"/>
                </a:cubicBezTo>
                <a:cubicBezTo>
                  <a:pt x="1119620" y="120880"/>
                  <a:pt x="1121984" y="119992"/>
                  <a:pt x="1123821" y="118215"/>
                </a:cubicBezTo>
                <a:cubicBezTo>
                  <a:pt x="1125658" y="116438"/>
                  <a:pt x="1126577" y="114285"/>
                  <a:pt x="1126577" y="111756"/>
                </a:cubicBezTo>
                <a:cubicBezTo>
                  <a:pt x="1126577" y="108865"/>
                  <a:pt x="1125673" y="106365"/>
                  <a:pt x="1123866" y="104257"/>
                </a:cubicBezTo>
                <a:cubicBezTo>
                  <a:pt x="1122059" y="102149"/>
                  <a:pt x="1118024" y="98957"/>
                  <a:pt x="1111760" y="94681"/>
                </a:cubicBezTo>
                <a:cubicBezTo>
                  <a:pt x="1102545" y="88296"/>
                  <a:pt x="1096582" y="83418"/>
                  <a:pt x="1093872" y="80045"/>
                </a:cubicBezTo>
                <a:cubicBezTo>
                  <a:pt x="1089897" y="75106"/>
                  <a:pt x="1087909" y="69655"/>
                  <a:pt x="1087909" y="63693"/>
                </a:cubicBezTo>
                <a:cubicBezTo>
                  <a:pt x="1087909" y="57188"/>
                  <a:pt x="1090153" y="51300"/>
                  <a:pt x="1094640" y="46030"/>
                </a:cubicBezTo>
                <a:cubicBezTo>
                  <a:pt x="1099127" y="40760"/>
                  <a:pt x="1105617" y="38125"/>
                  <a:pt x="1114109" y="38125"/>
                </a:cubicBezTo>
                <a:cubicBezTo>
                  <a:pt x="1118687" y="38125"/>
                  <a:pt x="1123113" y="39283"/>
                  <a:pt x="1127390" y="41598"/>
                </a:cubicBezTo>
                <a:cubicBezTo>
                  <a:pt x="1129016" y="42535"/>
                  <a:pt x="1130341" y="43004"/>
                  <a:pt x="1131365" y="43004"/>
                </a:cubicBezTo>
                <a:cubicBezTo>
                  <a:pt x="1132449" y="43004"/>
                  <a:pt x="1133322" y="42778"/>
                  <a:pt x="1133985" y="42326"/>
                </a:cubicBezTo>
                <a:cubicBezTo>
                  <a:pt x="1134647" y="41874"/>
                  <a:pt x="1135701" y="40595"/>
                  <a:pt x="1137147" y="38487"/>
                </a:cubicBezTo>
                <a:lnTo>
                  <a:pt x="1140219" y="3848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RankingList">
            <a:extLst xmlns:a="http://schemas.openxmlformats.org/drawingml/2006/main">
              <a:ext uri="{FF2B5EF4-FFF2-40B4-BE49-F238E27FC236}">
                <a16:creationId xmlns:a16="http://schemas.microsoft.com/office/drawing/2014/main" id="{29B15830-F629-4BD9-B70C-47FA6EE7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240" y="1016616"/>
            <a:ext cx="1027757" cy="165149"/>
          </a:xfrm>
          <a:custGeom xmlns:a="http://schemas.openxmlformats.org/drawingml/2006/main">
            <a:pathLst>
              <a:path w="1027757" h="165149">
                <a:moveTo>
                  <a:pt x="45714" y="69384"/>
                </a:moveTo>
                <a:lnTo>
                  <a:pt x="45714" y="103896"/>
                </a:lnTo>
                <a:cubicBezTo>
                  <a:pt x="45714" y="110487"/>
                  <a:pt x="46121" y="114637"/>
                  <a:pt x="46934" y="116346"/>
                </a:cubicBezTo>
                <a:cubicBezTo>
                  <a:pt x="47747" y="118053"/>
                  <a:pt x="49177" y="119417"/>
                  <a:pt x="51225" y="120437"/>
                </a:cubicBezTo>
                <a:cubicBezTo>
                  <a:pt x="53273" y="121455"/>
                  <a:pt x="57097" y="121964"/>
                  <a:pt x="62699" y="121964"/>
                </a:cubicBezTo>
                <a:lnTo>
                  <a:pt x="62699" y="125217"/>
                </a:lnTo>
                <a:lnTo>
                  <a:pt x="0" y="125217"/>
                </a:lnTo>
                <a:lnTo>
                  <a:pt x="0" y="121964"/>
                </a:lnTo>
                <a:cubicBezTo>
                  <a:pt x="5662" y="121964"/>
                  <a:pt x="9501" y="121440"/>
                  <a:pt x="11519" y="120392"/>
                </a:cubicBezTo>
                <a:cubicBezTo>
                  <a:pt x="13537" y="119344"/>
                  <a:pt x="14952" y="117980"/>
                  <a:pt x="15765" y="116301"/>
                </a:cubicBezTo>
                <a:cubicBezTo>
                  <a:pt x="16578" y="114622"/>
                  <a:pt x="16985" y="110487"/>
                  <a:pt x="16985" y="103896"/>
                </a:cubicBezTo>
                <a:lnTo>
                  <a:pt x="16985" y="24032"/>
                </a:lnTo>
                <a:cubicBezTo>
                  <a:pt x="16985" y="17440"/>
                  <a:pt x="16578" y="13291"/>
                  <a:pt x="15765" y="11584"/>
                </a:cubicBezTo>
                <a:cubicBezTo>
                  <a:pt x="14952" y="9875"/>
                  <a:pt x="13521" y="8511"/>
                  <a:pt x="11474" y="7493"/>
                </a:cubicBezTo>
                <a:cubicBezTo>
                  <a:pt x="9426" y="6473"/>
                  <a:pt x="5601" y="5963"/>
                  <a:pt x="0" y="5963"/>
                </a:cubicBezTo>
                <a:lnTo>
                  <a:pt x="0" y="2710"/>
                </a:lnTo>
                <a:lnTo>
                  <a:pt x="56917" y="2710"/>
                </a:lnTo>
                <a:cubicBezTo>
                  <a:pt x="71733" y="2710"/>
                  <a:pt x="82574" y="3733"/>
                  <a:pt x="89441" y="5779"/>
                </a:cubicBezTo>
                <a:cubicBezTo>
                  <a:pt x="96307" y="7825"/>
                  <a:pt x="101908" y="11601"/>
                  <a:pt x="106245" y="17106"/>
                </a:cubicBezTo>
                <a:cubicBezTo>
                  <a:pt x="110581" y="22611"/>
                  <a:pt x="112749" y="29064"/>
                  <a:pt x="112749" y="36465"/>
                </a:cubicBezTo>
                <a:cubicBezTo>
                  <a:pt x="112749" y="45492"/>
                  <a:pt x="109497" y="52954"/>
                  <a:pt x="102992" y="58851"/>
                </a:cubicBezTo>
                <a:cubicBezTo>
                  <a:pt x="98836" y="62581"/>
                  <a:pt x="93024" y="65379"/>
                  <a:pt x="85556" y="67244"/>
                </a:cubicBezTo>
                <a:lnTo>
                  <a:pt x="115008" y="108814"/>
                </a:lnTo>
                <a:cubicBezTo>
                  <a:pt x="118863" y="114121"/>
                  <a:pt x="121603" y="117431"/>
                  <a:pt x="123229" y="118743"/>
                </a:cubicBezTo>
                <a:cubicBezTo>
                  <a:pt x="125699" y="120591"/>
                  <a:pt x="128560" y="121605"/>
                  <a:pt x="131812" y="121784"/>
                </a:cubicBezTo>
                <a:lnTo>
                  <a:pt x="131812" y="125217"/>
                </a:lnTo>
                <a:lnTo>
                  <a:pt x="93235" y="125217"/>
                </a:lnTo>
                <a:lnTo>
                  <a:pt x="53755" y="69384"/>
                </a:lnTo>
                <a:lnTo>
                  <a:pt x="45714" y="69384"/>
                </a:lnTo>
                <a:moveTo>
                  <a:pt x="45714" y="9576"/>
                </a:moveTo>
                <a:lnTo>
                  <a:pt x="45714" y="62879"/>
                </a:lnTo>
                <a:lnTo>
                  <a:pt x="50864" y="62879"/>
                </a:lnTo>
                <a:cubicBezTo>
                  <a:pt x="59236" y="62879"/>
                  <a:pt x="65499" y="62117"/>
                  <a:pt x="69655" y="60593"/>
                </a:cubicBezTo>
                <a:cubicBezTo>
                  <a:pt x="73811" y="59066"/>
                  <a:pt x="77079" y="56314"/>
                  <a:pt x="79458" y="52337"/>
                </a:cubicBezTo>
                <a:cubicBezTo>
                  <a:pt x="81837" y="48359"/>
                  <a:pt x="83026" y="43168"/>
                  <a:pt x="83026" y="36767"/>
                </a:cubicBezTo>
                <a:cubicBezTo>
                  <a:pt x="83026" y="27494"/>
                  <a:pt x="80843" y="20644"/>
                  <a:pt x="76476" y="16217"/>
                </a:cubicBezTo>
                <a:cubicBezTo>
                  <a:pt x="72110" y="11790"/>
                  <a:pt x="65078" y="9576"/>
                  <a:pt x="55381" y="9576"/>
                </a:cubicBezTo>
                <a:lnTo>
                  <a:pt x="45714" y="9576"/>
                </a:lnTo>
                <a:close/>
                <a:moveTo>
                  <a:pt x="183004" y="112749"/>
                </a:moveTo>
                <a:cubicBezTo>
                  <a:pt x="172705" y="121904"/>
                  <a:pt x="163459" y="126482"/>
                  <a:pt x="155268" y="126482"/>
                </a:cubicBezTo>
                <a:cubicBezTo>
                  <a:pt x="150450" y="126482"/>
                  <a:pt x="146445" y="124896"/>
                  <a:pt x="143252" y="121724"/>
                </a:cubicBezTo>
                <a:cubicBezTo>
                  <a:pt x="140060" y="118551"/>
                  <a:pt x="138464" y="114578"/>
                  <a:pt x="138464" y="109805"/>
                </a:cubicBezTo>
                <a:cubicBezTo>
                  <a:pt x="138464" y="103338"/>
                  <a:pt x="141235" y="97521"/>
                  <a:pt x="146776" y="92354"/>
                </a:cubicBezTo>
                <a:cubicBezTo>
                  <a:pt x="152317" y="87188"/>
                  <a:pt x="164393" y="80314"/>
                  <a:pt x="183004" y="71733"/>
                </a:cubicBezTo>
                <a:lnTo>
                  <a:pt x="183004" y="63241"/>
                </a:lnTo>
                <a:cubicBezTo>
                  <a:pt x="183004" y="56857"/>
                  <a:pt x="182657" y="52836"/>
                  <a:pt x="181965" y="51180"/>
                </a:cubicBezTo>
                <a:cubicBezTo>
                  <a:pt x="181272" y="49524"/>
                  <a:pt x="179962" y="48078"/>
                  <a:pt x="178035" y="46843"/>
                </a:cubicBezTo>
                <a:cubicBezTo>
                  <a:pt x="176107" y="45609"/>
                  <a:pt x="173939" y="44991"/>
                  <a:pt x="171530" y="44991"/>
                </a:cubicBezTo>
                <a:cubicBezTo>
                  <a:pt x="167615" y="44991"/>
                  <a:pt x="164393" y="45865"/>
                  <a:pt x="161863" y="47611"/>
                </a:cubicBezTo>
                <a:cubicBezTo>
                  <a:pt x="160297" y="48695"/>
                  <a:pt x="159514" y="49960"/>
                  <a:pt x="159514" y="51406"/>
                </a:cubicBezTo>
                <a:cubicBezTo>
                  <a:pt x="159514" y="52671"/>
                  <a:pt x="160358" y="54237"/>
                  <a:pt x="162044" y="56104"/>
                </a:cubicBezTo>
                <a:cubicBezTo>
                  <a:pt x="164333" y="58694"/>
                  <a:pt x="165477" y="61193"/>
                  <a:pt x="165477" y="63602"/>
                </a:cubicBezTo>
                <a:cubicBezTo>
                  <a:pt x="165477" y="66553"/>
                  <a:pt x="164378" y="69068"/>
                  <a:pt x="162179" y="71146"/>
                </a:cubicBezTo>
                <a:cubicBezTo>
                  <a:pt x="159981" y="73224"/>
                  <a:pt x="157105" y="74263"/>
                  <a:pt x="153552" y="74263"/>
                </a:cubicBezTo>
                <a:cubicBezTo>
                  <a:pt x="149757" y="74263"/>
                  <a:pt x="146580" y="73118"/>
                  <a:pt x="144020" y="70830"/>
                </a:cubicBezTo>
                <a:cubicBezTo>
                  <a:pt x="141461" y="68541"/>
                  <a:pt x="140181" y="65861"/>
                  <a:pt x="140181" y="62789"/>
                </a:cubicBezTo>
                <a:cubicBezTo>
                  <a:pt x="140181" y="58453"/>
                  <a:pt x="141897" y="54312"/>
                  <a:pt x="145330" y="50367"/>
                </a:cubicBezTo>
                <a:cubicBezTo>
                  <a:pt x="148763" y="46422"/>
                  <a:pt x="153552" y="43395"/>
                  <a:pt x="159695" y="41287"/>
                </a:cubicBezTo>
                <a:cubicBezTo>
                  <a:pt x="165838" y="39179"/>
                  <a:pt x="172223" y="38125"/>
                  <a:pt x="178848" y="38125"/>
                </a:cubicBezTo>
                <a:cubicBezTo>
                  <a:pt x="186858" y="38125"/>
                  <a:pt x="193198" y="39831"/>
                  <a:pt x="197865" y="43244"/>
                </a:cubicBezTo>
                <a:cubicBezTo>
                  <a:pt x="202533" y="46654"/>
                  <a:pt x="205560" y="50352"/>
                  <a:pt x="206945" y="54336"/>
                </a:cubicBezTo>
                <a:cubicBezTo>
                  <a:pt x="207788" y="56872"/>
                  <a:pt x="208210" y="62697"/>
                  <a:pt x="208210" y="71812"/>
                </a:cubicBezTo>
                <a:lnTo>
                  <a:pt x="208210" y="104683"/>
                </a:lnTo>
                <a:cubicBezTo>
                  <a:pt x="208210" y="108547"/>
                  <a:pt x="208360" y="110978"/>
                  <a:pt x="208661" y="111976"/>
                </a:cubicBezTo>
                <a:cubicBezTo>
                  <a:pt x="208963" y="112971"/>
                  <a:pt x="209414" y="113711"/>
                  <a:pt x="210017" y="114195"/>
                </a:cubicBezTo>
                <a:cubicBezTo>
                  <a:pt x="210619" y="114677"/>
                  <a:pt x="211312" y="114918"/>
                  <a:pt x="212095" y="114918"/>
                </a:cubicBezTo>
                <a:cubicBezTo>
                  <a:pt x="213660" y="114918"/>
                  <a:pt x="215257" y="113803"/>
                  <a:pt x="216883" y="111575"/>
                </a:cubicBezTo>
                <a:lnTo>
                  <a:pt x="219593" y="113743"/>
                </a:lnTo>
                <a:cubicBezTo>
                  <a:pt x="216582" y="118200"/>
                  <a:pt x="213465" y="121437"/>
                  <a:pt x="210242" y="123455"/>
                </a:cubicBezTo>
                <a:cubicBezTo>
                  <a:pt x="207020" y="125473"/>
                  <a:pt x="203361" y="126482"/>
                  <a:pt x="199266" y="126482"/>
                </a:cubicBezTo>
                <a:cubicBezTo>
                  <a:pt x="194447" y="126482"/>
                  <a:pt x="190683" y="125345"/>
                  <a:pt x="187973" y="123071"/>
                </a:cubicBezTo>
                <a:cubicBezTo>
                  <a:pt x="185262" y="120797"/>
                  <a:pt x="183606" y="117357"/>
                  <a:pt x="183004" y="112749"/>
                </a:cubicBezTo>
                <a:moveTo>
                  <a:pt x="183004" y="106064"/>
                </a:moveTo>
                <a:lnTo>
                  <a:pt x="183004" y="77803"/>
                </a:lnTo>
                <a:cubicBezTo>
                  <a:pt x="175716" y="82100"/>
                  <a:pt x="170295" y="86700"/>
                  <a:pt x="166742" y="91603"/>
                </a:cubicBezTo>
                <a:cubicBezTo>
                  <a:pt x="164393" y="94871"/>
                  <a:pt x="163218" y="98169"/>
                  <a:pt x="163218" y="101499"/>
                </a:cubicBezTo>
                <a:cubicBezTo>
                  <a:pt x="163218" y="104282"/>
                  <a:pt x="164212" y="106734"/>
                  <a:pt x="166200" y="108853"/>
                </a:cubicBezTo>
                <a:cubicBezTo>
                  <a:pt x="167705" y="110487"/>
                  <a:pt x="169814" y="111304"/>
                  <a:pt x="172524" y="111304"/>
                </a:cubicBezTo>
                <a:cubicBezTo>
                  <a:pt x="175535" y="111304"/>
                  <a:pt x="179029" y="109557"/>
                  <a:pt x="183004" y="106064"/>
                </a:cubicBezTo>
                <a:close/>
                <a:moveTo>
                  <a:pt x="264152" y="40655"/>
                </a:moveTo>
                <a:lnTo>
                  <a:pt x="264152" y="51677"/>
                </a:lnTo>
                <a:cubicBezTo>
                  <a:pt x="268489" y="46947"/>
                  <a:pt x="272644" y="43506"/>
                  <a:pt x="276620" y="41355"/>
                </a:cubicBezTo>
                <a:cubicBezTo>
                  <a:pt x="280595" y="39202"/>
                  <a:pt x="284871" y="38125"/>
                  <a:pt x="289448" y="38125"/>
                </a:cubicBezTo>
                <a:cubicBezTo>
                  <a:pt x="294929" y="38125"/>
                  <a:pt x="299477" y="39648"/>
                  <a:pt x="303090" y="42693"/>
                </a:cubicBezTo>
                <a:cubicBezTo>
                  <a:pt x="306704" y="45739"/>
                  <a:pt x="309113" y="49523"/>
                  <a:pt x="310318" y="54045"/>
                </a:cubicBezTo>
                <a:cubicBezTo>
                  <a:pt x="311282" y="57484"/>
                  <a:pt x="311763" y="64089"/>
                  <a:pt x="311763" y="73859"/>
                </a:cubicBezTo>
                <a:lnTo>
                  <a:pt x="311763" y="106787"/>
                </a:lnTo>
                <a:cubicBezTo>
                  <a:pt x="311763" y="113291"/>
                  <a:pt x="312351" y="117342"/>
                  <a:pt x="313525" y="118938"/>
                </a:cubicBezTo>
                <a:cubicBezTo>
                  <a:pt x="314700" y="120534"/>
                  <a:pt x="317154" y="121543"/>
                  <a:pt x="320888" y="121964"/>
                </a:cubicBezTo>
                <a:lnTo>
                  <a:pt x="320888" y="125217"/>
                </a:lnTo>
                <a:lnTo>
                  <a:pt x="278155" y="125217"/>
                </a:lnTo>
                <a:lnTo>
                  <a:pt x="278155" y="121964"/>
                </a:lnTo>
                <a:cubicBezTo>
                  <a:pt x="281348" y="121543"/>
                  <a:pt x="283636" y="120218"/>
                  <a:pt x="285022" y="117989"/>
                </a:cubicBezTo>
                <a:cubicBezTo>
                  <a:pt x="285985" y="116484"/>
                  <a:pt x="286467" y="112749"/>
                  <a:pt x="286467" y="106787"/>
                </a:cubicBezTo>
                <a:lnTo>
                  <a:pt x="286467" y="69204"/>
                </a:lnTo>
                <a:cubicBezTo>
                  <a:pt x="286467" y="62277"/>
                  <a:pt x="286196" y="57911"/>
                  <a:pt x="285654" y="56104"/>
                </a:cubicBezTo>
                <a:cubicBezTo>
                  <a:pt x="285112" y="54297"/>
                  <a:pt x="284193" y="52896"/>
                  <a:pt x="282899" y="51903"/>
                </a:cubicBezTo>
                <a:cubicBezTo>
                  <a:pt x="281604" y="50909"/>
                  <a:pt x="280173" y="50412"/>
                  <a:pt x="278607" y="50412"/>
                </a:cubicBezTo>
                <a:cubicBezTo>
                  <a:pt x="273427" y="50412"/>
                  <a:pt x="268609" y="54146"/>
                  <a:pt x="264152" y="61615"/>
                </a:cubicBezTo>
                <a:lnTo>
                  <a:pt x="264152" y="106787"/>
                </a:lnTo>
                <a:cubicBezTo>
                  <a:pt x="264152" y="113111"/>
                  <a:pt x="264739" y="117116"/>
                  <a:pt x="265914" y="118802"/>
                </a:cubicBezTo>
                <a:cubicBezTo>
                  <a:pt x="267088" y="120489"/>
                  <a:pt x="269272" y="121543"/>
                  <a:pt x="272464" y="121964"/>
                </a:cubicBezTo>
                <a:lnTo>
                  <a:pt x="272464" y="125217"/>
                </a:lnTo>
                <a:lnTo>
                  <a:pt x="229731" y="125217"/>
                </a:lnTo>
                <a:lnTo>
                  <a:pt x="229731" y="121964"/>
                </a:lnTo>
                <a:cubicBezTo>
                  <a:pt x="233285" y="121603"/>
                  <a:pt x="235814" y="120459"/>
                  <a:pt x="237320" y="118531"/>
                </a:cubicBezTo>
                <a:cubicBezTo>
                  <a:pt x="238344" y="117206"/>
                  <a:pt x="238856" y="113291"/>
                  <a:pt x="238856" y="106787"/>
                </a:cubicBezTo>
                <a:lnTo>
                  <a:pt x="238856" y="59085"/>
                </a:lnTo>
                <a:cubicBezTo>
                  <a:pt x="238856" y="52624"/>
                  <a:pt x="238269" y="48600"/>
                  <a:pt x="237094" y="47016"/>
                </a:cubicBezTo>
                <a:cubicBezTo>
                  <a:pt x="235920" y="45431"/>
                  <a:pt x="233465" y="44395"/>
                  <a:pt x="229731" y="43907"/>
                </a:cubicBezTo>
                <a:lnTo>
                  <a:pt x="229731" y="40655"/>
                </a:lnTo>
                <a:lnTo>
                  <a:pt x="264152" y="40655"/>
                </a:lnTo>
                <a:close/>
                <a:moveTo>
                  <a:pt x="365180" y="2710"/>
                </a:moveTo>
                <a:lnTo>
                  <a:pt x="365180" y="83365"/>
                </a:lnTo>
                <a:lnTo>
                  <a:pt x="384785" y="64091"/>
                </a:lnTo>
                <a:cubicBezTo>
                  <a:pt x="388820" y="60164"/>
                  <a:pt x="391335" y="57316"/>
                  <a:pt x="392329" y="55545"/>
                </a:cubicBezTo>
                <a:cubicBezTo>
                  <a:pt x="393323" y="53774"/>
                  <a:pt x="393819" y="52063"/>
                  <a:pt x="393819" y="50412"/>
                </a:cubicBezTo>
                <a:cubicBezTo>
                  <a:pt x="393819" y="48763"/>
                  <a:pt x="393157" y="47389"/>
                  <a:pt x="391832" y="46290"/>
                </a:cubicBezTo>
                <a:cubicBezTo>
                  <a:pt x="390507" y="45191"/>
                  <a:pt x="387917" y="44397"/>
                  <a:pt x="384062" y="43907"/>
                </a:cubicBezTo>
                <a:lnTo>
                  <a:pt x="384062" y="40655"/>
                </a:lnTo>
                <a:lnTo>
                  <a:pt x="421916" y="40655"/>
                </a:lnTo>
                <a:lnTo>
                  <a:pt x="421916" y="43907"/>
                </a:lnTo>
                <a:cubicBezTo>
                  <a:pt x="418303" y="44090"/>
                  <a:pt x="415141" y="44957"/>
                  <a:pt x="412430" y="46510"/>
                </a:cubicBezTo>
                <a:cubicBezTo>
                  <a:pt x="409720" y="48063"/>
                  <a:pt x="404420" y="52736"/>
                  <a:pt x="396530" y="60530"/>
                </a:cubicBezTo>
                <a:lnTo>
                  <a:pt x="387315" y="69641"/>
                </a:lnTo>
                <a:lnTo>
                  <a:pt x="407190" y="98664"/>
                </a:lnTo>
                <a:cubicBezTo>
                  <a:pt x="415201" y="110465"/>
                  <a:pt x="419959" y="117088"/>
                  <a:pt x="421465" y="118531"/>
                </a:cubicBezTo>
                <a:cubicBezTo>
                  <a:pt x="423513" y="120579"/>
                  <a:pt x="426102" y="121724"/>
                  <a:pt x="429234" y="121964"/>
                </a:cubicBezTo>
                <a:lnTo>
                  <a:pt x="429234" y="125217"/>
                </a:lnTo>
                <a:lnTo>
                  <a:pt x="385598" y="125217"/>
                </a:lnTo>
                <a:lnTo>
                  <a:pt x="385598" y="121964"/>
                </a:lnTo>
                <a:cubicBezTo>
                  <a:pt x="387525" y="121964"/>
                  <a:pt x="388926" y="121603"/>
                  <a:pt x="389799" y="120880"/>
                </a:cubicBezTo>
                <a:cubicBezTo>
                  <a:pt x="390672" y="120156"/>
                  <a:pt x="391109" y="119372"/>
                  <a:pt x="391109" y="118529"/>
                </a:cubicBezTo>
                <a:cubicBezTo>
                  <a:pt x="391109" y="117141"/>
                  <a:pt x="389844" y="114579"/>
                  <a:pt x="387315" y="110841"/>
                </a:cubicBezTo>
                <a:lnTo>
                  <a:pt x="370601" y="86332"/>
                </a:lnTo>
                <a:lnTo>
                  <a:pt x="365180" y="91699"/>
                </a:lnTo>
                <a:lnTo>
                  <a:pt x="365180" y="106787"/>
                </a:lnTo>
                <a:cubicBezTo>
                  <a:pt x="365180" y="113271"/>
                  <a:pt x="365783" y="117315"/>
                  <a:pt x="366987" y="118921"/>
                </a:cubicBezTo>
                <a:cubicBezTo>
                  <a:pt x="368192" y="120526"/>
                  <a:pt x="370661" y="121541"/>
                  <a:pt x="374395" y="121964"/>
                </a:cubicBezTo>
                <a:lnTo>
                  <a:pt x="374395" y="125217"/>
                </a:lnTo>
                <a:lnTo>
                  <a:pt x="330759" y="125217"/>
                </a:lnTo>
                <a:lnTo>
                  <a:pt x="330759" y="121964"/>
                </a:lnTo>
                <a:cubicBezTo>
                  <a:pt x="334313" y="121601"/>
                  <a:pt x="336842" y="120450"/>
                  <a:pt x="338348" y="118512"/>
                </a:cubicBezTo>
                <a:cubicBezTo>
                  <a:pt x="339372" y="117179"/>
                  <a:pt x="339884" y="113271"/>
                  <a:pt x="339884" y="106787"/>
                </a:cubicBezTo>
                <a:lnTo>
                  <a:pt x="339884" y="21141"/>
                </a:lnTo>
                <a:cubicBezTo>
                  <a:pt x="339884" y="14679"/>
                  <a:pt x="339297" y="10656"/>
                  <a:pt x="338122" y="9071"/>
                </a:cubicBezTo>
                <a:cubicBezTo>
                  <a:pt x="336948" y="7486"/>
                  <a:pt x="334494" y="6450"/>
                  <a:pt x="330759" y="5963"/>
                </a:cubicBezTo>
                <a:lnTo>
                  <a:pt x="330759" y="2710"/>
                </a:lnTo>
                <a:lnTo>
                  <a:pt x="365180" y="2710"/>
                </a:lnTo>
                <a:close/>
                <a:moveTo>
                  <a:pt x="454606" y="0"/>
                </a:moveTo>
                <a:cubicBezTo>
                  <a:pt x="458521" y="0"/>
                  <a:pt x="461834" y="1375"/>
                  <a:pt x="464544" y="4125"/>
                </a:cubicBezTo>
                <a:cubicBezTo>
                  <a:pt x="467254" y="6873"/>
                  <a:pt x="468610" y="10181"/>
                  <a:pt x="468610" y="14048"/>
                </a:cubicBezTo>
                <a:cubicBezTo>
                  <a:pt x="468610" y="17916"/>
                  <a:pt x="467239" y="21210"/>
                  <a:pt x="464499" y="23930"/>
                </a:cubicBezTo>
                <a:cubicBezTo>
                  <a:pt x="461759" y="26648"/>
                  <a:pt x="458461" y="28007"/>
                  <a:pt x="454606" y="28007"/>
                </a:cubicBezTo>
                <a:cubicBezTo>
                  <a:pt x="450752" y="28007"/>
                  <a:pt x="447469" y="26648"/>
                  <a:pt x="444759" y="23930"/>
                </a:cubicBezTo>
                <a:cubicBezTo>
                  <a:pt x="442048" y="21210"/>
                  <a:pt x="440693" y="17916"/>
                  <a:pt x="440693" y="14048"/>
                </a:cubicBezTo>
                <a:cubicBezTo>
                  <a:pt x="440693" y="10181"/>
                  <a:pt x="442048" y="6873"/>
                  <a:pt x="444759" y="4125"/>
                </a:cubicBezTo>
                <a:cubicBezTo>
                  <a:pt x="447469" y="1375"/>
                  <a:pt x="450752" y="0"/>
                  <a:pt x="454606" y="0"/>
                </a:cubicBezTo>
                <a:moveTo>
                  <a:pt x="467254" y="40655"/>
                </a:moveTo>
                <a:lnTo>
                  <a:pt x="467254" y="107690"/>
                </a:lnTo>
                <a:cubicBezTo>
                  <a:pt x="467254" y="113653"/>
                  <a:pt x="467947" y="117462"/>
                  <a:pt x="469332" y="119119"/>
                </a:cubicBezTo>
                <a:cubicBezTo>
                  <a:pt x="470718" y="120775"/>
                  <a:pt x="473428" y="121724"/>
                  <a:pt x="477463" y="121964"/>
                </a:cubicBezTo>
                <a:lnTo>
                  <a:pt x="477463" y="125217"/>
                </a:lnTo>
                <a:lnTo>
                  <a:pt x="431840" y="125217"/>
                </a:lnTo>
                <a:lnTo>
                  <a:pt x="431840" y="121964"/>
                </a:lnTo>
                <a:cubicBezTo>
                  <a:pt x="435574" y="121844"/>
                  <a:pt x="438344" y="120760"/>
                  <a:pt x="440151" y="118712"/>
                </a:cubicBezTo>
                <a:cubicBezTo>
                  <a:pt x="441356" y="117327"/>
                  <a:pt x="441958" y="113653"/>
                  <a:pt x="441958" y="107690"/>
                </a:cubicBezTo>
                <a:lnTo>
                  <a:pt x="441958" y="58362"/>
                </a:lnTo>
                <a:cubicBezTo>
                  <a:pt x="441958" y="52324"/>
                  <a:pt x="441265" y="48467"/>
                  <a:pt x="439880" y="46790"/>
                </a:cubicBezTo>
                <a:cubicBezTo>
                  <a:pt x="438495" y="45113"/>
                  <a:pt x="435815" y="44152"/>
                  <a:pt x="431840" y="43907"/>
                </a:cubicBezTo>
                <a:lnTo>
                  <a:pt x="431840" y="40655"/>
                </a:lnTo>
                <a:lnTo>
                  <a:pt x="467254" y="40655"/>
                </a:lnTo>
                <a:close/>
                <a:moveTo>
                  <a:pt x="520227" y="40655"/>
                </a:moveTo>
                <a:lnTo>
                  <a:pt x="520227" y="51677"/>
                </a:lnTo>
                <a:cubicBezTo>
                  <a:pt x="524563" y="46947"/>
                  <a:pt x="528719" y="43506"/>
                  <a:pt x="532694" y="41355"/>
                </a:cubicBezTo>
                <a:cubicBezTo>
                  <a:pt x="536669" y="39202"/>
                  <a:pt x="540946" y="38125"/>
                  <a:pt x="545523" y="38125"/>
                </a:cubicBezTo>
                <a:cubicBezTo>
                  <a:pt x="551004" y="38125"/>
                  <a:pt x="555551" y="39648"/>
                  <a:pt x="559165" y="42693"/>
                </a:cubicBezTo>
                <a:cubicBezTo>
                  <a:pt x="562779" y="45739"/>
                  <a:pt x="565188" y="49523"/>
                  <a:pt x="566393" y="54045"/>
                </a:cubicBezTo>
                <a:cubicBezTo>
                  <a:pt x="567356" y="57484"/>
                  <a:pt x="567838" y="64089"/>
                  <a:pt x="567838" y="73859"/>
                </a:cubicBezTo>
                <a:lnTo>
                  <a:pt x="567838" y="106787"/>
                </a:lnTo>
                <a:cubicBezTo>
                  <a:pt x="567838" y="113291"/>
                  <a:pt x="568425" y="117342"/>
                  <a:pt x="569600" y="118938"/>
                </a:cubicBezTo>
                <a:cubicBezTo>
                  <a:pt x="570774" y="120534"/>
                  <a:pt x="573229" y="121543"/>
                  <a:pt x="576963" y="121964"/>
                </a:cubicBezTo>
                <a:lnTo>
                  <a:pt x="576963" y="125217"/>
                </a:lnTo>
                <a:lnTo>
                  <a:pt x="534230" y="125217"/>
                </a:lnTo>
                <a:lnTo>
                  <a:pt x="534230" y="121964"/>
                </a:lnTo>
                <a:cubicBezTo>
                  <a:pt x="537422" y="121543"/>
                  <a:pt x="539711" y="120218"/>
                  <a:pt x="541096" y="117989"/>
                </a:cubicBezTo>
                <a:cubicBezTo>
                  <a:pt x="542060" y="116484"/>
                  <a:pt x="542542" y="112749"/>
                  <a:pt x="542542" y="106787"/>
                </a:cubicBezTo>
                <a:lnTo>
                  <a:pt x="542542" y="69204"/>
                </a:lnTo>
                <a:cubicBezTo>
                  <a:pt x="542542" y="62277"/>
                  <a:pt x="542271" y="57911"/>
                  <a:pt x="541729" y="56104"/>
                </a:cubicBezTo>
                <a:cubicBezTo>
                  <a:pt x="541187" y="54297"/>
                  <a:pt x="540268" y="52896"/>
                  <a:pt x="538973" y="51903"/>
                </a:cubicBezTo>
                <a:cubicBezTo>
                  <a:pt x="537678" y="50909"/>
                  <a:pt x="536248" y="50412"/>
                  <a:pt x="534682" y="50412"/>
                </a:cubicBezTo>
                <a:cubicBezTo>
                  <a:pt x="529502" y="50412"/>
                  <a:pt x="524684" y="54146"/>
                  <a:pt x="520227" y="61615"/>
                </a:cubicBezTo>
                <a:lnTo>
                  <a:pt x="520227" y="106787"/>
                </a:lnTo>
                <a:cubicBezTo>
                  <a:pt x="520227" y="113111"/>
                  <a:pt x="520814" y="117116"/>
                  <a:pt x="521988" y="118802"/>
                </a:cubicBezTo>
                <a:cubicBezTo>
                  <a:pt x="523163" y="120489"/>
                  <a:pt x="525346" y="121543"/>
                  <a:pt x="528538" y="121964"/>
                </a:cubicBezTo>
                <a:lnTo>
                  <a:pt x="528538" y="125217"/>
                </a:lnTo>
                <a:lnTo>
                  <a:pt x="485806" y="125217"/>
                </a:lnTo>
                <a:lnTo>
                  <a:pt x="485806" y="121964"/>
                </a:lnTo>
                <a:cubicBezTo>
                  <a:pt x="489359" y="121603"/>
                  <a:pt x="491889" y="120459"/>
                  <a:pt x="493395" y="118531"/>
                </a:cubicBezTo>
                <a:cubicBezTo>
                  <a:pt x="494418" y="117206"/>
                  <a:pt x="494930" y="113291"/>
                  <a:pt x="494930" y="106787"/>
                </a:cubicBezTo>
                <a:lnTo>
                  <a:pt x="494930" y="59085"/>
                </a:lnTo>
                <a:cubicBezTo>
                  <a:pt x="494930" y="52624"/>
                  <a:pt x="494343" y="48600"/>
                  <a:pt x="493169" y="47016"/>
                </a:cubicBezTo>
                <a:cubicBezTo>
                  <a:pt x="491994" y="45431"/>
                  <a:pt x="489540" y="44395"/>
                  <a:pt x="485806" y="43907"/>
                </a:cubicBezTo>
                <a:lnTo>
                  <a:pt x="485806" y="40655"/>
                </a:lnTo>
                <a:lnTo>
                  <a:pt x="520227" y="40655"/>
                </a:lnTo>
                <a:close/>
                <a:moveTo>
                  <a:pt x="643721" y="41739"/>
                </a:moveTo>
                <a:lnTo>
                  <a:pt x="672179" y="41739"/>
                </a:lnTo>
                <a:lnTo>
                  <a:pt x="672179" y="51677"/>
                </a:lnTo>
                <a:lnTo>
                  <a:pt x="656007" y="51677"/>
                </a:lnTo>
                <a:cubicBezTo>
                  <a:pt x="658959" y="54628"/>
                  <a:pt x="661007" y="57308"/>
                  <a:pt x="662151" y="59717"/>
                </a:cubicBezTo>
                <a:cubicBezTo>
                  <a:pt x="663596" y="62970"/>
                  <a:pt x="664319" y="66373"/>
                  <a:pt x="664319" y="69926"/>
                </a:cubicBezTo>
                <a:cubicBezTo>
                  <a:pt x="664319" y="75949"/>
                  <a:pt x="662648" y="81174"/>
                  <a:pt x="659305" y="85601"/>
                </a:cubicBezTo>
                <a:cubicBezTo>
                  <a:pt x="655962" y="90028"/>
                  <a:pt x="651415" y="93491"/>
                  <a:pt x="645663" y="95991"/>
                </a:cubicBezTo>
                <a:cubicBezTo>
                  <a:pt x="639911" y="98490"/>
                  <a:pt x="634807" y="99740"/>
                  <a:pt x="630350" y="99740"/>
                </a:cubicBezTo>
                <a:cubicBezTo>
                  <a:pt x="629988" y="99740"/>
                  <a:pt x="626375" y="99589"/>
                  <a:pt x="619508" y="99288"/>
                </a:cubicBezTo>
                <a:cubicBezTo>
                  <a:pt x="616798" y="99288"/>
                  <a:pt x="614525" y="100172"/>
                  <a:pt x="612688" y="101939"/>
                </a:cubicBezTo>
                <a:cubicBezTo>
                  <a:pt x="610851" y="103706"/>
                  <a:pt x="609932" y="105817"/>
                  <a:pt x="609932" y="108272"/>
                </a:cubicBezTo>
                <a:cubicBezTo>
                  <a:pt x="609932" y="110429"/>
                  <a:pt x="610760" y="112196"/>
                  <a:pt x="612416" y="113574"/>
                </a:cubicBezTo>
                <a:cubicBezTo>
                  <a:pt x="614073" y="114951"/>
                  <a:pt x="616768" y="115640"/>
                  <a:pt x="620502" y="115640"/>
                </a:cubicBezTo>
                <a:lnTo>
                  <a:pt x="636132" y="115460"/>
                </a:lnTo>
                <a:cubicBezTo>
                  <a:pt x="648780" y="115460"/>
                  <a:pt x="657483" y="116848"/>
                  <a:pt x="662241" y="119624"/>
                </a:cubicBezTo>
                <a:cubicBezTo>
                  <a:pt x="669047" y="123484"/>
                  <a:pt x="672450" y="129427"/>
                  <a:pt x="672450" y="137453"/>
                </a:cubicBezTo>
                <a:cubicBezTo>
                  <a:pt x="672450" y="142582"/>
                  <a:pt x="670884" y="147243"/>
                  <a:pt x="667752" y="151436"/>
                </a:cubicBezTo>
                <a:cubicBezTo>
                  <a:pt x="664620" y="155630"/>
                  <a:pt x="660495" y="158722"/>
                  <a:pt x="655375" y="160714"/>
                </a:cubicBezTo>
                <a:cubicBezTo>
                  <a:pt x="647605" y="163670"/>
                  <a:pt x="638661" y="165149"/>
                  <a:pt x="628543" y="165149"/>
                </a:cubicBezTo>
                <a:cubicBezTo>
                  <a:pt x="620954" y="165149"/>
                  <a:pt x="614028" y="164411"/>
                  <a:pt x="607764" y="162935"/>
                </a:cubicBezTo>
                <a:cubicBezTo>
                  <a:pt x="601500" y="161460"/>
                  <a:pt x="597013" y="159411"/>
                  <a:pt x="594303" y="156789"/>
                </a:cubicBezTo>
                <a:cubicBezTo>
                  <a:pt x="591592" y="154169"/>
                  <a:pt x="590237" y="151413"/>
                  <a:pt x="590237" y="148520"/>
                </a:cubicBezTo>
                <a:cubicBezTo>
                  <a:pt x="590237" y="145749"/>
                  <a:pt x="591276" y="143264"/>
                  <a:pt x="593354" y="141064"/>
                </a:cubicBezTo>
                <a:cubicBezTo>
                  <a:pt x="595432" y="138865"/>
                  <a:pt x="599302" y="137013"/>
                  <a:pt x="604963" y="135508"/>
                </a:cubicBezTo>
                <a:cubicBezTo>
                  <a:pt x="597133" y="131653"/>
                  <a:pt x="593218" y="126293"/>
                  <a:pt x="593218" y="119429"/>
                </a:cubicBezTo>
                <a:cubicBezTo>
                  <a:pt x="593218" y="115273"/>
                  <a:pt x="594814" y="111239"/>
                  <a:pt x="598007" y="107326"/>
                </a:cubicBezTo>
                <a:cubicBezTo>
                  <a:pt x="601199" y="103411"/>
                  <a:pt x="606258" y="100008"/>
                  <a:pt x="613184" y="97117"/>
                </a:cubicBezTo>
                <a:cubicBezTo>
                  <a:pt x="605114" y="94162"/>
                  <a:pt x="599271" y="90272"/>
                  <a:pt x="595658" y="85446"/>
                </a:cubicBezTo>
                <a:cubicBezTo>
                  <a:pt x="592044" y="80620"/>
                  <a:pt x="590237" y="75040"/>
                  <a:pt x="590237" y="68707"/>
                </a:cubicBezTo>
                <a:cubicBezTo>
                  <a:pt x="590237" y="60444"/>
                  <a:pt x="593610" y="53281"/>
                  <a:pt x="600356" y="47219"/>
                </a:cubicBezTo>
                <a:cubicBezTo>
                  <a:pt x="607101" y="41156"/>
                  <a:pt x="615774" y="38125"/>
                  <a:pt x="626375" y="38125"/>
                </a:cubicBezTo>
                <a:cubicBezTo>
                  <a:pt x="631976" y="38125"/>
                  <a:pt x="637758" y="39330"/>
                  <a:pt x="643721" y="41739"/>
                </a:cubicBezTo>
                <a:moveTo>
                  <a:pt x="628091" y="43907"/>
                </a:moveTo>
                <a:cubicBezTo>
                  <a:pt x="624598" y="43907"/>
                  <a:pt x="621647" y="45666"/>
                  <a:pt x="619237" y="49184"/>
                </a:cubicBezTo>
                <a:cubicBezTo>
                  <a:pt x="616828" y="52700"/>
                  <a:pt x="615624" y="59989"/>
                  <a:pt x="615624" y="71053"/>
                </a:cubicBezTo>
                <a:cubicBezTo>
                  <a:pt x="615624" y="80010"/>
                  <a:pt x="616813" y="86157"/>
                  <a:pt x="619192" y="89494"/>
                </a:cubicBezTo>
                <a:cubicBezTo>
                  <a:pt x="621571" y="92831"/>
                  <a:pt x="624387" y="94500"/>
                  <a:pt x="627639" y="94500"/>
                </a:cubicBezTo>
                <a:cubicBezTo>
                  <a:pt x="631253" y="94500"/>
                  <a:pt x="634265" y="92846"/>
                  <a:pt x="636674" y="89539"/>
                </a:cubicBezTo>
                <a:cubicBezTo>
                  <a:pt x="639083" y="86232"/>
                  <a:pt x="640288" y="79799"/>
                  <a:pt x="640288" y="70240"/>
                </a:cubicBezTo>
                <a:cubicBezTo>
                  <a:pt x="640288" y="59479"/>
                  <a:pt x="638932" y="52144"/>
                  <a:pt x="636222" y="48235"/>
                </a:cubicBezTo>
                <a:cubicBezTo>
                  <a:pt x="634295" y="45350"/>
                  <a:pt x="631584" y="43907"/>
                  <a:pt x="628091" y="43907"/>
                </a:cubicBezTo>
                <a:moveTo>
                  <a:pt x="622761" y="137684"/>
                </a:moveTo>
                <a:cubicBezTo>
                  <a:pt x="616617" y="137684"/>
                  <a:pt x="612552" y="138194"/>
                  <a:pt x="610564" y="139215"/>
                </a:cubicBezTo>
                <a:cubicBezTo>
                  <a:pt x="607131" y="141072"/>
                  <a:pt x="605415" y="143591"/>
                  <a:pt x="605415" y="146770"/>
                </a:cubicBezTo>
                <a:cubicBezTo>
                  <a:pt x="605415" y="149828"/>
                  <a:pt x="607192" y="152601"/>
                  <a:pt x="610745" y="155090"/>
                </a:cubicBezTo>
                <a:cubicBezTo>
                  <a:pt x="614299" y="157580"/>
                  <a:pt x="620984" y="158825"/>
                  <a:pt x="630802" y="158825"/>
                </a:cubicBezTo>
                <a:cubicBezTo>
                  <a:pt x="639173" y="158825"/>
                  <a:pt x="645753" y="157715"/>
                  <a:pt x="650542" y="155496"/>
                </a:cubicBezTo>
                <a:cubicBezTo>
                  <a:pt x="655330" y="153277"/>
                  <a:pt x="657724" y="150158"/>
                  <a:pt x="657724" y="146140"/>
                </a:cubicBezTo>
                <a:cubicBezTo>
                  <a:pt x="657724" y="144642"/>
                  <a:pt x="657272" y="143383"/>
                  <a:pt x="656369" y="142362"/>
                </a:cubicBezTo>
                <a:cubicBezTo>
                  <a:pt x="654743" y="140563"/>
                  <a:pt x="652288" y="139333"/>
                  <a:pt x="649006" y="138672"/>
                </a:cubicBezTo>
                <a:cubicBezTo>
                  <a:pt x="645723" y="138014"/>
                  <a:pt x="636975" y="137684"/>
                  <a:pt x="622761" y="137684"/>
                </a:cubicBezTo>
                <a:close/>
                <a:moveTo>
                  <a:pt x="837942" y="82213"/>
                </a:moveTo>
                <a:lnTo>
                  <a:pt x="833334" y="125217"/>
                </a:lnTo>
                <a:lnTo>
                  <a:pt x="724560" y="125217"/>
                </a:lnTo>
                <a:lnTo>
                  <a:pt x="724560" y="121964"/>
                </a:lnTo>
                <a:lnTo>
                  <a:pt x="728626" y="121964"/>
                </a:lnTo>
                <a:cubicBezTo>
                  <a:pt x="732179" y="121964"/>
                  <a:pt x="735040" y="121329"/>
                  <a:pt x="737208" y="120059"/>
                </a:cubicBezTo>
                <a:cubicBezTo>
                  <a:pt x="738774" y="119210"/>
                  <a:pt x="739979" y="117757"/>
                  <a:pt x="740822" y="115700"/>
                </a:cubicBezTo>
                <a:cubicBezTo>
                  <a:pt x="741485" y="114247"/>
                  <a:pt x="741816" y="110432"/>
                  <a:pt x="741816" y="104257"/>
                </a:cubicBezTo>
                <a:lnTo>
                  <a:pt x="741816" y="23670"/>
                </a:lnTo>
                <a:cubicBezTo>
                  <a:pt x="741816" y="17374"/>
                  <a:pt x="741485" y="13440"/>
                  <a:pt x="740822" y="11866"/>
                </a:cubicBezTo>
                <a:cubicBezTo>
                  <a:pt x="740160" y="10291"/>
                  <a:pt x="738820" y="8913"/>
                  <a:pt x="736802" y="7733"/>
                </a:cubicBezTo>
                <a:cubicBezTo>
                  <a:pt x="734784" y="6553"/>
                  <a:pt x="732059" y="5963"/>
                  <a:pt x="728626" y="5963"/>
                </a:cubicBezTo>
                <a:lnTo>
                  <a:pt x="724560" y="5963"/>
                </a:lnTo>
                <a:lnTo>
                  <a:pt x="724560" y="2710"/>
                </a:lnTo>
                <a:lnTo>
                  <a:pt x="789879" y="2710"/>
                </a:lnTo>
                <a:lnTo>
                  <a:pt x="789879" y="5963"/>
                </a:lnTo>
                <a:lnTo>
                  <a:pt x="784549" y="5963"/>
                </a:lnTo>
                <a:cubicBezTo>
                  <a:pt x="780995" y="5963"/>
                  <a:pt x="778134" y="6598"/>
                  <a:pt x="775966" y="7868"/>
                </a:cubicBezTo>
                <a:cubicBezTo>
                  <a:pt x="774400" y="8717"/>
                  <a:pt x="773165" y="10170"/>
                  <a:pt x="772262" y="12227"/>
                </a:cubicBezTo>
                <a:cubicBezTo>
                  <a:pt x="771599" y="13681"/>
                  <a:pt x="771268" y="17495"/>
                  <a:pt x="771268" y="23670"/>
                </a:cubicBezTo>
                <a:lnTo>
                  <a:pt x="771268" y="101727"/>
                </a:lnTo>
                <a:cubicBezTo>
                  <a:pt x="771268" y="107991"/>
                  <a:pt x="771630" y="111981"/>
                  <a:pt x="772352" y="113698"/>
                </a:cubicBezTo>
                <a:cubicBezTo>
                  <a:pt x="773075" y="115414"/>
                  <a:pt x="774490" y="116694"/>
                  <a:pt x="776598" y="117538"/>
                </a:cubicBezTo>
                <a:cubicBezTo>
                  <a:pt x="778104" y="118080"/>
                  <a:pt x="781748" y="118351"/>
                  <a:pt x="787530" y="118351"/>
                </a:cubicBezTo>
                <a:lnTo>
                  <a:pt x="797739" y="118351"/>
                </a:lnTo>
                <a:cubicBezTo>
                  <a:pt x="804244" y="118351"/>
                  <a:pt x="809664" y="117206"/>
                  <a:pt x="814001" y="114918"/>
                </a:cubicBezTo>
                <a:cubicBezTo>
                  <a:pt x="818337" y="112629"/>
                  <a:pt x="822087" y="109015"/>
                  <a:pt x="825249" y="104076"/>
                </a:cubicBezTo>
                <a:cubicBezTo>
                  <a:pt x="828411" y="99138"/>
                  <a:pt x="831407" y="91850"/>
                  <a:pt x="834238" y="82213"/>
                </a:cubicBezTo>
                <a:lnTo>
                  <a:pt x="837942" y="82213"/>
                </a:lnTo>
                <a:close/>
                <a:moveTo>
                  <a:pt x="871099" y="0"/>
                </a:moveTo>
                <a:cubicBezTo>
                  <a:pt x="875014" y="0"/>
                  <a:pt x="878327" y="1375"/>
                  <a:pt x="881037" y="4125"/>
                </a:cubicBezTo>
                <a:cubicBezTo>
                  <a:pt x="883748" y="6873"/>
                  <a:pt x="885103" y="10181"/>
                  <a:pt x="885103" y="14048"/>
                </a:cubicBezTo>
                <a:cubicBezTo>
                  <a:pt x="885103" y="17916"/>
                  <a:pt x="883733" y="21210"/>
                  <a:pt x="880992" y="23930"/>
                </a:cubicBezTo>
                <a:cubicBezTo>
                  <a:pt x="878252" y="26648"/>
                  <a:pt x="874954" y="28007"/>
                  <a:pt x="871099" y="28007"/>
                </a:cubicBezTo>
                <a:cubicBezTo>
                  <a:pt x="867245" y="28007"/>
                  <a:pt x="863962" y="26648"/>
                  <a:pt x="861252" y="23930"/>
                </a:cubicBezTo>
                <a:cubicBezTo>
                  <a:pt x="858542" y="21210"/>
                  <a:pt x="857187" y="17916"/>
                  <a:pt x="857187" y="14048"/>
                </a:cubicBezTo>
                <a:cubicBezTo>
                  <a:pt x="857187" y="10181"/>
                  <a:pt x="858542" y="6873"/>
                  <a:pt x="861252" y="4125"/>
                </a:cubicBezTo>
                <a:cubicBezTo>
                  <a:pt x="863962" y="1375"/>
                  <a:pt x="867245" y="0"/>
                  <a:pt x="871099" y="0"/>
                </a:cubicBezTo>
                <a:moveTo>
                  <a:pt x="883748" y="40655"/>
                </a:moveTo>
                <a:lnTo>
                  <a:pt x="883748" y="107690"/>
                </a:lnTo>
                <a:cubicBezTo>
                  <a:pt x="883748" y="113653"/>
                  <a:pt x="884440" y="117462"/>
                  <a:pt x="885826" y="119119"/>
                </a:cubicBezTo>
                <a:cubicBezTo>
                  <a:pt x="887211" y="120775"/>
                  <a:pt x="889921" y="121724"/>
                  <a:pt x="893957" y="121964"/>
                </a:cubicBezTo>
                <a:lnTo>
                  <a:pt x="893957" y="125217"/>
                </a:lnTo>
                <a:lnTo>
                  <a:pt x="848333" y="125217"/>
                </a:lnTo>
                <a:lnTo>
                  <a:pt x="848333" y="121964"/>
                </a:lnTo>
                <a:cubicBezTo>
                  <a:pt x="852067" y="121844"/>
                  <a:pt x="854838" y="120760"/>
                  <a:pt x="856644" y="118712"/>
                </a:cubicBezTo>
                <a:cubicBezTo>
                  <a:pt x="857849" y="117327"/>
                  <a:pt x="858451" y="113653"/>
                  <a:pt x="858451" y="107690"/>
                </a:cubicBezTo>
                <a:lnTo>
                  <a:pt x="858451" y="58362"/>
                </a:lnTo>
                <a:cubicBezTo>
                  <a:pt x="858451" y="52324"/>
                  <a:pt x="857759" y="48467"/>
                  <a:pt x="856373" y="46790"/>
                </a:cubicBezTo>
                <a:cubicBezTo>
                  <a:pt x="854988" y="45113"/>
                  <a:pt x="852308" y="44152"/>
                  <a:pt x="848333" y="43907"/>
                </a:cubicBezTo>
                <a:lnTo>
                  <a:pt x="848333" y="40655"/>
                </a:lnTo>
                <a:lnTo>
                  <a:pt x="883748" y="40655"/>
                </a:lnTo>
                <a:close/>
                <a:moveTo>
                  <a:pt x="955602" y="38487"/>
                </a:moveTo>
                <a:lnTo>
                  <a:pt x="956957" y="67397"/>
                </a:lnTo>
                <a:lnTo>
                  <a:pt x="953885" y="67397"/>
                </a:lnTo>
                <a:cubicBezTo>
                  <a:pt x="950211" y="58774"/>
                  <a:pt x="946402" y="52885"/>
                  <a:pt x="942457" y="49729"/>
                </a:cubicBezTo>
                <a:cubicBezTo>
                  <a:pt x="938512" y="46570"/>
                  <a:pt x="934582" y="44991"/>
                  <a:pt x="930667" y="44991"/>
                </a:cubicBezTo>
                <a:cubicBezTo>
                  <a:pt x="928197" y="44991"/>
                  <a:pt x="926089" y="45819"/>
                  <a:pt x="924343" y="47476"/>
                </a:cubicBezTo>
                <a:cubicBezTo>
                  <a:pt x="922596" y="49132"/>
                  <a:pt x="921723" y="51044"/>
                  <a:pt x="921723" y="53213"/>
                </a:cubicBezTo>
                <a:cubicBezTo>
                  <a:pt x="921723" y="54839"/>
                  <a:pt x="922325" y="56405"/>
                  <a:pt x="923530" y="57911"/>
                </a:cubicBezTo>
                <a:cubicBezTo>
                  <a:pt x="925457" y="60380"/>
                  <a:pt x="930848" y="64611"/>
                  <a:pt x="939701" y="70604"/>
                </a:cubicBezTo>
                <a:cubicBezTo>
                  <a:pt x="948555" y="76597"/>
                  <a:pt x="954382" y="81686"/>
                  <a:pt x="957183" y="85872"/>
                </a:cubicBezTo>
                <a:cubicBezTo>
                  <a:pt x="959984" y="90058"/>
                  <a:pt x="961384" y="94741"/>
                  <a:pt x="961384" y="99920"/>
                </a:cubicBezTo>
                <a:cubicBezTo>
                  <a:pt x="961384" y="104618"/>
                  <a:pt x="960209" y="109226"/>
                  <a:pt x="957860" y="113743"/>
                </a:cubicBezTo>
                <a:cubicBezTo>
                  <a:pt x="955511" y="118260"/>
                  <a:pt x="952199" y="121724"/>
                  <a:pt x="947923" y="124133"/>
                </a:cubicBezTo>
                <a:cubicBezTo>
                  <a:pt x="943646" y="126542"/>
                  <a:pt x="938918" y="127746"/>
                  <a:pt x="933739" y="127746"/>
                </a:cubicBezTo>
                <a:cubicBezTo>
                  <a:pt x="929703" y="127746"/>
                  <a:pt x="924313" y="126458"/>
                  <a:pt x="917567" y="123881"/>
                </a:cubicBezTo>
                <a:cubicBezTo>
                  <a:pt x="915760" y="123206"/>
                  <a:pt x="914525" y="122868"/>
                  <a:pt x="913863" y="122868"/>
                </a:cubicBezTo>
                <a:cubicBezTo>
                  <a:pt x="911875" y="122868"/>
                  <a:pt x="910219" y="124374"/>
                  <a:pt x="908894" y="127385"/>
                </a:cubicBezTo>
                <a:lnTo>
                  <a:pt x="905913" y="127385"/>
                </a:lnTo>
                <a:lnTo>
                  <a:pt x="904467" y="97029"/>
                </a:lnTo>
                <a:lnTo>
                  <a:pt x="907539" y="97029"/>
                </a:lnTo>
                <a:cubicBezTo>
                  <a:pt x="910249" y="104980"/>
                  <a:pt x="913968" y="110942"/>
                  <a:pt x="918696" y="114918"/>
                </a:cubicBezTo>
                <a:cubicBezTo>
                  <a:pt x="923424" y="118893"/>
                  <a:pt x="927896" y="120880"/>
                  <a:pt x="932112" y="120880"/>
                </a:cubicBezTo>
                <a:cubicBezTo>
                  <a:pt x="935003" y="120880"/>
                  <a:pt x="937367" y="119992"/>
                  <a:pt x="939204" y="118215"/>
                </a:cubicBezTo>
                <a:cubicBezTo>
                  <a:pt x="941041" y="116438"/>
                  <a:pt x="941960" y="114285"/>
                  <a:pt x="941960" y="111756"/>
                </a:cubicBezTo>
                <a:cubicBezTo>
                  <a:pt x="941960" y="108865"/>
                  <a:pt x="941056" y="106365"/>
                  <a:pt x="939250" y="104257"/>
                </a:cubicBezTo>
                <a:cubicBezTo>
                  <a:pt x="937443" y="102149"/>
                  <a:pt x="933407" y="98957"/>
                  <a:pt x="927143" y="94681"/>
                </a:cubicBezTo>
                <a:cubicBezTo>
                  <a:pt x="917928" y="88296"/>
                  <a:pt x="911966" y="83418"/>
                  <a:pt x="909255" y="80045"/>
                </a:cubicBezTo>
                <a:cubicBezTo>
                  <a:pt x="905280" y="75106"/>
                  <a:pt x="903293" y="69655"/>
                  <a:pt x="903293" y="63693"/>
                </a:cubicBezTo>
                <a:cubicBezTo>
                  <a:pt x="903293" y="57188"/>
                  <a:pt x="905536" y="51300"/>
                  <a:pt x="910023" y="46030"/>
                </a:cubicBezTo>
                <a:cubicBezTo>
                  <a:pt x="914510" y="40760"/>
                  <a:pt x="921000" y="38125"/>
                  <a:pt x="929492" y="38125"/>
                </a:cubicBezTo>
                <a:cubicBezTo>
                  <a:pt x="934070" y="38125"/>
                  <a:pt x="938497" y="39283"/>
                  <a:pt x="942773" y="41598"/>
                </a:cubicBezTo>
                <a:cubicBezTo>
                  <a:pt x="944399" y="42535"/>
                  <a:pt x="945724" y="43004"/>
                  <a:pt x="946748" y="43004"/>
                </a:cubicBezTo>
                <a:cubicBezTo>
                  <a:pt x="947832" y="43004"/>
                  <a:pt x="948706" y="42778"/>
                  <a:pt x="949368" y="42326"/>
                </a:cubicBezTo>
                <a:cubicBezTo>
                  <a:pt x="950031" y="41874"/>
                  <a:pt x="951085" y="40595"/>
                  <a:pt x="952530" y="38487"/>
                </a:cubicBezTo>
                <a:lnTo>
                  <a:pt x="955602" y="38487"/>
                </a:lnTo>
                <a:close/>
                <a:moveTo>
                  <a:pt x="1007701" y="9576"/>
                </a:moveTo>
                <a:lnTo>
                  <a:pt x="1007701" y="40655"/>
                </a:lnTo>
                <a:lnTo>
                  <a:pt x="1027757" y="40655"/>
                </a:lnTo>
                <a:lnTo>
                  <a:pt x="1027757" y="49509"/>
                </a:lnTo>
                <a:lnTo>
                  <a:pt x="1007701" y="49509"/>
                </a:lnTo>
                <a:lnTo>
                  <a:pt x="1007701" y="101778"/>
                </a:lnTo>
                <a:cubicBezTo>
                  <a:pt x="1007701" y="106670"/>
                  <a:pt x="1007927" y="109825"/>
                  <a:pt x="1008378" y="111245"/>
                </a:cubicBezTo>
                <a:cubicBezTo>
                  <a:pt x="1008830" y="112664"/>
                  <a:pt x="1009628" y="113812"/>
                  <a:pt x="1010773" y="114689"/>
                </a:cubicBezTo>
                <a:cubicBezTo>
                  <a:pt x="1011917" y="115564"/>
                  <a:pt x="1012971" y="116002"/>
                  <a:pt x="1013935" y="116002"/>
                </a:cubicBezTo>
                <a:cubicBezTo>
                  <a:pt x="1017849" y="116002"/>
                  <a:pt x="1021554" y="112990"/>
                  <a:pt x="1025047" y="106967"/>
                </a:cubicBezTo>
                <a:lnTo>
                  <a:pt x="1027757" y="108975"/>
                </a:lnTo>
                <a:cubicBezTo>
                  <a:pt x="1022879" y="120646"/>
                  <a:pt x="1014958" y="126482"/>
                  <a:pt x="1003997" y="126482"/>
                </a:cubicBezTo>
                <a:cubicBezTo>
                  <a:pt x="998636" y="126482"/>
                  <a:pt x="994104" y="124986"/>
                  <a:pt x="990400" y="121995"/>
                </a:cubicBezTo>
                <a:cubicBezTo>
                  <a:pt x="986696" y="119003"/>
                  <a:pt x="984332" y="115663"/>
                  <a:pt x="983308" y="111976"/>
                </a:cubicBezTo>
                <a:cubicBezTo>
                  <a:pt x="982706" y="109920"/>
                  <a:pt x="982405" y="104360"/>
                  <a:pt x="982405" y="95293"/>
                </a:cubicBezTo>
                <a:lnTo>
                  <a:pt x="982405" y="49509"/>
                </a:lnTo>
                <a:lnTo>
                  <a:pt x="971383" y="49509"/>
                </a:lnTo>
                <a:lnTo>
                  <a:pt x="971383" y="46338"/>
                </a:lnTo>
                <a:cubicBezTo>
                  <a:pt x="978971" y="40966"/>
                  <a:pt x="985431" y="35323"/>
                  <a:pt x="990761" y="29407"/>
                </a:cubicBezTo>
                <a:cubicBezTo>
                  <a:pt x="996092" y="23491"/>
                  <a:pt x="1000744" y="16881"/>
                  <a:pt x="1004719" y="9576"/>
                </a:cubicBezTo>
                <a:lnTo>
                  <a:pt x="1007701" y="957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D395B-BD70-4F19-88E2-C1B7D2AC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66" y="1410119"/>
            <a:ext cx="1035373" cy="1048884"/>
          </a:xfrm>
          <a:custGeom xmlns:a="http://schemas.openxmlformats.org/drawingml/2006/main">
            <a:pathLst>
              <a:path w="1035373" h="1048884">
                <a:moveTo>
                  <a:pt x="517658" y="1048884"/>
                </a:moveTo>
                <a:lnTo>
                  <a:pt x="0" y="815755"/>
                </a:lnTo>
                <a:lnTo>
                  <a:pt x="258833" y="815755"/>
                </a:lnTo>
                <a:lnTo>
                  <a:pt x="258833" y="0"/>
                </a:lnTo>
                <a:lnTo>
                  <a:pt x="776548" y="0"/>
                </a:lnTo>
                <a:lnTo>
                  <a:pt x="776548" y="815755"/>
                </a:lnTo>
                <a:lnTo>
                  <a:pt x="1035373" y="815755"/>
                </a:lnTo>
                <a:lnTo>
                  <a:pt x="517658" y="1048884"/>
                </a:lnTo>
              </a:path>
            </a:pathLst>
          </a:custGeom>
          <a:solidFill xmlns:a="http://schemas.openxmlformats.org/drawingml/2006/main">
            <a:srgbClr val="DEDE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E3161-4DC3-41DF-A2AA-565E55CC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5" y="1554179"/>
            <a:ext cx="2287315" cy="498580"/>
          </a:xfrm>
          <a:custGeom xmlns:a="http://schemas.openxmlformats.org/drawingml/2006/main">
            <a:pathLst>
              <a:path w="2287315" h="498580">
                <a:moveTo>
                  <a:pt x="0" y="498580"/>
                </a:moveTo>
                <a:lnTo>
                  <a:pt x="0" y="0"/>
                </a:lnTo>
                <a:lnTo>
                  <a:pt x="2287315" y="0"/>
                </a:lnTo>
                <a:lnTo>
                  <a:pt x="2287315" y="498580"/>
                </a:lnTo>
                <a:lnTo>
                  <a:pt x="0" y="498580"/>
                </a:lnTo>
                <a:close/>
              </a:path>
            </a:pathLst>
          </a:custGeom>
          <a:solidFill xmlns:a="http://schemas.openxmlformats.org/drawingml/2006/main">
            <a:srgbClr val="693E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Attaining">
            <a:extLst xmlns:a="http://schemas.openxmlformats.org/drawingml/2006/main">
              <a:ext uri="{FF2B5EF4-FFF2-40B4-BE49-F238E27FC236}">
                <a16:creationId xmlns:a16="http://schemas.microsoft.com/office/drawing/2014/main" id="{EB04C006-E228-4729-9AB7-672573EE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66" y="1604364"/>
            <a:ext cx="814794" cy="182765"/>
          </a:xfrm>
          <a:custGeom xmlns:a="http://schemas.openxmlformats.org/drawingml/2006/main">
            <a:pathLst>
              <a:path w="814794" h="182765">
                <a:moveTo>
                  <a:pt x="94582" y="94982"/>
                </a:moveTo>
                <a:lnTo>
                  <a:pt x="52590" y="94982"/>
                </a:lnTo>
                <a:lnTo>
                  <a:pt x="44191" y="105339"/>
                </a:lnTo>
                <a:lnTo>
                  <a:pt x="34593" y="116827"/>
                </a:lnTo>
                <a:cubicBezTo>
                  <a:pt x="32727" y="119300"/>
                  <a:pt x="31361" y="121539"/>
                  <a:pt x="30494" y="123545"/>
                </a:cubicBezTo>
                <a:cubicBezTo>
                  <a:pt x="29828" y="125082"/>
                  <a:pt x="29494" y="126619"/>
                  <a:pt x="29494" y="128157"/>
                </a:cubicBezTo>
                <a:cubicBezTo>
                  <a:pt x="29494" y="129760"/>
                  <a:pt x="30344" y="131248"/>
                  <a:pt x="32044" y="132618"/>
                </a:cubicBezTo>
                <a:cubicBezTo>
                  <a:pt x="33743" y="133989"/>
                  <a:pt x="36560" y="134774"/>
                  <a:pt x="40492" y="134974"/>
                </a:cubicBezTo>
                <a:lnTo>
                  <a:pt x="40492" y="138573"/>
                </a:lnTo>
                <a:lnTo>
                  <a:pt x="0" y="138573"/>
                </a:lnTo>
                <a:lnTo>
                  <a:pt x="1000" y="134974"/>
                </a:lnTo>
                <a:cubicBezTo>
                  <a:pt x="4599" y="134372"/>
                  <a:pt x="7798" y="133102"/>
                  <a:pt x="10598" y="131165"/>
                </a:cubicBezTo>
                <a:cubicBezTo>
                  <a:pt x="14331" y="128495"/>
                  <a:pt x="19696" y="122985"/>
                  <a:pt x="26695" y="114634"/>
                </a:cubicBezTo>
                <a:lnTo>
                  <a:pt x="122776" y="0"/>
                </a:lnTo>
                <a:lnTo>
                  <a:pt x="127275" y="0"/>
                </a:lnTo>
                <a:lnTo>
                  <a:pt x="122776" y="110885"/>
                </a:lnTo>
                <a:cubicBezTo>
                  <a:pt x="122576" y="116680"/>
                  <a:pt x="122476" y="120181"/>
                  <a:pt x="122476" y="121389"/>
                </a:cubicBezTo>
                <a:cubicBezTo>
                  <a:pt x="122476" y="125951"/>
                  <a:pt x="123393" y="129272"/>
                  <a:pt x="125226" y="131353"/>
                </a:cubicBezTo>
                <a:cubicBezTo>
                  <a:pt x="127059" y="133432"/>
                  <a:pt x="130108" y="134639"/>
                  <a:pt x="134374" y="134974"/>
                </a:cubicBezTo>
                <a:lnTo>
                  <a:pt x="133374" y="138573"/>
                </a:lnTo>
                <a:lnTo>
                  <a:pt x="74686" y="138573"/>
                </a:lnTo>
                <a:lnTo>
                  <a:pt x="75785" y="134974"/>
                </a:lnTo>
                <a:cubicBezTo>
                  <a:pt x="81584" y="134439"/>
                  <a:pt x="84917" y="133970"/>
                  <a:pt x="85783" y="133568"/>
                </a:cubicBezTo>
                <a:cubicBezTo>
                  <a:pt x="87650" y="132631"/>
                  <a:pt x="89349" y="130673"/>
                  <a:pt x="90882" y="127694"/>
                </a:cubicBezTo>
                <a:cubicBezTo>
                  <a:pt x="92416" y="124716"/>
                  <a:pt x="93349" y="119544"/>
                  <a:pt x="93682" y="112178"/>
                </a:cubicBezTo>
                <a:lnTo>
                  <a:pt x="94582" y="94982"/>
                </a:lnTo>
                <a:moveTo>
                  <a:pt x="94582" y="86783"/>
                </a:moveTo>
                <a:lnTo>
                  <a:pt x="97181" y="42451"/>
                </a:lnTo>
                <a:lnTo>
                  <a:pt x="59489" y="86783"/>
                </a:lnTo>
                <a:lnTo>
                  <a:pt x="94582" y="86783"/>
                </a:lnTo>
                <a:close/>
                <a:moveTo>
                  <a:pt x="208297" y="21396"/>
                </a:moveTo>
                <a:lnTo>
                  <a:pt x="200299" y="48591"/>
                </a:lnTo>
                <a:lnTo>
                  <a:pt x="213396" y="48591"/>
                </a:lnTo>
                <a:lnTo>
                  <a:pt x="209897" y="60188"/>
                </a:lnTo>
                <a:lnTo>
                  <a:pt x="197000" y="60188"/>
                </a:lnTo>
                <a:lnTo>
                  <a:pt x="180303" y="118165"/>
                </a:lnTo>
                <a:cubicBezTo>
                  <a:pt x="179236" y="121764"/>
                  <a:pt x="178703" y="124497"/>
                  <a:pt x="178703" y="126363"/>
                </a:cubicBezTo>
                <a:cubicBezTo>
                  <a:pt x="178703" y="127234"/>
                  <a:pt x="179003" y="127987"/>
                  <a:pt x="179603" y="128622"/>
                </a:cubicBezTo>
                <a:cubicBezTo>
                  <a:pt x="180203" y="129257"/>
                  <a:pt x="180869" y="129575"/>
                  <a:pt x="181603" y="129575"/>
                </a:cubicBezTo>
                <a:cubicBezTo>
                  <a:pt x="182736" y="129575"/>
                  <a:pt x="183902" y="129108"/>
                  <a:pt x="185102" y="128175"/>
                </a:cubicBezTo>
                <a:cubicBezTo>
                  <a:pt x="188168" y="125842"/>
                  <a:pt x="191734" y="121777"/>
                  <a:pt x="195800" y="115978"/>
                </a:cubicBezTo>
                <a:lnTo>
                  <a:pt x="199299" y="118177"/>
                </a:lnTo>
                <a:cubicBezTo>
                  <a:pt x="194700" y="126176"/>
                  <a:pt x="189634" y="132041"/>
                  <a:pt x="184102" y="135774"/>
                </a:cubicBezTo>
                <a:cubicBezTo>
                  <a:pt x="178570" y="139506"/>
                  <a:pt x="173137" y="141373"/>
                  <a:pt x="167805" y="141373"/>
                </a:cubicBezTo>
                <a:cubicBezTo>
                  <a:pt x="163273" y="141373"/>
                  <a:pt x="159757" y="140223"/>
                  <a:pt x="157257" y="137923"/>
                </a:cubicBezTo>
                <a:cubicBezTo>
                  <a:pt x="154758" y="135624"/>
                  <a:pt x="153508" y="132708"/>
                  <a:pt x="153508" y="129175"/>
                </a:cubicBezTo>
                <a:cubicBezTo>
                  <a:pt x="153508" y="125309"/>
                  <a:pt x="154374" y="120343"/>
                  <a:pt x="156107" y="114278"/>
                </a:cubicBezTo>
                <a:lnTo>
                  <a:pt x="171904" y="60188"/>
                </a:lnTo>
                <a:lnTo>
                  <a:pt x="158307" y="60188"/>
                </a:lnTo>
                <a:lnTo>
                  <a:pt x="160307" y="52771"/>
                </a:lnTo>
                <a:cubicBezTo>
                  <a:pt x="168838" y="49630"/>
                  <a:pt x="176037" y="45955"/>
                  <a:pt x="181902" y="41745"/>
                </a:cubicBezTo>
                <a:cubicBezTo>
                  <a:pt x="187768" y="37535"/>
                  <a:pt x="194833" y="30752"/>
                  <a:pt x="203098" y="21396"/>
                </a:cubicBezTo>
                <a:lnTo>
                  <a:pt x="208297" y="21396"/>
                </a:lnTo>
                <a:close/>
                <a:moveTo>
                  <a:pt x="265221" y="21396"/>
                </a:moveTo>
                <a:lnTo>
                  <a:pt x="257222" y="48591"/>
                </a:lnTo>
                <a:lnTo>
                  <a:pt x="270320" y="48591"/>
                </a:lnTo>
                <a:lnTo>
                  <a:pt x="266820" y="60188"/>
                </a:lnTo>
                <a:lnTo>
                  <a:pt x="253923" y="60188"/>
                </a:lnTo>
                <a:lnTo>
                  <a:pt x="237226" y="118165"/>
                </a:lnTo>
                <a:cubicBezTo>
                  <a:pt x="236160" y="121764"/>
                  <a:pt x="235626" y="124497"/>
                  <a:pt x="235626" y="126363"/>
                </a:cubicBezTo>
                <a:cubicBezTo>
                  <a:pt x="235626" y="127234"/>
                  <a:pt x="235926" y="127987"/>
                  <a:pt x="236526" y="128622"/>
                </a:cubicBezTo>
                <a:cubicBezTo>
                  <a:pt x="237126" y="129257"/>
                  <a:pt x="237793" y="129575"/>
                  <a:pt x="238526" y="129575"/>
                </a:cubicBezTo>
                <a:cubicBezTo>
                  <a:pt x="239659" y="129575"/>
                  <a:pt x="240825" y="129108"/>
                  <a:pt x="242025" y="128175"/>
                </a:cubicBezTo>
                <a:cubicBezTo>
                  <a:pt x="245091" y="125842"/>
                  <a:pt x="248657" y="121777"/>
                  <a:pt x="252723" y="115978"/>
                </a:cubicBezTo>
                <a:lnTo>
                  <a:pt x="256223" y="118177"/>
                </a:lnTo>
                <a:cubicBezTo>
                  <a:pt x="251623" y="126176"/>
                  <a:pt x="246558" y="132041"/>
                  <a:pt x="241025" y="135774"/>
                </a:cubicBezTo>
                <a:cubicBezTo>
                  <a:pt x="235493" y="139506"/>
                  <a:pt x="230061" y="141373"/>
                  <a:pt x="224729" y="141373"/>
                </a:cubicBezTo>
                <a:cubicBezTo>
                  <a:pt x="220196" y="141373"/>
                  <a:pt x="216680" y="140223"/>
                  <a:pt x="214181" y="137923"/>
                </a:cubicBezTo>
                <a:cubicBezTo>
                  <a:pt x="211681" y="135624"/>
                  <a:pt x="210431" y="132708"/>
                  <a:pt x="210431" y="129175"/>
                </a:cubicBezTo>
                <a:cubicBezTo>
                  <a:pt x="210431" y="125309"/>
                  <a:pt x="211298" y="120343"/>
                  <a:pt x="213031" y="114278"/>
                </a:cubicBezTo>
                <a:lnTo>
                  <a:pt x="228828" y="60188"/>
                </a:lnTo>
                <a:lnTo>
                  <a:pt x="215230" y="60188"/>
                </a:lnTo>
                <a:lnTo>
                  <a:pt x="217230" y="52771"/>
                </a:lnTo>
                <a:cubicBezTo>
                  <a:pt x="225762" y="49630"/>
                  <a:pt x="232960" y="45955"/>
                  <a:pt x="238826" y="41745"/>
                </a:cubicBezTo>
                <a:cubicBezTo>
                  <a:pt x="244691" y="37535"/>
                  <a:pt x="251757" y="30752"/>
                  <a:pt x="260022" y="21396"/>
                </a:cubicBezTo>
                <a:lnTo>
                  <a:pt x="265221" y="21396"/>
                </a:lnTo>
                <a:close/>
                <a:moveTo>
                  <a:pt x="361537" y="47191"/>
                </a:moveTo>
                <a:lnTo>
                  <a:pt x="342140" y="113822"/>
                </a:lnTo>
                <a:lnTo>
                  <a:pt x="340141" y="121936"/>
                </a:lnTo>
                <a:cubicBezTo>
                  <a:pt x="339941" y="122940"/>
                  <a:pt x="339841" y="123675"/>
                  <a:pt x="339841" y="124142"/>
                </a:cubicBezTo>
                <a:cubicBezTo>
                  <a:pt x="339841" y="124937"/>
                  <a:pt x="340124" y="125634"/>
                  <a:pt x="340691" y="126232"/>
                </a:cubicBezTo>
                <a:cubicBezTo>
                  <a:pt x="341257" y="126830"/>
                  <a:pt x="341840" y="127129"/>
                  <a:pt x="342440" y="127129"/>
                </a:cubicBezTo>
                <a:cubicBezTo>
                  <a:pt x="343840" y="127129"/>
                  <a:pt x="345773" y="126066"/>
                  <a:pt x="348239" y="123942"/>
                </a:cubicBezTo>
                <a:cubicBezTo>
                  <a:pt x="349239" y="123077"/>
                  <a:pt x="351639" y="120023"/>
                  <a:pt x="355438" y="114778"/>
                </a:cubicBezTo>
                <a:lnTo>
                  <a:pt x="358937" y="116571"/>
                </a:lnTo>
                <a:cubicBezTo>
                  <a:pt x="354205" y="125203"/>
                  <a:pt x="349156" y="131494"/>
                  <a:pt x="343790" y="135446"/>
                </a:cubicBezTo>
                <a:cubicBezTo>
                  <a:pt x="338424" y="139397"/>
                  <a:pt x="332642" y="141373"/>
                  <a:pt x="326443" y="141373"/>
                </a:cubicBezTo>
                <a:cubicBezTo>
                  <a:pt x="322644" y="141373"/>
                  <a:pt x="319745" y="140390"/>
                  <a:pt x="317745" y="138423"/>
                </a:cubicBezTo>
                <a:cubicBezTo>
                  <a:pt x="315746" y="136457"/>
                  <a:pt x="314746" y="133974"/>
                  <a:pt x="314746" y="130975"/>
                </a:cubicBezTo>
                <a:cubicBezTo>
                  <a:pt x="314746" y="128375"/>
                  <a:pt x="315812" y="123543"/>
                  <a:pt x="317945" y="116478"/>
                </a:cubicBezTo>
                <a:lnTo>
                  <a:pt x="320345" y="108379"/>
                </a:lnTo>
                <a:cubicBezTo>
                  <a:pt x="312613" y="121643"/>
                  <a:pt x="305181" y="131041"/>
                  <a:pt x="298049" y="136574"/>
                </a:cubicBezTo>
                <a:cubicBezTo>
                  <a:pt x="293916" y="139773"/>
                  <a:pt x="289517" y="141373"/>
                  <a:pt x="284851" y="141373"/>
                </a:cubicBezTo>
                <a:cubicBezTo>
                  <a:pt x="278719" y="141373"/>
                  <a:pt x="274287" y="138854"/>
                  <a:pt x="271554" y="133818"/>
                </a:cubicBezTo>
                <a:cubicBezTo>
                  <a:pt x="268821" y="128779"/>
                  <a:pt x="267455" y="123091"/>
                  <a:pt x="267455" y="116752"/>
                </a:cubicBezTo>
                <a:cubicBezTo>
                  <a:pt x="267455" y="107344"/>
                  <a:pt x="270321" y="96551"/>
                  <a:pt x="276053" y="84374"/>
                </a:cubicBezTo>
                <a:cubicBezTo>
                  <a:pt x="281785" y="72198"/>
                  <a:pt x="289317" y="62406"/>
                  <a:pt x="298649" y="54999"/>
                </a:cubicBezTo>
                <a:cubicBezTo>
                  <a:pt x="306314" y="48860"/>
                  <a:pt x="313513" y="45791"/>
                  <a:pt x="320245" y="45791"/>
                </a:cubicBezTo>
                <a:cubicBezTo>
                  <a:pt x="323977" y="45791"/>
                  <a:pt x="326977" y="46875"/>
                  <a:pt x="329243" y="49044"/>
                </a:cubicBezTo>
                <a:cubicBezTo>
                  <a:pt x="331509" y="51212"/>
                  <a:pt x="333175" y="55165"/>
                  <a:pt x="334242" y="60904"/>
                </a:cubicBezTo>
                <a:lnTo>
                  <a:pt x="337841" y="48591"/>
                </a:lnTo>
                <a:lnTo>
                  <a:pt x="361537" y="47191"/>
                </a:lnTo>
                <a:moveTo>
                  <a:pt x="329543" y="66368"/>
                </a:moveTo>
                <a:cubicBezTo>
                  <a:pt x="329543" y="60976"/>
                  <a:pt x="328710" y="57082"/>
                  <a:pt x="327043" y="54686"/>
                </a:cubicBezTo>
                <a:cubicBezTo>
                  <a:pt x="325844" y="53022"/>
                  <a:pt x="324211" y="52190"/>
                  <a:pt x="322144" y="52190"/>
                </a:cubicBezTo>
                <a:cubicBezTo>
                  <a:pt x="320078" y="52190"/>
                  <a:pt x="317945" y="53189"/>
                  <a:pt x="315746" y="55186"/>
                </a:cubicBezTo>
                <a:cubicBezTo>
                  <a:pt x="311280" y="59313"/>
                  <a:pt x="306464" y="67683"/>
                  <a:pt x="301298" y="80297"/>
                </a:cubicBezTo>
                <a:cubicBezTo>
                  <a:pt x="296133" y="92909"/>
                  <a:pt x="293550" y="103808"/>
                  <a:pt x="293550" y="112994"/>
                </a:cubicBezTo>
                <a:cubicBezTo>
                  <a:pt x="293550" y="116520"/>
                  <a:pt x="294133" y="119066"/>
                  <a:pt x="295299" y="120630"/>
                </a:cubicBezTo>
                <a:cubicBezTo>
                  <a:pt x="296466" y="122194"/>
                  <a:pt x="297749" y="122976"/>
                  <a:pt x="299149" y="122976"/>
                </a:cubicBezTo>
                <a:cubicBezTo>
                  <a:pt x="302148" y="122976"/>
                  <a:pt x="305181" y="121245"/>
                  <a:pt x="308247" y="117784"/>
                </a:cubicBezTo>
                <a:cubicBezTo>
                  <a:pt x="312646" y="112859"/>
                  <a:pt x="316612" y="106837"/>
                  <a:pt x="320145" y="99715"/>
                </a:cubicBezTo>
                <a:cubicBezTo>
                  <a:pt x="326410" y="87201"/>
                  <a:pt x="329543" y="76085"/>
                  <a:pt x="329543" y="66368"/>
                </a:cubicBezTo>
                <a:close/>
                <a:moveTo>
                  <a:pt x="412442" y="0"/>
                </a:moveTo>
                <a:cubicBezTo>
                  <a:pt x="416574" y="0"/>
                  <a:pt x="420057" y="1443"/>
                  <a:pt x="422890" y="4330"/>
                </a:cubicBezTo>
                <a:cubicBezTo>
                  <a:pt x="425723" y="7215"/>
                  <a:pt x="427139" y="10704"/>
                  <a:pt x="427139" y="14797"/>
                </a:cubicBezTo>
                <a:cubicBezTo>
                  <a:pt x="427139" y="18890"/>
                  <a:pt x="425706" y="22380"/>
                  <a:pt x="422840" y="25267"/>
                </a:cubicBezTo>
                <a:cubicBezTo>
                  <a:pt x="419974" y="28152"/>
                  <a:pt x="416508" y="29594"/>
                  <a:pt x="412442" y="29594"/>
                </a:cubicBezTo>
                <a:cubicBezTo>
                  <a:pt x="408443" y="29594"/>
                  <a:pt x="405010" y="28152"/>
                  <a:pt x="402144" y="25267"/>
                </a:cubicBezTo>
                <a:cubicBezTo>
                  <a:pt x="399278" y="22380"/>
                  <a:pt x="397845" y="18890"/>
                  <a:pt x="397845" y="14797"/>
                </a:cubicBezTo>
                <a:cubicBezTo>
                  <a:pt x="397845" y="10704"/>
                  <a:pt x="399261" y="7215"/>
                  <a:pt x="402094" y="4330"/>
                </a:cubicBezTo>
                <a:cubicBezTo>
                  <a:pt x="404927" y="1443"/>
                  <a:pt x="408376" y="0"/>
                  <a:pt x="412442" y="0"/>
                </a:cubicBezTo>
                <a:moveTo>
                  <a:pt x="418641" y="45791"/>
                </a:moveTo>
                <a:lnTo>
                  <a:pt x="398145" y="116393"/>
                </a:lnTo>
                <a:cubicBezTo>
                  <a:pt x="397011" y="120432"/>
                  <a:pt x="396445" y="123080"/>
                  <a:pt x="396445" y="124339"/>
                </a:cubicBezTo>
                <a:cubicBezTo>
                  <a:pt x="396445" y="125101"/>
                  <a:pt x="396745" y="125811"/>
                  <a:pt x="397345" y="126469"/>
                </a:cubicBezTo>
                <a:cubicBezTo>
                  <a:pt x="397945" y="127125"/>
                  <a:pt x="398578" y="127454"/>
                  <a:pt x="399244" y="127454"/>
                </a:cubicBezTo>
                <a:cubicBezTo>
                  <a:pt x="400377" y="127454"/>
                  <a:pt x="401511" y="126934"/>
                  <a:pt x="402644" y="125894"/>
                </a:cubicBezTo>
                <a:cubicBezTo>
                  <a:pt x="405643" y="123332"/>
                  <a:pt x="409242" y="118694"/>
                  <a:pt x="413442" y="111978"/>
                </a:cubicBezTo>
                <a:lnTo>
                  <a:pt x="416841" y="114056"/>
                </a:lnTo>
                <a:cubicBezTo>
                  <a:pt x="406776" y="132267"/>
                  <a:pt x="396078" y="141373"/>
                  <a:pt x="384747" y="141373"/>
                </a:cubicBezTo>
                <a:cubicBezTo>
                  <a:pt x="380415" y="141373"/>
                  <a:pt x="376965" y="140156"/>
                  <a:pt x="374399" y="137723"/>
                </a:cubicBezTo>
                <a:cubicBezTo>
                  <a:pt x="371833" y="135291"/>
                  <a:pt x="370550" y="132208"/>
                  <a:pt x="370550" y="128475"/>
                </a:cubicBezTo>
                <a:cubicBezTo>
                  <a:pt x="370550" y="126009"/>
                  <a:pt x="371116" y="122876"/>
                  <a:pt x="372250" y="119077"/>
                </a:cubicBezTo>
                <a:lnTo>
                  <a:pt x="386147" y="71286"/>
                </a:lnTo>
                <a:cubicBezTo>
                  <a:pt x="387480" y="66687"/>
                  <a:pt x="388147" y="63221"/>
                  <a:pt x="388147" y="60888"/>
                </a:cubicBezTo>
                <a:cubicBezTo>
                  <a:pt x="388147" y="59422"/>
                  <a:pt x="387513" y="58122"/>
                  <a:pt x="386247" y="56989"/>
                </a:cubicBezTo>
                <a:cubicBezTo>
                  <a:pt x="384980" y="55856"/>
                  <a:pt x="383247" y="55289"/>
                  <a:pt x="381048" y="55289"/>
                </a:cubicBezTo>
                <a:cubicBezTo>
                  <a:pt x="380048" y="55289"/>
                  <a:pt x="378848" y="55323"/>
                  <a:pt x="377449" y="55389"/>
                </a:cubicBezTo>
                <a:lnTo>
                  <a:pt x="378748" y="51390"/>
                </a:lnTo>
                <a:lnTo>
                  <a:pt x="412642" y="45791"/>
                </a:lnTo>
                <a:lnTo>
                  <a:pt x="418641" y="45791"/>
                </a:lnTo>
                <a:close/>
                <a:moveTo>
                  <a:pt x="478064" y="45791"/>
                </a:moveTo>
                <a:lnTo>
                  <a:pt x="465666" y="88730"/>
                </a:lnTo>
                <a:cubicBezTo>
                  <a:pt x="473998" y="76184"/>
                  <a:pt x="480230" y="67610"/>
                  <a:pt x="484362" y="63007"/>
                </a:cubicBezTo>
                <a:cubicBezTo>
                  <a:pt x="490428" y="56335"/>
                  <a:pt x="495660" y="51798"/>
                  <a:pt x="500059" y="49397"/>
                </a:cubicBezTo>
                <a:cubicBezTo>
                  <a:pt x="504459" y="46993"/>
                  <a:pt x="508591" y="45791"/>
                  <a:pt x="512457" y="45791"/>
                </a:cubicBezTo>
                <a:cubicBezTo>
                  <a:pt x="515923" y="45791"/>
                  <a:pt x="518889" y="47084"/>
                  <a:pt x="521355" y="49669"/>
                </a:cubicBezTo>
                <a:cubicBezTo>
                  <a:pt x="523821" y="52251"/>
                  <a:pt x="525055" y="55623"/>
                  <a:pt x="525055" y="59782"/>
                </a:cubicBezTo>
                <a:cubicBezTo>
                  <a:pt x="525055" y="63529"/>
                  <a:pt x="524255" y="68080"/>
                  <a:pt x="522655" y="73433"/>
                </a:cubicBezTo>
                <a:lnTo>
                  <a:pt x="509858" y="116293"/>
                </a:lnTo>
                <a:cubicBezTo>
                  <a:pt x="508791" y="120040"/>
                  <a:pt x="508258" y="122483"/>
                  <a:pt x="508258" y="123620"/>
                </a:cubicBezTo>
                <a:cubicBezTo>
                  <a:pt x="508258" y="124286"/>
                  <a:pt x="508508" y="124886"/>
                  <a:pt x="509008" y="125420"/>
                </a:cubicBezTo>
                <a:cubicBezTo>
                  <a:pt x="509508" y="125953"/>
                  <a:pt x="510024" y="126219"/>
                  <a:pt x="510557" y="126219"/>
                </a:cubicBezTo>
                <a:cubicBezTo>
                  <a:pt x="511224" y="126219"/>
                  <a:pt x="511924" y="125953"/>
                  <a:pt x="512657" y="125420"/>
                </a:cubicBezTo>
                <a:cubicBezTo>
                  <a:pt x="514990" y="123497"/>
                  <a:pt x="517356" y="120795"/>
                  <a:pt x="519756" y="117315"/>
                </a:cubicBezTo>
                <a:cubicBezTo>
                  <a:pt x="520355" y="116396"/>
                  <a:pt x="521322" y="115017"/>
                  <a:pt x="522655" y="113178"/>
                </a:cubicBezTo>
                <a:lnTo>
                  <a:pt x="526454" y="115443"/>
                </a:lnTo>
                <a:cubicBezTo>
                  <a:pt x="516656" y="131663"/>
                  <a:pt x="506358" y="139773"/>
                  <a:pt x="495560" y="139773"/>
                </a:cubicBezTo>
                <a:cubicBezTo>
                  <a:pt x="491428" y="139773"/>
                  <a:pt x="488195" y="138707"/>
                  <a:pt x="485862" y="136574"/>
                </a:cubicBezTo>
                <a:cubicBezTo>
                  <a:pt x="483529" y="134441"/>
                  <a:pt x="482363" y="131775"/>
                  <a:pt x="482363" y="128575"/>
                </a:cubicBezTo>
                <a:cubicBezTo>
                  <a:pt x="482363" y="125767"/>
                  <a:pt x="483163" y="121589"/>
                  <a:pt x="484762" y="116040"/>
                </a:cubicBezTo>
                <a:lnTo>
                  <a:pt x="497260" y="73214"/>
                </a:lnTo>
                <a:cubicBezTo>
                  <a:pt x="498126" y="70406"/>
                  <a:pt x="498560" y="68334"/>
                  <a:pt x="498560" y="66996"/>
                </a:cubicBezTo>
                <a:cubicBezTo>
                  <a:pt x="498560" y="66261"/>
                  <a:pt x="498260" y="65609"/>
                  <a:pt x="497660" y="65041"/>
                </a:cubicBezTo>
                <a:cubicBezTo>
                  <a:pt x="497060" y="64472"/>
                  <a:pt x="496360" y="64188"/>
                  <a:pt x="495560" y="64188"/>
                </a:cubicBezTo>
                <a:cubicBezTo>
                  <a:pt x="493027" y="64188"/>
                  <a:pt x="489961" y="65928"/>
                  <a:pt x="486362" y="69408"/>
                </a:cubicBezTo>
                <a:cubicBezTo>
                  <a:pt x="477164" y="78246"/>
                  <a:pt x="468266" y="91403"/>
                  <a:pt x="459667" y="108879"/>
                </a:cubicBezTo>
                <a:lnTo>
                  <a:pt x="451469" y="138573"/>
                </a:lnTo>
                <a:lnTo>
                  <a:pt x="425974" y="138573"/>
                </a:lnTo>
                <a:lnTo>
                  <a:pt x="444670" y="74392"/>
                </a:lnTo>
                <a:cubicBezTo>
                  <a:pt x="446470" y="68045"/>
                  <a:pt x="447370" y="63541"/>
                  <a:pt x="447370" y="60879"/>
                </a:cubicBezTo>
                <a:cubicBezTo>
                  <a:pt x="447370" y="59748"/>
                  <a:pt x="447103" y="58800"/>
                  <a:pt x="446570" y="58036"/>
                </a:cubicBezTo>
                <a:cubicBezTo>
                  <a:pt x="446036" y="57269"/>
                  <a:pt x="445170" y="56670"/>
                  <a:pt x="443970" y="56239"/>
                </a:cubicBezTo>
                <a:cubicBezTo>
                  <a:pt x="442770" y="55806"/>
                  <a:pt x="440504" y="55589"/>
                  <a:pt x="437172" y="55589"/>
                </a:cubicBezTo>
                <a:lnTo>
                  <a:pt x="438271" y="51790"/>
                </a:lnTo>
                <a:lnTo>
                  <a:pt x="471965" y="45791"/>
                </a:lnTo>
                <a:lnTo>
                  <a:pt x="478064" y="45791"/>
                </a:lnTo>
                <a:close/>
                <a:moveTo>
                  <a:pt x="583212" y="0"/>
                </a:moveTo>
                <a:cubicBezTo>
                  <a:pt x="587345" y="0"/>
                  <a:pt x="590827" y="1443"/>
                  <a:pt x="593660" y="4330"/>
                </a:cubicBezTo>
                <a:cubicBezTo>
                  <a:pt x="596493" y="7215"/>
                  <a:pt x="597909" y="10704"/>
                  <a:pt x="597909" y="14797"/>
                </a:cubicBezTo>
                <a:cubicBezTo>
                  <a:pt x="597909" y="18890"/>
                  <a:pt x="596476" y="22380"/>
                  <a:pt x="593610" y="25267"/>
                </a:cubicBezTo>
                <a:cubicBezTo>
                  <a:pt x="590744" y="28152"/>
                  <a:pt x="587278" y="29594"/>
                  <a:pt x="583212" y="29594"/>
                </a:cubicBezTo>
                <a:cubicBezTo>
                  <a:pt x="579213" y="29594"/>
                  <a:pt x="575780" y="28152"/>
                  <a:pt x="572914" y="25267"/>
                </a:cubicBezTo>
                <a:cubicBezTo>
                  <a:pt x="570048" y="22380"/>
                  <a:pt x="568615" y="18890"/>
                  <a:pt x="568615" y="14797"/>
                </a:cubicBezTo>
                <a:cubicBezTo>
                  <a:pt x="568615" y="10704"/>
                  <a:pt x="570031" y="7215"/>
                  <a:pt x="572864" y="4330"/>
                </a:cubicBezTo>
                <a:cubicBezTo>
                  <a:pt x="575697" y="1443"/>
                  <a:pt x="579146" y="0"/>
                  <a:pt x="583212" y="0"/>
                </a:cubicBezTo>
                <a:moveTo>
                  <a:pt x="589411" y="45791"/>
                </a:moveTo>
                <a:lnTo>
                  <a:pt x="568915" y="116393"/>
                </a:lnTo>
                <a:cubicBezTo>
                  <a:pt x="567782" y="120432"/>
                  <a:pt x="567215" y="123080"/>
                  <a:pt x="567215" y="124339"/>
                </a:cubicBezTo>
                <a:cubicBezTo>
                  <a:pt x="567215" y="125101"/>
                  <a:pt x="567515" y="125811"/>
                  <a:pt x="568115" y="126469"/>
                </a:cubicBezTo>
                <a:cubicBezTo>
                  <a:pt x="568715" y="127125"/>
                  <a:pt x="569348" y="127454"/>
                  <a:pt x="570015" y="127454"/>
                </a:cubicBezTo>
                <a:cubicBezTo>
                  <a:pt x="571148" y="127454"/>
                  <a:pt x="572281" y="126934"/>
                  <a:pt x="573414" y="125894"/>
                </a:cubicBezTo>
                <a:cubicBezTo>
                  <a:pt x="576413" y="123332"/>
                  <a:pt x="580013" y="118694"/>
                  <a:pt x="584212" y="111978"/>
                </a:cubicBezTo>
                <a:lnTo>
                  <a:pt x="587611" y="114056"/>
                </a:lnTo>
                <a:cubicBezTo>
                  <a:pt x="577546" y="132267"/>
                  <a:pt x="566849" y="141373"/>
                  <a:pt x="555517" y="141373"/>
                </a:cubicBezTo>
                <a:cubicBezTo>
                  <a:pt x="551185" y="141373"/>
                  <a:pt x="547736" y="140156"/>
                  <a:pt x="545169" y="137723"/>
                </a:cubicBezTo>
                <a:cubicBezTo>
                  <a:pt x="542603" y="135291"/>
                  <a:pt x="541320" y="132208"/>
                  <a:pt x="541320" y="128475"/>
                </a:cubicBezTo>
                <a:cubicBezTo>
                  <a:pt x="541320" y="126009"/>
                  <a:pt x="541887" y="122876"/>
                  <a:pt x="543020" y="119077"/>
                </a:cubicBezTo>
                <a:lnTo>
                  <a:pt x="556917" y="71286"/>
                </a:lnTo>
                <a:cubicBezTo>
                  <a:pt x="558250" y="66687"/>
                  <a:pt x="558917" y="63221"/>
                  <a:pt x="558917" y="60888"/>
                </a:cubicBezTo>
                <a:cubicBezTo>
                  <a:pt x="558917" y="59422"/>
                  <a:pt x="558284" y="58122"/>
                  <a:pt x="557017" y="56989"/>
                </a:cubicBezTo>
                <a:cubicBezTo>
                  <a:pt x="555751" y="55856"/>
                  <a:pt x="554018" y="55289"/>
                  <a:pt x="551818" y="55289"/>
                </a:cubicBezTo>
                <a:cubicBezTo>
                  <a:pt x="550818" y="55289"/>
                  <a:pt x="549619" y="55323"/>
                  <a:pt x="548219" y="55389"/>
                </a:cubicBezTo>
                <a:lnTo>
                  <a:pt x="549519" y="51390"/>
                </a:lnTo>
                <a:lnTo>
                  <a:pt x="583412" y="45791"/>
                </a:lnTo>
                <a:lnTo>
                  <a:pt x="589411" y="45791"/>
                </a:lnTo>
                <a:close/>
                <a:moveTo>
                  <a:pt x="648014" y="45791"/>
                </a:moveTo>
                <a:lnTo>
                  <a:pt x="635616" y="88730"/>
                </a:lnTo>
                <a:cubicBezTo>
                  <a:pt x="643948" y="76184"/>
                  <a:pt x="650180" y="67610"/>
                  <a:pt x="654312" y="63007"/>
                </a:cubicBezTo>
                <a:cubicBezTo>
                  <a:pt x="660378" y="56335"/>
                  <a:pt x="665610" y="51798"/>
                  <a:pt x="670009" y="49397"/>
                </a:cubicBezTo>
                <a:cubicBezTo>
                  <a:pt x="674409" y="46993"/>
                  <a:pt x="678541" y="45791"/>
                  <a:pt x="682407" y="45791"/>
                </a:cubicBezTo>
                <a:cubicBezTo>
                  <a:pt x="685873" y="45791"/>
                  <a:pt x="688839" y="47084"/>
                  <a:pt x="691305" y="49669"/>
                </a:cubicBezTo>
                <a:cubicBezTo>
                  <a:pt x="693771" y="52251"/>
                  <a:pt x="695005" y="55623"/>
                  <a:pt x="695005" y="59782"/>
                </a:cubicBezTo>
                <a:cubicBezTo>
                  <a:pt x="695005" y="63529"/>
                  <a:pt x="694205" y="68080"/>
                  <a:pt x="692605" y="73433"/>
                </a:cubicBezTo>
                <a:lnTo>
                  <a:pt x="679807" y="116293"/>
                </a:lnTo>
                <a:cubicBezTo>
                  <a:pt x="678741" y="120040"/>
                  <a:pt x="678208" y="122483"/>
                  <a:pt x="678208" y="123620"/>
                </a:cubicBezTo>
                <a:cubicBezTo>
                  <a:pt x="678208" y="124286"/>
                  <a:pt x="678458" y="124886"/>
                  <a:pt x="678958" y="125420"/>
                </a:cubicBezTo>
                <a:cubicBezTo>
                  <a:pt x="679458" y="125953"/>
                  <a:pt x="679974" y="126219"/>
                  <a:pt x="680507" y="126219"/>
                </a:cubicBezTo>
                <a:cubicBezTo>
                  <a:pt x="681174" y="126219"/>
                  <a:pt x="681874" y="125953"/>
                  <a:pt x="682607" y="125420"/>
                </a:cubicBezTo>
                <a:cubicBezTo>
                  <a:pt x="684940" y="123497"/>
                  <a:pt x="687306" y="120795"/>
                  <a:pt x="689706" y="117315"/>
                </a:cubicBezTo>
                <a:cubicBezTo>
                  <a:pt x="690305" y="116396"/>
                  <a:pt x="691272" y="115017"/>
                  <a:pt x="692605" y="113178"/>
                </a:cubicBezTo>
                <a:lnTo>
                  <a:pt x="696404" y="115443"/>
                </a:lnTo>
                <a:cubicBezTo>
                  <a:pt x="686606" y="131663"/>
                  <a:pt x="676308" y="139773"/>
                  <a:pt x="665510" y="139773"/>
                </a:cubicBezTo>
                <a:cubicBezTo>
                  <a:pt x="661378" y="139773"/>
                  <a:pt x="658145" y="138707"/>
                  <a:pt x="655812" y="136574"/>
                </a:cubicBezTo>
                <a:cubicBezTo>
                  <a:pt x="653479" y="134441"/>
                  <a:pt x="652313" y="131775"/>
                  <a:pt x="652313" y="128575"/>
                </a:cubicBezTo>
                <a:cubicBezTo>
                  <a:pt x="652313" y="125767"/>
                  <a:pt x="653113" y="121589"/>
                  <a:pt x="654712" y="116040"/>
                </a:cubicBezTo>
                <a:lnTo>
                  <a:pt x="667210" y="73214"/>
                </a:lnTo>
                <a:cubicBezTo>
                  <a:pt x="668076" y="70406"/>
                  <a:pt x="668510" y="68334"/>
                  <a:pt x="668510" y="66996"/>
                </a:cubicBezTo>
                <a:cubicBezTo>
                  <a:pt x="668510" y="66261"/>
                  <a:pt x="668210" y="65609"/>
                  <a:pt x="667610" y="65041"/>
                </a:cubicBezTo>
                <a:cubicBezTo>
                  <a:pt x="667010" y="64472"/>
                  <a:pt x="666310" y="64188"/>
                  <a:pt x="665510" y="64188"/>
                </a:cubicBezTo>
                <a:cubicBezTo>
                  <a:pt x="662977" y="64188"/>
                  <a:pt x="659911" y="65928"/>
                  <a:pt x="656312" y="69408"/>
                </a:cubicBezTo>
                <a:cubicBezTo>
                  <a:pt x="647114" y="78246"/>
                  <a:pt x="638216" y="91403"/>
                  <a:pt x="629617" y="108879"/>
                </a:cubicBezTo>
                <a:lnTo>
                  <a:pt x="621419" y="138573"/>
                </a:lnTo>
                <a:lnTo>
                  <a:pt x="595924" y="138573"/>
                </a:lnTo>
                <a:lnTo>
                  <a:pt x="614620" y="74392"/>
                </a:lnTo>
                <a:cubicBezTo>
                  <a:pt x="616420" y="68045"/>
                  <a:pt x="617320" y="63541"/>
                  <a:pt x="617320" y="60879"/>
                </a:cubicBezTo>
                <a:cubicBezTo>
                  <a:pt x="617320" y="59748"/>
                  <a:pt x="617053" y="58800"/>
                  <a:pt x="616520" y="58036"/>
                </a:cubicBezTo>
                <a:cubicBezTo>
                  <a:pt x="615986" y="57269"/>
                  <a:pt x="615120" y="56670"/>
                  <a:pt x="613920" y="56239"/>
                </a:cubicBezTo>
                <a:cubicBezTo>
                  <a:pt x="612720" y="55806"/>
                  <a:pt x="610454" y="55589"/>
                  <a:pt x="607121" y="55589"/>
                </a:cubicBezTo>
                <a:lnTo>
                  <a:pt x="608221" y="51790"/>
                </a:lnTo>
                <a:lnTo>
                  <a:pt x="641915" y="45791"/>
                </a:lnTo>
                <a:lnTo>
                  <a:pt x="648014" y="45791"/>
                </a:lnTo>
                <a:close/>
                <a:moveTo>
                  <a:pt x="788199" y="51790"/>
                </a:moveTo>
                <a:lnTo>
                  <a:pt x="814794" y="51790"/>
                </a:lnTo>
                <a:lnTo>
                  <a:pt x="811594" y="62788"/>
                </a:lnTo>
                <a:lnTo>
                  <a:pt x="797797" y="62788"/>
                </a:lnTo>
                <a:cubicBezTo>
                  <a:pt x="799930" y="66764"/>
                  <a:pt x="800996" y="70538"/>
                  <a:pt x="800996" y="74111"/>
                </a:cubicBezTo>
                <a:cubicBezTo>
                  <a:pt x="800996" y="80243"/>
                  <a:pt x="799347" y="85904"/>
                  <a:pt x="796047" y="91095"/>
                </a:cubicBezTo>
                <a:cubicBezTo>
                  <a:pt x="792748" y="96284"/>
                  <a:pt x="787882" y="100429"/>
                  <a:pt x="781450" y="103530"/>
                </a:cubicBezTo>
                <a:cubicBezTo>
                  <a:pt x="775018" y="106629"/>
                  <a:pt x="767869" y="108179"/>
                  <a:pt x="760004" y="108179"/>
                </a:cubicBezTo>
                <a:cubicBezTo>
                  <a:pt x="757938" y="108179"/>
                  <a:pt x="755655" y="108021"/>
                  <a:pt x="753156" y="107704"/>
                </a:cubicBezTo>
                <a:cubicBezTo>
                  <a:pt x="750656" y="107386"/>
                  <a:pt x="747940" y="106944"/>
                  <a:pt x="745007" y="106379"/>
                </a:cubicBezTo>
                <a:cubicBezTo>
                  <a:pt x="740608" y="108623"/>
                  <a:pt x="737842" y="110404"/>
                  <a:pt x="736709" y="111722"/>
                </a:cubicBezTo>
                <a:cubicBezTo>
                  <a:pt x="735909" y="112645"/>
                  <a:pt x="735509" y="113601"/>
                  <a:pt x="735509" y="114590"/>
                </a:cubicBezTo>
                <a:cubicBezTo>
                  <a:pt x="735509" y="115778"/>
                  <a:pt x="736009" y="116800"/>
                  <a:pt x="737009" y="117659"/>
                </a:cubicBezTo>
                <a:cubicBezTo>
                  <a:pt x="738742" y="119175"/>
                  <a:pt x="741308" y="120297"/>
                  <a:pt x="744707" y="121024"/>
                </a:cubicBezTo>
                <a:cubicBezTo>
                  <a:pt x="758305" y="123925"/>
                  <a:pt x="767270" y="126276"/>
                  <a:pt x="771602" y="128075"/>
                </a:cubicBezTo>
                <a:cubicBezTo>
                  <a:pt x="777534" y="130541"/>
                  <a:pt x="782017" y="133708"/>
                  <a:pt x="785049" y="137573"/>
                </a:cubicBezTo>
                <a:cubicBezTo>
                  <a:pt x="788082" y="141439"/>
                  <a:pt x="789599" y="146105"/>
                  <a:pt x="789599" y="151571"/>
                </a:cubicBezTo>
                <a:cubicBezTo>
                  <a:pt x="789599" y="159903"/>
                  <a:pt x="785766" y="167184"/>
                  <a:pt x="778101" y="173417"/>
                </a:cubicBezTo>
                <a:cubicBezTo>
                  <a:pt x="770436" y="179649"/>
                  <a:pt x="758571" y="182765"/>
                  <a:pt x="742508" y="182765"/>
                </a:cubicBezTo>
                <a:cubicBezTo>
                  <a:pt x="726311" y="182765"/>
                  <a:pt x="714380" y="180105"/>
                  <a:pt x="706715" y="174785"/>
                </a:cubicBezTo>
                <a:cubicBezTo>
                  <a:pt x="701182" y="170927"/>
                  <a:pt x="698416" y="166339"/>
                  <a:pt x="698416" y="161019"/>
                </a:cubicBezTo>
                <a:cubicBezTo>
                  <a:pt x="698416" y="156963"/>
                  <a:pt x="700232" y="153207"/>
                  <a:pt x="703865" y="149749"/>
                </a:cubicBezTo>
                <a:cubicBezTo>
                  <a:pt x="707498" y="146292"/>
                  <a:pt x="715280" y="143233"/>
                  <a:pt x="727211" y="140573"/>
                </a:cubicBezTo>
                <a:cubicBezTo>
                  <a:pt x="723145" y="138307"/>
                  <a:pt x="720412" y="136240"/>
                  <a:pt x="719012" y="134374"/>
                </a:cubicBezTo>
                <a:cubicBezTo>
                  <a:pt x="717079" y="131841"/>
                  <a:pt x="716113" y="129208"/>
                  <a:pt x="716113" y="126476"/>
                </a:cubicBezTo>
                <a:cubicBezTo>
                  <a:pt x="716113" y="122010"/>
                  <a:pt x="717896" y="118077"/>
                  <a:pt x="721462" y="114678"/>
                </a:cubicBezTo>
                <a:cubicBezTo>
                  <a:pt x="725028" y="111279"/>
                  <a:pt x="731010" y="107913"/>
                  <a:pt x="739408" y="104580"/>
                </a:cubicBezTo>
                <a:cubicBezTo>
                  <a:pt x="732876" y="101972"/>
                  <a:pt x="728160" y="98611"/>
                  <a:pt x="725261" y="94497"/>
                </a:cubicBezTo>
                <a:cubicBezTo>
                  <a:pt x="722362" y="90384"/>
                  <a:pt x="720912" y="85585"/>
                  <a:pt x="720912" y="80100"/>
                </a:cubicBezTo>
                <a:cubicBezTo>
                  <a:pt x="720912" y="74283"/>
                  <a:pt x="722661" y="68749"/>
                  <a:pt x="726161" y="63500"/>
                </a:cubicBezTo>
                <a:cubicBezTo>
                  <a:pt x="729660" y="58249"/>
                  <a:pt x="734826" y="53985"/>
                  <a:pt x="741658" y="50709"/>
                </a:cubicBezTo>
                <a:cubicBezTo>
                  <a:pt x="748490" y="47430"/>
                  <a:pt x="756338" y="45791"/>
                  <a:pt x="765203" y="45791"/>
                </a:cubicBezTo>
                <a:cubicBezTo>
                  <a:pt x="770869" y="45791"/>
                  <a:pt x="775901" y="46414"/>
                  <a:pt x="780300" y="47660"/>
                </a:cubicBezTo>
                <a:cubicBezTo>
                  <a:pt x="782567" y="48316"/>
                  <a:pt x="785199" y="49692"/>
                  <a:pt x="788199" y="51790"/>
                </a:cubicBezTo>
                <a:moveTo>
                  <a:pt x="767303" y="50790"/>
                </a:moveTo>
                <a:cubicBezTo>
                  <a:pt x="764037" y="50790"/>
                  <a:pt x="761271" y="51857"/>
                  <a:pt x="759004" y="53990"/>
                </a:cubicBezTo>
                <a:cubicBezTo>
                  <a:pt x="755405" y="57256"/>
                  <a:pt x="752256" y="62721"/>
                  <a:pt x="749556" y="70386"/>
                </a:cubicBezTo>
                <a:cubicBezTo>
                  <a:pt x="746857" y="78052"/>
                  <a:pt x="745507" y="85317"/>
                  <a:pt x="745507" y="92182"/>
                </a:cubicBezTo>
                <a:cubicBezTo>
                  <a:pt x="745507" y="95448"/>
                  <a:pt x="746457" y="98031"/>
                  <a:pt x="748357" y="99931"/>
                </a:cubicBezTo>
                <a:cubicBezTo>
                  <a:pt x="750256" y="101830"/>
                  <a:pt x="752606" y="102780"/>
                  <a:pt x="755405" y="102780"/>
                </a:cubicBezTo>
                <a:cubicBezTo>
                  <a:pt x="758138" y="102780"/>
                  <a:pt x="760504" y="101847"/>
                  <a:pt x="762504" y="99981"/>
                </a:cubicBezTo>
                <a:cubicBezTo>
                  <a:pt x="766303" y="96315"/>
                  <a:pt x="769602" y="90466"/>
                  <a:pt x="772402" y="82434"/>
                </a:cubicBezTo>
                <a:cubicBezTo>
                  <a:pt x="775201" y="74402"/>
                  <a:pt x="776601" y="67120"/>
                  <a:pt x="776601" y="60588"/>
                </a:cubicBezTo>
                <a:cubicBezTo>
                  <a:pt x="776601" y="57656"/>
                  <a:pt x="775701" y="55289"/>
                  <a:pt x="773902" y="53490"/>
                </a:cubicBezTo>
                <a:cubicBezTo>
                  <a:pt x="772102" y="51690"/>
                  <a:pt x="769902" y="50790"/>
                  <a:pt x="767303" y="50790"/>
                </a:cubicBezTo>
                <a:moveTo>
                  <a:pt x="732810" y="142860"/>
                </a:moveTo>
                <a:cubicBezTo>
                  <a:pt x="726477" y="145314"/>
                  <a:pt x="722162" y="147965"/>
                  <a:pt x="719862" y="150815"/>
                </a:cubicBezTo>
                <a:cubicBezTo>
                  <a:pt x="717562" y="153664"/>
                  <a:pt x="716413" y="156747"/>
                  <a:pt x="716413" y="160063"/>
                </a:cubicBezTo>
                <a:cubicBezTo>
                  <a:pt x="716413" y="164370"/>
                  <a:pt x="718696" y="168264"/>
                  <a:pt x="723261" y="171745"/>
                </a:cubicBezTo>
                <a:cubicBezTo>
                  <a:pt x="727827" y="175226"/>
                  <a:pt x="735109" y="176966"/>
                  <a:pt x="745107" y="176966"/>
                </a:cubicBezTo>
                <a:cubicBezTo>
                  <a:pt x="753439" y="176966"/>
                  <a:pt x="759471" y="175455"/>
                  <a:pt x="763204" y="172432"/>
                </a:cubicBezTo>
                <a:cubicBezTo>
                  <a:pt x="766936" y="169412"/>
                  <a:pt x="768803" y="165876"/>
                  <a:pt x="768803" y="161825"/>
                </a:cubicBezTo>
                <a:cubicBezTo>
                  <a:pt x="768803" y="158238"/>
                  <a:pt x="767086" y="155316"/>
                  <a:pt x="763654" y="153058"/>
                </a:cubicBezTo>
                <a:cubicBezTo>
                  <a:pt x="760221" y="150800"/>
                  <a:pt x="753639" y="148454"/>
                  <a:pt x="743907" y="146019"/>
                </a:cubicBezTo>
                <a:cubicBezTo>
                  <a:pt x="739375" y="144834"/>
                  <a:pt x="735676" y="143781"/>
                  <a:pt x="732810" y="1428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P">
            <a:extLst xmlns:a="http://schemas.openxmlformats.org/drawingml/2006/main">
              <a:ext uri="{FF2B5EF4-FFF2-40B4-BE49-F238E27FC236}">
                <a16:creationId xmlns:a16="http://schemas.microsoft.com/office/drawing/2014/main" id="{4093455D-BA26-4CC4-85C4-063916B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18" y="1854062"/>
            <a:ext cx="137873" cy="135574"/>
          </a:xfrm>
          <a:custGeom xmlns:a="http://schemas.openxmlformats.org/drawingml/2006/main">
            <a:pathLst>
              <a:path w="137873" h="135574">
                <a:moveTo>
                  <a:pt x="64188" y="73367"/>
                </a:moveTo>
                <a:lnTo>
                  <a:pt x="53190" y="111119"/>
                </a:lnTo>
                <a:cubicBezTo>
                  <a:pt x="51657" y="116466"/>
                  <a:pt x="50890" y="120242"/>
                  <a:pt x="50890" y="122448"/>
                </a:cubicBezTo>
                <a:cubicBezTo>
                  <a:pt x="50890" y="125525"/>
                  <a:pt x="51890" y="127848"/>
                  <a:pt x="53890" y="129419"/>
                </a:cubicBezTo>
                <a:cubicBezTo>
                  <a:pt x="55889" y="130989"/>
                  <a:pt x="60422" y="131841"/>
                  <a:pt x="67487" y="131975"/>
                </a:cubicBezTo>
                <a:lnTo>
                  <a:pt x="66187" y="135574"/>
                </a:lnTo>
                <a:lnTo>
                  <a:pt x="0" y="135574"/>
                </a:lnTo>
                <a:lnTo>
                  <a:pt x="1100" y="131975"/>
                </a:lnTo>
                <a:cubicBezTo>
                  <a:pt x="6699" y="131908"/>
                  <a:pt x="10665" y="131357"/>
                  <a:pt x="12997" y="130322"/>
                </a:cubicBezTo>
                <a:cubicBezTo>
                  <a:pt x="15330" y="129284"/>
                  <a:pt x="17263" y="127596"/>
                  <a:pt x="18796" y="125257"/>
                </a:cubicBezTo>
                <a:cubicBezTo>
                  <a:pt x="19929" y="123720"/>
                  <a:pt x="21629" y="119007"/>
                  <a:pt x="23895" y="111119"/>
                </a:cubicBezTo>
                <a:lnTo>
                  <a:pt x="48991" y="25067"/>
                </a:lnTo>
                <a:cubicBezTo>
                  <a:pt x="50724" y="19289"/>
                  <a:pt x="51590" y="15156"/>
                  <a:pt x="51590" y="12669"/>
                </a:cubicBezTo>
                <a:cubicBezTo>
                  <a:pt x="51590" y="10185"/>
                  <a:pt x="50490" y="8086"/>
                  <a:pt x="48291" y="6374"/>
                </a:cubicBezTo>
                <a:cubicBezTo>
                  <a:pt x="46091" y="4660"/>
                  <a:pt x="42092" y="3735"/>
                  <a:pt x="36293" y="3599"/>
                </a:cubicBezTo>
                <a:lnTo>
                  <a:pt x="37393" y="0"/>
                </a:lnTo>
                <a:lnTo>
                  <a:pt x="91082" y="0"/>
                </a:lnTo>
                <a:cubicBezTo>
                  <a:pt x="105813" y="0"/>
                  <a:pt x="116411" y="1868"/>
                  <a:pt x="122876" y="5605"/>
                </a:cubicBezTo>
                <a:cubicBezTo>
                  <a:pt x="132874" y="11479"/>
                  <a:pt x="137873" y="20290"/>
                  <a:pt x="137873" y="32038"/>
                </a:cubicBezTo>
                <a:cubicBezTo>
                  <a:pt x="137873" y="43383"/>
                  <a:pt x="132891" y="53378"/>
                  <a:pt x="122926" y="62022"/>
                </a:cubicBezTo>
                <a:cubicBezTo>
                  <a:pt x="112962" y="70665"/>
                  <a:pt x="99547" y="74986"/>
                  <a:pt x="82684" y="74986"/>
                </a:cubicBezTo>
                <a:cubicBezTo>
                  <a:pt x="77618" y="74986"/>
                  <a:pt x="71453" y="74446"/>
                  <a:pt x="64188" y="73367"/>
                </a:cubicBezTo>
                <a:moveTo>
                  <a:pt x="66187" y="65587"/>
                </a:moveTo>
                <a:cubicBezTo>
                  <a:pt x="70520" y="66121"/>
                  <a:pt x="74119" y="66387"/>
                  <a:pt x="76985" y="66387"/>
                </a:cubicBezTo>
                <a:cubicBezTo>
                  <a:pt x="86183" y="66387"/>
                  <a:pt x="93415" y="62195"/>
                  <a:pt x="98681" y="53812"/>
                </a:cubicBezTo>
                <a:cubicBezTo>
                  <a:pt x="103947" y="45428"/>
                  <a:pt x="106579" y="36677"/>
                  <a:pt x="106579" y="27560"/>
                </a:cubicBezTo>
                <a:cubicBezTo>
                  <a:pt x="106579" y="21372"/>
                  <a:pt x="104880" y="16565"/>
                  <a:pt x="101480" y="13138"/>
                </a:cubicBezTo>
                <a:cubicBezTo>
                  <a:pt x="98081" y="9712"/>
                  <a:pt x="93382" y="7998"/>
                  <a:pt x="87383" y="7998"/>
                </a:cubicBezTo>
                <a:cubicBezTo>
                  <a:pt x="86117" y="7998"/>
                  <a:pt x="84550" y="8065"/>
                  <a:pt x="82684" y="8198"/>
                </a:cubicBezTo>
                <a:lnTo>
                  <a:pt x="66187" y="655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seudoC">
            <a:extLst xmlns:a="http://schemas.openxmlformats.org/drawingml/2006/main">
              <a:ext uri="{FF2B5EF4-FFF2-40B4-BE49-F238E27FC236}">
                <a16:creationId xmlns:a16="http://schemas.microsoft.com/office/drawing/2014/main" id="{76296E2D-02DA-43C1-B4D6-680FA0D7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42" y="1851063"/>
            <a:ext cx="689879" cy="141573"/>
          </a:xfrm>
          <a:custGeom xmlns:a="http://schemas.openxmlformats.org/drawingml/2006/main">
            <a:pathLst>
              <a:path w="689879" h="141573">
                <a:moveTo>
                  <a:pt x="76285" y="45791"/>
                </a:moveTo>
                <a:lnTo>
                  <a:pt x="71886" y="76785"/>
                </a:lnTo>
                <a:lnTo>
                  <a:pt x="68187" y="76785"/>
                </a:lnTo>
                <a:cubicBezTo>
                  <a:pt x="67654" y="68849"/>
                  <a:pt x="65204" y="62599"/>
                  <a:pt x="60838" y="58036"/>
                </a:cubicBezTo>
                <a:cubicBezTo>
                  <a:pt x="56472" y="53472"/>
                  <a:pt x="51790" y="51190"/>
                  <a:pt x="46791" y="51190"/>
                </a:cubicBezTo>
                <a:cubicBezTo>
                  <a:pt x="43725" y="51190"/>
                  <a:pt x="41192" y="52090"/>
                  <a:pt x="39192" y="53890"/>
                </a:cubicBezTo>
                <a:cubicBezTo>
                  <a:pt x="37193" y="55689"/>
                  <a:pt x="36193" y="57856"/>
                  <a:pt x="36193" y="60388"/>
                </a:cubicBezTo>
                <a:cubicBezTo>
                  <a:pt x="36193" y="62521"/>
                  <a:pt x="36626" y="64521"/>
                  <a:pt x="37493" y="66387"/>
                </a:cubicBezTo>
                <a:cubicBezTo>
                  <a:pt x="38359" y="68254"/>
                  <a:pt x="40292" y="70786"/>
                  <a:pt x="43292" y="73986"/>
                </a:cubicBezTo>
                <a:cubicBezTo>
                  <a:pt x="53823" y="85317"/>
                  <a:pt x="60222" y="93107"/>
                  <a:pt x="62488" y="97356"/>
                </a:cubicBezTo>
                <a:cubicBezTo>
                  <a:pt x="64754" y="101605"/>
                  <a:pt x="65887" y="106153"/>
                  <a:pt x="65887" y="111000"/>
                </a:cubicBezTo>
                <a:cubicBezTo>
                  <a:pt x="65887" y="116245"/>
                  <a:pt x="64554" y="121208"/>
                  <a:pt x="61888" y="125888"/>
                </a:cubicBezTo>
                <a:cubicBezTo>
                  <a:pt x="59222" y="130569"/>
                  <a:pt x="55239" y="134320"/>
                  <a:pt x="49940" y="137142"/>
                </a:cubicBezTo>
                <a:cubicBezTo>
                  <a:pt x="44641" y="139963"/>
                  <a:pt x="39126" y="141373"/>
                  <a:pt x="33394" y="141373"/>
                </a:cubicBezTo>
                <a:cubicBezTo>
                  <a:pt x="29528" y="141373"/>
                  <a:pt x="24762" y="140639"/>
                  <a:pt x="19096" y="139170"/>
                </a:cubicBezTo>
                <a:cubicBezTo>
                  <a:pt x="15364" y="138147"/>
                  <a:pt x="12564" y="137636"/>
                  <a:pt x="10698" y="137636"/>
                </a:cubicBezTo>
                <a:cubicBezTo>
                  <a:pt x="9032" y="137636"/>
                  <a:pt x="7732" y="137875"/>
                  <a:pt x="6799" y="138355"/>
                </a:cubicBezTo>
                <a:cubicBezTo>
                  <a:pt x="5866" y="138834"/>
                  <a:pt x="4832" y="139840"/>
                  <a:pt x="3699" y="141373"/>
                </a:cubicBezTo>
                <a:lnTo>
                  <a:pt x="0" y="141373"/>
                </a:lnTo>
                <a:lnTo>
                  <a:pt x="4899" y="107979"/>
                </a:lnTo>
                <a:lnTo>
                  <a:pt x="8098" y="107979"/>
                </a:lnTo>
                <a:cubicBezTo>
                  <a:pt x="10431" y="116130"/>
                  <a:pt x="12614" y="121939"/>
                  <a:pt x="14647" y="125407"/>
                </a:cubicBezTo>
                <a:cubicBezTo>
                  <a:pt x="16680" y="128875"/>
                  <a:pt x="19396" y="131637"/>
                  <a:pt x="22796" y="133693"/>
                </a:cubicBezTo>
                <a:cubicBezTo>
                  <a:pt x="26195" y="135747"/>
                  <a:pt x="29461" y="136774"/>
                  <a:pt x="32594" y="136774"/>
                </a:cubicBezTo>
                <a:cubicBezTo>
                  <a:pt x="36260" y="136774"/>
                  <a:pt x="39292" y="135624"/>
                  <a:pt x="41692" y="133324"/>
                </a:cubicBezTo>
                <a:cubicBezTo>
                  <a:pt x="44091" y="131025"/>
                  <a:pt x="45291" y="128275"/>
                  <a:pt x="45291" y="125076"/>
                </a:cubicBezTo>
                <a:cubicBezTo>
                  <a:pt x="45291" y="121943"/>
                  <a:pt x="44508" y="118910"/>
                  <a:pt x="42942" y="115978"/>
                </a:cubicBezTo>
                <a:cubicBezTo>
                  <a:pt x="41375" y="113045"/>
                  <a:pt x="37759" y="108479"/>
                  <a:pt x="32094" y="102280"/>
                </a:cubicBezTo>
                <a:cubicBezTo>
                  <a:pt x="24295" y="93815"/>
                  <a:pt x="19163" y="87268"/>
                  <a:pt x="16697" y="82637"/>
                </a:cubicBezTo>
                <a:cubicBezTo>
                  <a:pt x="14964" y="79282"/>
                  <a:pt x="14097" y="75456"/>
                  <a:pt x="14097" y="71161"/>
                </a:cubicBezTo>
                <a:cubicBezTo>
                  <a:pt x="14097" y="63913"/>
                  <a:pt x="16713" y="57872"/>
                  <a:pt x="21946" y="53040"/>
                </a:cubicBezTo>
                <a:cubicBezTo>
                  <a:pt x="27178" y="48207"/>
                  <a:pt x="34527" y="45791"/>
                  <a:pt x="43992" y="45791"/>
                </a:cubicBezTo>
                <a:cubicBezTo>
                  <a:pt x="48124" y="45791"/>
                  <a:pt x="53190" y="46567"/>
                  <a:pt x="59189" y="48119"/>
                </a:cubicBezTo>
                <a:cubicBezTo>
                  <a:pt x="62188" y="48896"/>
                  <a:pt x="64588" y="49284"/>
                  <a:pt x="66387" y="49284"/>
                </a:cubicBezTo>
                <a:cubicBezTo>
                  <a:pt x="68987" y="49284"/>
                  <a:pt x="71086" y="48120"/>
                  <a:pt x="72686" y="45791"/>
                </a:cubicBezTo>
                <a:lnTo>
                  <a:pt x="76285" y="45791"/>
                </a:lnTo>
                <a:close/>
                <a:moveTo>
                  <a:pt x="111134" y="100981"/>
                </a:moveTo>
                <a:cubicBezTo>
                  <a:pt x="110534" y="105313"/>
                  <a:pt x="110234" y="108879"/>
                  <a:pt x="110234" y="111678"/>
                </a:cubicBezTo>
                <a:cubicBezTo>
                  <a:pt x="110234" y="116678"/>
                  <a:pt x="111684" y="120677"/>
                  <a:pt x="114583" y="123676"/>
                </a:cubicBezTo>
                <a:cubicBezTo>
                  <a:pt x="117483" y="126676"/>
                  <a:pt x="121365" y="128175"/>
                  <a:pt x="126231" y="128175"/>
                </a:cubicBezTo>
                <a:cubicBezTo>
                  <a:pt x="130897" y="128175"/>
                  <a:pt x="135579" y="127183"/>
                  <a:pt x="140278" y="125198"/>
                </a:cubicBezTo>
                <a:cubicBezTo>
                  <a:pt x="144977" y="123213"/>
                  <a:pt x="150426" y="119739"/>
                  <a:pt x="156625" y="114778"/>
                </a:cubicBezTo>
                <a:lnTo>
                  <a:pt x="159624" y="117306"/>
                </a:lnTo>
                <a:cubicBezTo>
                  <a:pt x="151959" y="125983"/>
                  <a:pt x="144494" y="132164"/>
                  <a:pt x="137229" y="135849"/>
                </a:cubicBezTo>
                <a:cubicBezTo>
                  <a:pt x="129963" y="139531"/>
                  <a:pt x="121932" y="141373"/>
                  <a:pt x="113133" y="141373"/>
                </a:cubicBezTo>
                <a:cubicBezTo>
                  <a:pt x="102002" y="141373"/>
                  <a:pt x="94304" y="138705"/>
                  <a:pt x="90038" y="133368"/>
                </a:cubicBezTo>
                <a:cubicBezTo>
                  <a:pt x="85772" y="128029"/>
                  <a:pt x="83639" y="121857"/>
                  <a:pt x="83639" y="114850"/>
                </a:cubicBezTo>
                <a:cubicBezTo>
                  <a:pt x="83639" y="103908"/>
                  <a:pt x="86822" y="92966"/>
                  <a:pt x="93187" y="82025"/>
                </a:cubicBezTo>
                <a:cubicBezTo>
                  <a:pt x="99553" y="71081"/>
                  <a:pt x="108218" y="62307"/>
                  <a:pt x="119182" y="55702"/>
                </a:cubicBezTo>
                <a:cubicBezTo>
                  <a:pt x="130147" y="49095"/>
                  <a:pt x="141161" y="45791"/>
                  <a:pt x="152226" y="45791"/>
                </a:cubicBezTo>
                <a:cubicBezTo>
                  <a:pt x="157825" y="45791"/>
                  <a:pt x="162057" y="47124"/>
                  <a:pt x="164923" y="49790"/>
                </a:cubicBezTo>
                <a:cubicBezTo>
                  <a:pt x="167789" y="52457"/>
                  <a:pt x="169223" y="55823"/>
                  <a:pt x="169223" y="59888"/>
                </a:cubicBezTo>
                <a:cubicBezTo>
                  <a:pt x="169223" y="64754"/>
                  <a:pt x="167823" y="69487"/>
                  <a:pt x="165023" y="74086"/>
                </a:cubicBezTo>
                <a:cubicBezTo>
                  <a:pt x="161157" y="80351"/>
                  <a:pt x="156292" y="85400"/>
                  <a:pt x="150426" y="89233"/>
                </a:cubicBezTo>
                <a:cubicBezTo>
                  <a:pt x="144561" y="93065"/>
                  <a:pt x="137995" y="95981"/>
                  <a:pt x="130730" y="97981"/>
                </a:cubicBezTo>
                <a:cubicBezTo>
                  <a:pt x="125864" y="99314"/>
                  <a:pt x="119332" y="100314"/>
                  <a:pt x="111134" y="100981"/>
                </a:cubicBezTo>
                <a:moveTo>
                  <a:pt x="112034" y="95782"/>
                </a:moveTo>
                <a:cubicBezTo>
                  <a:pt x="117899" y="94919"/>
                  <a:pt x="122448" y="93742"/>
                  <a:pt x="125681" y="92251"/>
                </a:cubicBezTo>
                <a:cubicBezTo>
                  <a:pt x="128914" y="90757"/>
                  <a:pt x="132080" y="88368"/>
                  <a:pt x="135179" y="85084"/>
                </a:cubicBezTo>
                <a:cubicBezTo>
                  <a:pt x="138279" y="81799"/>
                  <a:pt x="140961" y="77652"/>
                  <a:pt x="143228" y="72642"/>
                </a:cubicBezTo>
                <a:cubicBezTo>
                  <a:pt x="145494" y="67633"/>
                  <a:pt x="146627" y="62939"/>
                  <a:pt x="146627" y="58561"/>
                </a:cubicBezTo>
                <a:cubicBezTo>
                  <a:pt x="146627" y="56703"/>
                  <a:pt x="146110" y="55244"/>
                  <a:pt x="145077" y="54183"/>
                </a:cubicBezTo>
                <a:cubicBezTo>
                  <a:pt x="144044" y="53121"/>
                  <a:pt x="142728" y="52590"/>
                  <a:pt x="141128" y="52590"/>
                </a:cubicBezTo>
                <a:cubicBezTo>
                  <a:pt x="137929" y="52590"/>
                  <a:pt x="134329" y="54812"/>
                  <a:pt x="130330" y="59257"/>
                </a:cubicBezTo>
                <a:cubicBezTo>
                  <a:pt x="122998" y="67352"/>
                  <a:pt x="116899" y="79526"/>
                  <a:pt x="112034" y="95782"/>
                </a:cubicBezTo>
                <a:close/>
                <a:moveTo>
                  <a:pt x="224443" y="45791"/>
                </a:moveTo>
                <a:lnTo>
                  <a:pt x="205047" y="113869"/>
                </a:lnTo>
                <a:cubicBezTo>
                  <a:pt x="204114" y="117006"/>
                  <a:pt x="203647" y="119175"/>
                  <a:pt x="203647" y="120377"/>
                </a:cubicBezTo>
                <a:cubicBezTo>
                  <a:pt x="203647" y="120977"/>
                  <a:pt x="203880" y="121443"/>
                  <a:pt x="204347" y="121777"/>
                </a:cubicBezTo>
                <a:cubicBezTo>
                  <a:pt x="204880" y="122310"/>
                  <a:pt x="205513" y="122576"/>
                  <a:pt x="206247" y="122576"/>
                </a:cubicBezTo>
                <a:cubicBezTo>
                  <a:pt x="209313" y="122576"/>
                  <a:pt x="213412" y="119844"/>
                  <a:pt x="218544" y="114378"/>
                </a:cubicBezTo>
                <a:cubicBezTo>
                  <a:pt x="225876" y="106446"/>
                  <a:pt x="233575" y="95048"/>
                  <a:pt x="241640" y="80185"/>
                </a:cubicBezTo>
                <a:lnTo>
                  <a:pt x="250738" y="49590"/>
                </a:lnTo>
                <a:lnTo>
                  <a:pt x="276033" y="48591"/>
                </a:lnTo>
                <a:lnTo>
                  <a:pt x="256837" y="115153"/>
                </a:lnTo>
                <a:cubicBezTo>
                  <a:pt x="255237" y="120802"/>
                  <a:pt x="254437" y="124029"/>
                  <a:pt x="254437" y="124835"/>
                </a:cubicBezTo>
                <a:cubicBezTo>
                  <a:pt x="254437" y="125352"/>
                  <a:pt x="254687" y="125884"/>
                  <a:pt x="255187" y="126432"/>
                </a:cubicBezTo>
                <a:cubicBezTo>
                  <a:pt x="255687" y="126980"/>
                  <a:pt x="256204" y="127254"/>
                  <a:pt x="256737" y="127254"/>
                </a:cubicBezTo>
                <a:cubicBezTo>
                  <a:pt x="257670" y="127254"/>
                  <a:pt x="258570" y="126867"/>
                  <a:pt x="259436" y="126094"/>
                </a:cubicBezTo>
                <a:cubicBezTo>
                  <a:pt x="261836" y="124224"/>
                  <a:pt x="265002" y="120452"/>
                  <a:pt x="268935" y="114778"/>
                </a:cubicBezTo>
                <a:lnTo>
                  <a:pt x="272334" y="117099"/>
                </a:lnTo>
                <a:cubicBezTo>
                  <a:pt x="263069" y="133282"/>
                  <a:pt x="252871" y="141373"/>
                  <a:pt x="241740" y="141373"/>
                </a:cubicBezTo>
                <a:cubicBezTo>
                  <a:pt x="237607" y="141373"/>
                  <a:pt x="234358" y="140323"/>
                  <a:pt x="231992" y="138223"/>
                </a:cubicBezTo>
                <a:cubicBezTo>
                  <a:pt x="229625" y="136124"/>
                  <a:pt x="228442" y="133374"/>
                  <a:pt x="228442" y="129975"/>
                </a:cubicBezTo>
                <a:cubicBezTo>
                  <a:pt x="228442" y="126371"/>
                  <a:pt x="229276" y="121799"/>
                  <a:pt x="230942" y="116259"/>
                </a:cubicBezTo>
                <a:lnTo>
                  <a:pt x="235841" y="99337"/>
                </a:lnTo>
                <a:cubicBezTo>
                  <a:pt x="227176" y="111947"/>
                  <a:pt x="220877" y="120454"/>
                  <a:pt x="216945" y="124857"/>
                </a:cubicBezTo>
                <a:cubicBezTo>
                  <a:pt x="210946" y="131464"/>
                  <a:pt x="205897" y="135869"/>
                  <a:pt x="201797" y="138070"/>
                </a:cubicBezTo>
                <a:cubicBezTo>
                  <a:pt x="197698" y="140272"/>
                  <a:pt x="193782" y="141373"/>
                  <a:pt x="190050" y="141373"/>
                </a:cubicBezTo>
                <a:cubicBezTo>
                  <a:pt x="186517" y="141373"/>
                  <a:pt x="183468" y="140073"/>
                  <a:pt x="180902" y="137473"/>
                </a:cubicBezTo>
                <a:cubicBezTo>
                  <a:pt x="178335" y="134874"/>
                  <a:pt x="177052" y="131575"/>
                  <a:pt x="177052" y="127575"/>
                </a:cubicBezTo>
                <a:cubicBezTo>
                  <a:pt x="177052" y="124176"/>
                  <a:pt x="177885" y="119610"/>
                  <a:pt x="179552" y="113878"/>
                </a:cubicBezTo>
                <a:lnTo>
                  <a:pt x="190850" y="73886"/>
                </a:lnTo>
                <a:cubicBezTo>
                  <a:pt x="192716" y="67354"/>
                  <a:pt x="193649" y="62955"/>
                  <a:pt x="193649" y="60688"/>
                </a:cubicBezTo>
                <a:cubicBezTo>
                  <a:pt x="193649" y="59688"/>
                  <a:pt x="193382" y="58805"/>
                  <a:pt x="192849" y="58039"/>
                </a:cubicBezTo>
                <a:cubicBezTo>
                  <a:pt x="192316" y="57272"/>
                  <a:pt x="191433" y="56672"/>
                  <a:pt x="190200" y="56239"/>
                </a:cubicBezTo>
                <a:cubicBezTo>
                  <a:pt x="188967" y="55806"/>
                  <a:pt x="186684" y="55589"/>
                  <a:pt x="183351" y="55589"/>
                </a:cubicBezTo>
                <a:lnTo>
                  <a:pt x="184351" y="51790"/>
                </a:lnTo>
                <a:lnTo>
                  <a:pt x="218444" y="45791"/>
                </a:lnTo>
                <a:lnTo>
                  <a:pt x="224443" y="45791"/>
                </a:lnTo>
                <a:close/>
                <a:moveTo>
                  <a:pt x="397830" y="0"/>
                </a:moveTo>
                <a:lnTo>
                  <a:pt x="365336" y="111732"/>
                </a:lnTo>
                <a:cubicBezTo>
                  <a:pt x="363270" y="118722"/>
                  <a:pt x="362237" y="122949"/>
                  <a:pt x="362237" y="124414"/>
                </a:cubicBezTo>
                <a:cubicBezTo>
                  <a:pt x="362237" y="125149"/>
                  <a:pt x="362504" y="125784"/>
                  <a:pt x="363037" y="126319"/>
                </a:cubicBezTo>
                <a:cubicBezTo>
                  <a:pt x="363570" y="126855"/>
                  <a:pt x="364137" y="127122"/>
                  <a:pt x="364736" y="127122"/>
                </a:cubicBezTo>
                <a:cubicBezTo>
                  <a:pt x="365870" y="127122"/>
                  <a:pt x="367169" y="126554"/>
                  <a:pt x="368636" y="125416"/>
                </a:cubicBezTo>
                <a:cubicBezTo>
                  <a:pt x="371102" y="123544"/>
                  <a:pt x="374101" y="119998"/>
                  <a:pt x="377634" y="114778"/>
                </a:cubicBezTo>
                <a:lnTo>
                  <a:pt x="381233" y="116684"/>
                </a:lnTo>
                <a:cubicBezTo>
                  <a:pt x="371835" y="133143"/>
                  <a:pt x="361504" y="141373"/>
                  <a:pt x="350239" y="141373"/>
                </a:cubicBezTo>
                <a:cubicBezTo>
                  <a:pt x="346240" y="141373"/>
                  <a:pt x="343157" y="140323"/>
                  <a:pt x="340991" y="138223"/>
                </a:cubicBezTo>
                <a:cubicBezTo>
                  <a:pt x="338825" y="136124"/>
                  <a:pt x="337742" y="133441"/>
                  <a:pt x="337742" y="130175"/>
                </a:cubicBezTo>
                <a:cubicBezTo>
                  <a:pt x="337742" y="127042"/>
                  <a:pt x="338608" y="122576"/>
                  <a:pt x="340341" y="116777"/>
                </a:cubicBezTo>
                <a:lnTo>
                  <a:pt x="343341" y="106579"/>
                </a:lnTo>
                <a:cubicBezTo>
                  <a:pt x="335009" y="121310"/>
                  <a:pt x="327777" y="131108"/>
                  <a:pt x="321645" y="135974"/>
                </a:cubicBezTo>
                <a:cubicBezTo>
                  <a:pt x="316979" y="139573"/>
                  <a:pt x="312447" y="141373"/>
                  <a:pt x="308047" y="141373"/>
                </a:cubicBezTo>
                <a:cubicBezTo>
                  <a:pt x="303048" y="141373"/>
                  <a:pt x="298833" y="139338"/>
                  <a:pt x="295400" y="135268"/>
                </a:cubicBezTo>
                <a:cubicBezTo>
                  <a:pt x="291967" y="131198"/>
                  <a:pt x="290251" y="125259"/>
                  <a:pt x="290251" y="117452"/>
                </a:cubicBezTo>
                <a:cubicBezTo>
                  <a:pt x="290251" y="107511"/>
                  <a:pt x="292450" y="97702"/>
                  <a:pt x="296850" y="88027"/>
                </a:cubicBezTo>
                <a:cubicBezTo>
                  <a:pt x="301249" y="78352"/>
                  <a:pt x="306331" y="70278"/>
                  <a:pt x="312097" y="63806"/>
                </a:cubicBezTo>
                <a:cubicBezTo>
                  <a:pt x="317862" y="57335"/>
                  <a:pt x="323361" y="52715"/>
                  <a:pt x="328593" y="49947"/>
                </a:cubicBezTo>
                <a:cubicBezTo>
                  <a:pt x="333826" y="47176"/>
                  <a:pt x="338975" y="45791"/>
                  <a:pt x="344040" y="45791"/>
                </a:cubicBezTo>
                <a:cubicBezTo>
                  <a:pt x="346640" y="45791"/>
                  <a:pt x="348956" y="46330"/>
                  <a:pt x="350989" y="47406"/>
                </a:cubicBezTo>
                <a:cubicBezTo>
                  <a:pt x="353022" y="48483"/>
                  <a:pt x="355338" y="50503"/>
                  <a:pt x="357938" y="53465"/>
                </a:cubicBezTo>
                <a:lnTo>
                  <a:pt x="365336" y="28576"/>
                </a:lnTo>
                <a:cubicBezTo>
                  <a:pt x="367136" y="22483"/>
                  <a:pt x="368036" y="18112"/>
                  <a:pt x="368036" y="15463"/>
                </a:cubicBezTo>
                <a:cubicBezTo>
                  <a:pt x="368036" y="13873"/>
                  <a:pt x="367436" y="12515"/>
                  <a:pt x="366236" y="11388"/>
                </a:cubicBezTo>
                <a:cubicBezTo>
                  <a:pt x="365036" y="10262"/>
                  <a:pt x="363437" y="9698"/>
                  <a:pt x="361437" y="9698"/>
                </a:cubicBezTo>
                <a:cubicBezTo>
                  <a:pt x="360504" y="9698"/>
                  <a:pt x="359338" y="9798"/>
                  <a:pt x="357938" y="9998"/>
                </a:cubicBezTo>
                <a:lnTo>
                  <a:pt x="358938" y="5999"/>
                </a:lnTo>
                <a:lnTo>
                  <a:pt x="391831" y="0"/>
                </a:lnTo>
                <a:lnTo>
                  <a:pt x="397830" y="0"/>
                </a:lnTo>
                <a:moveTo>
                  <a:pt x="353839" y="63288"/>
                </a:moveTo>
                <a:cubicBezTo>
                  <a:pt x="353839" y="59222"/>
                  <a:pt x="353039" y="56256"/>
                  <a:pt x="351439" y="54390"/>
                </a:cubicBezTo>
                <a:cubicBezTo>
                  <a:pt x="349839" y="52523"/>
                  <a:pt x="347973" y="51590"/>
                  <a:pt x="345840" y="51590"/>
                </a:cubicBezTo>
                <a:cubicBezTo>
                  <a:pt x="343707" y="51590"/>
                  <a:pt x="341408" y="52690"/>
                  <a:pt x="338941" y="54889"/>
                </a:cubicBezTo>
                <a:cubicBezTo>
                  <a:pt x="334209" y="59155"/>
                  <a:pt x="329260" y="67737"/>
                  <a:pt x="324094" y="80634"/>
                </a:cubicBezTo>
                <a:cubicBezTo>
                  <a:pt x="318929" y="93532"/>
                  <a:pt x="316346" y="104380"/>
                  <a:pt x="316346" y="113178"/>
                </a:cubicBezTo>
                <a:cubicBezTo>
                  <a:pt x="316346" y="116378"/>
                  <a:pt x="316912" y="118744"/>
                  <a:pt x="318045" y="120277"/>
                </a:cubicBezTo>
                <a:cubicBezTo>
                  <a:pt x="319179" y="121810"/>
                  <a:pt x="320445" y="122576"/>
                  <a:pt x="321845" y="122576"/>
                </a:cubicBezTo>
                <a:cubicBezTo>
                  <a:pt x="324178" y="122576"/>
                  <a:pt x="326511" y="121510"/>
                  <a:pt x="328843" y="119377"/>
                </a:cubicBezTo>
                <a:cubicBezTo>
                  <a:pt x="334509" y="114311"/>
                  <a:pt x="340091" y="105596"/>
                  <a:pt x="345590" y="93232"/>
                </a:cubicBezTo>
                <a:cubicBezTo>
                  <a:pt x="351089" y="80868"/>
                  <a:pt x="353839" y="70886"/>
                  <a:pt x="353839" y="63288"/>
                </a:cubicBezTo>
                <a:close/>
                <a:moveTo>
                  <a:pt x="454592" y="45791"/>
                </a:moveTo>
                <a:cubicBezTo>
                  <a:pt x="459857" y="45791"/>
                  <a:pt x="464806" y="47009"/>
                  <a:pt x="469439" y="49444"/>
                </a:cubicBezTo>
                <a:cubicBezTo>
                  <a:pt x="474071" y="51879"/>
                  <a:pt x="477570" y="55265"/>
                  <a:pt x="479937" y="59604"/>
                </a:cubicBezTo>
                <a:cubicBezTo>
                  <a:pt x="482303" y="63941"/>
                  <a:pt x="483486" y="68744"/>
                  <a:pt x="483486" y="74014"/>
                </a:cubicBezTo>
                <a:cubicBezTo>
                  <a:pt x="483486" y="84824"/>
                  <a:pt x="480470" y="95635"/>
                  <a:pt x="474438" y="106445"/>
                </a:cubicBezTo>
                <a:cubicBezTo>
                  <a:pt x="468406" y="117253"/>
                  <a:pt x="460457" y="125777"/>
                  <a:pt x="450592" y="132015"/>
                </a:cubicBezTo>
                <a:cubicBezTo>
                  <a:pt x="440728" y="138254"/>
                  <a:pt x="430796" y="141373"/>
                  <a:pt x="420798" y="141373"/>
                </a:cubicBezTo>
                <a:cubicBezTo>
                  <a:pt x="411733" y="141373"/>
                  <a:pt x="404718" y="138671"/>
                  <a:pt x="399752" y="133268"/>
                </a:cubicBezTo>
                <a:cubicBezTo>
                  <a:pt x="394786" y="127863"/>
                  <a:pt x="392304" y="121257"/>
                  <a:pt x="392304" y="113450"/>
                </a:cubicBezTo>
                <a:cubicBezTo>
                  <a:pt x="392304" y="104175"/>
                  <a:pt x="394153" y="95484"/>
                  <a:pt x="397853" y="87377"/>
                </a:cubicBezTo>
                <a:cubicBezTo>
                  <a:pt x="401552" y="79270"/>
                  <a:pt x="406251" y="72198"/>
                  <a:pt x="411950" y="66159"/>
                </a:cubicBezTo>
                <a:cubicBezTo>
                  <a:pt x="417649" y="60121"/>
                  <a:pt x="424197" y="55216"/>
                  <a:pt x="431596" y="51446"/>
                </a:cubicBezTo>
                <a:cubicBezTo>
                  <a:pt x="438995" y="47676"/>
                  <a:pt x="446660" y="45791"/>
                  <a:pt x="454592" y="45791"/>
                </a:cubicBezTo>
                <a:moveTo>
                  <a:pt x="450492" y="51190"/>
                </a:moveTo>
                <a:cubicBezTo>
                  <a:pt x="446960" y="51190"/>
                  <a:pt x="444027" y="52222"/>
                  <a:pt x="441694" y="54286"/>
                </a:cubicBezTo>
                <a:cubicBezTo>
                  <a:pt x="437028" y="58479"/>
                  <a:pt x="431763" y="68283"/>
                  <a:pt x="425897" y="83696"/>
                </a:cubicBezTo>
                <a:cubicBezTo>
                  <a:pt x="420032" y="99108"/>
                  <a:pt x="417099" y="113005"/>
                  <a:pt x="417099" y="125388"/>
                </a:cubicBezTo>
                <a:cubicBezTo>
                  <a:pt x="417099" y="128450"/>
                  <a:pt x="418032" y="130980"/>
                  <a:pt x="419898" y="132977"/>
                </a:cubicBezTo>
                <a:cubicBezTo>
                  <a:pt x="421765" y="134975"/>
                  <a:pt x="423964" y="135974"/>
                  <a:pt x="426497" y="135974"/>
                </a:cubicBezTo>
                <a:cubicBezTo>
                  <a:pt x="429096" y="135974"/>
                  <a:pt x="431396" y="135175"/>
                  <a:pt x="433396" y="133577"/>
                </a:cubicBezTo>
                <a:cubicBezTo>
                  <a:pt x="436328" y="131180"/>
                  <a:pt x="439928" y="125804"/>
                  <a:pt x="444194" y="117449"/>
                </a:cubicBezTo>
                <a:cubicBezTo>
                  <a:pt x="448459" y="109095"/>
                  <a:pt x="451959" y="99874"/>
                  <a:pt x="454692" y="89789"/>
                </a:cubicBezTo>
                <a:cubicBezTo>
                  <a:pt x="457424" y="79701"/>
                  <a:pt x="458791" y="70463"/>
                  <a:pt x="458791" y="62076"/>
                </a:cubicBezTo>
                <a:cubicBezTo>
                  <a:pt x="458791" y="58614"/>
                  <a:pt x="457958" y="55934"/>
                  <a:pt x="456291" y="54036"/>
                </a:cubicBezTo>
                <a:cubicBezTo>
                  <a:pt x="454625" y="52139"/>
                  <a:pt x="452692" y="51190"/>
                  <a:pt x="450492" y="51190"/>
                </a:cubicBezTo>
                <a:close/>
                <a:moveTo>
                  <a:pt x="689879" y="0"/>
                </a:moveTo>
                <a:lnTo>
                  <a:pt x="679881" y="43192"/>
                </a:lnTo>
                <a:lnTo>
                  <a:pt x="675982" y="43192"/>
                </a:lnTo>
                <a:cubicBezTo>
                  <a:pt x="675516" y="31361"/>
                  <a:pt x="672633" y="22537"/>
                  <a:pt x="667334" y="16722"/>
                </a:cubicBezTo>
                <a:cubicBezTo>
                  <a:pt x="662035" y="10906"/>
                  <a:pt x="655120" y="7998"/>
                  <a:pt x="646588" y="7998"/>
                </a:cubicBezTo>
                <a:cubicBezTo>
                  <a:pt x="637390" y="7998"/>
                  <a:pt x="628225" y="11928"/>
                  <a:pt x="619093" y="19787"/>
                </a:cubicBezTo>
                <a:cubicBezTo>
                  <a:pt x="609962" y="27646"/>
                  <a:pt x="602230" y="39666"/>
                  <a:pt x="595898" y="55849"/>
                </a:cubicBezTo>
                <a:cubicBezTo>
                  <a:pt x="590765" y="68969"/>
                  <a:pt x="588199" y="81923"/>
                  <a:pt x="588199" y="94710"/>
                </a:cubicBezTo>
                <a:cubicBezTo>
                  <a:pt x="588199" y="106166"/>
                  <a:pt x="591015" y="114908"/>
                  <a:pt x="596647" y="120936"/>
                </a:cubicBezTo>
                <a:cubicBezTo>
                  <a:pt x="602280" y="126962"/>
                  <a:pt x="609995" y="129975"/>
                  <a:pt x="619793" y="129975"/>
                </a:cubicBezTo>
                <a:cubicBezTo>
                  <a:pt x="627725" y="129975"/>
                  <a:pt x="634957" y="128235"/>
                  <a:pt x="641489" y="124754"/>
                </a:cubicBezTo>
                <a:cubicBezTo>
                  <a:pt x="648021" y="121271"/>
                  <a:pt x="654620" y="115613"/>
                  <a:pt x="661285" y="107779"/>
                </a:cubicBezTo>
                <a:lnTo>
                  <a:pt x="666084" y="107779"/>
                </a:lnTo>
                <a:cubicBezTo>
                  <a:pt x="657819" y="120250"/>
                  <a:pt x="649471" y="129000"/>
                  <a:pt x="641039" y="134030"/>
                </a:cubicBezTo>
                <a:cubicBezTo>
                  <a:pt x="632607" y="139059"/>
                  <a:pt x="622293" y="141573"/>
                  <a:pt x="610095" y="141573"/>
                </a:cubicBezTo>
                <a:cubicBezTo>
                  <a:pt x="593765" y="141573"/>
                  <a:pt x="580617" y="136631"/>
                  <a:pt x="570652" y="126747"/>
                </a:cubicBezTo>
                <a:cubicBezTo>
                  <a:pt x="560688" y="116862"/>
                  <a:pt x="555705" y="103965"/>
                  <a:pt x="555705" y="88058"/>
                </a:cubicBezTo>
                <a:cubicBezTo>
                  <a:pt x="555705" y="73148"/>
                  <a:pt x="559671" y="58922"/>
                  <a:pt x="567603" y="45379"/>
                </a:cubicBezTo>
                <a:cubicBezTo>
                  <a:pt x="575535" y="31833"/>
                  <a:pt x="586949" y="20885"/>
                  <a:pt x="601846" y="12532"/>
                </a:cubicBezTo>
                <a:cubicBezTo>
                  <a:pt x="616744" y="4177"/>
                  <a:pt x="631557" y="0"/>
                  <a:pt x="646288" y="0"/>
                </a:cubicBezTo>
                <a:cubicBezTo>
                  <a:pt x="651887" y="0"/>
                  <a:pt x="658852" y="1171"/>
                  <a:pt x="667184" y="3512"/>
                </a:cubicBezTo>
                <a:cubicBezTo>
                  <a:pt x="671450" y="4682"/>
                  <a:pt x="674416" y="5268"/>
                  <a:pt x="676082" y="5268"/>
                </a:cubicBezTo>
                <a:cubicBezTo>
                  <a:pt x="679415" y="5268"/>
                  <a:pt x="682781" y="3512"/>
                  <a:pt x="686180" y="0"/>
                </a:cubicBezTo>
                <a:lnTo>
                  <a:pt x="68987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orrectV">
            <a:extLst xmlns:a="http://schemas.openxmlformats.org/drawingml/2006/main">
              <a:ext uri="{FF2B5EF4-FFF2-40B4-BE49-F238E27FC236}">
                <a16:creationId xmlns:a16="http://schemas.microsoft.com/office/drawing/2014/main" id="{56D66B9C-4579-4F33-85BB-8DDFC344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6" y="1854062"/>
            <a:ext cx="708259" cy="138573"/>
          </a:xfrm>
          <a:custGeom xmlns:a="http://schemas.openxmlformats.org/drawingml/2006/main">
            <a:pathLst>
              <a:path w="708259" h="138573">
                <a:moveTo>
                  <a:pt x="62288" y="42792"/>
                </a:moveTo>
                <a:cubicBezTo>
                  <a:pt x="67554" y="42792"/>
                  <a:pt x="72503" y="44009"/>
                  <a:pt x="77135" y="46444"/>
                </a:cubicBezTo>
                <a:cubicBezTo>
                  <a:pt x="81768" y="48879"/>
                  <a:pt x="85267" y="52266"/>
                  <a:pt x="87633" y="56605"/>
                </a:cubicBezTo>
                <a:cubicBezTo>
                  <a:pt x="89999" y="60941"/>
                  <a:pt x="91182" y="65745"/>
                  <a:pt x="91182" y="71014"/>
                </a:cubicBezTo>
                <a:cubicBezTo>
                  <a:pt x="91182" y="81825"/>
                  <a:pt x="88166" y="92635"/>
                  <a:pt x="82134" y="103446"/>
                </a:cubicBezTo>
                <a:cubicBezTo>
                  <a:pt x="76102" y="114254"/>
                  <a:pt x="68154" y="122777"/>
                  <a:pt x="58289" y="129016"/>
                </a:cubicBezTo>
                <a:cubicBezTo>
                  <a:pt x="48424" y="135254"/>
                  <a:pt x="38493" y="138373"/>
                  <a:pt x="28495" y="138373"/>
                </a:cubicBezTo>
                <a:cubicBezTo>
                  <a:pt x="19430" y="138373"/>
                  <a:pt x="12414" y="135672"/>
                  <a:pt x="7449" y="130269"/>
                </a:cubicBezTo>
                <a:cubicBezTo>
                  <a:pt x="2483" y="124863"/>
                  <a:pt x="0" y="118257"/>
                  <a:pt x="0" y="110451"/>
                </a:cubicBezTo>
                <a:cubicBezTo>
                  <a:pt x="0" y="101175"/>
                  <a:pt x="1850" y="92484"/>
                  <a:pt x="5549" y="84377"/>
                </a:cubicBezTo>
                <a:cubicBezTo>
                  <a:pt x="9248" y="76271"/>
                  <a:pt x="13947" y="69198"/>
                  <a:pt x="19646" y="63160"/>
                </a:cubicBezTo>
                <a:cubicBezTo>
                  <a:pt x="25345" y="57121"/>
                  <a:pt x="31894" y="52217"/>
                  <a:pt x="39292" y="48447"/>
                </a:cubicBezTo>
                <a:cubicBezTo>
                  <a:pt x="46691" y="44677"/>
                  <a:pt x="54356" y="42792"/>
                  <a:pt x="62288" y="42792"/>
                </a:cubicBezTo>
                <a:moveTo>
                  <a:pt x="58189" y="48191"/>
                </a:moveTo>
                <a:cubicBezTo>
                  <a:pt x="54656" y="48191"/>
                  <a:pt x="51723" y="49223"/>
                  <a:pt x="49390" y="51287"/>
                </a:cubicBezTo>
                <a:cubicBezTo>
                  <a:pt x="44725" y="55480"/>
                  <a:pt x="39459" y="65283"/>
                  <a:pt x="33594" y="80697"/>
                </a:cubicBezTo>
                <a:cubicBezTo>
                  <a:pt x="27728" y="96109"/>
                  <a:pt x="24795" y="110006"/>
                  <a:pt x="24795" y="122389"/>
                </a:cubicBezTo>
                <a:cubicBezTo>
                  <a:pt x="24795" y="125451"/>
                  <a:pt x="25728" y="127981"/>
                  <a:pt x="27595" y="129978"/>
                </a:cubicBezTo>
                <a:cubicBezTo>
                  <a:pt x="29461" y="131976"/>
                  <a:pt x="31661" y="132974"/>
                  <a:pt x="34193" y="132974"/>
                </a:cubicBezTo>
                <a:cubicBezTo>
                  <a:pt x="36793" y="132974"/>
                  <a:pt x="39092" y="132176"/>
                  <a:pt x="41092" y="130578"/>
                </a:cubicBezTo>
                <a:cubicBezTo>
                  <a:pt x="44025" y="128181"/>
                  <a:pt x="47624" y="122804"/>
                  <a:pt x="51890" y="114450"/>
                </a:cubicBezTo>
                <a:cubicBezTo>
                  <a:pt x="56156" y="106095"/>
                  <a:pt x="59655" y="96875"/>
                  <a:pt x="62388" y="86790"/>
                </a:cubicBezTo>
                <a:cubicBezTo>
                  <a:pt x="65121" y="76702"/>
                  <a:pt x="66487" y="67464"/>
                  <a:pt x="66487" y="59076"/>
                </a:cubicBezTo>
                <a:cubicBezTo>
                  <a:pt x="66487" y="55614"/>
                  <a:pt x="65654" y="52935"/>
                  <a:pt x="63988" y="51037"/>
                </a:cubicBezTo>
                <a:cubicBezTo>
                  <a:pt x="62321" y="49139"/>
                  <a:pt x="60388" y="48191"/>
                  <a:pt x="58189" y="48191"/>
                </a:cubicBezTo>
                <a:close/>
                <a:moveTo>
                  <a:pt x="146896" y="42792"/>
                </a:moveTo>
                <a:lnTo>
                  <a:pt x="131799" y="99040"/>
                </a:lnTo>
                <a:cubicBezTo>
                  <a:pt x="144196" y="71616"/>
                  <a:pt x="153528" y="54735"/>
                  <a:pt x="159793" y="48397"/>
                </a:cubicBezTo>
                <a:cubicBezTo>
                  <a:pt x="163459" y="44660"/>
                  <a:pt x="167325" y="42792"/>
                  <a:pt x="171391" y="42792"/>
                </a:cubicBezTo>
                <a:cubicBezTo>
                  <a:pt x="174190" y="42792"/>
                  <a:pt x="176457" y="43808"/>
                  <a:pt x="178190" y="45841"/>
                </a:cubicBezTo>
                <a:cubicBezTo>
                  <a:pt x="179923" y="47874"/>
                  <a:pt x="180789" y="50757"/>
                  <a:pt x="180789" y="54489"/>
                </a:cubicBezTo>
                <a:cubicBezTo>
                  <a:pt x="180789" y="60955"/>
                  <a:pt x="179223" y="66387"/>
                  <a:pt x="176090" y="70786"/>
                </a:cubicBezTo>
                <a:cubicBezTo>
                  <a:pt x="174090" y="73586"/>
                  <a:pt x="171858" y="74986"/>
                  <a:pt x="169391" y="74986"/>
                </a:cubicBezTo>
                <a:cubicBezTo>
                  <a:pt x="166725" y="74986"/>
                  <a:pt x="164726" y="73767"/>
                  <a:pt x="163392" y="71330"/>
                </a:cubicBezTo>
                <a:cubicBezTo>
                  <a:pt x="162059" y="68891"/>
                  <a:pt x="161126" y="67458"/>
                  <a:pt x="160593" y="67031"/>
                </a:cubicBezTo>
                <a:cubicBezTo>
                  <a:pt x="160060" y="66602"/>
                  <a:pt x="159493" y="66387"/>
                  <a:pt x="158893" y="66387"/>
                </a:cubicBezTo>
                <a:cubicBezTo>
                  <a:pt x="158227" y="66387"/>
                  <a:pt x="157527" y="66587"/>
                  <a:pt x="156794" y="66987"/>
                </a:cubicBezTo>
                <a:cubicBezTo>
                  <a:pt x="155327" y="67787"/>
                  <a:pt x="153411" y="69737"/>
                  <a:pt x="151045" y="72836"/>
                </a:cubicBezTo>
                <a:cubicBezTo>
                  <a:pt x="148679" y="75933"/>
                  <a:pt x="145763" y="81115"/>
                  <a:pt x="142297" y="88380"/>
                </a:cubicBezTo>
                <a:cubicBezTo>
                  <a:pt x="138831" y="95643"/>
                  <a:pt x="136131" y="101791"/>
                  <a:pt x="134198" y="106823"/>
                </a:cubicBezTo>
                <a:cubicBezTo>
                  <a:pt x="132265" y="111853"/>
                  <a:pt x="129566" y="121437"/>
                  <a:pt x="126100" y="135574"/>
                </a:cubicBezTo>
                <a:lnTo>
                  <a:pt x="101904" y="135574"/>
                </a:lnTo>
                <a:lnTo>
                  <a:pt x="118401" y="69287"/>
                </a:lnTo>
                <a:cubicBezTo>
                  <a:pt x="119601" y="64354"/>
                  <a:pt x="120201" y="61088"/>
                  <a:pt x="120201" y="59489"/>
                </a:cubicBezTo>
                <a:cubicBezTo>
                  <a:pt x="120201" y="57689"/>
                  <a:pt x="119884" y="56289"/>
                  <a:pt x="119251" y="55289"/>
                </a:cubicBezTo>
                <a:cubicBezTo>
                  <a:pt x="118618" y="54290"/>
                  <a:pt x="117751" y="53556"/>
                  <a:pt x="116652" y="53090"/>
                </a:cubicBezTo>
                <a:cubicBezTo>
                  <a:pt x="115552" y="52623"/>
                  <a:pt x="113269" y="52390"/>
                  <a:pt x="109803" y="52390"/>
                </a:cubicBezTo>
                <a:lnTo>
                  <a:pt x="110703" y="49390"/>
                </a:lnTo>
                <a:lnTo>
                  <a:pt x="140897" y="42792"/>
                </a:lnTo>
                <a:lnTo>
                  <a:pt x="146896" y="42792"/>
                </a:lnTo>
                <a:close/>
                <a:moveTo>
                  <a:pt x="228188" y="42792"/>
                </a:moveTo>
                <a:lnTo>
                  <a:pt x="213091" y="99040"/>
                </a:lnTo>
                <a:cubicBezTo>
                  <a:pt x="225489" y="71616"/>
                  <a:pt x="234820" y="54735"/>
                  <a:pt x="241086" y="48397"/>
                </a:cubicBezTo>
                <a:cubicBezTo>
                  <a:pt x="244751" y="44660"/>
                  <a:pt x="248617" y="42792"/>
                  <a:pt x="252683" y="42792"/>
                </a:cubicBezTo>
                <a:cubicBezTo>
                  <a:pt x="255483" y="42792"/>
                  <a:pt x="257749" y="43808"/>
                  <a:pt x="259482" y="45841"/>
                </a:cubicBezTo>
                <a:cubicBezTo>
                  <a:pt x="261215" y="47874"/>
                  <a:pt x="262081" y="50757"/>
                  <a:pt x="262081" y="54489"/>
                </a:cubicBezTo>
                <a:cubicBezTo>
                  <a:pt x="262081" y="60955"/>
                  <a:pt x="260515" y="66387"/>
                  <a:pt x="257382" y="70786"/>
                </a:cubicBezTo>
                <a:cubicBezTo>
                  <a:pt x="255383" y="73586"/>
                  <a:pt x="253150" y="74986"/>
                  <a:pt x="250684" y="74986"/>
                </a:cubicBezTo>
                <a:cubicBezTo>
                  <a:pt x="248018" y="74986"/>
                  <a:pt x="246018" y="73767"/>
                  <a:pt x="244685" y="71330"/>
                </a:cubicBezTo>
                <a:cubicBezTo>
                  <a:pt x="243352" y="68891"/>
                  <a:pt x="242419" y="67458"/>
                  <a:pt x="241885" y="67031"/>
                </a:cubicBezTo>
                <a:cubicBezTo>
                  <a:pt x="241352" y="66602"/>
                  <a:pt x="240786" y="66387"/>
                  <a:pt x="240186" y="66387"/>
                </a:cubicBezTo>
                <a:cubicBezTo>
                  <a:pt x="239519" y="66387"/>
                  <a:pt x="238819" y="66587"/>
                  <a:pt x="238086" y="66987"/>
                </a:cubicBezTo>
                <a:cubicBezTo>
                  <a:pt x="236620" y="67787"/>
                  <a:pt x="234703" y="69737"/>
                  <a:pt x="232337" y="72836"/>
                </a:cubicBezTo>
                <a:cubicBezTo>
                  <a:pt x="229971" y="75933"/>
                  <a:pt x="227055" y="81115"/>
                  <a:pt x="223589" y="88380"/>
                </a:cubicBezTo>
                <a:cubicBezTo>
                  <a:pt x="220123" y="95643"/>
                  <a:pt x="217423" y="101791"/>
                  <a:pt x="215490" y="106823"/>
                </a:cubicBezTo>
                <a:cubicBezTo>
                  <a:pt x="213558" y="111853"/>
                  <a:pt x="210858" y="121437"/>
                  <a:pt x="207392" y="135574"/>
                </a:cubicBezTo>
                <a:lnTo>
                  <a:pt x="183197" y="135574"/>
                </a:lnTo>
                <a:lnTo>
                  <a:pt x="199694" y="69287"/>
                </a:lnTo>
                <a:cubicBezTo>
                  <a:pt x="200893" y="64354"/>
                  <a:pt x="201493" y="61088"/>
                  <a:pt x="201493" y="59489"/>
                </a:cubicBezTo>
                <a:cubicBezTo>
                  <a:pt x="201493" y="57689"/>
                  <a:pt x="201177" y="56289"/>
                  <a:pt x="200543" y="55289"/>
                </a:cubicBezTo>
                <a:cubicBezTo>
                  <a:pt x="199910" y="54290"/>
                  <a:pt x="199044" y="53556"/>
                  <a:pt x="197944" y="53090"/>
                </a:cubicBezTo>
                <a:cubicBezTo>
                  <a:pt x="196844" y="52623"/>
                  <a:pt x="194561" y="52390"/>
                  <a:pt x="191095" y="52390"/>
                </a:cubicBezTo>
                <a:lnTo>
                  <a:pt x="191995" y="49390"/>
                </a:lnTo>
                <a:lnTo>
                  <a:pt x="222189" y="42792"/>
                </a:lnTo>
                <a:lnTo>
                  <a:pt x="228188" y="42792"/>
                </a:lnTo>
                <a:close/>
                <a:moveTo>
                  <a:pt x="290730" y="97981"/>
                </a:moveTo>
                <a:cubicBezTo>
                  <a:pt x="290130" y="102314"/>
                  <a:pt x="289831" y="105880"/>
                  <a:pt x="289831" y="108679"/>
                </a:cubicBezTo>
                <a:cubicBezTo>
                  <a:pt x="289831" y="113678"/>
                  <a:pt x="291280" y="117677"/>
                  <a:pt x="294180" y="120677"/>
                </a:cubicBezTo>
                <a:cubicBezTo>
                  <a:pt x="297079" y="123676"/>
                  <a:pt x="300962" y="125176"/>
                  <a:pt x="305827" y="125176"/>
                </a:cubicBezTo>
                <a:cubicBezTo>
                  <a:pt x="310493" y="125176"/>
                  <a:pt x="315176" y="124183"/>
                  <a:pt x="319875" y="122198"/>
                </a:cubicBezTo>
                <a:cubicBezTo>
                  <a:pt x="324574" y="120213"/>
                  <a:pt x="330023" y="116740"/>
                  <a:pt x="336222" y="111778"/>
                </a:cubicBezTo>
                <a:lnTo>
                  <a:pt x="339221" y="114306"/>
                </a:lnTo>
                <a:cubicBezTo>
                  <a:pt x="331556" y="122984"/>
                  <a:pt x="324091" y="129165"/>
                  <a:pt x="316825" y="132849"/>
                </a:cubicBezTo>
                <a:cubicBezTo>
                  <a:pt x="309560" y="136532"/>
                  <a:pt x="301528" y="138373"/>
                  <a:pt x="292730" y="138373"/>
                </a:cubicBezTo>
                <a:cubicBezTo>
                  <a:pt x="281599" y="138373"/>
                  <a:pt x="273900" y="135705"/>
                  <a:pt x="269634" y="130369"/>
                </a:cubicBezTo>
                <a:cubicBezTo>
                  <a:pt x="265369" y="125030"/>
                  <a:pt x="263236" y="118857"/>
                  <a:pt x="263236" y="111850"/>
                </a:cubicBezTo>
                <a:cubicBezTo>
                  <a:pt x="263236" y="100909"/>
                  <a:pt x="266418" y="89967"/>
                  <a:pt x="272784" y="79025"/>
                </a:cubicBezTo>
                <a:cubicBezTo>
                  <a:pt x="279149" y="68082"/>
                  <a:pt x="287814" y="59307"/>
                  <a:pt x="298779" y="52702"/>
                </a:cubicBezTo>
                <a:cubicBezTo>
                  <a:pt x="309743" y="46095"/>
                  <a:pt x="320758" y="42792"/>
                  <a:pt x="331822" y="42792"/>
                </a:cubicBezTo>
                <a:cubicBezTo>
                  <a:pt x="337421" y="42792"/>
                  <a:pt x="341654" y="44125"/>
                  <a:pt x="344520" y="46791"/>
                </a:cubicBezTo>
                <a:cubicBezTo>
                  <a:pt x="347386" y="49457"/>
                  <a:pt x="348819" y="52823"/>
                  <a:pt x="348819" y="56889"/>
                </a:cubicBezTo>
                <a:cubicBezTo>
                  <a:pt x="348819" y="61755"/>
                  <a:pt x="347419" y="66487"/>
                  <a:pt x="344620" y="71086"/>
                </a:cubicBezTo>
                <a:cubicBezTo>
                  <a:pt x="340754" y="77352"/>
                  <a:pt x="335888" y="82401"/>
                  <a:pt x="330023" y="86233"/>
                </a:cubicBezTo>
                <a:cubicBezTo>
                  <a:pt x="324157" y="90066"/>
                  <a:pt x="317592" y="92982"/>
                  <a:pt x="310327" y="94982"/>
                </a:cubicBezTo>
                <a:cubicBezTo>
                  <a:pt x="305461" y="96315"/>
                  <a:pt x="298929" y="97315"/>
                  <a:pt x="290730" y="97981"/>
                </a:cubicBezTo>
                <a:moveTo>
                  <a:pt x="291630" y="92782"/>
                </a:moveTo>
                <a:cubicBezTo>
                  <a:pt x="297496" y="91920"/>
                  <a:pt x="302045" y="90743"/>
                  <a:pt x="305278" y="89252"/>
                </a:cubicBezTo>
                <a:cubicBezTo>
                  <a:pt x="308510" y="87758"/>
                  <a:pt x="311676" y="85369"/>
                  <a:pt x="314776" y="82084"/>
                </a:cubicBezTo>
                <a:cubicBezTo>
                  <a:pt x="317875" y="78799"/>
                  <a:pt x="320558" y="74652"/>
                  <a:pt x="322824" y="69643"/>
                </a:cubicBezTo>
                <a:cubicBezTo>
                  <a:pt x="325090" y="64633"/>
                  <a:pt x="326223" y="59939"/>
                  <a:pt x="326223" y="55561"/>
                </a:cubicBezTo>
                <a:cubicBezTo>
                  <a:pt x="326223" y="53703"/>
                  <a:pt x="325707" y="52244"/>
                  <a:pt x="324674" y="51184"/>
                </a:cubicBezTo>
                <a:cubicBezTo>
                  <a:pt x="323641" y="50122"/>
                  <a:pt x="322324" y="49590"/>
                  <a:pt x="320725" y="49590"/>
                </a:cubicBezTo>
                <a:cubicBezTo>
                  <a:pt x="317525" y="49590"/>
                  <a:pt x="313926" y="51813"/>
                  <a:pt x="309927" y="56258"/>
                </a:cubicBezTo>
                <a:cubicBezTo>
                  <a:pt x="302595" y="64352"/>
                  <a:pt x="296496" y="76527"/>
                  <a:pt x="291630" y="92782"/>
                </a:cubicBezTo>
                <a:close/>
                <a:moveTo>
                  <a:pt x="426535" y="111778"/>
                </a:moveTo>
                <a:lnTo>
                  <a:pt x="429535" y="114447"/>
                </a:lnTo>
                <a:cubicBezTo>
                  <a:pt x="423069" y="122093"/>
                  <a:pt x="416704" y="127696"/>
                  <a:pt x="410438" y="131256"/>
                </a:cubicBezTo>
                <a:cubicBezTo>
                  <a:pt x="402107" y="136001"/>
                  <a:pt x="393475" y="138373"/>
                  <a:pt x="384543" y="138373"/>
                </a:cubicBezTo>
                <a:cubicBezTo>
                  <a:pt x="378545" y="138373"/>
                  <a:pt x="373229" y="137089"/>
                  <a:pt x="368596" y="134521"/>
                </a:cubicBezTo>
                <a:cubicBezTo>
                  <a:pt x="363964" y="131951"/>
                  <a:pt x="360548" y="128347"/>
                  <a:pt x="358348" y="123711"/>
                </a:cubicBezTo>
                <a:cubicBezTo>
                  <a:pt x="356149" y="119074"/>
                  <a:pt x="355049" y="114320"/>
                  <a:pt x="355049" y="109448"/>
                </a:cubicBezTo>
                <a:cubicBezTo>
                  <a:pt x="355049" y="98506"/>
                  <a:pt x="358015" y="87748"/>
                  <a:pt x="363947" y="77173"/>
                </a:cubicBezTo>
                <a:cubicBezTo>
                  <a:pt x="369880" y="66595"/>
                  <a:pt x="377711" y="58221"/>
                  <a:pt x="387443" y="52049"/>
                </a:cubicBezTo>
                <a:cubicBezTo>
                  <a:pt x="397174" y="45878"/>
                  <a:pt x="406739" y="42792"/>
                  <a:pt x="416137" y="42792"/>
                </a:cubicBezTo>
                <a:cubicBezTo>
                  <a:pt x="423669" y="42792"/>
                  <a:pt x="429335" y="44463"/>
                  <a:pt x="433134" y="47806"/>
                </a:cubicBezTo>
                <a:cubicBezTo>
                  <a:pt x="436933" y="51150"/>
                  <a:pt x="438833" y="55295"/>
                  <a:pt x="438833" y="60242"/>
                </a:cubicBezTo>
                <a:cubicBezTo>
                  <a:pt x="438833" y="64720"/>
                  <a:pt x="437400" y="68531"/>
                  <a:pt x="434534" y="71674"/>
                </a:cubicBezTo>
                <a:cubicBezTo>
                  <a:pt x="431668" y="74815"/>
                  <a:pt x="428468" y="76385"/>
                  <a:pt x="424936" y="76385"/>
                </a:cubicBezTo>
                <a:cubicBezTo>
                  <a:pt x="421870" y="76385"/>
                  <a:pt x="419320" y="75382"/>
                  <a:pt x="417287" y="73376"/>
                </a:cubicBezTo>
                <a:cubicBezTo>
                  <a:pt x="415254" y="71369"/>
                  <a:pt x="414238" y="68994"/>
                  <a:pt x="414238" y="66253"/>
                </a:cubicBezTo>
                <a:cubicBezTo>
                  <a:pt x="414238" y="62641"/>
                  <a:pt x="416037" y="59497"/>
                  <a:pt x="419637" y="56820"/>
                </a:cubicBezTo>
                <a:cubicBezTo>
                  <a:pt x="422103" y="54948"/>
                  <a:pt x="423336" y="53310"/>
                  <a:pt x="423336" y="51906"/>
                </a:cubicBezTo>
                <a:cubicBezTo>
                  <a:pt x="423336" y="50702"/>
                  <a:pt x="422836" y="49732"/>
                  <a:pt x="421836" y="48997"/>
                </a:cubicBezTo>
                <a:cubicBezTo>
                  <a:pt x="420503" y="47926"/>
                  <a:pt x="418770" y="47391"/>
                  <a:pt x="416637" y="47391"/>
                </a:cubicBezTo>
                <a:cubicBezTo>
                  <a:pt x="411038" y="47391"/>
                  <a:pt x="405773" y="49660"/>
                  <a:pt x="400840" y="54199"/>
                </a:cubicBezTo>
                <a:cubicBezTo>
                  <a:pt x="394308" y="60206"/>
                  <a:pt x="389309" y="67815"/>
                  <a:pt x="385843" y="77026"/>
                </a:cubicBezTo>
                <a:cubicBezTo>
                  <a:pt x="382377" y="86234"/>
                  <a:pt x="380644" y="94976"/>
                  <a:pt x="380644" y="103252"/>
                </a:cubicBezTo>
                <a:cubicBezTo>
                  <a:pt x="380644" y="109792"/>
                  <a:pt x="382410" y="115015"/>
                  <a:pt x="385943" y="118921"/>
                </a:cubicBezTo>
                <a:cubicBezTo>
                  <a:pt x="389476" y="122824"/>
                  <a:pt x="393675" y="124776"/>
                  <a:pt x="398541" y="124776"/>
                </a:cubicBezTo>
                <a:cubicBezTo>
                  <a:pt x="402807" y="124776"/>
                  <a:pt x="407422" y="123701"/>
                  <a:pt x="412388" y="121552"/>
                </a:cubicBezTo>
                <a:cubicBezTo>
                  <a:pt x="417354" y="119402"/>
                  <a:pt x="422070" y="116144"/>
                  <a:pt x="426535" y="111778"/>
                </a:cubicBezTo>
                <a:close/>
                <a:moveTo>
                  <a:pt x="499865" y="18396"/>
                </a:moveTo>
                <a:lnTo>
                  <a:pt x="491867" y="45591"/>
                </a:lnTo>
                <a:lnTo>
                  <a:pt x="504964" y="45591"/>
                </a:lnTo>
                <a:lnTo>
                  <a:pt x="501465" y="57189"/>
                </a:lnTo>
                <a:lnTo>
                  <a:pt x="488567" y="57189"/>
                </a:lnTo>
                <a:lnTo>
                  <a:pt x="471871" y="115165"/>
                </a:lnTo>
                <a:cubicBezTo>
                  <a:pt x="470804" y="118765"/>
                  <a:pt x="470271" y="121497"/>
                  <a:pt x="470271" y="123364"/>
                </a:cubicBezTo>
                <a:cubicBezTo>
                  <a:pt x="470271" y="124234"/>
                  <a:pt x="470571" y="124987"/>
                  <a:pt x="471171" y="125623"/>
                </a:cubicBezTo>
                <a:cubicBezTo>
                  <a:pt x="471771" y="126258"/>
                  <a:pt x="472437" y="126576"/>
                  <a:pt x="473170" y="126576"/>
                </a:cubicBezTo>
                <a:cubicBezTo>
                  <a:pt x="474303" y="126576"/>
                  <a:pt x="475470" y="126109"/>
                  <a:pt x="476670" y="125176"/>
                </a:cubicBezTo>
                <a:cubicBezTo>
                  <a:pt x="479736" y="122843"/>
                  <a:pt x="483302" y="118777"/>
                  <a:pt x="487368" y="112978"/>
                </a:cubicBezTo>
                <a:lnTo>
                  <a:pt x="490867" y="115178"/>
                </a:lnTo>
                <a:cubicBezTo>
                  <a:pt x="486268" y="123176"/>
                  <a:pt x="481202" y="129042"/>
                  <a:pt x="475670" y="132774"/>
                </a:cubicBezTo>
                <a:cubicBezTo>
                  <a:pt x="470138" y="136507"/>
                  <a:pt x="464705" y="138373"/>
                  <a:pt x="459373" y="138373"/>
                </a:cubicBezTo>
                <a:cubicBezTo>
                  <a:pt x="454840" y="138373"/>
                  <a:pt x="451324" y="137224"/>
                  <a:pt x="448825" y="134924"/>
                </a:cubicBezTo>
                <a:cubicBezTo>
                  <a:pt x="446325" y="132624"/>
                  <a:pt x="445076" y="129708"/>
                  <a:pt x="445076" y="126176"/>
                </a:cubicBezTo>
                <a:cubicBezTo>
                  <a:pt x="445076" y="122310"/>
                  <a:pt x="445942" y="117344"/>
                  <a:pt x="447675" y="111279"/>
                </a:cubicBezTo>
                <a:lnTo>
                  <a:pt x="463472" y="57189"/>
                </a:lnTo>
                <a:lnTo>
                  <a:pt x="449875" y="57189"/>
                </a:lnTo>
                <a:lnTo>
                  <a:pt x="451874" y="49772"/>
                </a:lnTo>
                <a:cubicBezTo>
                  <a:pt x="460406" y="46631"/>
                  <a:pt x="467605" y="42955"/>
                  <a:pt x="473470" y="38746"/>
                </a:cubicBezTo>
                <a:cubicBezTo>
                  <a:pt x="479336" y="34536"/>
                  <a:pt x="486401" y="27753"/>
                  <a:pt x="494666" y="18396"/>
                </a:cubicBezTo>
                <a:lnTo>
                  <a:pt x="499865" y="18396"/>
                </a:lnTo>
                <a:close/>
                <a:moveTo>
                  <a:pt x="581284" y="138573"/>
                </a:moveTo>
                <a:lnTo>
                  <a:pt x="585683" y="25286"/>
                </a:lnTo>
                <a:cubicBezTo>
                  <a:pt x="585883" y="18693"/>
                  <a:pt x="585983" y="15229"/>
                  <a:pt x="585983" y="14894"/>
                </a:cubicBezTo>
                <a:cubicBezTo>
                  <a:pt x="585983" y="11197"/>
                  <a:pt x="585100" y="8474"/>
                  <a:pt x="583334" y="6727"/>
                </a:cubicBezTo>
                <a:cubicBezTo>
                  <a:pt x="581567" y="4977"/>
                  <a:pt x="578318" y="3935"/>
                  <a:pt x="573585" y="3599"/>
                </a:cubicBezTo>
                <a:lnTo>
                  <a:pt x="574785" y="0"/>
                </a:lnTo>
                <a:lnTo>
                  <a:pt x="631774" y="0"/>
                </a:lnTo>
                <a:lnTo>
                  <a:pt x="630674" y="3599"/>
                </a:lnTo>
                <a:cubicBezTo>
                  <a:pt x="625809" y="3599"/>
                  <a:pt x="622126" y="5079"/>
                  <a:pt x="619627" y="8039"/>
                </a:cubicBezTo>
                <a:cubicBezTo>
                  <a:pt x="617127" y="10997"/>
                  <a:pt x="615677" y="17115"/>
                  <a:pt x="615277" y="26395"/>
                </a:cubicBezTo>
                <a:lnTo>
                  <a:pt x="612078" y="96906"/>
                </a:lnTo>
                <a:lnTo>
                  <a:pt x="664968" y="35556"/>
                </a:lnTo>
                <a:cubicBezTo>
                  <a:pt x="671833" y="27609"/>
                  <a:pt x="676066" y="22100"/>
                  <a:pt x="677665" y="19028"/>
                </a:cubicBezTo>
                <a:cubicBezTo>
                  <a:pt x="679265" y="15955"/>
                  <a:pt x="680065" y="13284"/>
                  <a:pt x="680065" y="11014"/>
                </a:cubicBezTo>
                <a:cubicBezTo>
                  <a:pt x="680065" y="9343"/>
                  <a:pt x="679332" y="7857"/>
                  <a:pt x="677865" y="6555"/>
                </a:cubicBezTo>
                <a:cubicBezTo>
                  <a:pt x="676399" y="5253"/>
                  <a:pt x="673599" y="4268"/>
                  <a:pt x="669467" y="3599"/>
                </a:cubicBezTo>
                <a:lnTo>
                  <a:pt x="670867" y="0"/>
                </a:lnTo>
                <a:lnTo>
                  <a:pt x="708259" y="0"/>
                </a:lnTo>
                <a:lnTo>
                  <a:pt x="708259" y="3599"/>
                </a:lnTo>
                <a:cubicBezTo>
                  <a:pt x="705060" y="4403"/>
                  <a:pt x="702461" y="5575"/>
                  <a:pt x="700461" y="7114"/>
                </a:cubicBezTo>
                <a:cubicBezTo>
                  <a:pt x="697528" y="9324"/>
                  <a:pt x="692996" y="14013"/>
                  <a:pt x="686864" y="21180"/>
                </a:cubicBezTo>
                <a:lnTo>
                  <a:pt x="585683" y="138573"/>
                </a:lnTo>
                <a:lnTo>
                  <a:pt x="581284" y="1385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ersions">
            <a:extLst xmlns:a="http://schemas.openxmlformats.org/drawingml/2006/main">
              <a:ext uri="{FF2B5EF4-FFF2-40B4-BE49-F238E27FC236}">
                <a16:creationId xmlns:a16="http://schemas.microsoft.com/office/drawing/2014/main" id="{EBA26BF0-CA1D-4CAE-A2FA-A1ADB6C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0" y="1851063"/>
            <a:ext cx="598540" cy="141373"/>
          </a:xfrm>
          <a:custGeom xmlns:a="http://schemas.openxmlformats.org/drawingml/2006/main">
            <a:pathLst>
              <a:path w="598540" h="141373">
                <a:moveTo>
                  <a:pt x="27495" y="100981"/>
                </a:moveTo>
                <a:cubicBezTo>
                  <a:pt x="26895" y="105313"/>
                  <a:pt x="26595" y="108879"/>
                  <a:pt x="26595" y="111678"/>
                </a:cubicBezTo>
                <a:cubicBezTo>
                  <a:pt x="26595" y="116678"/>
                  <a:pt x="28045" y="120677"/>
                  <a:pt x="30944" y="123676"/>
                </a:cubicBezTo>
                <a:cubicBezTo>
                  <a:pt x="33843" y="126676"/>
                  <a:pt x="37726" y="128175"/>
                  <a:pt x="42592" y="128175"/>
                </a:cubicBezTo>
                <a:cubicBezTo>
                  <a:pt x="47258" y="128175"/>
                  <a:pt x="51940" y="127183"/>
                  <a:pt x="56639" y="125198"/>
                </a:cubicBezTo>
                <a:cubicBezTo>
                  <a:pt x="61338" y="123213"/>
                  <a:pt x="66787" y="119739"/>
                  <a:pt x="72986" y="114778"/>
                </a:cubicBezTo>
                <a:lnTo>
                  <a:pt x="75985" y="117306"/>
                </a:lnTo>
                <a:cubicBezTo>
                  <a:pt x="68320" y="125983"/>
                  <a:pt x="60855" y="132164"/>
                  <a:pt x="53590" y="135849"/>
                </a:cubicBezTo>
                <a:cubicBezTo>
                  <a:pt x="46324" y="139531"/>
                  <a:pt x="38293" y="141373"/>
                  <a:pt x="29494" y="141373"/>
                </a:cubicBezTo>
                <a:cubicBezTo>
                  <a:pt x="18363" y="141373"/>
                  <a:pt x="10665" y="138705"/>
                  <a:pt x="6399" y="133368"/>
                </a:cubicBezTo>
                <a:cubicBezTo>
                  <a:pt x="2133" y="128029"/>
                  <a:pt x="0" y="121857"/>
                  <a:pt x="0" y="114850"/>
                </a:cubicBezTo>
                <a:cubicBezTo>
                  <a:pt x="0" y="103908"/>
                  <a:pt x="3183" y="92966"/>
                  <a:pt x="9548" y="82025"/>
                </a:cubicBezTo>
                <a:cubicBezTo>
                  <a:pt x="15914" y="71081"/>
                  <a:pt x="24579" y="62307"/>
                  <a:pt x="35543" y="55702"/>
                </a:cubicBezTo>
                <a:cubicBezTo>
                  <a:pt x="46508" y="49095"/>
                  <a:pt x="57522" y="45791"/>
                  <a:pt x="68587" y="45791"/>
                </a:cubicBezTo>
                <a:cubicBezTo>
                  <a:pt x="74186" y="45791"/>
                  <a:pt x="78418" y="47124"/>
                  <a:pt x="81284" y="49790"/>
                </a:cubicBezTo>
                <a:cubicBezTo>
                  <a:pt x="84150" y="52457"/>
                  <a:pt x="85583" y="55823"/>
                  <a:pt x="85583" y="59888"/>
                </a:cubicBezTo>
                <a:cubicBezTo>
                  <a:pt x="85583" y="64754"/>
                  <a:pt x="84184" y="69487"/>
                  <a:pt x="81384" y="74086"/>
                </a:cubicBezTo>
                <a:cubicBezTo>
                  <a:pt x="77518" y="80351"/>
                  <a:pt x="72653" y="85400"/>
                  <a:pt x="66787" y="89233"/>
                </a:cubicBezTo>
                <a:cubicBezTo>
                  <a:pt x="60922" y="93065"/>
                  <a:pt x="54356" y="95981"/>
                  <a:pt x="47091" y="97981"/>
                </a:cubicBezTo>
                <a:cubicBezTo>
                  <a:pt x="42225" y="99314"/>
                  <a:pt x="35693" y="100314"/>
                  <a:pt x="27495" y="100981"/>
                </a:cubicBezTo>
                <a:moveTo>
                  <a:pt x="28395" y="95782"/>
                </a:moveTo>
                <a:cubicBezTo>
                  <a:pt x="34260" y="94919"/>
                  <a:pt x="38809" y="93742"/>
                  <a:pt x="42042" y="92251"/>
                </a:cubicBezTo>
                <a:cubicBezTo>
                  <a:pt x="45275" y="90757"/>
                  <a:pt x="48441" y="88368"/>
                  <a:pt x="51540" y="85084"/>
                </a:cubicBezTo>
                <a:cubicBezTo>
                  <a:pt x="54639" y="81799"/>
                  <a:pt x="57322" y="77652"/>
                  <a:pt x="59589" y="72642"/>
                </a:cubicBezTo>
                <a:cubicBezTo>
                  <a:pt x="61855" y="67633"/>
                  <a:pt x="62988" y="62939"/>
                  <a:pt x="62988" y="58561"/>
                </a:cubicBezTo>
                <a:cubicBezTo>
                  <a:pt x="62988" y="56703"/>
                  <a:pt x="62471" y="55244"/>
                  <a:pt x="61438" y="54183"/>
                </a:cubicBezTo>
                <a:cubicBezTo>
                  <a:pt x="60405" y="53121"/>
                  <a:pt x="59089" y="52590"/>
                  <a:pt x="57489" y="52590"/>
                </a:cubicBezTo>
                <a:cubicBezTo>
                  <a:pt x="54290" y="52590"/>
                  <a:pt x="50690" y="54812"/>
                  <a:pt x="46691" y="59257"/>
                </a:cubicBezTo>
                <a:cubicBezTo>
                  <a:pt x="39359" y="67352"/>
                  <a:pt x="33260" y="79526"/>
                  <a:pt x="28395" y="95782"/>
                </a:cubicBezTo>
                <a:close/>
                <a:moveTo>
                  <a:pt x="134905" y="45791"/>
                </a:moveTo>
                <a:lnTo>
                  <a:pt x="119808" y="102040"/>
                </a:lnTo>
                <a:cubicBezTo>
                  <a:pt x="132206" y="74616"/>
                  <a:pt x="141537" y="57735"/>
                  <a:pt x="147803" y="51396"/>
                </a:cubicBezTo>
                <a:cubicBezTo>
                  <a:pt x="151469" y="47660"/>
                  <a:pt x="155335" y="45791"/>
                  <a:pt x="159400" y="45791"/>
                </a:cubicBezTo>
                <a:cubicBezTo>
                  <a:pt x="162200" y="45791"/>
                  <a:pt x="164466" y="46808"/>
                  <a:pt x="166199" y="48841"/>
                </a:cubicBezTo>
                <a:cubicBezTo>
                  <a:pt x="167932" y="50874"/>
                  <a:pt x="168799" y="53756"/>
                  <a:pt x="168799" y="57489"/>
                </a:cubicBezTo>
                <a:cubicBezTo>
                  <a:pt x="168799" y="63954"/>
                  <a:pt x="167232" y="69387"/>
                  <a:pt x="164100" y="73786"/>
                </a:cubicBezTo>
                <a:cubicBezTo>
                  <a:pt x="162100" y="76585"/>
                  <a:pt x="159867" y="77985"/>
                  <a:pt x="157401" y="77985"/>
                </a:cubicBezTo>
                <a:cubicBezTo>
                  <a:pt x="154735" y="77985"/>
                  <a:pt x="152735" y="76766"/>
                  <a:pt x="151402" y="74329"/>
                </a:cubicBezTo>
                <a:cubicBezTo>
                  <a:pt x="150069" y="71890"/>
                  <a:pt x="149136" y="70457"/>
                  <a:pt x="148603" y="70030"/>
                </a:cubicBezTo>
                <a:cubicBezTo>
                  <a:pt x="148069" y="69601"/>
                  <a:pt x="147503" y="69387"/>
                  <a:pt x="146903" y="69387"/>
                </a:cubicBezTo>
                <a:cubicBezTo>
                  <a:pt x="146236" y="69387"/>
                  <a:pt x="145536" y="69587"/>
                  <a:pt x="144803" y="69987"/>
                </a:cubicBezTo>
                <a:cubicBezTo>
                  <a:pt x="143337" y="70786"/>
                  <a:pt x="141421" y="72736"/>
                  <a:pt x="139054" y="75835"/>
                </a:cubicBezTo>
                <a:cubicBezTo>
                  <a:pt x="136688" y="78933"/>
                  <a:pt x="133772" y="84114"/>
                  <a:pt x="130306" y="91379"/>
                </a:cubicBezTo>
                <a:cubicBezTo>
                  <a:pt x="126840" y="98642"/>
                  <a:pt x="124141" y="104790"/>
                  <a:pt x="122208" y="109823"/>
                </a:cubicBezTo>
                <a:cubicBezTo>
                  <a:pt x="120275" y="114853"/>
                  <a:pt x="117575" y="124436"/>
                  <a:pt x="114109" y="138573"/>
                </a:cubicBezTo>
                <a:lnTo>
                  <a:pt x="89914" y="138573"/>
                </a:lnTo>
                <a:lnTo>
                  <a:pt x="106411" y="72286"/>
                </a:lnTo>
                <a:cubicBezTo>
                  <a:pt x="107610" y="67354"/>
                  <a:pt x="108210" y="64088"/>
                  <a:pt x="108210" y="62488"/>
                </a:cubicBezTo>
                <a:cubicBezTo>
                  <a:pt x="108210" y="60688"/>
                  <a:pt x="107894" y="59289"/>
                  <a:pt x="107260" y="58289"/>
                </a:cubicBezTo>
                <a:cubicBezTo>
                  <a:pt x="106627" y="57289"/>
                  <a:pt x="105761" y="56556"/>
                  <a:pt x="104661" y="56089"/>
                </a:cubicBezTo>
                <a:cubicBezTo>
                  <a:pt x="103561" y="55623"/>
                  <a:pt x="101278" y="55389"/>
                  <a:pt x="97812" y="55389"/>
                </a:cubicBezTo>
                <a:lnTo>
                  <a:pt x="98712" y="52390"/>
                </a:lnTo>
                <a:lnTo>
                  <a:pt x="128906" y="45791"/>
                </a:lnTo>
                <a:lnTo>
                  <a:pt x="134905" y="45791"/>
                </a:lnTo>
                <a:close/>
                <a:moveTo>
                  <a:pt x="243688" y="45791"/>
                </a:moveTo>
                <a:lnTo>
                  <a:pt x="239289" y="76785"/>
                </a:lnTo>
                <a:lnTo>
                  <a:pt x="235590" y="76785"/>
                </a:lnTo>
                <a:cubicBezTo>
                  <a:pt x="235056" y="68849"/>
                  <a:pt x="232607" y="62599"/>
                  <a:pt x="228241" y="58036"/>
                </a:cubicBezTo>
                <a:cubicBezTo>
                  <a:pt x="223875" y="53472"/>
                  <a:pt x="219193" y="51190"/>
                  <a:pt x="214194" y="51190"/>
                </a:cubicBezTo>
                <a:cubicBezTo>
                  <a:pt x="211128" y="51190"/>
                  <a:pt x="208595" y="52090"/>
                  <a:pt x="206595" y="53890"/>
                </a:cubicBezTo>
                <a:cubicBezTo>
                  <a:pt x="204596" y="55689"/>
                  <a:pt x="203596" y="57856"/>
                  <a:pt x="203596" y="60388"/>
                </a:cubicBezTo>
                <a:cubicBezTo>
                  <a:pt x="203596" y="62521"/>
                  <a:pt x="204029" y="64521"/>
                  <a:pt x="204896" y="66387"/>
                </a:cubicBezTo>
                <a:cubicBezTo>
                  <a:pt x="205762" y="68254"/>
                  <a:pt x="207695" y="70786"/>
                  <a:pt x="210694" y="73986"/>
                </a:cubicBezTo>
                <a:cubicBezTo>
                  <a:pt x="221226" y="85317"/>
                  <a:pt x="227625" y="93107"/>
                  <a:pt x="229891" y="97356"/>
                </a:cubicBezTo>
                <a:cubicBezTo>
                  <a:pt x="232157" y="101605"/>
                  <a:pt x="233290" y="106153"/>
                  <a:pt x="233290" y="111000"/>
                </a:cubicBezTo>
                <a:cubicBezTo>
                  <a:pt x="233290" y="116245"/>
                  <a:pt x="231957" y="121208"/>
                  <a:pt x="229291" y="125888"/>
                </a:cubicBezTo>
                <a:cubicBezTo>
                  <a:pt x="226625" y="130569"/>
                  <a:pt x="222642" y="134320"/>
                  <a:pt x="217343" y="137142"/>
                </a:cubicBezTo>
                <a:cubicBezTo>
                  <a:pt x="212044" y="139963"/>
                  <a:pt x="206529" y="141373"/>
                  <a:pt x="200796" y="141373"/>
                </a:cubicBezTo>
                <a:cubicBezTo>
                  <a:pt x="196930" y="141373"/>
                  <a:pt x="192165" y="140639"/>
                  <a:pt x="186499" y="139170"/>
                </a:cubicBezTo>
                <a:cubicBezTo>
                  <a:pt x="182767" y="138147"/>
                  <a:pt x="179967" y="137636"/>
                  <a:pt x="178101" y="137636"/>
                </a:cubicBezTo>
                <a:cubicBezTo>
                  <a:pt x="176434" y="137636"/>
                  <a:pt x="175135" y="137875"/>
                  <a:pt x="174202" y="138355"/>
                </a:cubicBezTo>
                <a:cubicBezTo>
                  <a:pt x="173268" y="138834"/>
                  <a:pt x="172235" y="139840"/>
                  <a:pt x="171102" y="141373"/>
                </a:cubicBezTo>
                <a:lnTo>
                  <a:pt x="167403" y="141373"/>
                </a:lnTo>
                <a:lnTo>
                  <a:pt x="172302" y="107979"/>
                </a:lnTo>
                <a:lnTo>
                  <a:pt x="175501" y="107979"/>
                </a:lnTo>
                <a:cubicBezTo>
                  <a:pt x="177834" y="116130"/>
                  <a:pt x="180017" y="121939"/>
                  <a:pt x="182050" y="125407"/>
                </a:cubicBezTo>
                <a:cubicBezTo>
                  <a:pt x="184083" y="128875"/>
                  <a:pt x="186799" y="131637"/>
                  <a:pt x="190198" y="133693"/>
                </a:cubicBezTo>
                <a:cubicBezTo>
                  <a:pt x="193598" y="135747"/>
                  <a:pt x="196864" y="136774"/>
                  <a:pt x="199997" y="136774"/>
                </a:cubicBezTo>
                <a:cubicBezTo>
                  <a:pt x="203663" y="136774"/>
                  <a:pt x="206695" y="135624"/>
                  <a:pt x="209095" y="133324"/>
                </a:cubicBezTo>
                <a:cubicBezTo>
                  <a:pt x="211494" y="131025"/>
                  <a:pt x="212694" y="128275"/>
                  <a:pt x="212694" y="125076"/>
                </a:cubicBezTo>
                <a:cubicBezTo>
                  <a:pt x="212694" y="121943"/>
                  <a:pt x="211911" y="118910"/>
                  <a:pt x="210345" y="115978"/>
                </a:cubicBezTo>
                <a:cubicBezTo>
                  <a:pt x="208778" y="113045"/>
                  <a:pt x="205162" y="108479"/>
                  <a:pt x="199497" y="102280"/>
                </a:cubicBezTo>
                <a:cubicBezTo>
                  <a:pt x="191698" y="93815"/>
                  <a:pt x="186566" y="87268"/>
                  <a:pt x="184100" y="82637"/>
                </a:cubicBezTo>
                <a:cubicBezTo>
                  <a:pt x="182367" y="79282"/>
                  <a:pt x="181500" y="75456"/>
                  <a:pt x="181500" y="71161"/>
                </a:cubicBezTo>
                <a:cubicBezTo>
                  <a:pt x="181500" y="63913"/>
                  <a:pt x="184116" y="57872"/>
                  <a:pt x="189349" y="53040"/>
                </a:cubicBezTo>
                <a:cubicBezTo>
                  <a:pt x="194581" y="48207"/>
                  <a:pt x="201930" y="45791"/>
                  <a:pt x="211394" y="45791"/>
                </a:cubicBezTo>
                <a:cubicBezTo>
                  <a:pt x="215527" y="45791"/>
                  <a:pt x="220593" y="46567"/>
                  <a:pt x="226591" y="48119"/>
                </a:cubicBezTo>
                <a:cubicBezTo>
                  <a:pt x="229591" y="48896"/>
                  <a:pt x="231990" y="49284"/>
                  <a:pt x="233790" y="49284"/>
                </a:cubicBezTo>
                <a:cubicBezTo>
                  <a:pt x="236390" y="49284"/>
                  <a:pt x="238489" y="48120"/>
                  <a:pt x="240089" y="45791"/>
                </a:cubicBezTo>
                <a:lnTo>
                  <a:pt x="243688" y="45791"/>
                </a:lnTo>
                <a:close/>
                <a:moveTo>
                  <a:pt x="292534" y="0"/>
                </a:moveTo>
                <a:cubicBezTo>
                  <a:pt x="296666" y="0"/>
                  <a:pt x="300149" y="1443"/>
                  <a:pt x="302982" y="4330"/>
                </a:cubicBezTo>
                <a:cubicBezTo>
                  <a:pt x="305815" y="7215"/>
                  <a:pt x="307231" y="10704"/>
                  <a:pt x="307231" y="14797"/>
                </a:cubicBezTo>
                <a:cubicBezTo>
                  <a:pt x="307231" y="18890"/>
                  <a:pt x="305798" y="22380"/>
                  <a:pt x="302932" y="25267"/>
                </a:cubicBezTo>
                <a:cubicBezTo>
                  <a:pt x="300066" y="28152"/>
                  <a:pt x="296600" y="29594"/>
                  <a:pt x="292534" y="29594"/>
                </a:cubicBezTo>
                <a:cubicBezTo>
                  <a:pt x="288535" y="29594"/>
                  <a:pt x="285102" y="28152"/>
                  <a:pt x="282236" y="25267"/>
                </a:cubicBezTo>
                <a:cubicBezTo>
                  <a:pt x="279370" y="22380"/>
                  <a:pt x="277937" y="18890"/>
                  <a:pt x="277937" y="14797"/>
                </a:cubicBezTo>
                <a:cubicBezTo>
                  <a:pt x="277937" y="10704"/>
                  <a:pt x="279353" y="7215"/>
                  <a:pt x="282186" y="4330"/>
                </a:cubicBezTo>
                <a:cubicBezTo>
                  <a:pt x="285019" y="1443"/>
                  <a:pt x="288468" y="0"/>
                  <a:pt x="292534" y="0"/>
                </a:cubicBezTo>
                <a:moveTo>
                  <a:pt x="298733" y="45791"/>
                </a:moveTo>
                <a:lnTo>
                  <a:pt x="278237" y="116393"/>
                </a:lnTo>
                <a:cubicBezTo>
                  <a:pt x="277104" y="120432"/>
                  <a:pt x="276537" y="123080"/>
                  <a:pt x="276537" y="124339"/>
                </a:cubicBezTo>
                <a:cubicBezTo>
                  <a:pt x="276537" y="125101"/>
                  <a:pt x="276837" y="125811"/>
                  <a:pt x="277437" y="126469"/>
                </a:cubicBezTo>
                <a:cubicBezTo>
                  <a:pt x="278037" y="127125"/>
                  <a:pt x="278670" y="127454"/>
                  <a:pt x="279336" y="127454"/>
                </a:cubicBezTo>
                <a:cubicBezTo>
                  <a:pt x="280470" y="127454"/>
                  <a:pt x="281603" y="126934"/>
                  <a:pt x="282736" y="125894"/>
                </a:cubicBezTo>
                <a:cubicBezTo>
                  <a:pt x="285735" y="123332"/>
                  <a:pt x="289335" y="118694"/>
                  <a:pt x="293534" y="111978"/>
                </a:cubicBezTo>
                <a:lnTo>
                  <a:pt x="296933" y="114056"/>
                </a:lnTo>
                <a:cubicBezTo>
                  <a:pt x="286868" y="132267"/>
                  <a:pt x="276170" y="141373"/>
                  <a:pt x="264839" y="141373"/>
                </a:cubicBezTo>
                <a:cubicBezTo>
                  <a:pt x="260507" y="141373"/>
                  <a:pt x="257057" y="140156"/>
                  <a:pt x="254491" y="137723"/>
                </a:cubicBezTo>
                <a:cubicBezTo>
                  <a:pt x="251925" y="135291"/>
                  <a:pt x="250642" y="132208"/>
                  <a:pt x="250642" y="128475"/>
                </a:cubicBezTo>
                <a:cubicBezTo>
                  <a:pt x="250642" y="126009"/>
                  <a:pt x="251209" y="122876"/>
                  <a:pt x="252342" y="119077"/>
                </a:cubicBezTo>
                <a:lnTo>
                  <a:pt x="266239" y="71286"/>
                </a:lnTo>
                <a:cubicBezTo>
                  <a:pt x="267572" y="66687"/>
                  <a:pt x="268239" y="63221"/>
                  <a:pt x="268239" y="60888"/>
                </a:cubicBezTo>
                <a:cubicBezTo>
                  <a:pt x="268239" y="59422"/>
                  <a:pt x="267605" y="58122"/>
                  <a:pt x="266339" y="56989"/>
                </a:cubicBezTo>
                <a:cubicBezTo>
                  <a:pt x="265073" y="55856"/>
                  <a:pt x="263340" y="55289"/>
                  <a:pt x="261140" y="55289"/>
                </a:cubicBezTo>
                <a:cubicBezTo>
                  <a:pt x="260140" y="55289"/>
                  <a:pt x="258940" y="55323"/>
                  <a:pt x="257541" y="55389"/>
                </a:cubicBezTo>
                <a:lnTo>
                  <a:pt x="258840" y="51390"/>
                </a:lnTo>
                <a:lnTo>
                  <a:pt x="292734" y="45791"/>
                </a:lnTo>
                <a:lnTo>
                  <a:pt x="298733" y="45791"/>
                </a:lnTo>
                <a:close/>
                <a:moveTo>
                  <a:pt x="370753" y="45791"/>
                </a:moveTo>
                <a:cubicBezTo>
                  <a:pt x="376019" y="45791"/>
                  <a:pt x="380968" y="47009"/>
                  <a:pt x="385600" y="49444"/>
                </a:cubicBezTo>
                <a:cubicBezTo>
                  <a:pt x="390233" y="51879"/>
                  <a:pt x="393732" y="55265"/>
                  <a:pt x="396098" y="59604"/>
                </a:cubicBezTo>
                <a:cubicBezTo>
                  <a:pt x="398465" y="63941"/>
                  <a:pt x="399648" y="68744"/>
                  <a:pt x="399648" y="74014"/>
                </a:cubicBezTo>
                <a:cubicBezTo>
                  <a:pt x="399648" y="84824"/>
                  <a:pt x="396632" y="95635"/>
                  <a:pt x="390599" y="106445"/>
                </a:cubicBezTo>
                <a:cubicBezTo>
                  <a:pt x="384567" y="117253"/>
                  <a:pt x="376619" y="125777"/>
                  <a:pt x="366754" y="132015"/>
                </a:cubicBezTo>
                <a:cubicBezTo>
                  <a:pt x="356889" y="138254"/>
                  <a:pt x="346958" y="141373"/>
                  <a:pt x="336960" y="141373"/>
                </a:cubicBezTo>
                <a:cubicBezTo>
                  <a:pt x="327895" y="141373"/>
                  <a:pt x="320880" y="138671"/>
                  <a:pt x="315914" y="133268"/>
                </a:cubicBezTo>
                <a:cubicBezTo>
                  <a:pt x="310948" y="127863"/>
                  <a:pt x="308465" y="121257"/>
                  <a:pt x="308465" y="113450"/>
                </a:cubicBezTo>
                <a:cubicBezTo>
                  <a:pt x="308465" y="104175"/>
                  <a:pt x="310315" y="95484"/>
                  <a:pt x="314014" y="87377"/>
                </a:cubicBezTo>
                <a:cubicBezTo>
                  <a:pt x="317713" y="79270"/>
                  <a:pt x="322413" y="72198"/>
                  <a:pt x="328111" y="66159"/>
                </a:cubicBezTo>
                <a:cubicBezTo>
                  <a:pt x="333810" y="60121"/>
                  <a:pt x="340359" y="55216"/>
                  <a:pt x="347758" y="51446"/>
                </a:cubicBezTo>
                <a:cubicBezTo>
                  <a:pt x="355156" y="47676"/>
                  <a:pt x="362821" y="45791"/>
                  <a:pt x="370753" y="45791"/>
                </a:cubicBezTo>
                <a:moveTo>
                  <a:pt x="366654" y="51190"/>
                </a:moveTo>
                <a:cubicBezTo>
                  <a:pt x="363121" y="51190"/>
                  <a:pt x="360189" y="52222"/>
                  <a:pt x="357856" y="54286"/>
                </a:cubicBezTo>
                <a:cubicBezTo>
                  <a:pt x="353190" y="58479"/>
                  <a:pt x="347924" y="68283"/>
                  <a:pt x="342059" y="83696"/>
                </a:cubicBezTo>
                <a:cubicBezTo>
                  <a:pt x="336193" y="99108"/>
                  <a:pt x="333260" y="113005"/>
                  <a:pt x="333260" y="125388"/>
                </a:cubicBezTo>
                <a:cubicBezTo>
                  <a:pt x="333260" y="128450"/>
                  <a:pt x="334194" y="130980"/>
                  <a:pt x="336060" y="132977"/>
                </a:cubicBezTo>
                <a:cubicBezTo>
                  <a:pt x="337926" y="134975"/>
                  <a:pt x="340126" y="135974"/>
                  <a:pt x="342659" y="135974"/>
                </a:cubicBezTo>
                <a:cubicBezTo>
                  <a:pt x="345258" y="135974"/>
                  <a:pt x="347558" y="135175"/>
                  <a:pt x="349557" y="133577"/>
                </a:cubicBezTo>
                <a:cubicBezTo>
                  <a:pt x="352490" y="131180"/>
                  <a:pt x="356089" y="125804"/>
                  <a:pt x="360355" y="117449"/>
                </a:cubicBezTo>
                <a:cubicBezTo>
                  <a:pt x="364621" y="109095"/>
                  <a:pt x="368120" y="99874"/>
                  <a:pt x="370853" y="89789"/>
                </a:cubicBezTo>
                <a:cubicBezTo>
                  <a:pt x="373586" y="79701"/>
                  <a:pt x="374952" y="70463"/>
                  <a:pt x="374952" y="62076"/>
                </a:cubicBezTo>
                <a:cubicBezTo>
                  <a:pt x="374952" y="58614"/>
                  <a:pt x="374119" y="55934"/>
                  <a:pt x="372453" y="54036"/>
                </a:cubicBezTo>
                <a:cubicBezTo>
                  <a:pt x="370787" y="52139"/>
                  <a:pt x="368854" y="51190"/>
                  <a:pt x="366654" y="51190"/>
                </a:cubicBezTo>
                <a:close/>
                <a:moveTo>
                  <a:pt x="461354" y="45791"/>
                </a:moveTo>
                <a:lnTo>
                  <a:pt x="448957" y="88730"/>
                </a:lnTo>
                <a:cubicBezTo>
                  <a:pt x="457288" y="76184"/>
                  <a:pt x="463521" y="67610"/>
                  <a:pt x="467653" y="63007"/>
                </a:cubicBezTo>
                <a:cubicBezTo>
                  <a:pt x="473719" y="56335"/>
                  <a:pt x="478951" y="51798"/>
                  <a:pt x="483350" y="49397"/>
                </a:cubicBezTo>
                <a:cubicBezTo>
                  <a:pt x="487749" y="46993"/>
                  <a:pt x="491882" y="45791"/>
                  <a:pt x="495748" y="45791"/>
                </a:cubicBezTo>
                <a:cubicBezTo>
                  <a:pt x="499214" y="45791"/>
                  <a:pt x="502180" y="47084"/>
                  <a:pt x="504646" y="49669"/>
                </a:cubicBezTo>
                <a:cubicBezTo>
                  <a:pt x="507112" y="52251"/>
                  <a:pt x="508345" y="55623"/>
                  <a:pt x="508345" y="59782"/>
                </a:cubicBezTo>
                <a:cubicBezTo>
                  <a:pt x="508345" y="63529"/>
                  <a:pt x="507545" y="68080"/>
                  <a:pt x="505946" y="73433"/>
                </a:cubicBezTo>
                <a:lnTo>
                  <a:pt x="493148" y="116293"/>
                </a:lnTo>
                <a:cubicBezTo>
                  <a:pt x="492082" y="120040"/>
                  <a:pt x="491548" y="122483"/>
                  <a:pt x="491548" y="123620"/>
                </a:cubicBezTo>
                <a:cubicBezTo>
                  <a:pt x="491548" y="124286"/>
                  <a:pt x="491798" y="124886"/>
                  <a:pt x="492298" y="125420"/>
                </a:cubicBezTo>
                <a:cubicBezTo>
                  <a:pt x="492798" y="125953"/>
                  <a:pt x="493315" y="126219"/>
                  <a:pt x="493848" y="126219"/>
                </a:cubicBezTo>
                <a:cubicBezTo>
                  <a:pt x="494515" y="126219"/>
                  <a:pt x="495214" y="125953"/>
                  <a:pt x="495948" y="125420"/>
                </a:cubicBezTo>
                <a:cubicBezTo>
                  <a:pt x="498280" y="123497"/>
                  <a:pt x="500647" y="120795"/>
                  <a:pt x="503046" y="117315"/>
                </a:cubicBezTo>
                <a:cubicBezTo>
                  <a:pt x="503646" y="116396"/>
                  <a:pt x="504613" y="115017"/>
                  <a:pt x="505946" y="113178"/>
                </a:cubicBezTo>
                <a:lnTo>
                  <a:pt x="509745" y="115443"/>
                </a:lnTo>
                <a:cubicBezTo>
                  <a:pt x="499947" y="131663"/>
                  <a:pt x="489649" y="139773"/>
                  <a:pt x="478851" y="139773"/>
                </a:cubicBezTo>
                <a:cubicBezTo>
                  <a:pt x="474718" y="139773"/>
                  <a:pt x="471486" y="138707"/>
                  <a:pt x="469153" y="136574"/>
                </a:cubicBezTo>
                <a:cubicBezTo>
                  <a:pt x="466820" y="134441"/>
                  <a:pt x="465653" y="131775"/>
                  <a:pt x="465653" y="128575"/>
                </a:cubicBezTo>
                <a:cubicBezTo>
                  <a:pt x="465653" y="125767"/>
                  <a:pt x="466453" y="121589"/>
                  <a:pt x="468053" y="116040"/>
                </a:cubicBezTo>
                <a:lnTo>
                  <a:pt x="480551" y="73214"/>
                </a:lnTo>
                <a:cubicBezTo>
                  <a:pt x="481417" y="70406"/>
                  <a:pt x="481850" y="68334"/>
                  <a:pt x="481850" y="66996"/>
                </a:cubicBezTo>
                <a:cubicBezTo>
                  <a:pt x="481850" y="66261"/>
                  <a:pt x="481550" y="65609"/>
                  <a:pt x="480951" y="65041"/>
                </a:cubicBezTo>
                <a:cubicBezTo>
                  <a:pt x="480351" y="64472"/>
                  <a:pt x="479651" y="64188"/>
                  <a:pt x="478851" y="64188"/>
                </a:cubicBezTo>
                <a:cubicBezTo>
                  <a:pt x="476318" y="64188"/>
                  <a:pt x="473252" y="65928"/>
                  <a:pt x="469653" y="69408"/>
                </a:cubicBezTo>
                <a:cubicBezTo>
                  <a:pt x="460454" y="78246"/>
                  <a:pt x="451556" y="91403"/>
                  <a:pt x="442958" y="108879"/>
                </a:cubicBezTo>
                <a:lnTo>
                  <a:pt x="434759" y="138573"/>
                </a:lnTo>
                <a:lnTo>
                  <a:pt x="409264" y="138573"/>
                </a:lnTo>
                <a:lnTo>
                  <a:pt x="427961" y="74392"/>
                </a:lnTo>
                <a:cubicBezTo>
                  <a:pt x="429760" y="68045"/>
                  <a:pt x="430660" y="63541"/>
                  <a:pt x="430660" y="60879"/>
                </a:cubicBezTo>
                <a:cubicBezTo>
                  <a:pt x="430660" y="59748"/>
                  <a:pt x="430394" y="58800"/>
                  <a:pt x="429860" y="58036"/>
                </a:cubicBezTo>
                <a:cubicBezTo>
                  <a:pt x="429327" y="57269"/>
                  <a:pt x="428461" y="56670"/>
                  <a:pt x="427261" y="56239"/>
                </a:cubicBezTo>
                <a:cubicBezTo>
                  <a:pt x="426061" y="55806"/>
                  <a:pt x="423795" y="55589"/>
                  <a:pt x="420462" y="55589"/>
                </a:cubicBezTo>
                <a:lnTo>
                  <a:pt x="421562" y="51790"/>
                </a:lnTo>
                <a:lnTo>
                  <a:pt x="455255" y="45791"/>
                </a:lnTo>
                <a:lnTo>
                  <a:pt x="461354" y="45791"/>
                </a:lnTo>
                <a:close/>
                <a:moveTo>
                  <a:pt x="598540" y="45791"/>
                </a:moveTo>
                <a:lnTo>
                  <a:pt x="594141" y="76785"/>
                </a:lnTo>
                <a:lnTo>
                  <a:pt x="590442" y="76785"/>
                </a:lnTo>
                <a:cubicBezTo>
                  <a:pt x="589909" y="68849"/>
                  <a:pt x="587459" y="62599"/>
                  <a:pt x="583093" y="58036"/>
                </a:cubicBezTo>
                <a:cubicBezTo>
                  <a:pt x="578727" y="53472"/>
                  <a:pt x="574045" y="51190"/>
                  <a:pt x="569046" y="51190"/>
                </a:cubicBezTo>
                <a:cubicBezTo>
                  <a:pt x="565980" y="51190"/>
                  <a:pt x="563447" y="52090"/>
                  <a:pt x="561447" y="53890"/>
                </a:cubicBezTo>
                <a:cubicBezTo>
                  <a:pt x="559448" y="55689"/>
                  <a:pt x="558448" y="57856"/>
                  <a:pt x="558448" y="60388"/>
                </a:cubicBezTo>
                <a:cubicBezTo>
                  <a:pt x="558448" y="62521"/>
                  <a:pt x="558881" y="64521"/>
                  <a:pt x="559748" y="66387"/>
                </a:cubicBezTo>
                <a:cubicBezTo>
                  <a:pt x="560614" y="68254"/>
                  <a:pt x="562547" y="70786"/>
                  <a:pt x="565547" y="73986"/>
                </a:cubicBezTo>
                <a:cubicBezTo>
                  <a:pt x="576078" y="85317"/>
                  <a:pt x="582477" y="93107"/>
                  <a:pt x="584743" y="97356"/>
                </a:cubicBezTo>
                <a:cubicBezTo>
                  <a:pt x="587009" y="101605"/>
                  <a:pt x="588142" y="106153"/>
                  <a:pt x="588142" y="111000"/>
                </a:cubicBezTo>
                <a:cubicBezTo>
                  <a:pt x="588142" y="116245"/>
                  <a:pt x="586809" y="121208"/>
                  <a:pt x="584143" y="125888"/>
                </a:cubicBezTo>
                <a:cubicBezTo>
                  <a:pt x="581477" y="130569"/>
                  <a:pt x="577494" y="134320"/>
                  <a:pt x="572195" y="137142"/>
                </a:cubicBezTo>
                <a:cubicBezTo>
                  <a:pt x="566896" y="139963"/>
                  <a:pt x="561381" y="141373"/>
                  <a:pt x="555649" y="141373"/>
                </a:cubicBezTo>
                <a:cubicBezTo>
                  <a:pt x="551783" y="141373"/>
                  <a:pt x="547017" y="140639"/>
                  <a:pt x="541351" y="139170"/>
                </a:cubicBezTo>
                <a:cubicBezTo>
                  <a:pt x="537619" y="138147"/>
                  <a:pt x="534819" y="137636"/>
                  <a:pt x="532953" y="137636"/>
                </a:cubicBezTo>
                <a:cubicBezTo>
                  <a:pt x="531287" y="137636"/>
                  <a:pt x="529987" y="137875"/>
                  <a:pt x="529054" y="138355"/>
                </a:cubicBezTo>
                <a:cubicBezTo>
                  <a:pt x="528121" y="138834"/>
                  <a:pt x="527087" y="139840"/>
                  <a:pt x="525954" y="141373"/>
                </a:cubicBezTo>
                <a:lnTo>
                  <a:pt x="522255" y="141373"/>
                </a:lnTo>
                <a:lnTo>
                  <a:pt x="527154" y="107979"/>
                </a:lnTo>
                <a:lnTo>
                  <a:pt x="530353" y="107979"/>
                </a:lnTo>
                <a:cubicBezTo>
                  <a:pt x="532686" y="116130"/>
                  <a:pt x="534869" y="121939"/>
                  <a:pt x="536902" y="125407"/>
                </a:cubicBezTo>
                <a:cubicBezTo>
                  <a:pt x="538935" y="128875"/>
                  <a:pt x="541651" y="131637"/>
                  <a:pt x="545051" y="133693"/>
                </a:cubicBezTo>
                <a:cubicBezTo>
                  <a:pt x="548450" y="135747"/>
                  <a:pt x="551716" y="136774"/>
                  <a:pt x="554849" y="136774"/>
                </a:cubicBezTo>
                <a:cubicBezTo>
                  <a:pt x="558515" y="136774"/>
                  <a:pt x="561547" y="135624"/>
                  <a:pt x="563947" y="133324"/>
                </a:cubicBezTo>
                <a:cubicBezTo>
                  <a:pt x="566346" y="131025"/>
                  <a:pt x="567546" y="128275"/>
                  <a:pt x="567546" y="125076"/>
                </a:cubicBezTo>
                <a:cubicBezTo>
                  <a:pt x="567546" y="121943"/>
                  <a:pt x="566763" y="118910"/>
                  <a:pt x="565197" y="115978"/>
                </a:cubicBezTo>
                <a:cubicBezTo>
                  <a:pt x="563630" y="113045"/>
                  <a:pt x="560014" y="108479"/>
                  <a:pt x="554349" y="102280"/>
                </a:cubicBezTo>
                <a:cubicBezTo>
                  <a:pt x="546550" y="93815"/>
                  <a:pt x="541418" y="87268"/>
                  <a:pt x="538952" y="82637"/>
                </a:cubicBezTo>
                <a:cubicBezTo>
                  <a:pt x="537219" y="79282"/>
                  <a:pt x="536352" y="75456"/>
                  <a:pt x="536352" y="71161"/>
                </a:cubicBezTo>
                <a:cubicBezTo>
                  <a:pt x="536352" y="63913"/>
                  <a:pt x="538968" y="57872"/>
                  <a:pt x="544201" y="53040"/>
                </a:cubicBezTo>
                <a:cubicBezTo>
                  <a:pt x="549433" y="48207"/>
                  <a:pt x="556782" y="45791"/>
                  <a:pt x="566247" y="45791"/>
                </a:cubicBezTo>
                <a:cubicBezTo>
                  <a:pt x="570379" y="45791"/>
                  <a:pt x="575445" y="46567"/>
                  <a:pt x="581444" y="48119"/>
                </a:cubicBezTo>
                <a:cubicBezTo>
                  <a:pt x="584443" y="48896"/>
                  <a:pt x="586843" y="49284"/>
                  <a:pt x="588642" y="49284"/>
                </a:cubicBezTo>
                <a:cubicBezTo>
                  <a:pt x="591242" y="49284"/>
                  <a:pt x="593341" y="48120"/>
                  <a:pt x="594941" y="45791"/>
                </a:cubicBezTo>
                <a:lnTo>
                  <a:pt x="598540" y="457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S">
            <a:extLst xmlns:a="http://schemas.openxmlformats.org/drawingml/2006/main">
              <a:ext uri="{FF2B5EF4-FFF2-40B4-BE49-F238E27FC236}">
                <a16:creationId xmlns:a16="http://schemas.microsoft.com/office/drawing/2014/main" id="{165894B8-7443-4150-85CD-51766AE3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015" y="545406"/>
            <a:ext cx="123976" cy="141573"/>
          </a:xfrm>
          <a:custGeom xmlns:a="http://schemas.openxmlformats.org/drawingml/2006/main">
            <a:pathLst>
              <a:path w="123976" h="141573">
                <a:moveTo>
                  <a:pt x="123976" y="0"/>
                </a:moveTo>
                <a:lnTo>
                  <a:pt x="112678" y="45991"/>
                </a:lnTo>
                <a:lnTo>
                  <a:pt x="109379" y="45991"/>
                </a:lnTo>
                <a:cubicBezTo>
                  <a:pt x="108646" y="38811"/>
                  <a:pt x="107346" y="33061"/>
                  <a:pt x="105480" y="28741"/>
                </a:cubicBezTo>
                <a:cubicBezTo>
                  <a:pt x="102680" y="22493"/>
                  <a:pt x="98964" y="17674"/>
                  <a:pt x="94332" y="14285"/>
                </a:cubicBezTo>
                <a:cubicBezTo>
                  <a:pt x="89699" y="10894"/>
                  <a:pt x="84684" y="9198"/>
                  <a:pt x="79285" y="9198"/>
                </a:cubicBezTo>
                <a:cubicBezTo>
                  <a:pt x="74086" y="9198"/>
                  <a:pt x="69537" y="11177"/>
                  <a:pt x="65637" y="15135"/>
                </a:cubicBezTo>
                <a:cubicBezTo>
                  <a:pt x="61738" y="19090"/>
                  <a:pt x="59788" y="23561"/>
                  <a:pt x="59788" y="28548"/>
                </a:cubicBezTo>
                <a:cubicBezTo>
                  <a:pt x="59788" y="33468"/>
                  <a:pt x="61138" y="38305"/>
                  <a:pt x="63838" y="43060"/>
                </a:cubicBezTo>
                <a:cubicBezTo>
                  <a:pt x="66537" y="47814"/>
                  <a:pt x="72919" y="54977"/>
                  <a:pt x="82984" y="64550"/>
                </a:cubicBezTo>
                <a:cubicBezTo>
                  <a:pt x="91049" y="72199"/>
                  <a:pt x="96465" y="78784"/>
                  <a:pt x="99231" y="84306"/>
                </a:cubicBezTo>
                <a:cubicBezTo>
                  <a:pt x="101997" y="89825"/>
                  <a:pt x="103380" y="95812"/>
                  <a:pt x="103380" y="102265"/>
                </a:cubicBezTo>
                <a:cubicBezTo>
                  <a:pt x="103380" y="109513"/>
                  <a:pt x="101447" y="116197"/>
                  <a:pt x="97581" y="122317"/>
                </a:cubicBezTo>
                <a:cubicBezTo>
                  <a:pt x="93715" y="128437"/>
                  <a:pt x="88100" y="133176"/>
                  <a:pt x="80734" y="136536"/>
                </a:cubicBezTo>
                <a:cubicBezTo>
                  <a:pt x="73369" y="139894"/>
                  <a:pt x="65021" y="141573"/>
                  <a:pt x="55689" y="141573"/>
                </a:cubicBezTo>
                <a:cubicBezTo>
                  <a:pt x="49957" y="141573"/>
                  <a:pt x="42742" y="140706"/>
                  <a:pt x="34043" y="138973"/>
                </a:cubicBezTo>
                <a:cubicBezTo>
                  <a:pt x="25345" y="137240"/>
                  <a:pt x="19563" y="136374"/>
                  <a:pt x="16697" y="136374"/>
                </a:cubicBezTo>
                <a:cubicBezTo>
                  <a:pt x="14431" y="136374"/>
                  <a:pt x="12398" y="136731"/>
                  <a:pt x="10598" y="137445"/>
                </a:cubicBezTo>
                <a:cubicBezTo>
                  <a:pt x="8798" y="138158"/>
                  <a:pt x="6565" y="139534"/>
                  <a:pt x="3899" y="141573"/>
                </a:cubicBezTo>
                <a:lnTo>
                  <a:pt x="0" y="141573"/>
                </a:lnTo>
                <a:lnTo>
                  <a:pt x="12098" y="89783"/>
                </a:lnTo>
                <a:lnTo>
                  <a:pt x="15897" y="89783"/>
                </a:lnTo>
                <a:cubicBezTo>
                  <a:pt x="16763" y="98848"/>
                  <a:pt x="18596" y="106563"/>
                  <a:pt x="21396" y="112928"/>
                </a:cubicBezTo>
                <a:cubicBezTo>
                  <a:pt x="24195" y="119294"/>
                  <a:pt x="28195" y="124259"/>
                  <a:pt x="33394" y="127825"/>
                </a:cubicBezTo>
                <a:cubicBezTo>
                  <a:pt x="38593" y="131391"/>
                  <a:pt x="44525" y="133174"/>
                  <a:pt x="51190" y="133174"/>
                </a:cubicBezTo>
                <a:cubicBezTo>
                  <a:pt x="57789" y="133174"/>
                  <a:pt x="63304" y="131002"/>
                  <a:pt x="67737" y="126657"/>
                </a:cubicBezTo>
                <a:cubicBezTo>
                  <a:pt x="72169" y="122310"/>
                  <a:pt x="74386" y="117217"/>
                  <a:pt x="74386" y="111379"/>
                </a:cubicBezTo>
                <a:cubicBezTo>
                  <a:pt x="74386" y="106404"/>
                  <a:pt x="73136" y="101628"/>
                  <a:pt x="70636" y="97050"/>
                </a:cubicBezTo>
                <a:cubicBezTo>
                  <a:pt x="68137" y="92472"/>
                  <a:pt x="62438" y="85795"/>
                  <a:pt x="53540" y="77020"/>
                </a:cubicBezTo>
                <a:cubicBezTo>
                  <a:pt x="44641" y="68242"/>
                  <a:pt x="38493" y="60389"/>
                  <a:pt x="35093" y="53462"/>
                </a:cubicBezTo>
                <a:cubicBezTo>
                  <a:pt x="32627" y="48331"/>
                  <a:pt x="31394" y="42869"/>
                  <a:pt x="31394" y="37074"/>
                </a:cubicBezTo>
                <a:cubicBezTo>
                  <a:pt x="31394" y="27014"/>
                  <a:pt x="35360" y="18319"/>
                  <a:pt x="43292" y="10992"/>
                </a:cubicBezTo>
                <a:cubicBezTo>
                  <a:pt x="51223" y="3664"/>
                  <a:pt x="61588" y="0"/>
                  <a:pt x="74386" y="0"/>
                </a:cubicBezTo>
                <a:cubicBezTo>
                  <a:pt x="80185" y="0"/>
                  <a:pt x="87816" y="1300"/>
                  <a:pt x="97281" y="3899"/>
                </a:cubicBezTo>
                <a:cubicBezTo>
                  <a:pt x="102814" y="5432"/>
                  <a:pt x="106713" y="6199"/>
                  <a:pt x="108979" y="6199"/>
                </a:cubicBezTo>
                <a:cubicBezTo>
                  <a:pt x="110912" y="6199"/>
                  <a:pt x="112645" y="5782"/>
                  <a:pt x="114178" y="4949"/>
                </a:cubicBezTo>
                <a:cubicBezTo>
                  <a:pt x="115711" y="4116"/>
                  <a:pt x="117511" y="2466"/>
                  <a:pt x="119577" y="0"/>
                </a:cubicBezTo>
                <a:lnTo>
                  <a:pt x="123976" y="0"/>
                </a:lnTo>
                <a:close/>
              </a:path>
            </a:pathLst>
          </a:custGeom>
          <a:solidFill xmlns:a="http://schemas.openxmlformats.org/drawingml/2006/main">
            <a:srgbClr val="13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BF">
            <a:extLst xmlns:a="http://schemas.openxmlformats.org/drawingml/2006/main">
              <a:ext uri="{FF2B5EF4-FFF2-40B4-BE49-F238E27FC236}">
                <a16:creationId xmlns:a16="http://schemas.microsoft.com/office/drawing/2014/main" id="{4A995FBC-D186-4991-9DF8-63F4D15D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162" y="548406"/>
            <a:ext cx="290770" cy="135574"/>
          </a:xfrm>
          <a:custGeom xmlns:a="http://schemas.openxmlformats.org/drawingml/2006/main">
            <a:pathLst>
              <a:path w="290770" h="135574">
                <a:moveTo>
                  <a:pt x="36893" y="0"/>
                </a:moveTo>
                <a:lnTo>
                  <a:pt x="90483" y="0"/>
                </a:lnTo>
                <a:cubicBezTo>
                  <a:pt x="102414" y="0"/>
                  <a:pt x="110945" y="632"/>
                  <a:pt x="116078" y="1897"/>
                </a:cubicBezTo>
                <a:cubicBezTo>
                  <a:pt x="122810" y="3496"/>
                  <a:pt x="128025" y="6610"/>
                  <a:pt x="131725" y="11238"/>
                </a:cubicBezTo>
                <a:cubicBezTo>
                  <a:pt x="135424" y="15867"/>
                  <a:pt x="137274" y="21111"/>
                  <a:pt x="137274" y="26970"/>
                </a:cubicBezTo>
                <a:cubicBezTo>
                  <a:pt x="137274" y="31765"/>
                  <a:pt x="135807" y="36660"/>
                  <a:pt x="132874" y="41654"/>
                </a:cubicBezTo>
                <a:cubicBezTo>
                  <a:pt x="129942" y="46647"/>
                  <a:pt x="125559" y="50759"/>
                  <a:pt x="119727" y="53990"/>
                </a:cubicBezTo>
                <a:cubicBezTo>
                  <a:pt x="113895" y="57218"/>
                  <a:pt x="104946" y="60198"/>
                  <a:pt x="92882" y="62928"/>
                </a:cubicBezTo>
                <a:cubicBezTo>
                  <a:pt x="105413" y="66463"/>
                  <a:pt x="114111" y="71000"/>
                  <a:pt x="118977" y="76538"/>
                </a:cubicBezTo>
                <a:cubicBezTo>
                  <a:pt x="123843" y="82075"/>
                  <a:pt x="126276" y="88512"/>
                  <a:pt x="126276" y="95850"/>
                </a:cubicBezTo>
                <a:cubicBezTo>
                  <a:pt x="126276" y="102720"/>
                  <a:pt x="123876" y="109507"/>
                  <a:pt x="119077" y="116212"/>
                </a:cubicBezTo>
                <a:cubicBezTo>
                  <a:pt x="114278" y="122917"/>
                  <a:pt x="107913" y="127820"/>
                  <a:pt x="99981" y="130922"/>
                </a:cubicBezTo>
                <a:cubicBezTo>
                  <a:pt x="92049" y="134023"/>
                  <a:pt x="77518" y="135574"/>
                  <a:pt x="56389" y="135574"/>
                </a:cubicBezTo>
                <a:lnTo>
                  <a:pt x="0" y="135574"/>
                </a:lnTo>
                <a:lnTo>
                  <a:pt x="1300" y="131975"/>
                </a:lnTo>
                <a:cubicBezTo>
                  <a:pt x="6765" y="131975"/>
                  <a:pt x="10681" y="131475"/>
                  <a:pt x="13047" y="130475"/>
                </a:cubicBezTo>
                <a:cubicBezTo>
                  <a:pt x="15414" y="129473"/>
                  <a:pt x="17313" y="127921"/>
                  <a:pt x="18746" y="125819"/>
                </a:cubicBezTo>
                <a:cubicBezTo>
                  <a:pt x="20179" y="123716"/>
                  <a:pt x="21862" y="119327"/>
                  <a:pt x="23795" y="112653"/>
                </a:cubicBezTo>
                <a:lnTo>
                  <a:pt x="47991" y="29329"/>
                </a:lnTo>
                <a:cubicBezTo>
                  <a:pt x="50457" y="20787"/>
                  <a:pt x="51690" y="15069"/>
                  <a:pt x="51690" y="12176"/>
                </a:cubicBezTo>
                <a:cubicBezTo>
                  <a:pt x="51690" y="9822"/>
                  <a:pt x="50707" y="7871"/>
                  <a:pt x="48741" y="6324"/>
                </a:cubicBezTo>
                <a:cubicBezTo>
                  <a:pt x="46774" y="4776"/>
                  <a:pt x="42492" y="3868"/>
                  <a:pt x="35893" y="3599"/>
                </a:cubicBezTo>
                <a:lnTo>
                  <a:pt x="36893" y="0"/>
                </a:lnTo>
                <a:moveTo>
                  <a:pt x="67587" y="59788"/>
                </a:moveTo>
                <a:cubicBezTo>
                  <a:pt x="76652" y="59655"/>
                  <a:pt x="83801" y="58233"/>
                  <a:pt x="89033" y="55521"/>
                </a:cubicBezTo>
                <a:cubicBezTo>
                  <a:pt x="94265" y="52809"/>
                  <a:pt x="98464" y="48360"/>
                  <a:pt x="101630" y="42176"/>
                </a:cubicBezTo>
                <a:cubicBezTo>
                  <a:pt x="104796" y="35990"/>
                  <a:pt x="106379" y="30151"/>
                  <a:pt x="106379" y="24661"/>
                </a:cubicBezTo>
                <a:cubicBezTo>
                  <a:pt x="106379" y="19501"/>
                  <a:pt x="104746" y="15301"/>
                  <a:pt x="101480" y="12060"/>
                </a:cubicBezTo>
                <a:cubicBezTo>
                  <a:pt x="98214" y="8819"/>
                  <a:pt x="93849" y="7265"/>
                  <a:pt x="88383" y="7399"/>
                </a:cubicBezTo>
                <a:lnTo>
                  <a:pt x="82884" y="7599"/>
                </a:lnTo>
                <a:lnTo>
                  <a:pt x="67587" y="59788"/>
                </a:lnTo>
                <a:moveTo>
                  <a:pt x="65187" y="67387"/>
                </a:moveTo>
                <a:lnTo>
                  <a:pt x="47891" y="127775"/>
                </a:lnTo>
                <a:cubicBezTo>
                  <a:pt x="51223" y="127909"/>
                  <a:pt x="53723" y="127975"/>
                  <a:pt x="55389" y="127975"/>
                </a:cubicBezTo>
                <a:cubicBezTo>
                  <a:pt x="70253" y="127975"/>
                  <a:pt x="80584" y="123820"/>
                  <a:pt x="86383" y="115509"/>
                </a:cubicBezTo>
                <a:cubicBezTo>
                  <a:pt x="92182" y="107196"/>
                  <a:pt x="95082" y="98299"/>
                  <a:pt x="95082" y="88817"/>
                </a:cubicBezTo>
                <a:cubicBezTo>
                  <a:pt x="95082" y="84279"/>
                  <a:pt x="93965" y="80256"/>
                  <a:pt x="91732" y="76751"/>
                </a:cubicBezTo>
                <a:cubicBezTo>
                  <a:pt x="89499" y="73245"/>
                  <a:pt x="86617" y="70808"/>
                  <a:pt x="83084" y="69440"/>
                </a:cubicBezTo>
                <a:cubicBezTo>
                  <a:pt x="79551" y="68071"/>
                  <a:pt x="73586" y="67387"/>
                  <a:pt x="65187" y="67387"/>
                </a:cubicBezTo>
                <a:close/>
                <a:moveTo>
                  <a:pt x="226582" y="7599"/>
                </a:moveTo>
                <a:lnTo>
                  <a:pt x="211585" y="58789"/>
                </a:lnTo>
                <a:cubicBezTo>
                  <a:pt x="221783" y="58655"/>
                  <a:pt x="228415" y="58255"/>
                  <a:pt x="231481" y="57589"/>
                </a:cubicBezTo>
                <a:cubicBezTo>
                  <a:pt x="236480" y="56589"/>
                  <a:pt x="241013" y="54473"/>
                  <a:pt x="245079" y="51240"/>
                </a:cubicBezTo>
                <a:cubicBezTo>
                  <a:pt x="249144" y="48007"/>
                  <a:pt x="252544" y="43525"/>
                  <a:pt x="255277" y="37793"/>
                </a:cubicBezTo>
                <a:lnTo>
                  <a:pt x="259176" y="37793"/>
                </a:lnTo>
                <a:lnTo>
                  <a:pt x="243679" y="91382"/>
                </a:lnTo>
                <a:lnTo>
                  <a:pt x="239680" y="91382"/>
                </a:lnTo>
                <a:cubicBezTo>
                  <a:pt x="240346" y="87916"/>
                  <a:pt x="240679" y="85150"/>
                  <a:pt x="240679" y="83084"/>
                </a:cubicBezTo>
                <a:cubicBezTo>
                  <a:pt x="240679" y="78951"/>
                  <a:pt x="239830" y="75652"/>
                  <a:pt x="238130" y="73186"/>
                </a:cubicBezTo>
                <a:cubicBezTo>
                  <a:pt x="236430" y="70720"/>
                  <a:pt x="234247" y="69037"/>
                  <a:pt x="231581" y="68137"/>
                </a:cubicBezTo>
                <a:cubicBezTo>
                  <a:pt x="228915" y="67237"/>
                  <a:pt x="221583" y="66654"/>
                  <a:pt x="209585" y="66387"/>
                </a:cubicBezTo>
                <a:lnTo>
                  <a:pt x="197388" y="108679"/>
                </a:lnTo>
                <a:lnTo>
                  <a:pt x="194988" y="117177"/>
                </a:lnTo>
                <a:cubicBezTo>
                  <a:pt x="194655" y="118844"/>
                  <a:pt x="194488" y="120477"/>
                  <a:pt x="194488" y="122076"/>
                </a:cubicBezTo>
                <a:cubicBezTo>
                  <a:pt x="194488" y="124409"/>
                  <a:pt x="194938" y="126242"/>
                  <a:pt x="195838" y="127575"/>
                </a:cubicBezTo>
                <a:cubicBezTo>
                  <a:pt x="196738" y="128908"/>
                  <a:pt x="198188" y="129958"/>
                  <a:pt x="200187" y="130725"/>
                </a:cubicBezTo>
                <a:cubicBezTo>
                  <a:pt x="202187" y="131491"/>
                  <a:pt x="205986" y="131908"/>
                  <a:pt x="211585" y="131975"/>
                </a:cubicBezTo>
                <a:lnTo>
                  <a:pt x="210485" y="135574"/>
                </a:lnTo>
                <a:lnTo>
                  <a:pt x="142798" y="135574"/>
                </a:lnTo>
                <a:lnTo>
                  <a:pt x="143898" y="131975"/>
                </a:lnTo>
                <a:cubicBezTo>
                  <a:pt x="150430" y="131975"/>
                  <a:pt x="155196" y="130752"/>
                  <a:pt x="158195" y="128307"/>
                </a:cubicBezTo>
                <a:cubicBezTo>
                  <a:pt x="161195" y="125861"/>
                  <a:pt x="163894" y="120518"/>
                  <a:pt x="166294" y="112278"/>
                </a:cubicBezTo>
                <a:lnTo>
                  <a:pt x="190489" y="29219"/>
                </a:lnTo>
                <a:cubicBezTo>
                  <a:pt x="193022" y="20479"/>
                  <a:pt x="194355" y="14875"/>
                  <a:pt x="194488" y="12407"/>
                </a:cubicBezTo>
                <a:cubicBezTo>
                  <a:pt x="194355" y="10072"/>
                  <a:pt x="193288" y="8087"/>
                  <a:pt x="191289" y="6452"/>
                </a:cubicBezTo>
                <a:cubicBezTo>
                  <a:pt x="189289" y="4817"/>
                  <a:pt x="185190" y="3866"/>
                  <a:pt x="178991" y="3599"/>
                </a:cubicBezTo>
                <a:lnTo>
                  <a:pt x="179991" y="0"/>
                </a:lnTo>
                <a:lnTo>
                  <a:pt x="290770" y="0"/>
                </a:lnTo>
                <a:lnTo>
                  <a:pt x="281671" y="35793"/>
                </a:lnTo>
                <a:lnTo>
                  <a:pt x="277972" y="35793"/>
                </a:lnTo>
                <a:cubicBezTo>
                  <a:pt x="277572" y="28328"/>
                  <a:pt x="276406" y="22779"/>
                  <a:pt x="274473" y="19146"/>
                </a:cubicBezTo>
                <a:cubicBezTo>
                  <a:pt x="272540" y="15514"/>
                  <a:pt x="269357" y="12681"/>
                  <a:pt x="264925" y="10648"/>
                </a:cubicBezTo>
                <a:cubicBezTo>
                  <a:pt x="260492" y="8615"/>
                  <a:pt x="253410" y="7599"/>
                  <a:pt x="243679" y="7599"/>
                </a:cubicBezTo>
                <a:lnTo>
                  <a:pt x="226582" y="7599"/>
                </a:lnTo>
                <a:close/>
              </a:path>
            </a:pathLst>
          </a:custGeom>
          <a:solidFill xmlns:a="http://schemas.openxmlformats.org/drawingml/2006/main">
            <a:srgbClr val="13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L">
            <a:extLst xmlns:a="http://schemas.openxmlformats.org/drawingml/2006/main">
              <a:ext uri="{FF2B5EF4-FFF2-40B4-BE49-F238E27FC236}">
                <a16:creationId xmlns:a16="http://schemas.microsoft.com/office/drawing/2014/main" id="{2AC99539-B301-4FFB-85D8-739A75FB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371" y="548406"/>
            <a:ext cx="123276" cy="135574"/>
          </a:xfrm>
          <a:custGeom xmlns:a="http://schemas.openxmlformats.org/drawingml/2006/main">
            <a:pathLst>
              <a:path w="123276" h="135574">
                <a:moveTo>
                  <a:pt x="108279" y="135574"/>
                </a:moveTo>
                <a:lnTo>
                  <a:pt x="0" y="135574"/>
                </a:lnTo>
                <a:lnTo>
                  <a:pt x="1100" y="131975"/>
                </a:lnTo>
                <a:cubicBezTo>
                  <a:pt x="7565" y="131975"/>
                  <a:pt x="12281" y="130719"/>
                  <a:pt x="15247" y="128207"/>
                </a:cubicBezTo>
                <a:cubicBezTo>
                  <a:pt x="18213" y="125695"/>
                  <a:pt x="20963" y="120052"/>
                  <a:pt x="23495" y="111279"/>
                </a:cubicBezTo>
                <a:lnTo>
                  <a:pt x="48691" y="24114"/>
                </a:lnTo>
                <a:cubicBezTo>
                  <a:pt x="50090" y="19311"/>
                  <a:pt x="50790" y="15542"/>
                  <a:pt x="50790" y="12807"/>
                </a:cubicBezTo>
                <a:cubicBezTo>
                  <a:pt x="50790" y="10139"/>
                  <a:pt x="49790" y="8004"/>
                  <a:pt x="47791" y="6402"/>
                </a:cubicBezTo>
                <a:cubicBezTo>
                  <a:pt x="45791" y="4800"/>
                  <a:pt x="41859" y="3866"/>
                  <a:pt x="35993" y="3599"/>
                </a:cubicBezTo>
                <a:lnTo>
                  <a:pt x="37093" y="0"/>
                </a:lnTo>
                <a:lnTo>
                  <a:pt x="102180" y="0"/>
                </a:lnTo>
                <a:lnTo>
                  <a:pt x="101081" y="3599"/>
                </a:lnTo>
                <a:cubicBezTo>
                  <a:pt x="94815" y="3733"/>
                  <a:pt x="90133" y="5141"/>
                  <a:pt x="87033" y="7823"/>
                </a:cubicBezTo>
                <a:cubicBezTo>
                  <a:pt x="83934" y="10504"/>
                  <a:pt x="81184" y="15967"/>
                  <a:pt x="78785" y="24211"/>
                </a:cubicBezTo>
                <a:lnTo>
                  <a:pt x="55789" y="103961"/>
                </a:lnTo>
                <a:cubicBezTo>
                  <a:pt x="52856" y="114101"/>
                  <a:pt x="51390" y="120272"/>
                  <a:pt x="51390" y="122473"/>
                </a:cubicBezTo>
                <a:cubicBezTo>
                  <a:pt x="51390" y="123806"/>
                  <a:pt x="52140" y="125057"/>
                  <a:pt x="53640" y="126226"/>
                </a:cubicBezTo>
                <a:cubicBezTo>
                  <a:pt x="55139" y="127392"/>
                  <a:pt x="57556" y="127975"/>
                  <a:pt x="60888" y="127975"/>
                </a:cubicBezTo>
                <a:cubicBezTo>
                  <a:pt x="71953" y="127975"/>
                  <a:pt x="82634" y="125434"/>
                  <a:pt x="92932" y="120352"/>
                </a:cubicBezTo>
                <a:cubicBezTo>
                  <a:pt x="103230" y="115269"/>
                  <a:pt x="111945" y="107679"/>
                  <a:pt x="119077" y="97581"/>
                </a:cubicBezTo>
                <a:lnTo>
                  <a:pt x="123276" y="97581"/>
                </a:lnTo>
                <a:lnTo>
                  <a:pt x="108279" y="135574"/>
                </a:lnTo>
                <a:close/>
              </a:path>
            </a:pathLst>
          </a:custGeom>
          <a:solidFill xmlns:a="http://schemas.openxmlformats.org/drawingml/2006/main">
            <a:srgbClr val="13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B2159-0EDA-4F6A-A48E-9A6EA1F4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457" y="1749670"/>
            <a:ext cx="1631709" cy="328996"/>
          </a:xfrm>
          <a:custGeom xmlns:a="http://schemas.openxmlformats.org/drawingml/2006/main">
            <a:pathLst>
              <a:path w="1631709" h="328996">
                <a:moveTo>
                  <a:pt x="0" y="328996"/>
                </a:moveTo>
                <a:lnTo>
                  <a:pt x="0" y="0"/>
                </a:lnTo>
                <a:lnTo>
                  <a:pt x="1631709" y="0"/>
                </a:lnTo>
                <a:lnTo>
                  <a:pt x="1631709" y="328996"/>
                </a:lnTo>
                <a:lnTo>
                  <a:pt x="0" y="328996"/>
                </a:lnTo>
                <a:close/>
              </a:path>
            </a:pathLst>
          </a:custGeom>
          <a:solidFill xmlns:a="http://schemas.openxmlformats.org/drawingml/2006/main">
            <a:srgbClr val="9ECD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��">
            <a:extLst xmlns:a="http://schemas.openxmlformats.org/drawingml/2006/main">
              <a:ext uri="{FF2B5EF4-FFF2-40B4-BE49-F238E27FC236}">
                <a16:creationId xmlns:a16="http://schemas.microsoft.com/office/drawing/2014/main" id="{B537372A-32B0-497D-AACD-56D204AD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902" y="1892778"/>
            <a:ext cx="368773" cy="31328"/>
          </a:xfrm>
          <a:custGeom xmlns:a="http://schemas.openxmlformats.org/drawingml/2006/main">
            <a:pathLst>
              <a:path w="368773" h="31328">
                <a:moveTo>
                  <a:pt x="0" y="31328"/>
                </a:moveTo>
                <a:lnTo>
                  <a:pt x="31122" y="31328"/>
                </a:lnTo>
                <a:lnTo>
                  <a:pt x="31122" y="0"/>
                </a:lnTo>
                <a:lnTo>
                  <a:pt x="0" y="0"/>
                </a:lnTo>
                <a:lnTo>
                  <a:pt x="0" y="31328"/>
                </a:lnTo>
                <a:moveTo>
                  <a:pt x="67162" y="31328"/>
                </a:moveTo>
                <a:lnTo>
                  <a:pt x="98284" y="31328"/>
                </a:lnTo>
                <a:lnTo>
                  <a:pt x="98284" y="0"/>
                </a:lnTo>
                <a:lnTo>
                  <a:pt x="67162" y="0"/>
                </a:lnTo>
                <a:lnTo>
                  <a:pt x="67162" y="31328"/>
                </a:lnTo>
                <a:moveTo>
                  <a:pt x="132684" y="31328"/>
                </a:moveTo>
                <a:lnTo>
                  <a:pt x="164012" y="31328"/>
                </a:lnTo>
                <a:lnTo>
                  <a:pt x="164012" y="0"/>
                </a:lnTo>
                <a:lnTo>
                  <a:pt x="132684" y="0"/>
                </a:lnTo>
                <a:lnTo>
                  <a:pt x="132684" y="31328"/>
                </a:lnTo>
                <a:close/>
                <a:moveTo>
                  <a:pt x="204760" y="31328"/>
                </a:moveTo>
                <a:lnTo>
                  <a:pt x="235883" y="31328"/>
                </a:lnTo>
                <a:lnTo>
                  <a:pt x="235883" y="0"/>
                </a:lnTo>
                <a:lnTo>
                  <a:pt x="204760" y="0"/>
                </a:lnTo>
                <a:lnTo>
                  <a:pt x="204760" y="31328"/>
                </a:lnTo>
                <a:moveTo>
                  <a:pt x="271923" y="31328"/>
                </a:moveTo>
                <a:lnTo>
                  <a:pt x="303045" y="31328"/>
                </a:lnTo>
                <a:lnTo>
                  <a:pt x="303045" y="0"/>
                </a:lnTo>
                <a:lnTo>
                  <a:pt x="271923" y="0"/>
                </a:lnTo>
                <a:lnTo>
                  <a:pt x="271923" y="31328"/>
                </a:lnTo>
                <a:moveTo>
                  <a:pt x="337444" y="31328"/>
                </a:moveTo>
                <a:lnTo>
                  <a:pt x="368773" y="31328"/>
                </a:lnTo>
                <a:lnTo>
                  <a:pt x="368773" y="0"/>
                </a:lnTo>
                <a:lnTo>
                  <a:pt x="337444" y="0"/>
                </a:lnTo>
                <a:lnTo>
                  <a:pt x="337444" y="313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8FCBD-40B5-48F3-98D6-A4F35BAD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734" y="2311801"/>
            <a:ext cx="2564029" cy="232911"/>
          </a:xfrm>
          <a:custGeom xmlns:a="http://schemas.openxmlformats.org/drawingml/2006/main">
            <a:pathLst>
              <a:path w="2564029" h="232911">
                <a:moveTo>
                  <a:pt x="2330898" y="232911"/>
                </a:moveTo>
                <a:lnTo>
                  <a:pt x="2330898" y="174729"/>
                </a:lnTo>
                <a:lnTo>
                  <a:pt x="235701" y="174729"/>
                </a:lnTo>
                <a:lnTo>
                  <a:pt x="235701" y="159495"/>
                </a:lnTo>
                <a:lnTo>
                  <a:pt x="230561" y="159495"/>
                </a:lnTo>
                <a:lnTo>
                  <a:pt x="230561" y="174729"/>
                </a:lnTo>
                <a:lnTo>
                  <a:pt x="0" y="174729"/>
                </a:lnTo>
                <a:lnTo>
                  <a:pt x="0" y="58166"/>
                </a:lnTo>
                <a:lnTo>
                  <a:pt x="230561" y="58166"/>
                </a:lnTo>
                <a:lnTo>
                  <a:pt x="230561" y="82402"/>
                </a:lnTo>
                <a:lnTo>
                  <a:pt x="235701" y="82402"/>
                </a:lnTo>
                <a:lnTo>
                  <a:pt x="235701" y="58166"/>
                </a:lnTo>
                <a:lnTo>
                  <a:pt x="2330898" y="58166"/>
                </a:lnTo>
                <a:lnTo>
                  <a:pt x="2330898" y="0"/>
                </a:lnTo>
                <a:lnTo>
                  <a:pt x="2564029" y="116572"/>
                </a:lnTo>
                <a:lnTo>
                  <a:pt x="2330898" y="232911"/>
                </a:lnTo>
                <a:moveTo>
                  <a:pt x="230561" y="97820"/>
                </a:moveTo>
                <a:lnTo>
                  <a:pt x="230561" y="144077"/>
                </a:lnTo>
                <a:lnTo>
                  <a:pt x="235701" y="144077"/>
                </a:lnTo>
                <a:lnTo>
                  <a:pt x="235701" y="97820"/>
                </a:lnTo>
                <a:lnTo>
                  <a:pt x="230561" y="97820"/>
                </a:lnTo>
              </a:path>
            </a:pathLst>
          </a:custGeom>
          <a:solidFill xmlns:a="http://schemas.openxmlformats.org/drawingml/2006/main">
            <a:srgbClr val="DEDE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E2AE9-6039-406B-94CA-A7A542F6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295" y="2369967"/>
            <a:ext cx="5140" cy="116563"/>
          </a:xfrm>
          <a:custGeom xmlns:a="http://schemas.openxmlformats.org/drawingml/2006/main">
            <a:pathLst>
              <a:path w="5140" h="116563">
                <a:moveTo>
                  <a:pt x="5140" y="116563"/>
                </a:moveTo>
                <a:lnTo>
                  <a:pt x="0" y="116563"/>
                </a:lnTo>
                <a:lnTo>
                  <a:pt x="0" y="101330"/>
                </a:lnTo>
                <a:lnTo>
                  <a:pt x="5140" y="101330"/>
                </a:lnTo>
                <a:lnTo>
                  <a:pt x="5140" y="116563"/>
                </a:lnTo>
                <a:moveTo>
                  <a:pt x="5140" y="85911"/>
                </a:moveTo>
                <a:lnTo>
                  <a:pt x="0" y="85911"/>
                </a:lnTo>
                <a:lnTo>
                  <a:pt x="0" y="39655"/>
                </a:lnTo>
                <a:lnTo>
                  <a:pt x="5140" y="39655"/>
                </a:lnTo>
                <a:lnTo>
                  <a:pt x="5140" y="85911"/>
                </a:lnTo>
                <a:moveTo>
                  <a:pt x="5140" y="24236"/>
                </a:moveTo>
                <a:lnTo>
                  <a:pt x="0" y="24236"/>
                </a:lnTo>
                <a:lnTo>
                  <a:pt x="0" y="0"/>
                </a:lnTo>
                <a:lnTo>
                  <a:pt x="5140" y="0"/>
                </a:lnTo>
                <a:lnTo>
                  <a:pt x="5140" y="24236"/>
                </a:lnTo>
              </a:path>
            </a:pathLst>
          </a:custGeom>
          <a:solidFill xmlns:a="http://schemas.openxmlformats.org/drawingml/2006/main">
            <a:srgbClr val="BBBC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E8AF1-C393-4D9A-B7E6-55405ADD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2783" y="2369967"/>
            <a:ext cx="174947" cy="116563"/>
          </a:xfrm>
          <a:custGeom xmlns:a="http://schemas.openxmlformats.org/drawingml/2006/main">
            <a:pathLst>
              <a:path w="174947" h="116563">
                <a:moveTo>
                  <a:pt x="0" y="116563"/>
                </a:moveTo>
                <a:lnTo>
                  <a:pt x="174947" y="116563"/>
                </a:lnTo>
                <a:lnTo>
                  <a:pt x="174947" y="0"/>
                </a:lnTo>
                <a:lnTo>
                  <a:pt x="0" y="0"/>
                </a:lnTo>
                <a:lnTo>
                  <a:pt x="0" y="116563"/>
                </a:lnTo>
                <a:close/>
              </a:path>
            </a:pathLst>
          </a:custGeom>
          <a:solidFill xmlns:a="http://schemas.openxmlformats.org/drawingml/2006/main">
            <a:srgbClr val="BAE3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440338-B636-426F-BA3D-898354CD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7722" y="2874054"/>
            <a:ext cx="2680595" cy="623535"/>
          </a:xfrm>
          <a:custGeom xmlns:a="http://schemas.openxmlformats.org/drawingml/2006/main">
            <a:pathLst>
              <a:path w="2680595" h="623535">
                <a:moveTo>
                  <a:pt x="0" y="623535"/>
                </a:moveTo>
                <a:lnTo>
                  <a:pt x="0" y="0"/>
                </a:lnTo>
                <a:lnTo>
                  <a:pt x="2680595" y="0"/>
                </a:lnTo>
                <a:lnTo>
                  <a:pt x="2680595" y="623535"/>
                </a:lnTo>
                <a:lnTo>
                  <a:pt x="0" y="623535"/>
                </a:lnTo>
                <a:close/>
              </a:path>
            </a:pathLst>
          </a:custGeom>
          <a:solidFill xmlns:a="http://schemas.openxmlformats.org/drawingml/2006/main">
            <a:srgbClr val="9ECD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Exceptiontriggerstreams">
            <a:extLst xmlns:a="http://schemas.openxmlformats.org/drawingml/2006/main">
              <a:ext uri="{FF2B5EF4-FFF2-40B4-BE49-F238E27FC236}">
                <a16:creationId xmlns:a16="http://schemas.microsoft.com/office/drawing/2014/main" id="{6D4489BD-F220-494D-89FA-CBDA0F6C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491" y="3010975"/>
            <a:ext cx="2033511" cy="165149"/>
          </a:xfrm>
          <a:custGeom xmlns:a="http://schemas.openxmlformats.org/drawingml/2006/main">
            <a:pathLst>
              <a:path w="2033511" h="165149">
                <a:moveTo>
                  <a:pt x="46708" y="9757"/>
                </a:moveTo>
                <a:lnTo>
                  <a:pt x="46708" y="59446"/>
                </a:lnTo>
                <a:lnTo>
                  <a:pt x="49147" y="59446"/>
                </a:lnTo>
                <a:cubicBezTo>
                  <a:pt x="56917" y="59446"/>
                  <a:pt x="62548" y="57007"/>
                  <a:pt x="66041" y="52129"/>
                </a:cubicBezTo>
                <a:cubicBezTo>
                  <a:pt x="69535" y="47250"/>
                  <a:pt x="71763" y="40053"/>
                  <a:pt x="72727" y="30536"/>
                </a:cubicBezTo>
                <a:lnTo>
                  <a:pt x="76160" y="30536"/>
                </a:lnTo>
                <a:lnTo>
                  <a:pt x="76160" y="94861"/>
                </a:lnTo>
                <a:lnTo>
                  <a:pt x="72727" y="94861"/>
                </a:lnTo>
                <a:cubicBezTo>
                  <a:pt x="72004" y="87852"/>
                  <a:pt x="70483" y="82112"/>
                  <a:pt x="68165" y="77642"/>
                </a:cubicBezTo>
                <a:cubicBezTo>
                  <a:pt x="65846" y="73170"/>
                  <a:pt x="63150" y="70164"/>
                  <a:pt x="60079" y="68625"/>
                </a:cubicBezTo>
                <a:cubicBezTo>
                  <a:pt x="57007" y="67083"/>
                  <a:pt x="52550" y="66313"/>
                  <a:pt x="46708" y="66313"/>
                </a:cubicBezTo>
                <a:lnTo>
                  <a:pt x="46708" y="100824"/>
                </a:lnTo>
                <a:cubicBezTo>
                  <a:pt x="46708" y="107570"/>
                  <a:pt x="46994" y="111695"/>
                  <a:pt x="47566" y="113201"/>
                </a:cubicBezTo>
                <a:cubicBezTo>
                  <a:pt x="48138" y="114707"/>
                  <a:pt x="49207" y="115942"/>
                  <a:pt x="50773" y="116905"/>
                </a:cubicBezTo>
                <a:cubicBezTo>
                  <a:pt x="52339" y="117869"/>
                  <a:pt x="54869" y="118351"/>
                  <a:pt x="58362" y="118351"/>
                </a:cubicBezTo>
                <a:lnTo>
                  <a:pt x="65680" y="118351"/>
                </a:lnTo>
                <a:cubicBezTo>
                  <a:pt x="77124" y="118351"/>
                  <a:pt x="86294" y="115716"/>
                  <a:pt x="93190" y="110446"/>
                </a:cubicBezTo>
                <a:cubicBezTo>
                  <a:pt x="100086" y="105176"/>
                  <a:pt x="105040" y="97120"/>
                  <a:pt x="108051" y="86279"/>
                </a:cubicBezTo>
                <a:lnTo>
                  <a:pt x="111394" y="86279"/>
                </a:lnTo>
                <a:lnTo>
                  <a:pt x="105883" y="125217"/>
                </a:lnTo>
                <a:lnTo>
                  <a:pt x="0" y="125217"/>
                </a:lnTo>
                <a:lnTo>
                  <a:pt x="0" y="121964"/>
                </a:lnTo>
                <a:lnTo>
                  <a:pt x="4065" y="121964"/>
                </a:lnTo>
                <a:cubicBezTo>
                  <a:pt x="7619" y="121964"/>
                  <a:pt x="10480" y="121329"/>
                  <a:pt x="12648" y="120059"/>
                </a:cubicBezTo>
                <a:cubicBezTo>
                  <a:pt x="14214" y="119210"/>
                  <a:pt x="15419" y="117757"/>
                  <a:pt x="16262" y="115700"/>
                </a:cubicBezTo>
                <a:cubicBezTo>
                  <a:pt x="16924" y="114247"/>
                  <a:pt x="17256" y="110432"/>
                  <a:pt x="17256" y="104257"/>
                </a:cubicBezTo>
                <a:lnTo>
                  <a:pt x="17256" y="23670"/>
                </a:lnTo>
                <a:cubicBezTo>
                  <a:pt x="17256" y="18101"/>
                  <a:pt x="17105" y="14680"/>
                  <a:pt x="16804" y="13408"/>
                </a:cubicBezTo>
                <a:cubicBezTo>
                  <a:pt x="16202" y="11290"/>
                  <a:pt x="15087" y="9656"/>
                  <a:pt x="13461" y="8506"/>
                </a:cubicBezTo>
                <a:cubicBezTo>
                  <a:pt x="11173" y="6811"/>
                  <a:pt x="8041" y="5963"/>
                  <a:pt x="4065" y="5963"/>
                </a:cubicBezTo>
                <a:lnTo>
                  <a:pt x="0" y="5963"/>
                </a:lnTo>
                <a:lnTo>
                  <a:pt x="0" y="2710"/>
                </a:lnTo>
                <a:lnTo>
                  <a:pt x="102540" y="2710"/>
                </a:lnTo>
                <a:lnTo>
                  <a:pt x="102540" y="39029"/>
                </a:lnTo>
                <a:lnTo>
                  <a:pt x="99107" y="39029"/>
                </a:lnTo>
                <a:cubicBezTo>
                  <a:pt x="97361" y="30147"/>
                  <a:pt x="94906" y="23773"/>
                  <a:pt x="91744" y="19907"/>
                </a:cubicBezTo>
                <a:cubicBezTo>
                  <a:pt x="88582" y="16041"/>
                  <a:pt x="84110" y="13202"/>
                  <a:pt x="78328" y="11389"/>
                </a:cubicBezTo>
                <a:cubicBezTo>
                  <a:pt x="74955" y="10301"/>
                  <a:pt x="68631" y="9757"/>
                  <a:pt x="59356" y="9757"/>
                </a:cubicBezTo>
                <a:lnTo>
                  <a:pt x="46708" y="9757"/>
                </a:lnTo>
                <a:close/>
                <a:moveTo>
                  <a:pt x="175520" y="73399"/>
                </a:moveTo>
                <a:lnTo>
                  <a:pt x="190537" y="101281"/>
                </a:lnTo>
                <a:cubicBezTo>
                  <a:pt x="195596" y="110976"/>
                  <a:pt x="199601" y="117118"/>
                  <a:pt x="202553" y="119706"/>
                </a:cubicBezTo>
                <a:cubicBezTo>
                  <a:pt x="204179" y="121091"/>
                  <a:pt x="206407" y="121844"/>
                  <a:pt x="209238" y="121964"/>
                </a:cubicBezTo>
                <a:lnTo>
                  <a:pt x="209238" y="125217"/>
                </a:lnTo>
                <a:lnTo>
                  <a:pt x="162169" y="125217"/>
                </a:lnTo>
                <a:lnTo>
                  <a:pt x="162169" y="121964"/>
                </a:lnTo>
                <a:cubicBezTo>
                  <a:pt x="165843" y="121663"/>
                  <a:pt x="168116" y="121181"/>
                  <a:pt x="168990" y="120519"/>
                </a:cubicBezTo>
                <a:cubicBezTo>
                  <a:pt x="169863" y="119855"/>
                  <a:pt x="170300" y="118949"/>
                  <a:pt x="170300" y="117803"/>
                </a:cubicBezTo>
                <a:cubicBezTo>
                  <a:pt x="170300" y="116115"/>
                  <a:pt x="169336" y="113461"/>
                  <a:pt x="167409" y="109841"/>
                </a:cubicBezTo>
                <a:lnTo>
                  <a:pt x="160034" y="96149"/>
                </a:lnTo>
                <a:lnTo>
                  <a:pt x="153857" y="105228"/>
                </a:lnTo>
                <a:cubicBezTo>
                  <a:pt x="151026" y="109390"/>
                  <a:pt x="149430" y="111863"/>
                  <a:pt x="149069" y="112648"/>
                </a:cubicBezTo>
                <a:cubicBezTo>
                  <a:pt x="148587" y="113792"/>
                  <a:pt x="148346" y="114817"/>
                  <a:pt x="148346" y="115722"/>
                </a:cubicBezTo>
                <a:cubicBezTo>
                  <a:pt x="148346" y="117109"/>
                  <a:pt x="148632" y="118271"/>
                  <a:pt x="149204" y="119206"/>
                </a:cubicBezTo>
                <a:cubicBezTo>
                  <a:pt x="149777" y="120140"/>
                  <a:pt x="150560" y="120833"/>
                  <a:pt x="151553" y="121287"/>
                </a:cubicBezTo>
                <a:cubicBezTo>
                  <a:pt x="152547" y="121739"/>
                  <a:pt x="154369" y="121964"/>
                  <a:pt x="157019" y="121964"/>
                </a:cubicBezTo>
                <a:lnTo>
                  <a:pt x="157019" y="125217"/>
                </a:lnTo>
                <a:lnTo>
                  <a:pt x="123953" y="125217"/>
                </a:lnTo>
                <a:lnTo>
                  <a:pt x="123953" y="121964"/>
                </a:lnTo>
                <a:cubicBezTo>
                  <a:pt x="128049" y="121964"/>
                  <a:pt x="131798" y="120834"/>
                  <a:pt x="135201" y="118574"/>
                </a:cubicBezTo>
                <a:cubicBezTo>
                  <a:pt x="138604" y="116311"/>
                  <a:pt x="143558" y="110387"/>
                  <a:pt x="150063" y="100801"/>
                </a:cubicBezTo>
                <a:lnTo>
                  <a:pt x="157033" y="90573"/>
                </a:lnTo>
                <a:lnTo>
                  <a:pt x="142474" y="63537"/>
                </a:lnTo>
                <a:cubicBezTo>
                  <a:pt x="137716" y="54691"/>
                  <a:pt x="134162" y="49269"/>
                  <a:pt x="131813" y="47270"/>
                </a:cubicBezTo>
                <a:cubicBezTo>
                  <a:pt x="129464" y="45271"/>
                  <a:pt x="126844" y="44150"/>
                  <a:pt x="123953" y="43907"/>
                </a:cubicBezTo>
                <a:lnTo>
                  <a:pt x="123953" y="40655"/>
                </a:lnTo>
                <a:lnTo>
                  <a:pt x="170751" y="40655"/>
                </a:lnTo>
                <a:lnTo>
                  <a:pt x="170751" y="43907"/>
                </a:lnTo>
                <a:lnTo>
                  <a:pt x="168312" y="43998"/>
                </a:lnTo>
                <a:lnTo>
                  <a:pt x="163614" y="45641"/>
                </a:lnTo>
                <a:cubicBezTo>
                  <a:pt x="163132" y="46066"/>
                  <a:pt x="162891" y="46765"/>
                  <a:pt x="162891" y="47738"/>
                </a:cubicBezTo>
                <a:cubicBezTo>
                  <a:pt x="162891" y="48649"/>
                  <a:pt x="163042" y="49591"/>
                  <a:pt x="163343" y="50564"/>
                </a:cubicBezTo>
                <a:cubicBezTo>
                  <a:pt x="163524" y="50990"/>
                  <a:pt x="164367" y="52631"/>
                  <a:pt x="165873" y="55488"/>
                </a:cubicBezTo>
                <a:lnTo>
                  <a:pt x="172524" y="67837"/>
                </a:lnTo>
                <a:lnTo>
                  <a:pt x="175901" y="62879"/>
                </a:lnTo>
                <a:cubicBezTo>
                  <a:pt x="180719" y="56222"/>
                  <a:pt x="183129" y="51562"/>
                  <a:pt x="183129" y="48899"/>
                </a:cubicBezTo>
                <a:cubicBezTo>
                  <a:pt x="183129" y="47628"/>
                  <a:pt x="182602" y="46554"/>
                  <a:pt x="181548" y="45677"/>
                </a:cubicBezTo>
                <a:cubicBezTo>
                  <a:pt x="180494" y="44800"/>
                  <a:pt x="178611" y="44210"/>
                  <a:pt x="175901" y="43907"/>
                </a:cubicBezTo>
                <a:lnTo>
                  <a:pt x="175901" y="40655"/>
                </a:lnTo>
                <a:lnTo>
                  <a:pt x="205805" y="40655"/>
                </a:lnTo>
                <a:lnTo>
                  <a:pt x="205805" y="43907"/>
                </a:lnTo>
                <a:cubicBezTo>
                  <a:pt x="202131" y="44028"/>
                  <a:pt x="198698" y="45164"/>
                  <a:pt x="195506" y="47318"/>
                </a:cubicBezTo>
                <a:cubicBezTo>
                  <a:pt x="192314" y="49471"/>
                  <a:pt x="188730" y="53641"/>
                  <a:pt x="184755" y="59828"/>
                </a:cubicBezTo>
                <a:lnTo>
                  <a:pt x="175520" y="73399"/>
                </a:lnTo>
                <a:close/>
                <a:moveTo>
                  <a:pt x="288311" y="103373"/>
                </a:moveTo>
                <a:lnTo>
                  <a:pt x="291111" y="105539"/>
                </a:lnTo>
                <a:cubicBezTo>
                  <a:pt x="287136" y="113032"/>
                  <a:pt x="282182" y="118607"/>
                  <a:pt x="276250" y="122264"/>
                </a:cubicBezTo>
                <a:cubicBezTo>
                  <a:pt x="270317" y="125919"/>
                  <a:pt x="264008" y="127746"/>
                  <a:pt x="257323" y="127746"/>
                </a:cubicBezTo>
                <a:cubicBezTo>
                  <a:pt x="246060" y="127746"/>
                  <a:pt x="237055" y="123497"/>
                  <a:pt x="230310" y="114997"/>
                </a:cubicBezTo>
                <a:cubicBezTo>
                  <a:pt x="223564" y="106495"/>
                  <a:pt x="220191" y="96276"/>
                  <a:pt x="220191" y="84339"/>
                </a:cubicBezTo>
                <a:cubicBezTo>
                  <a:pt x="220191" y="72822"/>
                  <a:pt x="223263" y="62693"/>
                  <a:pt x="229406" y="53952"/>
                </a:cubicBezTo>
                <a:cubicBezTo>
                  <a:pt x="236815" y="43401"/>
                  <a:pt x="247023" y="38125"/>
                  <a:pt x="260033" y="38125"/>
                </a:cubicBezTo>
                <a:cubicBezTo>
                  <a:pt x="268766" y="38125"/>
                  <a:pt x="275708" y="40330"/>
                  <a:pt x="280857" y="44740"/>
                </a:cubicBezTo>
                <a:cubicBezTo>
                  <a:pt x="286007" y="49148"/>
                  <a:pt x="288582" y="54070"/>
                  <a:pt x="288582" y="59506"/>
                </a:cubicBezTo>
                <a:cubicBezTo>
                  <a:pt x="288582" y="62948"/>
                  <a:pt x="287543" y="65696"/>
                  <a:pt x="285465" y="67750"/>
                </a:cubicBezTo>
                <a:cubicBezTo>
                  <a:pt x="283387" y="69803"/>
                  <a:pt x="280662" y="70830"/>
                  <a:pt x="277289" y="70830"/>
                </a:cubicBezTo>
                <a:cubicBezTo>
                  <a:pt x="273735" y="70830"/>
                  <a:pt x="270799" y="69651"/>
                  <a:pt x="268480" y="67295"/>
                </a:cubicBezTo>
                <a:cubicBezTo>
                  <a:pt x="266161" y="64937"/>
                  <a:pt x="264731" y="60736"/>
                  <a:pt x="264189" y="54692"/>
                </a:cubicBezTo>
                <a:cubicBezTo>
                  <a:pt x="263827" y="50884"/>
                  <a:pt x="262954" y="48225"/>
                  <a:pt x="261569" y="46714"/>
                </a:cubicBezTo>
                <a:cubicBezTo>
                  <a:pt x="260184" y="45204"/>
                  <a:pt x="258557" y="44449"/>
                  <a:pt x="256690" y="44449"/>
                </a:cubicBezTo>
                <a:cubicBezTo>
                  <a:pt x="253799" y="44449"/>
                  <a:pt x="251330" y="45985"/>
                  <a:pt x="249282" y="49057"/>
                </a:cubicBezTo>
                <a:cubicBezTo>
                  <a:pt x="246150" y="53694"/>
                  <a:pt x="244584" y="60802"/>
                  <a:pt x="244584" y="70378"/>
                </a:cubicBezTo>
                <a:cubicBezTo>
                  <a:pt x="244584" y="78328"/>
                  <a:pt x="245849" y="85932"/>
                  <a:pt x="248379" y="93190"/>
                </a:cubicBezTo>
                <a:cubicBezTo>
                  <a:pt x="250908" y="100448"/>
                  <a:pt x="254371" y="105853"/>
                  <a:pt x="258768" y="109407"/>
                </a:cubicBezTo>
                <a:cubicBezTo>
                  <a:pt x="262081" y="111996"/>
                  <a:pt x="265996" y="113291"/>
                  <a:pt x="270513" y="113291"/>
                </a:cubicBezTo>
                <a:cubicBezTo>
                  <a:pt x="273464" y="113291"/>
                  <a:pt x="276265" y="112601"/>
                  <a:pt x="278915" y="111219"/>
                </a:cubicBezTo>
                <a:cubicBezTo>
                  <a:pt x="281565" y="109836"/>
                  <a:pt x="284697" y="107220"/>
                  <a:pt x="288311" y="103373"/>
                </a:cubicBezTo>
                <a:close/>
                <a:moveTo>
                  <a:pt x="372343" y="79864"/>
                </a:moveTo>
                <a:lnTo>
                  <a:pt x="325996" y="79864"/>
                </a:lnTo>
                <a:cubicBezTo>
                  <a:pt x="326538" y="91097"/>
                  <a:pt x="329519" y="99974"/>
                  <a:pt x="334940" y="106496"/>
                </a:cubicBezTo>
                <a:cubicBezTo>
                  <a:pt x="339096" y="111508"/>
                  <a:pt x="344095" y="114014"/>
                  <a:pt x="349937" y="114014"/>
                </a:cubicBezTo>
                <a:cubicBezTo>
                  <a:pt x="353551" y="114014"/>
                  <a:pt x="356833" y="113005"/>
                  <a:pt x="359785" y="110988"/>
                </a:cubicBezTo>
                <a:cubicBezTo>
                  <a:pt x="362736" y="108970"/>
                  <a:pt x="365898" y="105341"/>
                  <a:pt x="369271" y="100101"/>
                </a:cubicBezTo>
                <a:lnTo>
                  <a:pt x="372343" y="102089"/>
                </a:lnTo>
                <a:cubicBezTo>
                  <a:pt x="367765" y="111424"/>
                  <a:pt x="362706" y="118034"/>
                  <a:pt x="357165" y="121919"/>
                </a:cubicBezTo>
                <a:cubicBezTo>
                  <a:pt x="351624" y="125804"/>
                  <a:pt x="345209" y="127746"/>
                  <a:pt x="337921" y="127746"/>
                </a:cubicBezTo>
                <a:cubicBezTo>
                  <a:pt x="325394" y="127746"/>
                  <a:pt x="315908" y="122923"/>
                  <a:pt x="309463" y="113277"/>
                </a:cubicBezTo>
                <a:cubicBezTo>
                  <a:pt x="304283" y="105500"/>
                  <a:pt x="301693" y="95854"/>
                  <a:pt x="301693" y="84339"/>
                </a:cubicBezTo>
                <a:cubicBezTo>
                  <a:pt x="301693" y="70230"/>
                  <a:pt x="305503" y="59001"/>
                  <a:pt x="313122" y="50652"/>
                </a:cubicBezTo>
                <a:cubicBezTo>
                  <a:pt x="320741" y="42301"/>
                  <a:pt x="329670" y="38125"/>
                  <a:pt x="339909" y="38125"/>
                </a:cubicBezTo>
                <a:cubicBezTo>
                  <a:pt x="348462" y="38125"/>
                  <a:pt x="355885" y="41634"/>
                  <a:pt x="362179" y="48650"/>
                </a:cubicBezTo>
                <a:cubicBezTo>
                  <a:pt x="368473" y="55667"/>
                  <a:pt x="371861" y="66072"/>
                  <a:pt x="372343" y="79864"/>
                </a:cubicBezTo>
                <a:moveTo>
                  <a:pt x="350118" y="73901"/>
                </a:moveTo>
                <a:cubicBezTo>
                  <a:pt x="350118" y="64204"/>
                  <a:pt x="349591" y="57549"/>
                  <a:pt x="348537" y="53935"/>
                </a:cubicBezTo>
                <a:cubicBezTo>
                  <a:pt x="347483" y="50322"/>
                  <a:pt x="345842" y="47581"/>
                  <a:pt x="343613" y="45714"/>
                </a:cubicBezTo>
                <a:cubicBezTo>
                  <a:pt x="342348" y="44630"/>
                  <a:pt x="340662" y="44088"/>
                  <a:pt x="338554" y="44088"/>
                </a:cubicBezTo>
                <a:cubicBezTo>
                  <a:pt x="335422" y="44088"/>
                  <a:pt x="332862" y="45624"/>
                  <a:pt x="330875" y="48695"/>
                </a:cubicBezTo>
                <a:cubicBezTo>
                  <a:pt x="327321" y="54056"/>
                  <a:pt x="325544" y="61404"/>
                  <a:pt x="325544" y="70739"/>
                </a:cubicBezTo>
                <a:lnTo>
                  <a:pt x="325544" y="73901"/>
                </a:lnTo>
                <a:lnTo>
                  <a:pt x="350118" y="73901"/>
                </a:lnTo>
                <a:close/>
                <a:moveTo>
                  <a:pt x="414904" y="116634"/>
                </a:moveTo>
                <a:lnTo>
                  <a:pt x="414904" y="147984"/>
                </a:lnTo>
                <a:cubicBezTo>
                  <a:pt x="414904" y="152378"/>
                  <a:pt x="415251" y="155369"/>
                  <a:pt x="415943" y="156956"/>
                </a:cubicBezTo>
                <a:cubicBezTo>
                  <a:pt x="416636" y="158544"/>
                  <a:pt x="417705" y="159705"/>
                  <a:pt x="419151" y="160437"/>
                </a:cubicBezTo>
                <a:cubicBezTo>
                  <a:pt x="420596" y="161169"/>
                  <a:pt x="423427" y="161535"/>
                  <a:pt x="427643" y="161535"/>
                </a:cubicBezTo>
                <a:lnTo>
                  <a:pt x="427643" y="164788"/>
                </a:lnTo>
                <a:lnTo>
                  <a:pt x="379490" y="164788"/>
                </a:lnTo>
                <a:lnTo>
                  <a:pt x="379490" y="161535"/>
                </a:lnTo>
                <a:cubicBezTo>
                  <a:pt x="383224" y="161413"/>
                  <a:pt x="385994" y="160345"/>
                  <a:pt x="387801" y="158331"/>
                </a:cubicBezTo>
                <a:cubicBezTo>
                  <a:pt x="389006" y="156929"/>
                  <a:pt x="389608" y="153299"/>
                  <a:pt x="389608" y="147441"/>
                </a:cubicBezTo>
                <a:lnTo>
                  <a:pt x="389608" y="58362"/>
                </a:lnTo>
                <a:cubicBezTo>
                  <a:pt x="389608" y="52324"/>
                  <a:pt x="388916" y="48467"/>
                  <a:pt x="387530" y="46790"/>
                </a:cubicBezTo>
                <a:cubicBezTo>
                  <a:pt x="386145" y="45113"/>
                  <a:pt x="383465" y="44152"/>
                  <a:pt x="379490" y="43907"/>
                </a:cubicBezTo>
                <a:lnTo>
                  <a:pt x="379490" y="40655"/>
                </a:lnTo>
                <a:lnTo>
                  <a:pt x="414904" y="40655"/>
                </a:lnTo>
                <a:lnTo>
                  <a:pt x="414904" y="51767"/>
                </a:lnTo>
                <a:cubicBezTo>
                  <a:pt x="417856" y="47431"/>
                  <a:pt x="420867" y="44299"/>
                  <a:pt x="423939" y="42371"/>
                </a:cubicBezTo>
                <a:cubicBezTo>
                  <a:pt x="428336" y="39541"/>
                  <a:pt x="433124" y="38125"/>
                  <a:pt x="438304" y="38125"/>
                </a:cubicBezTo>
                <a:cubicBezTo>
                  <a:pt x="444507" y="38125"/>
                  <a:pt x="450154" y="40085"/>
                  <a:pt x="455243" y="44003"/>
                </a:cubicBezTo>
                <a:cubicBezTo>
                  <a:pt x="460332" y="47922"/>
                  <a:pt x="464202" y="53333"/>
                  <a:pt x="466852" y="60237"/>
                </a:cubicBezTo>
                <a:cubicBezTo>
                  <a:pt x="469502" y="67141"/>
                  <a:pt x="470827" y="74571"/>
                  <a:pt x="470827" y="82529"/>
                </a:cubicBezTo>
                <a:cubicBezTo>
                  <a:pt x="470827" y="91089"/>
                  <a:pt x="469457" y="98912"/>
                  <a:pt x="466717" y="105996"/>
                </a:cubicBezTo>
                <a:cubicBezTo>
                  <a:pt x="463976" y="113081"/>
                  <a:pt x="460001" y="118477"/>
                  <a:pt x="454791" y="122185"/>
                </a:cubicBezTo>
                <a:cubicBezTo>
                  <a:pt x="449582" y="125893"/>
                  <a:pt x="443784" y="127746"/>
                  <a:pt x="437400" y="127746"/>
                </a:cubicBezTo>
                <a:cubicBezTo>
                  <a:pt x="432762" y="127746"/>
                  <a:pt x="428426" y="126723"/>
                  <a:pt x="424391" y="124675"/>
                </a:cubicBezTo>
                <a:cubicBezTo>
                  <a:pt x="421379" y="123109"/>
                  <a:pt x="418217" y="120429"/>
                  <a:pt x="414904" y="116634"/>
                </a:cubicBezTo>
                <a:moveTo>
                  <a:pt x="414904" y="107495"/>
                </a:moveTo>
                <a:cubicBezTo>
                  <a:pt x="420084" y="114853"/>
                  <a:pt x="425625" y="118531"/>
                  <a:pt x="431528" y="118531"/>
                </a:cubicBezTo>
                <a:cubicBezTo>
                  <a:pt x="434780" y="118531"/>
                  <a:pt x="437460" y="116813"/>
                  <a:pt x="439568" y="113376"/>
                </a:cubicBezTo>
                <a:cubicBezTo>
                  <a:pt x="442700" y="108309"/>
                  <a:pt x="444266" y="98659"/>
                  <a:pt x="444266" y="84426"/>
                </a:cubicBezTo>
                <a:cubicBezTo>
                  <a:pt x="444266" y="69832"/>
                  <a:pt x="442550" y="59851"/>
                  <a:pt x="439117" y="54483"/>
                </a:cubicBezTo>
                <a:cubicBezTo>
                  <a:pt x="436828" y="50926"/>
                  <a:pt x="433756" y="49147"/>
                  <a:pt x="429902" y="49147"/>
                </a:cubicBezTo>
                <a:cubicBezTo>
                  <a:pt x="423818" y="49147"/>
                  <a:pt x="418819" y="53550"/>
                  <a:pt x="414904" y="62354"/>
                </a:cubicBezTo>
                <a:lnTo>
                  <a:pt x="414904" y="107495"/>
                </a:lnTo>
                <a:close/>
                <a:moveTo>
                  <a:pt x="519147" y="9576"/>
                </a:moveTo>
                <a:lnTo>
                  <a:pt x="519147" y="40655"/>
                </a:lnTo>
                <a:lnTo>
                  <a:pt x="539203" y="40655"/>
                </a:lnTo>
                <a:lnTo>
                  <a:pt x="539203" y="49509"/>
                </a:lnTo>
                <a:lnTo>
                  <a:pt x="519147" y="49509"/>
                </a:lnTo>
                <a:lnTo>
                  <a:pt x="519147" y="101778"/>
                </a:lnTo>
                <a:cubicBezTo>
                  <a:pt x="519147" y="106670"/>
                  <a:pt x="519373" y="109825"/>
                  <a:pt x="519824" y="111245"/>
                </a:cubicBezTo>
                <a:cubicBezTo>
                  <a:pt x="520276" y="112664"/>
                  <a:pt x="521074" y="113812"/>
                  <a:pt x="522218" y="114689"/>
                </a:cubicBezTo>
                <a:cubicBezTo>
                  <a:pt x="523363" y="115564"/>
                  <a:pt x="524417" y="116002"/>
                  <a:pt x="525381" y="116002"/>
                </a:cubicBezTo>
                <a:cubicBezTo>
                  <a:pt x="529295" y="116002"/>
                  <a:pt x="533000" y="112990"/>
                  <a:pt x="536493" y="106967"/>
                </a:cubicBezTo>
                <a:lnTo>
                  <a:pt x="539203" y="108975"/>
                </a:lnTo>
                <a:cubicBezTo>
                  <a:pt x="534325" y="120646"/>
                  <a:pt x="526404" y="126482"/>
                  <a:pt x="515443" y="126482"/>
                </a:cubicBezTo>
                <a:cubicBezTo>
                  <a:pt x="510082" y="126482"/>
                  <a:pt x="505550" y="124986"/>
                  <a:pt x="501846" y="121995"/>
                </a:cubicBezTo>
                <a:cubicBezTo>
                  <a:pt x="498142" y="119003"/>
                  <a:pt x="495778" y="115663"/>
                  <a:pt x="494754" y="111976"/>
                </a:cubicBezTo>
                <a:cubicBezTo>
                  <a:pt x="494152" y="109920"/>
                  <a:pt x="493850" y="104360"/>
                  <a:pt x="493850" y="95293"/>
                </a:cubicBezTo>
                <a:lnTo>
                  <a:pt x="493850" y="49509"/>
                </a:lnTo>
                <a:lnTo>
                  <a:pt x="482828" y="49509"/>
                </a:lnTo>
                <a:lnTo>
                  <a:pt x="482828" y="46338"/>
                </a:lnTo>
                <a:cubicBezTo>
                  <a:pt x="490417" y="40966"/>
                  <a:pt x="496877" y="35323"/>
                  <a:pt x="502207" y="29407"/>
                </a:cubicBezTo>
                <a:cubicBezTo>
                  <a:pt x="507538" y="23491"/>
                  <a:pt x="512190" y="16881"/>
                  <a:pt x="516165" y="9576"/>
                </a:cubicBezTo>
                <a:lnTo>
                  <a:pt x="519147" y="9576"/>
                </a:lnTo>
                <a:close/>
                <a:moveTo>
                  <a:pt x="567570" y="0"/>
                </a:moveTo>
                <a:cubicBezTo>
                  <a:pt x="571485" y="0"/>
                  <a:pt x="574797" y="1375"/>
                  <a:pt x="577508" y="4125"/>
                </a:cubicBezTo>
                <a:cubicBezTo>
                  <a:pt x="580218" y="6873"/>
                  <a:pt x="581573" y="10181"/>
                  <a:pt x="581573" y="14048"/>
                </a:cubicBezTo>
                <a:cubicBezTo>
                  <a:pt x="581573" y="17916"/>
                  <a:pt x="580203" y="21210"/>
                  <a:pt x="577462" y="23930"/>
                </a:cubicBezTo>
                <a:cubicBezTo>
                  <a:pt x="574722" y="26648"/>
                  <a:pt x="571424" y="28007"/>
                  <a:pt x="567570" y="28007"/>
                </a:cubicBezTo>
                <a:cubicBezTo>
                  <a:pt x="563715" y="28007"/>
                  <a:pt x="560433" y="26648"/>
                  <a:pt x="557722" y="23930"/>
                </a:cubicBezTo>
                <a:cubicBezTo>
                  <a:pt x="555012" y="21210"/>
                  <a:pt x="553657" y="17916"/>
                  <a:pt x="553657" y="14048"/>
                </a:cubicBezTo>
                <a:cubicBezTo>
                  <a:pt x="553657" y="10181"/>
                  <a:pt x="555012" y="6873"/>
                  <a:pt x="557722" y="4125"/>
                </a:cubicBezTo>
                <a:cubicBezTo>
                  <a:pt x="560433" y="1375"/>
                  <a:pt x="563715" y="0"/>
                  <a:pt x="567570" y="0"/>
                </a:cubicBezTo>
                <a:moveTo>
                  <a:pt x="580218" y="40655"/>
                </a:moveTo>
                <a:lnTo>
                  <a:pt x="580218" y="107690"/>
                </a:lnTo>
                <a:cubicBezTo>
                  <a:pt x="580218" y="113653"/>
                  <a:pt x="580910" y="117462"/>
                  <a:pt x="582296" y="119119"/>
                </a:cubicBezTo>
                <a:cubicBezTo>
                  <a:pt x="583681" y="120775"/>
                  <a:pt x="586391" y="121724"/>
                  <a:pt x="590427" y="121964"/>
                </a:cubicBezTo>
                <a:lnTo>
                  <a:pt x="590427" y="125217"/>
                </a:lnTo>
                <a:lnTo>
                  <a:pt x="544803" y="125217"/>
                </a:lnTo>
                <a:lnTo>
                  <a:pt x="544803" y="121964"/>
                </a:lnTo>
                <a:cubicBezTo>
                  <a:pt x="548537" y="121844"/>
                  <a:pt x="551308" y="120760"/>
                  <a:pt x="553115" y="118712"/>
                </a:cubicBezTo>
                <a:cubicBezTo>
                  <a:pt x="554319" y="117327"/>
                  <a:pt x="554922" y="113653"/>
                  <a:pt x="554922" y="107690"/>
                </a:cubicBezTo>
                <a:lnTo>
                  <a:pt x="554922" y="58362"/>
                </a:lnTo>
                <a:cubicBezTo>
                  <a:pt x="554922" y="52324"/>
                  <a:pt x="554229" y="48467"/>
                  <a:pt x="552844" y="46790"/>
                </a:cubicBezTo>
                <a:cubicBezTo>
                  <a:pt x="551458" y="45113"/>
                  <a:pt x="548778" y="44152"/>
                  <a:pt x="544803" y="43907"/>
                </a:cubicBezTo>
                <a:lnTo>
                  <a:pt x="544803" y="40655"/>
                </a:lnTo>
                <a:lnTo>
                  <a:pt x="580218" y="40655"/>
                </a:lnTo>
                <a:close/>
                <a:moveTo>
                  <a:pt x="638520" y="38125"/>
                </a:moveTo>
                <a:cubicBezTo>
                  <a:pt x="645868" y="38125"/>
                  <a:pt x="652704" y="40024"/>
                  <a:pt x="659029" y="43822"/>
                </a:cubicBezTo>
                <a:cubicBezTo>
                  <a:pt x="665353" y="47621"/>
                  <a:pt x="670156" y="53017"/>
                  <a:pt x="673438" y="60011"/>
                </a:cubicBezTo>
                <a:cubicBezTo>
                  <a:pt x="676721" y="67005"/>
                  <a:pt x="678362" y="74662"/>
                  <a:pt x="678362" y="82981"/>
                </a:cubicBezTo>
                <a:cubicBezTo>
                  <a:pt x="678362" y="94978"/>
                  <a:pt x="675321" y="105016"/>
                  <a:pt x="669237" y="113097"/>
                </a:cubicBezTo>
                <a:cubicBezTo>
                  <a:pt x="661889" y="122863"/>
                  <a:pt x="651741" y="127746"/>
                  <a:pt x="638791" y="127746"/>
                </a:cubicBezTo>
                <a:cubicBezTo>
                  <a:pt x="626083" y="127746"/>
                  <a:pt x="616296" y="123285"/>
                  <a:pt x="609430" y="114361"/>
                </a:cubicBezTo>
                <a:cubicBezTo>
                  <a:pt x="602564" y="105438"/>
                  <a:pt x="599130" y="95098"/>
                  <a:pt x="599130" y="83342"/>
                </a:cubicBezTo>
                <a:cubicBezTo>
                  <a:pt x="599130" y="71225"/>
                  <a:pt x="602639" y="60659"/>
                  <a:pt x="609656" y="51646"/>
                </a:cubicBezTo>
                <a:cubicBezTo>
                  <a:pt x="616672" y="42632"/>
                  <a:pt x="626294" y="38125"/>
                  <a:pt x="638520" y="38125"/>
                </a:cubicBezTo>
                <a:moveTo>
                  <a:pt x="638882" y="44449"/>
                </a:moveTo>
                <a:cubicBezTo>
                  <a:pt x="635810" y="44449"/>
                  <a:pt x="633175" y="45611"/>
                  <a:pt x="630977" y="47933"/>
                </a:cubicBezTo>
                <a:cubicBezTo>
                  <a:pt x="628778" y="50254"/>
                  <a:pt x="627333" y="54836"/>
                  <a:pt x="626640" y="61680"/>
                </a:cubicBezTo>
                <a:cubicBezTo>
                  <a:pt x="625948" y="68523"/>
                  <a:pt x="625601" y="78036"/>
                  <a:pt x="625601" y="90217"/>
                </a:cubicBezTo>
                <a:cubicBezTo>
                  <a:pt x="625601" y="96669"/>
                  <a:pt x="626023" y="102700"/>
                  <a:pt x="626866" y="108308"/>
                </a:cubicBezTo>
                <a:cubicBezTo>
                  <a:pt x="627529" y="112588"/>
                  <a:pt x="628944" y="115845"/>
                  <a:pt x="631112" y="118077"/>
                </a:cubicBezTo>
                <a:cubicBezTo>
                  <a:pt x="633280" y="120307"/>
                  <a:pt x="635750" y="121422"/>
                  <a:pt x="638520" y="121422"/>
                </a:cubicBezTo>
                <a:cubicBezTo>
                  <a:pt x="641231" y="121422"/>
                  <a:pt x="643489" y="120669"/>
                  <a:pt x="645296" y="119161"/>
                </a:cubicBezTo>
                <a:cubicBezTo>
                  <a:pt x="647645" y="117111"/>
                  <a:pt x="649211" y="114247"/>
                  <a:pt x="649994" y="110567"/>
                </a:cubicBezTo>
                <a:cubicBezTo>
                  <a:pt x="651199" y="104840"/>
                  <a:pt x="651801" y="93262"/>
                  <a:pt x="651801" y="75835"/>
                </a:cubicBezTo>
                <a:cubicBezTo>
                  <a:pt x="651801" y="65585"/>
                  <a:pt x="651229" y="58546"/>
                  <a:pt x="650084" y="54717"/>
                </a:cubicBezTo>
                <a:cubicBezTo>
                  <a:pt x="648940" y="50887"/>
                  <a:pt x="647254" y="48098"/>
                  <a:pt x="645025" y="46349"/>
                </a:cubicBezTo>
                <a:cubicBezTo>
                  <a:pt x="643459" y="45083"/>
                  <a:pt x="641411" y="44449"/>
                  <a:pt x="638882" y="44449"/>
                </a:cubicBezTo>
                <a:close/>
                <a:moveTo>
                  <a:pt x="724964" y="40655"/>
                </a:moveTo>
                <a:lnTo>
                  <a:pt x="724964" y="51677"/>
                </a:lnTo>
                <a:cubicBezTo>
                  <a:pt x="729300" y="46947"/>
                  <a:pt x="733456" y="43506"/>
                  <a:pt x="737431" y="41355"/>
                </a:cubicBezTo>
                <a:cubicBezTo>
                  <a:pt x="741406" y="39202"/>
                  <a:pt x="745682" y="38125"/>
                  <a:pt x="750260" y="38125"/>
                </a:cubicBezTo>
                <a:cubicBezTo>
                  <a:pt x="755741" y="38125"/>
                  <a:pt x="760288" y="39648"/>
                  <a:pt x="763902" y="42693"/>
                </a:cubicBezTo>
                <a:cubicBezTo>
                  <a:pt x="767516" y="45739"/>
                  <a:pt x="769925" y="49523"/>
                  <a:pt x="771129" y="54045"/>
                </a:cubicBezTo>
                <a:cubicBezTo>
                  <a:pt x="772093" y="57484"/>
                  <a:pt x="772575" y="64089"/>
                  <a:pt x="772575" y="73859"/>
                </a:cubicBezTo>
                <a:lnTo>
                  <a:pt x="772575" y="106787"/>
                </a:lnTo>
                <a:cubicBezTo>
                  <a:pt x="772575" y="113291"/>
                  <a:pt x="773162" y="117342"/>
                  <a:pt x="774337" y="118938"/>
                </a:cubicBezTo>
                <a:cubicBezTo>
                  <a:pt x="775511" y="120534"/>
                  <a:pt x="777965" y="121543"/>
                  <a:pt x="781700" y="121964"/>
                </a:cubicBezTo>
                <a:lnTo>
                  <a:pt x="781700" y="125217"/>
                </a:lnTo>
                <a:lnTo>
                  <a:pt x="738967" y="125217"/>
                </a:lnTo>
                <a:lnTo>
                  <a:pt x="738967" y="121964"/>
                </a:lnTo>
                <a:cubicBezTo>
                  <a:pt x="742159" y="121543"/>
                  <a:pt x="744448" y="120218"/>
                  <a:pt x="745833" y="117989"/>
                </a:cubicBezTo>
                <a:cubicBezTo>
                  <a:pt x="746797" y="116484"/>
                  <a:pt x="747279" y="112749"/>
                  <a:pt x="747279" y="106787"/>
                </a:cubicBezTo>
                <a:lnTo>
                  <a:pt x="747279" y="69204"/>
                </a:lnTo>
                <a:cubicBezTo>
                  <a:pt x="747279" y="62277"/>
                  <a:pt x="747008" y="57911"/>
                  <a:pt x="746465" y="56104"/>
                </a:cubicBezTo>
                <a:cubicBezTo>
                  <a:pt x="745923" y="54297"/>
                  <a:pt x="745005" y="52896"/>
                  <a:pt x="743710" y="51903"/>
                </a:cubicBezTo>
                <a:cubicBezTo>
                  <a:pt x="742415" y="50909"/>
                  <a:pt x="740985" y="50412"/>
                  <a:pt x="739419" y="50412"/>
                </a:cubicBezTo>
                <a:cubicBezTo>
                  <a:pt x="734239" y="50412"/>
                  <a:pt x="729421" y="54146"/>
                  <a:pt x="724964" y="61615"/>
                </a:cubicBezTo>
                <a:lnTo>
                  <a:pt x="724964" y="106787"/>
                </a:lnTo>
                <a:cubicBezTo>
                  <a:pt x="724964" y="113111"/>
                  <a:pt x="725551" y="117116"/>
                  <a:pt x="726725" y="118802"/>
                </a:cubicBezTo>
                <a:cubicBezTo>
                  <a:pt x="727900" y="120489"/>
                  <a:pt x="730083" y="121543"/>
                  <a:pt x="733275" y="121964"/>
                </a:cubicBezTo>
                <a:lnTo>
                  <a:pt x="733275" y="125217"/>
                </a:lnTo>
                <a:lnTo>
                  <a:pt x="690543" y="125217"/>
                </a:lnTo>
                <a:lnTo>
                  <a:pt x="690543" y="121964"/>
                </a:lnTo>
                <a:cubicBezTo>
                  <a:pt x="694096" y="121603"/>
                  <a:pt x="696626" y="120459"/>
                  <a:pt x="698131" y="118531"/>
                </a:cubicBezTo>
                <a:cubicBezTo>
                  <a:pt x="699155" y="117206"/>
                  <a:pt x="699667" y="113291"/>
                  <a:pt x="699667" y="106787"/>
                </a:cubicBezTo>
                <a:lnTo>
                  <a:pt x="699667" y="59085"/>
                </a:lnTo>
                <a:cubicBezTo>
                  <a:pt x="699667" y="52624"/>
                  <a:pt x="699080" y="48600"/>
                  <a:pt x="697906" y="47016"/>
                </a:cubicBezTo>
                <a:cubicBezTo>
                  <a:pt x="696731" y="45431"/>
                  <a:pt x="694277" y="44395"/>
                  <a:pt x="690543" y="43907"/>
                </a:cubicBezTo>
                <a:lnTo>
                  <a:pt x="690543" y="40655"/>
                </a:lnTo>
                <a:lnTo>
                  <a:pt x="724964" y="40655"/>
                </a:lnTo>
                <a:close/>
                <a:moveTo>
                  <a:pt x="874023" y="9576"/>
                </a:moveTo>
                <a:lnTo>
                  <a:pt x="874023" y="40655"/>
                </a:lnTo>
                <a:lnTo>
                  <a:pt x="894080" y="40655"/>
                </a:lnTo>
                <a:lnTo>
                  <a:pt x="894080" y="49509"/>
                </a:lnTo>
                <a:lnTo>
                  <a:pt x="874023" y="49509"/>
                </a:lnTo>
                <a:lnTo>
                  <a:pt x="874023" y="101778"/>
                </a:lnTo>
                <a:cubicBezTo>
                  <a:pt x="874023" y="106670"/>
                  <a:pt x="874249" y="109825"/>
                  <a:pt x="874701" y="111245"/>
                </a:cubicBezTo>
                <a:cubicBezTo>
                  <a:pt x="875153" y="112664"/>
                  <a:pt x="875951" y="113812"/>
                  <a:pt x="877095" y="114689"/>
                </a:cubicBezTo>
                <a:cubicBezTo>
                  <a:pt x="878239" y="115564"/>
                  <a:pt x="879293" y="116002"/>
                  <a:pt x="880257" y="116002"/>
                </a:cubicBezTo>
                <a:cubicBezTo>
                  <a:pt x="884172" y="116002"/>
                  <a:pt x="887876" y="112990"/>
                  <a:pt x="891369" y="106967"/>
                </a:cubicBezTo>
                <a:lnTo>
                  <a:pt x="894080" y="108975"/>
                </a:lnTo>
                <a:cubicBezTo>
                  <a:pt x="889201" y="120646"/>
                  <a:pt x="881281" y="126482"/>
                  <a:pt x="870319" y="126482"/>
                </a:cubicBezTo>
                <a:cubicBezTo>
                  <a:pt x="864959" y="126482"/>
                  <a:pt x="860427" y="124986"/>
                  <a:pt x="856723" y="121995"/>
                </a:cubicBezTo>
                <a:cubicBezTo>
                  <a:pt x="853018" y="119003"/>
                  <a:pt x="850654" y="115663"/>
                  <a:pt x="849631" y="111976"/>
                </a:cubicBezTo>
                <a:cubicBezTo>
                  <a:pt x="849028" y="109920"/>
                  <a:pt x="848727" y="104360"/>
                  <a:pt x="848727" y="95293"/>
                </a:cubicBezTo>
                <a:lnTo>
                  <a:pt x="848727" y="49509"/>
                </a:lnTo>
                <a:lnTo>
                  <a:pt x="837705" y="49509"/>
                </a:lnTo>
                <a:lnTo>
                  <a:pt x="837705" y="46338"/>
                </a:lnTo>
                <a:cubicBezTo>
                  <a:pt x="845294" y="40966"/>
                  <a:pt x="851754" y="35323"/>
                  <a:pt x="857084" y="29407"/>
                </a:cubicBezTo>
                <a:cubicBezTo>
                  <a:pt x="862414" y="23491"/>
                  <a:pt x="867067" y="16881"/>
                  <a:pt x="871042" y="9576"/>
                </a:cubicBezTo>
                <a:lnTo>
                  <a:pt x="874023" y="9576"/>
                </a:lnTo>
                <a:close/>
                <a:moveTo>
                  <a:pt x="937174" y="40655"/>
                </a:moveTo>
                <a:lnTo>
                  <a:pt x="937174" y="59808"/>
                </a:lnTo>
                <a:cubicBezTo>
                  <a:pt x="942775" y="51074"/>
                  <a:pt x="947684" y="45277"/>
                  <a:pt x="951900" y="42417"/>
                </a:cubicBezTo>
                <a:cubicBezTo>
                  <a:pt x="956116" y="39556"/>
                  <a:pt x="960182" y="38125"/>
                  <a:pt x="964097" y="38125"/>
                </a:cubicBezTo>
                <a:cubicBezTo>
                  <a:pt x="967469" y="38125"/>
                  <a:pt x="970165" y="39168"/>
                  <a:pt x="972182" y="41253"/>
                </a:cubicBezTo>
                <a:cubicBezTo>
                  <a:pt x="974200" y="43339"/>
                  <a:pt x="975209" y="46285"/>
                  <a:pt x="975209" y="50093"/>
                </a:cubicBezTo>
                <a:cubicBezTo>
                  <a:pt x="975209" y="54143"/>
                  <a:pt x="974230" y="57288"/>
                  <a:pt x="972273" y="59525"/>
                </a:cubicBezTo>
                <a:cubicBezTo>
                  <a:pt x="970315" y="61761"/>
                  <a:pt x="967951" y="62879"/>
                  <a:pt x="965181" y="62879"/>
                </a:cubicBezTo>
                <a:cubicBezTo>
                  <a:pt x="961989" y="62879"/>
                  <a:pt x="959218" y="61856"/>
                  <a:pt x="956869" y="59808"/>
                </a:cubicBezTo>
                <a:cubicBezTo>
                  <a:pt x="954520" y="57760"/>
                  <a:pt x="953135" y="56616"/>
                  <a:pt x="952713" y="56375"/>
                </a:cubicBezTo>
                <a:cubicBezTo>
                  <a:pt x="952111" y="56013"/>
                  <a:pt x="951418" y="55833"/>
                  <a:pt x="950635" y="55833"/>
                </a:cubicBezTo>
                <a:cubicBezTo>
                  <a:pt x="948889" y="55833"/>
                  <a:pt x="947232" y="56495"/>
                  <a:pt x="945666" y="57820"/>
                </a:cubicBezTo>
                <a:cubicBezTo>
                  <a:pt x="943197" y="59868"/>
                  <a:pt x="941330" y="62789"/>
                  <a:pt x="940065" y="66584"/>
                </a:cubicBezTo>
                <a:cubicBezTo>
                  <a:pt x="938138" y="72426"/>
                  <a:pt x="937174" y="78870"/>
                  <a:pt x="937174" y="85917"/>
                </a:cubicBezTo>
                <a:lnTo>
                  <a:pt x="937174" y="105341"/>
                </a:lnTo>
                <a:lnTo>
                  <a:pt x="937264" y="110400"/>
                </a:lnTo>
                <a:cubicBezTo>
                  <a:pt x="937264" y="113833"/>
                  <a:pt x="937475" y="116032"/>
                  <a:pt x="937897" y="116996"/>
                </a:cubicBezTo>
                <a:cubicBezTo>
                  <a:pt x="938620" y="118622"/>
                  <a:pt x="939689" y="119811"/>
                  <a:pt x="941104" y="120564"/>
                </a:cubicBezTo>
                <a:cubicBezTo>
                  <a:pt x="942519" y="121317"/>
                  <a:pt x="944914" y="121784"/>
                  <a:pt x="948286" y="121964"/>
                </a:cubicBezTo>
                <a:lnTo>
                  <a:pt x="948286" y="125217"/>
                </a:lnTo>
                <a:lnTo>
                  <a:pt x="902663" y="125217"/>
                </a:lnTo>
                <a:lnTo>
                  <a:pt x="902663" y="121964"/>
                </a:lnTo>
                <a:cubicBezTo>
                  <a:pt x="906337" y="121663"/>
                  <a:pt x="908821" y="120654"/>
                  <a:pt x="910116" y="118938"/>
                </a:cubicBezTo>
                <a:cubicBezTo>
                  <a:pt x="911411" y="117221"/>
                  <a:pt x="912058" y="112689"/>
                  <a:pt x="912058" y="105341"/>
                </a:cubicBezTo>
                <a:lnTo>
                  <a:pt x="912058" y="58543"/>
                </a:lnTo>
                <a:cubicBezTo>
                  <a:pt x="912058" y="53694"/>
                  <a:pt x="911818" y="50604"/>
                  <a:pt x="911336" y="49271"/>
                </a:cubicBezTo>
                <a:cubicBezTo>
                  <a:pt x="910733" y="47574"/>
                  <a:pt x="909860" y="46331"/>
                  <a:pt x="908716" y="45545"/>
                </a:cubicBezTo>
                <a:cubicBezTo>
                  <a:pt x="907571" y="44756"/>
                  <a:pt x="905554" y="44210"/>
                  <a:pt x="902663" y="43907"/>
                </a:cubicBezTo>
                <a:lnTo>
                  <a:pt x="902663" y="40655"/>
                </a:lnTo>
                <a:lnTo>
                  <a:pt x="937174" y="40655"/>
                </a:lnTo>
                <a:close/>
                <a:moveTo>
                  <a:pt x="1003858" y="0"/>
                </a:moveTo>
                <a:cubicBezTo>
                  <a:pt x="1007773" y="0"/>
                  <a:pt x="1011086" y="1375"/>
                  <a:pt x="1013796" y="4125"/>
                </a:cubicBezTo>
                <a:cubicBezTo>
                  <a:pt x="1016506" y="6873"/>
                  <a:pt x="1017862" y="10181"/>
                  <a:pt x="1017862" y="14048"/>
                </a:cubicBezTo>
                <a:cubicBezTo>
                  <a:pt x="1017862" y="17916"/>
                  <a:pt x="1016491" y="21210"/>
                  <a:pt x="1013751" y="23930"/>
                </a:cubicBezTo>
                <a:cubicBezTo>
                  <a:pt x="1011010" y="26648"/>
                  <a:pt x="1007713" y="28007"/>
                  <a:pt x="1003858" y="28007"/>
                </a:cubicBezTo>
                <a:cubicBezTo>
                  <a:pt x="1000004" y="28007"/>
                  <a:pt x="996721" y="26648"/>
                  <a:pt x="994011" y="23930"/>
                </a:cubicBezTo>
                <a:cubicBezTo>
                  <a:pt x="991300" y="21210"/>
                  <a:pt x="989945" y="17916"/>
                  <a:pt x="989945" y="14048"/>
                </a:cubicBezTo>
                <a:cubicBezTo>
                  <a:pt x="989945" y="10181"/>
                  <a:pt x="991300" y="6873"/>
                  <a:pt x="994011" y="4125"/>
                </a:cubicBezTo>
                <a:cubicBezTo>
                  <a:pt x="996721" y="1375"/>
                  <a:pt x="1000004" y="0"/>
                  <a:pt x="1003858" y="0"/>
                </a:cubicBezTo>
                <a:moveTo>
                  <a:pt x="1016506" y="40655"/>
                </a:moveTo>
                <a:lnTo>
                  <a:pt x="1016506" y="107690"/>
                </a:lnTo>
                <a:cubicBezTo>
                  <a:pt x="1016506" y="113653"/>
                  <a:pt x="1017199" y="117462"/>
                  <a:pt x="1018584" y="119119"/>
                </a:cubicBezTo>
                <a:cubicBezTo>
                  <a:pt x="1019970" y="120775"/>
                  <a:pt x="1022680" y="121724"/>
                  <a:pt x="1026715" y="121964"/>
                </a:cubicBezTo>
                <a:lnTo>
                  <a:pt x="1026715" y="125217"/>
                </a:lnTo>
                <a:lnTo>
                  <a:pt x="981092" y="125217"/>
                </a:lnTo>
                <a:lnTo>
                  <a:pt x="981092" y="121964"/>
                </a:lnTo>
                <a:cubicBezTo>
                  <a:pt x="984826" y="121844"/>
                  <a:pt x="987596" y="120760"/>
                  <a:pt x="989403" y="118712"/>
                </a:cubicBezTo>
                <a:cubicBezTo>
                  <a:pt x="990608" y="117327"/>
                  <a:pt x="991210" y="113653"/>
                  <a:pt x="991210" y="107690"/>
                </a:cubicBezTo>
                <a:lnTo>
                  <a:pt x="991210" y="58362"/>
                </a:lnTo>
                <a:cubicBezTo>
                  <a:pt x="991210" y="52324"/>
                  <a:pt x="990517" y="48467"/>
                  <a:pt x="989132" y="46790"/>
                </a:cubicBezTo>
                <a:cubicBezTo>
                  <a:pt x="987747" y="45113"/>
                  <a:pt x="985067" y="44152"/>
                  <a:pt x="981092" y="43907"/>
                </a:cubicBezTo>
                <a:lnTo>
                  <a:pt x="981092" y="40655"/>
                </a:lnTo>
                <a:lnTo>
                  <a:pt x="1016506" y="40655"/>
                </a:lnTo>
                <a:close/>
                <a:moveTo>
                  <a:pt x="1089174" y="41739"/>
                </a:moveTo>
                <a:lnTo>
                  <a:pt x="1117632" y="41739"/>
                </a:lnTo>
                <a:lnTo>
                  <a:pt x="1117632" y="51677"/>
                </a:lnTo>
                <a:lnTo>
                  <a:pt x="1101460" y="51677"/>
                </a:lnTo>
                <a:cubicBezTo>
                  <a:pt x="1104412" y="54628"/>
                  <a:pt x="1106459" y="57308"/>
                  <a:pt x="1107604" y="59717"/>
                </a:cubicBezTo>
                <a:cubicBezTo>
                  <a:pt x="1109049" y="62970"/>
                  <a:pt x="1109772" y="66373"/>
                  <a:pt x="1109772" y="69926"/>
                </a:cubicBezTo>
                <a:cubicBezTo>
                  <a:pt x="1109772" y="75949"/>
                  <a:pt x="1108101" y="81174"/>
                  <a:pt x="1104758" y="85601"/>
                </a:cubicBezTo>
                <a:cubicBezTo>
                  <a:pt x="1101415" y="90028"/>
                  <a:pt x="1096868" y="93491"/>
                  <a:pt x="1091116" y="95991"/>
                </a:cubicBezTo>
                <a:cubicBezTo>
                  <a:pt x="1085364" y="98490"/>
                  <a:pt x="1080260" y="99740"/>
                  <a:pt x="1075803" y="99740"/>
                </a:cubicBezTo>
                <a:cubicBezTo>
                  <a:pt x="1075441" y="99740"/>
                  <a:pt x="1071828" y="99589"/>
                  <a:pt x="1064961" y="99288"/>
                </a:cubicBezTo>
                <a:cubicBezTo>
                  <a:pt x="1062251" y="99288"/>
                  <a:pt x="1059977" y="100172"/>
                  <a:pt x="1058140" y="101939"/>
                </a:cubicBezTo>
                <a:cubicBezTo>
                  <a:pt x="1056303" y="103706"/>
                  <a:pt x="1055385" y="105817"/>
                  <a:pt x="1055385" y="108272"/>
                </a:cubicBezTo>
                <a:cubicBezTo>
                  <a:pt x="1055385" y="110429"/>
                  <a:pt x="1056213" y="112196"/>
                  <a:pt x="1057869" y="113574"/>
                </a:cubicBezTo>
                <a:cubicBezTo>
                  <a:pt x="1059526" y="114951"/>
                  <a:pt x="1062221" y="115640"/>
                  <a:pt x="1065955" y="115640"/>
                </a:cubicBezTo>
                <a:lnTo>
                  <a:pt x="1081585" y="115460"/>
                </a:lnTo>
                <a:cubicBezTo>
                  <a:pt x="1094233" y="115460"/>
                  <a:pt x="1102936" y="116848"/>
                  <a:pt x="1107694" y="119624"/>
                </a:cubicBezTo>
                <a:cubicBezTo>
                  <a:pt x="1114500" y="123484"/>
                  <a:pt x="1117903" y="129427"/>
                  <a:pt x="1117903" y="137453"/>
                </a:cubicBezTo>
                <a:cubicBezTo>
                  <a:pt x="1117903" y="142582"/>
                  <a:pt x="1116337" y="147243"/>
                  <a:pt x="1113205" y="151436"/>
                </a:cubicBezTo>
                <a:cubicBezTo>
                  <a:pt x="1110073" y="155630"/>
                  <a:pt x="1105948" y="158722"/>
                  <a:pt x="1100828" y="160714"/>
                </a:cubicBezTo>
                <a:cubicBezTo>
                  <a:pt x="1093058" y="163670"/>
                  <a:pt x="1084114" y="165149"/>
                  <a:pt x="1073996" y="165149"/>
                </a:cubicBezTo>
                <a:cubicBezTo>
                  <a:pt x="1066407" y="165149"/>
                  <a:pt x="1059481" y="164411"/>
                  <a:pt x="1053217" y="162935"/>
                </a:cubicBezTo>
                <a:cubicBezTo>
                  <a:pt x="1046953" y="161460"/>
                  <a:pt x="1042466" y="159411"/>
                  <a:pt x="1039755" y="156789"/>
                </a:cubicBezTo>
                <a:cubicBezTo>
                  <a:pt x="1037045" y="154169"/>
                  <a:pt x="1035690" y="151413"/>
                  <a:pt x="1035690" y="148520"/>
                </a:cubicBezTo>
                <a:cubicBezTo>
                  <a:pt x="1035690" y="145749"/>
                  <a:pt x="1036729" y="143264"/>
                  <a:pt x="1038807" y="141064"/>
                </a:cubicBezTo>
                <a:cubicBezTo>
                  <a:pt x="1040885" y="138865"/>
                  <a:pt x="1044755" y="137013"/>
                  <a:pt x="1050416" y="135508"/>
                </a:cubicBezTo>
                <a:cubicBezTo>
                  <a:pt x="1042586" y="131653"/>
                  <a:pt x="1038671" y="126293"/>
                  <a:pt x="1038671" y="119429"/>
                </a:cubicBezTo>
                <a:cubicBezTo>
                  <a:pt x="1038671" y="115273"/>
                  <a:pt x="1040267" y="111239"/>
                  <a:pt x="1043460" y="107326"/>
                </a:cubicBezTo>
                <a:cubicBezTo>
                  <a:pt x="1046652" y="103411"/>
                  <a:pt x="1051711" y="100008"/>
                  <a:pt x="1058637" y="97117"/>
                </a:cubicBezTo>
                <a:cubicBezTo>
                  <a:pt x="1050567" y="94162"/>
                  <a:pt x="1044724" y="90272"/>
                  <a:pt x="1041111" y="85446"/>
                </a:cubicBezTo>
                <a:cubicBezTo>
                  <a:pt x="1037497" y="80620"/>
                  <a:pt x="1035690" y="75040"/>
                  <a:pt x="1035690" y="68707"/>
                </a:cubicBezTo>
                <a:cubicBezTo>
                  <a:pt x="1035690" y="60444"/>
                  <a:pt x="1039063" y="53281"/>
                  <a:pt x="1045809" y="47219"/>
                </a:cubicBezTo>
                <a:cubicBezTo>
                  <a:pt x="1052554" y="41156"/>
                  <a:pt x="1061227" y="38125"/>
                  <a:pt x="1071828" y="38125"/>
                </a:cubicBezTo>
                <a:cubicBezTo>
                  <a:pt x="1077429" y="38125"/>
                  <a:pt x="1083211" y="39330"/>
                  <a:pt x="1089174" y="41739"/>
                </a:cubicBezTo>
                <a:moveTo>
                  <a:pt x="1073544" y="43907"/>
                </a:moveTo>
                <a:cubicBezTo>
                  <a:pt x="1070051" y="43907"/>
                  <a:pt x="1067100" y="45666"/>
                  <a:pt x="1064690" y="49184"/>
                </a:cubicBezTo>
                <a:cubicBezTo>
                  <a:pt x="1062281" y="52700"/>
                  <a:pt x="1061077" y="59989"/>
                  <a:pt x="1061077" y="71053"/>
                </a:cubicBezTo>
                <a:cubicBezTo>
                  <a:pt x="1061077" y="80010"/>
                  <a:pt x="1062266" y="86157"/>
                  <a:pt x="1064645" y="89494"/>
                </a:cubicBezTo>
                <a:cubicBezTo>
                  <a:pt x="1067024" y="92831"/>
                  <a:pt x="1069840" y="94500"/>
                  <a:pt x="1073092" y="94500"/>
                </a:cubicBezTo>
                <a:cubicBezTo>
                  <a:pt x="1076706" y="94500"/>
                  <a:pt x="1079718" y="92846"/>
                  <a:pt x="1082127" y="89539"/>
                </a:cubicBezTo>
                <a:cubicBezTo>
                  <a:pt x="1084536" y="86232"/>
                  <a:pt x="1085741" y="79799"/>
                  <a:pt x="1085741" y="70240"/>
                </a:cubicBezTo>
                <a:cubicBezTo>
                  <a:pt x="1085741" y="59479"/>
                  <a:pt x="1084385" y="52144"/>
                  <a:pt x="1081675" y="48235"/>
                </a:cubicBezTo>
                <a:cubicBezTo>
                  <a:pt x="1079748" y="45350"/>
                  <a:pt x="1077037" y="43907"/>
                  <a:pt x="1073544" y="43907"/>
                </a:cubicBezTo>
                <a:moveTo>
                  <a:pt x="1068214" y="137684"/>
                </a:moveTo>
                <a:cubicBezTo>
                  <a:pt x="1062070" y="137684"/>
                  <a:pt x="1058005" y="138194"/>
                  <a:pt x="1056017" y="139215"/>
                </a:cubicBezTo>
                <a:cubicBezTo>
                  <a:pt x="1052584" y="141072"/>
                  <a:pt x="1050868" y="143591"/>
                  <a:pt x="1050868" y="146770"/>
                </a:cubicBezTo>
                <a:cubicBezTo>
                  <a:pt x="1050868" y="149828"/>
                  <a:pt x="1052645" y="152601"/>
                  <a:pt x="1056198" y="155090"/>
                </a:cubicBezTo>
                <a:cubicBezTo>
                  <a:pt x="1059752" y="157580"/>
                  <a:pt x="1066437" y="158825"/>
                  <a:pt x="1076254" y="158825"/>
                </a:cubicBezTo>
                <a:cubicBezTo>
                  <a:pt x="1084626" y="158825"/>
                  <a:pt x="1091206" y="157715"/>
                  <a:pt x="1095995" y="155496"/>
                </a:cubicBezTo>
                <a:cubicBezTo>
                  <a:pt x="1100783" y="153277"/>
                  <a:pt x="1103177" y="150158"/>
                  <a:pt x="1103177" y="146140"/>
                </a:cubicBezTo>
                <a:cubicBezTo>
                  <a:pt x="1103177" y="144642"/>
                  <a:pt x="1102725" y="143383"/>
                  <a:pt x="1101822" y="142362"/>
                </a:cubicBezTo>
                <a:cubicBezTo>
                  <a:pt x="1100196" y="140563"/>
                  <a:pt x="1097741" y="139333"/>
                  <a:pt x="1094459" y="138672"/>
                </a:cubicBezTo>
                <a:cubicBezTo>
                  <a:pt x="1091176" y="138014"/>
                  <a:pt x="1082428" y="137684"/>
                  <a:pt x="1068214" y="137684"/>
                </a:cubicBezTo>
                <a:close/>
                <a:moveTo>
                  <a:pt x="1180760" y="41739"/>
                </a:moveTo>
                <a:lnTo>
                  <a:pt x="1209218" y="41739"/>
                </a:lnTo>
                <a:lnTo>
                  <a:pt x="1209218" y="51677"/>
                </a:lnTo>
                <a:lnTo>
                  <a:pt x="1193047" y="51677"/>
                </a:lnTo>
                <a:cubicBezTo>
                  <a:pt x="1195998" y="54628"/>
                  <a:pt x="1198046" y="57308"/>
                  <a:pt x="1199190" y="59717"/>
                </a:cubicBezTo>
                <a:cubicBezTo>
                  <a:pt x="1200636" y="62970"/>
                  <a:pt x="1201358" y="66373"/>
                  <a:pt x="1201358" y="69926"/>
                </a:cubicBezTo>
                <a:cubicBezTo>
                  <a:pt x="1201358" y="75949"/>
                  <a:pt x="1199687" y="81174"/>
                  <a:pt x="1196344" y="85601"/>
                </a:cubicBezTo>
                <a:cubicBezTo>
                  <a:pt x="1193002" y="90028"/>
                  <a:pt x="1188454" y="93491"/>
                  <a:pt x="1182702" y="95991"/>
                </a:cubicBezTo>
                <a:cubicBezTo>
                  <a:pt x="1176950" y="98490"/>
                  <a:pt x="1171846" y="99740"/>
                  <a:pt x="1167389" y="99740"/>
                </a:cubicBezTo>
                <a:cubicBezTo>
                  <a:pt x="1167028" y="99740"/>
                  <a:pt x="1163414" y="99589"/>
                  <a:pt x="1156548" y="99288"/>
                </a:cubicBezTo>
                <a:cubicBezTo>
                  <a:pt x="1153837" y="99288"/>
                  <a:pt x="1151564" y="100172"/>
                  <a:pt x="1149727" y="101939"/>
                </a:cubicBezTo>
                <a:cubicBezTo>
                  <a:pt x="1147890" y="103706"/>
                  <a:pt x="1146971" y="105817"/>
                  <a:pt x="1146971" y="108272"/>
                </a:cubicBezTo>
                <a:cubicBezTo>
                  <a:pt x="1146971" y="110429"/>
                  <a:pt x="1147799" y="112196"/>
                  <a:pt x="1149456" y="113574"/>
                </a:cubicBezTo>
                <a:cubicBezTo>
                  <a:pt x="1151112" y="114951"/>
                  <a:pt x="1153807" y="115640"/>
                  <a:pt x="1157542" y="115640"/>
                </a:cubicBezTo>
                <a:lnTo>
                  <a:pt x="1173171" y="115460"/>
                </a:lnTo>
                <a:cubicBezTo>
                  <a:pt x="1185819" y="115460"/>
                  <a:pt x="1194522" y="116848"/>
                  <a:pt x="1199280" y="119624"/>
                </a:cubicBezTo>
                <a:cubicBezTo>
                  <a:pt x="1206086" y="123484"/>
                  <a:pt x="1209489" y="129427"/>
                  <a:pt x="1209489" y="137453"/>
                </a:cubicBezTo>
                <a:cubicBezTo>
                  <a:pt x="1209489" y="142582"/>
                  <a:pt x="1207923" y="147243"/>
                  <a:pt x="1204791" y="151436"/>
                </a:cubicBezTo>
                <a:cubicBezTo>
                  <a:pt x="1201660" y="155630"/>
                  <a:pt x="1197534" y="158722"/>
                  <a:pt x="1192414" y="160714"/>
                </a:cubicBezTo>
                <a:cubicBezTo>
                  <a:pt x="1184645" y="163670"/>
                  <a:pt x="1175701" y="165149"/>
                  <a:pt x="1165582" y="165149"/>
                </a:cubicBezTo>
                <a:cubicBezTo>
                  <a:pt x="1157993" y="165149"/>
                  <a:pt x="1151067" y="164411"/>
                  <a:pt x="1144803" y="162935"/>
                </a:cubicBezTo>
                <a:cubicBezTo>
                  <a:pt x="1138539" y="161460"/>
                  <a:pt x="1134052" y="159411"/>
                  <a:pt x="1131342" y="156789"/>
                </a:cubicBezTo>
                <a:cubicBezTo>
                  <a:pt x="1128631" y="154169"/>
                  <a:pt x="1127276" y="151413"/>
                  <a:pt x="1127276" y="148520"/>
                </a:cubicBezTo>
                <a:cubicBezTo>
                  <a:pt x="1127276" y="145749"/>
                  <a:pt x="1128315" y="143264"/>
                  <a:pt x="1130393" y="141064"/>
                </a:cubicBezTo>
                <a:cubicBezTo>
                  <a:pt x="1132471" y="138865"/>
                  <a:pt x="1136341" y="137013"/>
                  <a:pt x="1142002" y="135508"/>
                </a:cubicBezTo>
                <a:cubicBezTo>
                  <a:pt x="1134173" y="131653"/>
                  <a:pt x="1130258" y="126293"/>
                  <a:pt x="1130258" y="119429"/>
                </a:cubicBezTo>
                <a:cubicBezTo>
                  <a:pt x="1130258" y="115273"/>
                  <a:pt x="1131854" y="111239"/>
                  <a:pt x="1135046" y="107326"/>
                </a:cubicBezTo>
                <a:cubicBezTo>
                  <a:pt x="1138238" y="103411"/>
                  <a:pt x="1143297" y="100008"/>
                  <a:pt x="1150224" y="97117"/>
                </a:cubicBezTo>
                <a:cubicBezTo>
                  <a:pt x="1142153" y="94162"/>
                  <a:pt x="1136311" y="90272"/>
                  <a:pt x="1132697" y="85446"/>
                </a:cubicBezTo>
                <a:cubicBezTo>
                  <a:pt x="1129083" y="80620"/>
                  <a:pt x="1127276" y="75040"/>
                  <a:pt x="1127276" y="68707"/>
                </a:cubicBezTo>
                <a:cubicBezTo>
                  <a:pt x="1127276" y="60444"/>
                  <a:pt x="1130649" y="53281"/>
                  <a:pt x="1137395" y="47219"/>
                </a:cubicBezTo>
                <a:cubicBezTo>
                  <a:pt x="1144141" y="41156"/>
                  <a:pt x="1152814" y="38125"/>
                  <a:pt x="1163414" y="38125"/>
                </a:cubicBezTo>
                <a:cubicBezTo>
                  <a:pt x="1169015" y="38125"/>
                  <a:pt x="1174797" y="39330"/>
                  <a:pt x="1180760" y="41739"/>
                </a:cubicBezTo>
                <a:moveTo>
                  <a:pt x="1165130" y="43907"/>
                </a:moveTo>
                <a:cubicBezTo>
                  <a:pt x="1161637" y="43907"/>
                  <a:pt x="1158686" y="45666"/>
                  <a:pt x="1156277" y="49184"/>
                </a:cubicBezTo>
                <a:cubicBezTo>
                  <a:pt x="1153868" y="52700"/>
                  <a:pt x="1152663" y="59989"/>
                  <a:pt x="1152663" y="71053"/>
                </a:cubicBezTo>
                <a:cubicBezTo>
                  <a:pt x="1152663" y="80010"/>
                  <a:pt x="1153852" y="86157"/>
                  <a:pt x="1156232" y="89494"/>
                </a:cubicBezTo>
                <a:cubicBezTo>
                  <a:pt x="1158611" y="92831"/>
                  <a:pt x="1161426" y="94500"/>
                  <a:pt x="1164679" y="94500"/>
                </a:cubicBezTo>
                <a:cubicBezTo>
                  <a:pt x="1168292" y="94500"/>
                  <a:pt x="1171304" y="92846"/>
                  <a:pt x="1173713" y="89539"/>
                </a:cubicBezTo>
                <a:cubicBezTo>
                  <a:pt x="1176122" y="86232"/>
                  <a:pt x="1177327" y="79799"/>
                  <a:pt x="1177327" y="70240"/>
                </a:cubicBezTo>
                <a:cubicBezTo>
                  <a:pt x="1177327" y="59479"/>
                  <a:pt x="1175972" y="52144"/>
                  <a:pt x="1173261" y="48235"/>
                </a:cubicBezTo>
                <a:cubicBezTo>
                  <a:pt x="1171334" y="45350"/>
                  <a:pt x="1168624" y="43907"/>
                  <a:pt x="1165130" y="43907"/>
                </a:cubicBezTo>
                <a:moveTo>
                  <a:pt x="1159800" y="137684"/>
                </a:moveTo>
                <a:cubicBezTo>
                  <a:pt x="1153657" y="137684"/>
                  <a:pt x="1149591" y="138194"/>
                  <a:pt x="1147604" y="139215"/>
                </a:cubicBezTo>
                <a:cubicBezTo>
                  <a:pt x="1144171" y="141072"/>
                  <a:pt x="1142454" y="143591"/>
                  <a:pt x="1142454" y="146770"/>
                </a:cubicBezTo>
                <a:cubicBezTo>
                  <a:pt x="1142454" y="149828"/>
                  <a:pt x="1144231" y="152601"/>
                  <a:pt x="1147784" y="155090"/>
                </a:cubicBezTo>
                <a:cubicBezTo>
                  <a:pt x="1151338" y="157580"/>
                  <a:pt x="1158023" y="158825"/>
                  <a:pt x="1167841" y="158825"/>
                </a:cubicBezTo>
                <a:cubicBezTo>
                  <a:pt x="1176213" y="158825"/>
                  <a:pt x="1182793" y="157715"/>
                  <a:pt x="1187581" y="155496"/>
                </a:cubicBezTo>
                <a:cubicBezTo>
                  <a:pt x="1192369" y="153277"/>
                  <a:pt x="1194763" y="150158"/>
                  <a:pt x="1194763" y="146140"/>
                </a:cubicBezTo>
                <a:cubicBezTo>
                  <a:pt x="1194763" y="144642"/>
                  <a:pt x="1194312" y="143383"/>
                  <a:pt x="1193408" y="142362"/>
                </a:cubicBezTo>
                <a:cubicBezTo>
                  <a:pt x="1191782" y="140563"/>
                  <a:pt x="1189328" y="139333"/>
                  <a:pt x="1186045" y="138672"/>
                </a:cubicBezTo>
                <a:cubicBezTo>
                  <a:pt x="1182763" y="138014"/>
                  <a:pt x="1174014" y="137684"/>
                  <a:pt x="1159800" y="137684"/>
                </a:cubicBezTo>
                <a:close/>
                <a:moveTo>
                  <a:pt x="1291732" y="79864"/>
                </a:moveTo>
                <a:lnTo>
                  <a:pt x="1245386" y="79864"/>
                </a:lnTo>
                <a:cubicBezTo>
                  <a:pt x="1245928" y="91097"/>
                  <a:pt x="1248909" y="99974"/>
                  <a:pt x="1254330" y="106496"/>
                </a:cubicBezTo>
                <a:cubicBezTo>
                  <a:pt x="1258485" y="111508"/>
                  <a:pt x="1263484" y="114014"/>
                  <a:pt x="1269327" y="114014"/>
                </a:cubicBezTo>
                <a:cubicBezTo>
                  <a:pt x="1272940" y="114014"/>
                  <a:pt x="1276223" y="113005"/>
                  <a:pt x="1279174" y="110988"/>
                </a:cubicBezTo>
                <a:cubicBezTo>
                  <a:pt x="1282125" y="108970"/>
                  <a:pt x="1285287" y="105341"/>
                  <a:pt x="1288660" y="100101"/>
                </a:cubicBezTo>
                <a:lnTo>
                  <a:pt x="1291732" y="102089"/>
                </a:lnTo>
                <a:cubicBezTo>
                  <a:pt x="1287155" y="111424"/>
                  <a:pt x="1282095" y="118034"/>
                  <a:pt x="1276554" y="121919"/>
                </a:cubicBezTo>
                <a:cubicBezTo>
                  <a:pt x="1271013" y="125804"/>
                  <a:pt x="1264599" y="127746"/>
                  <a:pt x="1257311" y="127746"/>
                </a:cubicBezTo>
                <a:cubicBezTo>
                  <a:pt x="1244783" y="127746"/>
                  <a:pt x="1235297" y="122923"/>
                  <a:pt x="1228853" y="113277"/>
                </a:cubicBezTo>
                <a:cubicBezTo>
                  <a:pt x="1223673" y="105500"/>
                  <a:pt x="1221083" y="95854"/>
                  <a:pt x="1221083" y="84339"/>
                </a:cubicBezTo>
                <a:cubicBezTo>
                  <a:pt x="1221083" y="70230"/>
                  <a:pt x="1224892" y="59001"/>
                  <a:pt x="1232511" y="50652"/>
                </a:cubicBezTo>
                <a:cubicBezTo>
                  <a:pt x="1240131" y="42301"/>
                  <a:pt x="1249060" y="38125"/>
                  <a:pt x="1259298" y="38125"/>
                </a:cubicBezTo>
                <a:cubicBezTo>
                  <a:pt x="1267851" y="38125"/>
                  <a:pt x="1275274" y="41634"/>
                  <a:pt x="1281568" y="48650"/>
                </a:cubicBezTo>
                <a:cubicBezTo>
                  <a:pt x="1287862" y="55667"/>
                  <a:pt x="1291250" y="66072"/>
                  <a:pt x="1291732" y="79864"/>
                </a:cubicBezTo>
                <a:moveTo>
                  <a:pt x="1269507" y="73901"/>
                </a:moveTo>
                <a:cubicBezTo>
                  <a:pt x="1269507" y="64204"/>
                  <a:pt x="1268980" y="57549"/>
                  <a:pt x="1267926" y="53935"/>
                </a:cubicBezTo>
                <a:cubicBezTo>
                  <a:pt x="1266872" y="50322"/>
                  <a:pt x="1265231" y="47581"/>
                  <a:pt x="1263003" y="45714"/>
                </a:cubicBezTo>
                <a:cubicBezTo>
                  <a:pt x="1261738" y="44630"/>
                  <a:pt x="1260051" y="44088"/>
                  <a:pt x="1257943" y="44088"/>
                </a:cubicBezTo>
                <a:cubicBezTo>
                  <a:pt x="1254811" y="44088"/>
                  <a:pt x="1252252" y="45624"/>
                  <a:pt x="1250264" y="48695"/>
                </a:cubicBezTo>
                <a:cubicBezTo>
                  <a:pt x="1246711" y="54056"/>
                  <a:pt x="1244934" y="61404"/>
                  <a:pt x="1244934" y="70739"/>
                </a:cubicBezTo>
                <a:lnTo>
                  <a:pt x="1244934" y="73901"/>
                </a:lnTo>
                <a:lnTo>
                  <a:pt x="1269507" y="73901"/>
                </a:lnTo>
                <a:close/>
                <a:moveTo>
                  <a:pt x="1336642" y="40655"/>
                </a:moveTo>
                <a:lnTo>
                  <a:pt x="1336642" y="59808"/>
                </a:lnTo>
                <a:cubicBezTo>
                  <a:pt x="1342243" y="51074"/>
                  <a:pt x="1347152" y="45277"/>
                  <a:pt x="1351368" y="42417"/>
                </a:cubicBezTo>
                <a:cubicBezTo>
                  <a:pt x="1355584" y="39556"/>
                  <a:pt x="1359649" y="38125"/>
                  <a:pt x="1363564" y="38125"/>
                </a:cubicBezTo>
                <a:cubicBezTo>
                  <a:pt x="1366937" y="38125"/>
                  <a:pt x="1369632" y="39168"/>
                  <a:pt x="1371650" y="41253"/>
                </a:cubicBezTo>
                <a:cubicBezTo>
                  <a:pt x="1373668" y="43339"/>
                  <a:pt x="1374677" y="46285"/>
                  <a:pt x="1374677" y="50093"/>
                </a:cubicBezTo>
                <a:cubicBezTo>
                  <a:pt x="1374677" y="54143"/>
                  <a:pt x="1373698" y="57288"/>
                  <a:pt x="1371740" y="59525"/>
                </a:cubicBezTo>
                <a:cubicBezTo>
                  <a:pt x="1369783" y="61761"/>
                  <a:pt x="1367419" y="62879"/>
                  <a:pt x="1364648" y="62879"/>
                </a:cubicBezTo>
                <a:cubicBezTo>
                  <a:pt x="1361456" y="62879"/>
                  <a:pt x="1358686" y="61856"/>
                  <a:pt x="1356337" y="59808"/>
                </a:cubicBezTo>
                <a:cubicBezTo>
                  <a:pt x="1353988" y="57760"/>
                  <a:pt x="1352603" y="56616"/>
                  <a:pt x="1352181" y="56375"/>
                </a:cubicBezTo>
                <a:cubicBezTo>
                  <a:pt x="1351579" y="56013"/>
                  <a:pt x="1350886" y="55833"/>
                  <a:pt x="1350103" y="55833"/>
                </a:cubicBezTo>
                <a:cubicBezTo>
                  <a:pt x="1348356" y="55833"/>
                  <a:pt x="1346700" y="56495"/>
                  <a:pt x="1345134" y="57820"/>
                </a:cubicBezTo>
                <a:cubicBezTo>
                  <a:pt x="1342665" y="59868"/>
                  <a:pt x="1340798" y="62789"/>
                  <a:pt x="1339533" y="66584"/>
                </a:cubicBezTo>
                <a:cubicBezTo>
                  <a:pt x="1337605" y="72426"/>
                  <a:pt x="1336642" y="78870"/>
                  <a:pt x="1336642" y="85917"/>
                </a:cubicBezTo>
                <a:lnTo>
                  <a:pt x="1336642" y="105341"/>
                </a:lnTo>
                <a:lnTo>
                  <a:pt x="1336732" y="110400"/>
                </a:lnTo>
                <a:cubicBezTo>
                  <a:pt x="1336732" y="113833"/>
                  <a:pt x="1336943" y="116032"/>
                  <a:pt x="1337365" y="116996"/>
                </a:cubicBezTo>
                <a:cubicBezTo>
                  <a:pt x="1338087" y="118622"/>
                  <a:pt x="1339156" y="119811"/>
                  <a:pt x="1340572" y="120564"/>
                </a:cubicBezTo>
                <a:cubicBezTo>
                  <a:pt x="1341987" y="121317"/>
                  <a:pt x="1344381" y="121784"/>
                  <a:pt x="1347754" y="121964"/>
                </a:cubicBezTo>
                <a:lnTo>
                  <a:pt x="1347754" y="125217"/>
                </a:lnTo>
                <a:lnTo>
                  <a:pt x="1302130" y="125217"/>
                </a:lnTo>
                <a:lnTo>
                  <a:pt x="1302130" y="121964"/>
                </a:lnTo>
                <a:cubicBezTo>
                  <a:pt x="1305804" y="121663"/>
                  <a:pt x="1308289" y="120654"/>
                  <a:pt x="1309584" y="118938"/>
                </a:cubicBezTo>
                <a:cubicBezTo>
                  <a:pt x="1310879" y="117221"/>
                  <a:pt x="1311526" y="112689"/>
                  <a:pt x="1311526" y="105341"/>
                </a:cubicBezTo>
                <a:lnTo>
                  <a:pt x="1311526" y="58543"/>
                </a:lnTo>
                <a:cubicBezTo>
                  <a:pt x="1311526" y="53694"/>
                  <a:pt x="1311285" y="50604"/>
                  <a:pt x="1310803" y="49271"/>
                </a:cubicBezTo>
                <a:cubicBezTo>
                  <a:pt x="1310201" y="47574"/>
                  <a:pt x="1309328" y="46331"/>
                  <a:pt x="1308183" y="45545"/>
                </a:cubicBezTo>
                <a:cubicBezTo>
                  <a:pt x="1307039" y="44756"/>
                  <a:pt x="1305021" y="44210"/>
                  <a:pt x="1302130" y="43907"/>
                </a:cubicBezTo>
                <a:lnTo>
                  <a:pt x="1302130" y="40655"/>
                </a:lnTo>
                <a:lnTo>
                  <a:pt x="1336642" y="40655"/>
                </a:lnTo>
                <a:close/>
                <a:moveTo>
                  <a:pt x="1483019" y="38487"/>
                </a:moveTo>
                <a:lnTo>
                  <a:pt x="1484374" y="67397"/>
                </a:lnTo>
                <a:lnTo>
                  <a:pt x="1481302" y="67397"/>
                </a:lnTo>
                <a:cubicBezTo>
                  <a:pt x="1477629" y="58774"/>
                  <a:pt x="1473819" y="52885"/>
                  <a:pt x="1469874" y="49729"/>
                </a:cubicBezTo>
                <a:cubicBezTo>
                  <a:pt x="1465929" y="46570"/>
                  <a:pt x="1461999" y="44991"/>
                  <a:pt x="1458084" y="44991"/>
                </a:cubicBezTo>
                <a:cubicBezTo>
                  <a:pt x="1455615" y="44991"/>
                  <a:pt x="1453507" y="45819"/>
                  <a:pt x="1451760" y="47476"/>
                </a:cubicBezTo>
                <a:cubicBezTo>
                  <a:pt x="1450013" y="49132"/>
                  <a:pt x="1449140" y="51044"/>
                  <a:pt x="1449140" y="53213"/>
                </a:cubicBezTo>
                <a:cubicBezTo>
                  <a:pt x="1449140" y="54839"/>
                  <a:pt x="1449742" y="56405"/>
                  <a:pt x="1450947" y="57911"/>
                </a:cubicBezTo>
                <a:cubicBezTo>
                  <a:pt x="1452874" y="60380"/>
                  <a:pt x="1458265" y="64611"/>
                  <a:pt x="1467118" y="70604"/>
                </a:cubicBezTo>
                <a:cubicBezTo>
                  <a:pt x="1475972" y="76597"/>
                  <a:pt x="1481799" y="81686"/>
                  <a:pt x="1484600" y="85872"/>
                </a:cubicBezTo>
                <a:cubicBezTo>
                  <a:pt x="1487401" y="90058"/>
                  <a:pt x="1488801" y="94741"/>
                  <a:pt x="1488801" y="99920"/>
                </a:cubicBezTo>
                <a:cubicBezTo>
                  <a:pt x="1488801" y="104618"/>
                  <a:pt x="1487627" y="109226"/>
                  <a:pt x="1485278" y="113743"/>
                </a:cubicBezTo>
                <a:cubicBezTo>
                  <a:pt x="1482929" y="118260"/>
                  <a:pt x="1479616" y="121724"/>
                  <a:pt x="1475340" y="124133"/>
                </a:cubicBezTo>
                <a:cubicBezTo>
                  <a:pt x="1471064" y="126542"/>
                  <a:pt x="1466336" y="127746"/>
                  <a:pt x="1461156" y="127746"/>
                </a:cubicBezTo>
                <a:cubicBezTo>
                  <a:pt x="1457120" y="127746"/>
                  <a:pt x="1451730" y="126458"/>
                  <a:pt x="1444984" y="123881"/>
                </a:cubicBezTo>
                <a:cubicBezTo>
                  <a:pt x="1443177" y="123206"/>
                  <a:pt x="1441943" y="122868"/>
                  <a:pt x="1441280" y="122868"/>
                </a:cubicBezTo>
                <a:cubicBezTo>
                  <a:pt x="1439293" y="122868"/>
                  <a:pt x="1437636" y="124374"/>
                  <a:pt x="1436311" y="127385"/>
                </a:cubicBezTo>
                <a:lnTo>
                  <a:pt x="1433330" y="127385"/>
                </a:lnTo>
                <a:lnTo>
                  <a:pt x="1431884" y="97029"/>
                </a:lnTo>
                <a:lnTo>
                  <a:pt x="1434956" y="97029"/>
                </a:lnTo>
                <a:cubicBezTo>
                  <a:pt x="1437666" y="104980"/>
                  <a:pt x="1441385" y="110942"/>
                  <a:pt x="1446113" y="114918"/>
                </a:cubicBezTo>
                <a:cubicBezTo>
                  <a:pt x="1450842" y="118893"/>
                  <a:pt x="1455314" y="120880"/>
                  <a:pt x="1459530" y="120880"/>
                </a:cubicBezTo>
                <a:cubicBezTo>
                  <a:pt x="1462421" y="120880"/>
                  <a:pt x="1464785" y="119992"/>
                  <a:pt x="1466622" y="118215"/>
                </a:cubicBezTo>
                <a:cubicBezTo>
                  <a:pt x="1468459" y="116438"/>
                  <a:pt x="1469377" y="114285"/>
                  <a:pt x="1469377" y="111756"/>
                </a:cubicBezTo>
                <a:cubicBezTo>
                  <a:pt x="1469377" y="108865"/>
                  <a:pt x="1468474" y="106365"/>
                  <a:pt x="1466667" y="104257"/>
                </a:cubicBezTo>
                <a:cubicBezTo>
                  <a:pt x="1464860" y="102149"/>
                  <a:pt x="1460825" y="98957"/>
                  <a:pt x="1454561" y="94681"/>
                </a:cubicBezTo>
                <a:cubicBezTo>
                  <a:pt x="1445346" y="88296"/>
                  <a:pt x="1439383" y="83418"/>
                  <a:pt x="1436673" y="80045"/>
                </a:cubicBezTo>
                <a:cubicBezTo>
                  <a:pt x="1432697" y="75106"/>
                  <a:pt x="1430710" y="69655"/>
                  <a:pt x="1430710" y="63693"/>
                </a:cubicBezTo>
                <a:cubicBezTo>
                  <a:pt x="1430710" y="57188"/>
                  <a:pt x="1432953" y="51300"/>
                  <a:pt x="1437440" y="46030"/>
                </a:cubicBezTo>
                <a:cubicBezTo>
                  <a:pt x="1441928" y="40760"/>
                  <a:pt x="1448417" y="38125"/>
                  <a:pt x="1456910" y="38125"/>
                </a:cubicBezTo>
                <a:cubicBezTo>
                  <a:pt x="1461487" y="38125"/>
                  <a:pt x="1465914" y="39283"/>
                  <a:pt x="1470190" y="41598"/>
                </a:cubicBezTo>
                <a:cubicBezTo>
                  <a:pt x="1471816" y="42535"/>
                  <a:pt x="1473141" y="43004"/>
                  <a:pt x="1474165" y="43004"/>
                </a:cubicBezTo>
                <a:cubicBezTo>
                  <a:pt x="1475249" y="43004"/>
                  <a:pt x="1476123" y="42778"/>
                  <a:pt x="1476785" y="42326"/>
                </a:cubicBezTo>
                <a:cubicBezTo>
                  <a:pt x="1477448" y="41874"/>
                  <a:pt x="1478502" y="40595"/>
                  <a:pt x="1479947" y="38487"/>
                </a:cubicBezTo>
                <a:lnTo>
                  <a:pt x="1483019" y="38487"/>
                </a:lnTo>
                <a:close/>
                <a:moveTo>
                  <a:pt x="1535118" y="9576"/>
                </a:moveTo>
                <a:lnTo>
                  <a:pt x="1535118" y="40655"/>
                </a:lnTo>
                <a:lnTo>
                  <a:pt x="1555174" y="40655"/>
                </a:lnTo>
                <a:lnTo>
                  <a:pt x="1555174" y="49509"/>
                </a:lnTo>
                <a:lnTo>
                  <a:pt x="1535118" y="49509"/>
                </a:lnTo>
                <a:lnTo>
                  <a:pt x="1535118" y="101778"/>
                </a:lnTo>
                <a:cubicBezTo>
                  <a:pt x="1535118" y="106670"/>
                  <a:pt x="1535344" y="109825"/>
                  <a:pt x="1535796" y="111245"/>
                </a:cubicBezTo>
                <a:cubicBezTo>
                  <a:pt x="1536247" y="112664"/>
                  <a:pt x="1537045" y="113812"/>
                  <a:pt x="1538190" y="114689"/>
                </a:cubicBezTo>
                <a:cubicBezTo>
                  <a:pt x="1539334" y="115564"/>
                  <a:pt x="1540388" y="116002"/>
                  <a:pt x="1541352" y="116002"/>
                </a:cubicBezTo>
                <a:cubicBezTo>
                  <a:pt x="1545267" y="116002"/>
                  <a:pt x="1548971" y="112990"/>
                  <a:pt x="1552464" y="106967"/>
                </a:cubicBezTo>
                <a:lnTo>
                  <a:pt x="1555174" y="108975"/>
                </a:lnTo>
                <a:cubicBezTo>
                  <a:pt x="1550296" y="120646"/>
                  <a:pt x="1542376" y="126482"/>
                  <a:pt x="1531414" y="126482"/>
                </a:cubicBezTo>
                <a:cubicBezTo>
                  <a:pt x="1526054" y="126482"/>
                  <a:pt x="1521521" y="124986"/>
                  <a:pt x="1517817" y="121995"/>
                </a:cubicBezTo>
                <a:cubicBezTo>
                  <a:pt x="1514113" y="119003"/>
                  <a:pt x="1511749" y="115663"/>
                  <a:pt x="1510725" y="111976"/>
                </a:cubicBezTo>
                <a:cubicBezTo>
                  <a:pt x="1510123" y="109920"/>
                  <a:pt x="1509822" y="104360"/>
                  <a:pt x="1509822" y="95293"/>
                </a:cubicBezTo>
                <a:lnTo>
                  <a:pt x="1509822" y="49509"/>
                </a:lnTo>
                <a:lnTo>
                  <a:pt x="1498800" y="49509"/>
                </a:lnTo>
                <a:lnTo>
                  <a:pt x="1498800" y="46338"/>
                </a:lnTo>
                <a:cubicBezTo>
                  <a:pt x="1506389" y="40966"/>
                  <a:pt x="1512848" y="35323"/>
                  <a:pt x="1518179" y="29407"/>
                </a:cubicBezTo>
                <a:cubicBezTo>
                  <a:pt x="1523509" y="23491"/>
                  <a:pt x="1528162" y="16881"/>
                  <a:pt x="1532137" y="9576"/>
                </a:cubicBezTo>
                <a:lnTo>
                  <a:pt x="1535118" y="9576"/>
                </a:lnTo>
                <a:close/>
                <a:moveTo>
                  <a:pt x="1598267" y="40655"/>
                </a:moveTo>
                <a:lnTo>
                  <a:pt x="1598267" y="59808"/>
                </a:lnTo>
                <a:cubicBezTo>
                  <a:pt x="1603869" y="51074"/>
                  <a:pt x="1608777" y="45277"/>
                  <a:pt x="1612993" y="42417"/>
                </a:cubicBezTo>
                <a:cubicBezTo>
                  <a:pt x="1617209" y="39556"/>
                  <a:pt x="1621275" y="38125"/>
                  <a:pt x="1625190" y="38125"/>
                </a:cubicBezTo>
                <a:cubicBezTo>
                  <a:pt x="1628563" y="38125"/>
                  <a:pt x="1631258" y="39168"/>
                  <a:pt x="1633276" y="41253"/>
                </a:cubicBezTo>
                <a:cubicBezTo>
                  <a:pt x="1635293" y="43339"/>
                  <a:pt x="1636302" y="46285"/>
                  <a:pt x="1636302" y="50093"/>
                </a:cubicBezTo>
                <a:cubicBezTo>
                  <a:pt x="1636302" y="54143"/>
                  <a:pt x="1635323" y="57288"/>
                  <a:pt x="1633366" y="59525"/>
                </a:cubicBezTo>
                <a:cubicBezTo>
                  <a:pt x="1631409" y="61761"/>
                  <a:pt x="1629045" y="62879"/>
                  <a:pt x="1626274" y="62879"/>
                </a:cubicBezTo>
                <a:cubicBezTo>
                  <a:pt x="1623082" y="62879"/>
                  <a:pt x="1620311" y="61856"/>
                  <a:pt x="1617962" y="59808"/>
                </a:cubicBezTo>
                <a:cubicBezTo>
                  <a:pt x="1615613" y="57760"/>
                  <a:pt x="1614228" y="56616"/>
                  <a:pt x="1613806" y="56375"/>
                </a:cubicBezTo>
                <a:cubicBezTo>
                  <a:pt x="1613204" y="56013"/>
                  <a:pt x="1612512" y="55833"/>
                  <a:pt x="1611729" y="55833"/>
                </a:cubicBezTo>
                <a:cubicBezTo>
                  <a:pt x="1609982" y="55833"/>
                  <a:pt x="1608326" y="56495"/>
                  <a:pt x="1606760" y="57820"/>
                </a:cubicBezTo>
                <a:cubicBezTo>
                  <a:pt x="1604290" y="59868"/>
                  <a:pt x="1602423" y="62789"/>
                  <a:pt x="1601158" y="66584"/>
                </a:cubicBezTo>
                <a:cubicBezTo>
                  <a:pt x="1599231" y="72426"/>
                  <a:pt x="1598267" y="78870"/>
                  <a:pt x="1598267" y="85917"/>
                </a:cubicBezTo>
                <a:lnTo>
                  <a:pt x="1598267" y="105341"/>
                </a:lnTo>
                <a:lnTo>
                  <a:pt x="1598358" y="110400"/>
                </a:lnTo>
                <a:cubicBezTo>
                  <a:pt x="1598358" y="113833"/>
                  <a:pt x="1598568" y="116032"/>
                  <a:pt x="1598990" y="116996"/>
                </a:cubicBezTo>
                <a:cubicBezTo>
                  <a:pt x="1599713" y="118622"/>
                  <a:pt x="1600782" y="119811"/>
                  <a:pt x="1602197" y="120564"/>
                </a:cubicBezTo>
                <a:cubicBezTo>
                  <a:pt x="1603613" y="121317"/>
                  <a:pt x="1606007" y="121784"/>
                  <a:pt x="1609380" y="121964"/>
                </a:cubicBezTo>
                <a:lnTo>
                  <a:pt x="1609380" y="125217"/>
                </a:lnTo>
                <a:lnTo>
                  <a:pt x="1563756" y="125217"/>
                </a:lnTo>
                <a:lnTo>
                  <a:pt x="1563756" y="121964"/>
                </a:lnTo>
                <a:cubicBezTo>
                  <a:pt x="1567430" y="121663"/>
                  <a:pt x="1569914" y="120654"/>
                  <a:pt x="1571209" y="118938"/>
                </a:cubicBezTo>
                <a:cubicBezTo>
                  <a:pt x="1572504" y="117221"/>
                  <a:pt x="1573152" y="112689"/>
                  <a:pt x="1573152" y="105341"/>
                </a:cubicBezTo>
                <a:lnTo>
                  <a:pt x="1573152" y="58543"/>
                </a:lnTo>
                <a:cubicBezTo>
                  <a:pt x="1573152" y="53694"/>
                  <a:pt x="1572911" y="50604"/>
                  <a:pt x="1572429" y="49271"/>
                </a:cubicBezTo>
                <a:cubicBezTo>
                  <a:pt x="1571827" y="47574"/>
                  <a:pt x="1570953" y="46331"/>
                  <a:pt x="1569809" y="45545"/>
                </a:cubicBezTo>
                <a:cubicBezTo>
                  <a:pt x="1568665" y="44756"/>
                  <a:pt x="1566647" y="44210"/>
                  <a:pt x="1563756" y="43907"/>
                </a:cubicBezTo>
                <a:lnTo>
                  <a:pt x="1563756" y="40655"/>
                </a:lnTo>
                <a:lnTo>
                  <a:pt x="1598267" y="40655"/>
                </a:lnTo>
                <a:close/>
                <a:moveTo>
                  <a:pt x="1715809" y="79864"/>
                </a:moveTo>
                <a:lnTo>
                  <a:pt x="1669462" y="79864"/>
                </a:lnTo>
                <a:cubicBezTo>
                  <a:pt x="1670004" y="91097"/>
                  <a:pt x="1672986" y="99974"/>
                  <a:pt x="1678406" y="106496"/>
                </a:cubicBezTo>
                <a:cubicBezTo>
                  <a:pt x="1682562" y="111508"/>
                  <a:pt x="1687561" y="114014"/>
                  <a:pt x="1693403" y="114014"/>
                </a:cubicBezTo>
                <a:cubicBezTo>
                  <a:pt x="1697017" y="114014"/>
                  <a:pt x="1700300" y="113005"/>
                  <a:pt x="1703251" y="110988"/>
                </a:cubicBezTo>
                <a:cubicBezTo>
                  <a:pt x="1706202" y="108970"/>
                  <a:pt x="1709364" y="105341"/>
                  <a:pt x="1712737" y="100101"/>
                </a:cubicBezTo>
                <a:lnTo>
                  <a:pt x="1715809" y="102089"/>
                </a:lnTo>
                <a:cubicBezTo>
                  <a:pt x="1711231" y="111424"/>
                  <a:pt x="1706172" y="118034"/>
                  <a:pt x="1700631" y="121919"/>
                </a:cubicBezTo>
                <a:cubicBezTo>
                  <a:pt x="1695090" y="125804"/>
                  <a:pt x="1688675" y="127746"/>
                  <a:pt x="1681388" y="127746"/>
                </a:cubicBezTo>
                <a:cubicBezTo>
                  <a:pt x="1668860" y="127746"/>
                  <a:pt x="1659374" y="122923"/>
                  <a:pt x="1652929" y="113277"/>
                </a:cubicBezTo>
                <a:cubicBezTo>
                  <a:pt x="1647750" y="105500"/>
                  <a:pt x="1645160" y="95854"/>
                  <a:pt x="1645160" y="84339"/>
                </a:cubicBezTo>
                <a:cubicBezTo>
                  <a:pt x="1645160" y="70230"/>
                  <a:pt x="1648969" y="59001"/>
                  <a:pt x="1656588" y="50652"/>
                </a:cubicBezTo>
                <a:cubicBezTo>
                  <a:pt x="1664207" y="42301"/>
                  <a:pt x="1673136" y="38125"/>
                  <a:pt x="1683375" y="38125"/>
                </a:cubicBezTo>
                <a:cubicBezTo>
                  <a:pt x="1691928" y="38125"/>
                  <a:pt x="1699351" y="41634"/>
                  <a:pt x="1705645" y="48650"/>
                </a:cubicBezTo>
                <a:cubicBezTo>
                  <a:pt x="1711939" y="55667"/>
                  <a:pt x="1715327" y="66072"/>
                  <a:pt x="1715809" y="79864"/>
                </a:cubicBezTo>
                <a:moveTo>
                  <a:pt x="1693584" y="73901"/>
                </a:moveTo>
                <a:cubicBezTo>
                  <a:pt x="1693584" y="64204"/>
                  <a:pt x="1693057" y="57549"/>
                  <a:pt x="1692003" y="53935"/>
                </a:cubicBezTo>
                <a:cubicBezTo>
                  <a:pt x="1690949" y="50322"/>
                  <a:pt x="1689308" y="47581"/>
                  <a:pt x="1687079" y="45714"/>
                </a:cubicBezTo>
                <a:cubicBezTo>
                  <a:pt x="1685815" y="44630"/>
                  <a:pt x="1684128" y="44088"/>
                  <a:pt x="1682020" y="44088"/>
                </a:cubicBezTo>
                <a:cubicBezTo>
                  <a:pt x="1678888" y="44088"/>
                  <a:pt x="1676328" y="45624"/>
                  <a:pt x="1674341" y="48695"/>
                </a:cubicBezTo>
                <a:cubicBezTo>
                  <a:pt x="1670787" y="54056"/>
                  <a:pt x="1669011" y="61404"/>
                  <a:pt x="1669011" y="70739"/>
                </a:cubicBezTo>
                <a:lnTo>
                  <a:pt x="1669011" y="73901"/>
                </a:lnTo>
                <a:lnTo>
                  <a:pt x="1693584" y="73901"/>
                </a:lnTo>
                <a:close/>
                <a:moveTo>
                  <a:pt x="1774503" y="112749"/>
                </a:moveTo>
                <a:cubicBezTo>
                  <a:pt x="1764204" y="121904"/>
                  <a:pt x="1754959" y="126482"/>
                  <a:pt x="1746768" y="126482"/>
                </a:cubicBezTo>
                <a:cubicBezTo>
                  <a:pt x="1741949" y="126482"/>
                  <a:pt x="1737944" y="124896"/>
                  <a:pt x="1734752" y="121724"/>
                </a:cubicBezTo>
                <a:cubicBezTo>
                  <a:pt x="1731560" y="118551"/>
                  <a:pt x="1729964" y="114578"/>
                  <a:pt x="1729964" y="109805"/>
                </a:cubicBezTo>
                <a:cubicBezTo>
                  <a:pt x="1729964" y="103338"/>
                  <a:pt x="1732734" y="97521"/>
                  <a:pt x="1738275" y="92354"/>
                </a:cubicBezTo>
                <a:cubicBezTo>
                  <a:pt x="1743817" y="87188"/>
                  <a:pt x="1755892" y="80314"/>
                  <a:pt x="1774503" y="71733"/>
                </a:cubicBezTo>
                <a:lnTo>
                  <a:pt x="1774503" y="63241"/>
                </a:lnTo>
                <a:cubicBezTo>
                  <a:pt x="1774503" y="56857"/>
                  <a:pt x="1774157" y="52836"/>
                  <a:pt x="1773464" y="51180"/>
                </a:cubicBezTo>
                <a:cubicBezTo>
                  <a:pt x="1772772" y="49524"/>
                  <a:pt x="1771462" y="48078"/>
                  <a:pt x="1769534" y="46843"/>
                </a:cubicBezTo>
                <a:cubicBezTo>
                  <a:pt x="1767607" y="45609"/>
                  <a:pt x="1765439" y="44991"/>
                  <a:pt x="1763030" y="44991"/>
                </a:cubicBezTo>
                <a:cubicBezTo>
                  <a:pt x="1759115" y="44991"/>
                  <a:pt x="1755892" y="45865"/>
                  <a:pt x="1753363" y="47611"/>
                </a:cubicBezTo>
                <a:cubicBezTo>
                  <a:pt x="1751797" y="48695"/>
                  <a:pt x="1751014" y="49960"/>
                  <a:pt x="1751014" y="51406"/>
                </a:cubicBezTo>
                <a:cubicBezTo>
                  <a:pt x="1751014" y="52671"/>
                  <a:pt x="1751857" y="54237"/>
                  <a:pt x="1753544" y="56104"/>
                </a:cubicBezTo>
                <a:cubicBezTo>
                  <a:pt x="1755832" y="58694"/>
                  <a:pt x="1756977" y="61193"/>
                  <a:pt x="1756977" y="63602"/>
                </a:cubicBezTo>
                <a:cubicBezTo>
                  <a:pt x="1756977" y="66553"/>
                  <a:pt x="1755877" y="69068"/>
                  <a:pt x="1753679" y="71146"/>
                </a:cubicBezTo>
                <a:cubicBezTo>
                  <a:pt x="1751481" y="73224"/>
                  <a:pt x="1748605" y="74263"/>
                  <a:pt x="1745051" y="74263"/>
                </a:cubicBezTo>
                <a:cubicBezTo>
                  <a:pt x="1741257" y="74263"/>
                  <a:pt x="1738080" y="73118"/>
                  <a:pt x="1735520" y="70830"/>
                </a:cubicBezTo>
                <a:cubicBezTo>
                  <a:pt x="1732960" y="68541"/>
                  <a:pt x="1731680" y="65861"/>
                  <a:pt x="1731680" y="62789"/>
                </a:cubicBezTo>
                <a:cubicBezTo>
                  <a:pt x="1731680" y="58453"/>
                  <a:pt x="1733397" y="54312"/>
                  <a:pt x="1736830" y="50367"/>
                </a:cubicBezTo>
                <a:cubicBezTo>
                  <a:pt x="1740263" y="46422"/>
                  <a:pt x="1745051" y="43395"/>
                  <a:pt x="1751195" y="41287"/>
                </a:cubicBezTo>
                <a:cubicBezTo>
                  <a:pt x="1757338" y="39179"/>
                  <a:pt x="1763722" y="38125"/>
                  <a:pt x="1770348" y="38125"/>
                </a:cubicBezTo>
                <a:cubicBezTo>
                  <a:pt x="1778358" y="38125"/>
                  <a:pt x="1784697" y="39831"/>
                  <a:pt x="1789365" y="43244"/>
                </a:cubicBezTo>
                <a:cubicBezTo>
                  <a:pt x="1794033" y="46654"/>
                  <a:pt x="1797059" y="50352"/>
                  <a:pt x="1798445" y="54336"/>
                </a:cubicBezTo>
                <a:cubicBezTo>
                  <a:pt x="1799288" y="56872"/>
                  <a:pt x="1799709" y="62697"/>
                  <a:pt x="1799709" y="71812"/>
                </a:cubicBezTo>
                <a:lnTo>
                  <a:pt x="1799709" y="104683"/>
                </a:lnTo>
                <a:cubicBezTo>
                  <a:pt x="1799709" y="108547"/>
                  <a:pt x="1799860" y="110978"/>
                  <a:pt x="1800161" y="111976"/>
                </a:cubicBezTo>
                <a:cubicBezTo>
                  <a:pt x="1800462" y="112971"/>
                  <a:pt x="1800914" y="113711"/>
                  <a:pt x="1801516" y="114195"/>
                </a:cubicBezTo>
                <a:cubicBezTo>
                  <a:pt x="1802119" y="114677"/>
                  <a:pt x="1802811" y="114918"/>
                  <a:pt x="1803594" y="114918"/>
                </a:cubicBezTo>
                <a:cubicBezTo>
                  <a:pt x="1805160" y="114918"/>
                  <a:pt x="1806756" y="113803"/>
                  <a:pt x="1808382" y="111575"/>
                </a:cubicBezTo>
                <a:lnTo>
                  <a:pt x="1811093" y="113743"/>
                </a:lnTo>
                <a:cubicBezTo>
                  <a:pt x="1808081" y="118200"/>
                  <a:pt x="1804964" y="121437"/>
                  <a:pt x="1801742" y="123455"/>
                </a:cubicBezTo>
                <a:cubicBezTo>
                  <a:pt x="1798520" y="125473"/>
                  <a:pt x="1794861" y="126482"/>
                  <a:pt x="1790765" y="126482"/>
                </a:cubicBezTo>
                <a:cubicBezTo>
                  <a:pt x="1785947" y="126482"/>
                  <a:pt x="1782183" y="125345"/>
                  <a:pt x="1779472" y="123071"/>
                </a:cubicBezTo>
                <a:cubicBezTo>
                  <a:pt x="1776762" y="120797"/>
                  <a:pt x="1775106" y="117357"/>
                  <a:pt x="1774503" y="112749"/>
                </a:cubicBezTo>
                <a:moveTo>
                  <a:pt x="1774503" y="106064"/>
                </a:moveTo>
                <a:lnTo>
                  <a:pt x="1774503" y="77803"/>
                </a:lnTo>
                <a:cubicBezTo>
                  <a:pt x="1767216" y="82100"/>
                  <a:pt x="1761795" y="86700"/>
                  <a:pt x="1758241" y="91603"/>
                </a:cubicBezTo>
                <a:cubicBezTo>
                  <a:pt x="1755892" y="94871"/>
                  <a:pt x="1754718" y="98169"/>
                  <a:pt x="1754718" y="101499"/>
                </a:cubicBezTo>
                <a:cubicBezTo>
                  <a:pt x="1754718" y="104282"/>
                  <a:pt x="1755712" y="106734"/>
                  <a:pt x="1757699" y="108853"/>
                </a:cubicBezTo>
                <a:cubicBezTo>
                  <a:pt x="1759205" y="110487"/>
                  <a:pt x="1761313" y="111304"/>
                  <a:pt x="1764023" y="111304"/>
                </a:cubicBezTo>
                <a:cubicBezTo>
                  <a:pt x="1767035" y="111304"/>
                  <a:pt x="1770528" y="109557"/>
                  <a:pt x="1774503" y="106064"/>
                </a:cubicBezTo>
                <a:close/>
                <a:moveTo>
                  <a:pt x="1854156" y="40655"/>
                </a:moveTo>
                <a:lnTo>
                  <a:pt x="1854156" y="51857"/>
                </a:lnTo>
                <a:cubicBezTo>
                  <a:pt x="1858794" y="46764"/>
                  <a:pt x="1863085" y="43202"/>
                  <a:pt x="1867030" y="41171"/>
                </a:cubicBezTo>
                <a:cubicBezTo>
                  <a:pt x="1870975" y="39141"/>
                  <a:pt x="1875297" y="38125"/>
                  <a:pt x="1879995" y="38125"/>
                </a:cubicBezTo>
                <a:cubicBezTo>
                  <a:pt x="1885415" y="38125"/>
                  <a:pt x="1889963" y="39398"/>
                  <a:pt x="1893637" y="41942"/>
                </a:cubicBezTo>
                <a:cubicBezTo>
                  <a:pt x="1897311" y="44487"/>
                  <a:pt x="1900142" y="48364"/>
                  <a:pt x="1902129" y="53574"/>
                </a:cubicBezTo>
                <a:cubicBezTo>
                  <a:pt x="1906947" y="48121"/>
                  <a:pt x="1911570" y="44184"/>
                  <a:pt x="1915997" y="41762"/>
                </a:cubicBezTo>
                <a:cubicBezTo>
                  <a:pt x="1920424" y="39337"/>
                  <a:pt x="1925046" y="38125"/>
                  <a:pt x="1929865" y="38125"/>
                </a:cubicBezTo>
                <a:cubicBezTo>
                  <a:pt x="1935707" y="38125"/>
                  <a:pt x="1940360" y="39467"/>
                  <a:pt x="1943823" y="42151"/>
                </a:cubicBezTo>
                <a:cubicBezTo>
                  <a:pt x="1947286" y="44835"/>
                  <a:pt x="1949695" y="48243"/>
                  <a:pt x="1951050" y="52374"/>
                </a:cubicBezTo>
                <a:cubicBezTo>
                  <a:pt x="1952406" y="56505"/>
                  <a:pt x="1953083" y="63094"/>
                  <a:pt x="1953083" y="72140"/>
                </a:cubicBezTo>
                <a:lnTo>
                  <a:pt x="1953083" y="106787"/>
                </a:lnTo>
                <a:cubicBezTo>
                  <a:pt x="1953083" y="113291"/>
                  <a:pt x="1953670" y="117327"/>
                  <a:pt x="1954845" y="118893"/>
                </a:cubicBezTo>
                <a:cubicBezTo>
                  <a:pt x="1956019" y="120459"/>
                  <a:pt x="1958474" y="121483"/>
                  <a:pt x="1962208" y="121964"/>
                </a:cubicBezTo>
                <a:lnTo>
                  <a:pt x="1962208" y="125217"/>
                </a:lnTo>
                <a:lnTo>
                  <a:pt x="1918572" y="125217"/>
                </a:lnTo>
                <a:lnTo>
                  <a:pt x="1918572" y="121964"/>
                </a:lnTo>
                <a:cubicBezTo>
                  <a:pt x="1922005" y="121663"/>
                  <a:pt x="1924534" y="120338"/>
                  <a:pt x="1926161" y="117989"/>
                </a:cubicBezTo>
                <a:cubicBezTo>
                  <a:pt x="1927245" y="116363"/>
                  <a:pt x="1927787" y="112629"/>
                  <a:pt x="1927787" y="106787"/>
                </a:cubicBezTo>
                <a:lnTo>
                  <a:pt x="1927787" y="70468"/>
                </a:lnTo>
                <a:cubicBezTo>
                  <a:pt x="1927787" y="62940"/>
                  <a:pt x="1927486" y="58151"/>
                  <a:pt x="1926883" y="56104"/>
                </a:cubicBezTo>
                <a:cubicBezTo>
                  <a:pt x="1926281" y="54056"/>
                  <a:pt x="1925332" y="52535"/>
                  <a:pt x="1924038" y="51541"/>
                </a:cubicBezTo>
                <a:cubicBezTo>
                  <a:pt x="1922743" y="50547"/>
                  <a:pt x="1921222" y="50051"/>
                  <a:pt x="1919475" y="50051"/>
                </a:cubicBezTo>
                <a:cubicBezTo>
                  <a:pt x="1916885" y="50051"/>
                  <a:pt x="1914265" y="50999"/>
                  <a:pt x="1911615" y="52896"/>
                </a:cubicBezTo>
                <a:cubicBezTo>
                  <a:pt x="1908965" y="54794"/>
                  <a:pt x="1906285" y="57639"/>
                  <a:pt x="1903575" y="61434"/>
                </a:cubicBezTo>
                <a:lnTo>
                  <a:pt x="1903575" y="106787"/>
                </a:lnTo>
                <a:cubicBezTo>
                  <a:pt x="1903575" y="112870"/>
                  <a:pt x="1904087" y="116694"/>
                  <a:pt x="1905110" y="118260"/>
                </a:cubicBezTo>
                <a:cubicBezTo>
                  <a:pt x="1906496" y="120489"/>
                  <a:pt x="1909146" y="121724"/>
                  <a:pt x="1913061" y="121964"/>
                </a:cubicBezTo>
                <a:lnTo>
                  <a:pt x="1913061" y="125217"/>
                </a:lnTo>
                <a:lnTo>
                  <a:pt x="1869334" y="125217"/>
                </a:lnTo>
                <a:lnTo>
                  <a:pt x="1869334" y="121964"/>
                </a:lnTo>
                <a:cubicBezTo>
                  <a:pt x="1871683" y="121844"/>
                  <a:pt x="1873535" y="121257"/>
                  <a:pt x="1874890" y="120203"/>
                </a:cubicBezTo>
                <a:cubicBezTo>
                  <a:pt x="1876246" y="119149"/>
                  <a:pt x="1877149" y="117884"/>
                  <a:pt x="1877601" y="116408"/>
                </a:cubicBezTo>
                <a:cubicBezTo>
                  <a:pt x="1878052" y="114933"/>
                  <a:pt x="1878278" y="111725"/>
                  <a:pt x="1878278" y="106787"/>
                </a:cubicBezTo>
                <a:lnTo>
                  <a:pt x="1878278" y="70412"/>
                </a:lnTo>
                <a:cubicBezTo>
                  <a:pt x="1878278" y="62750"/>
                  <a:pt x="1877977" y="57954"/>
                  <a:pt x="1877375" y="56025"/>
                </a:cubicBezTo>
                <a:cubicBezTo>
                  <a:pt x="1876773" y="54093"/>
                  <a:pt x="1875764" y="52585"/>
                  <a:pt x="1874348" y="51499"/>
                </a:cubicBezTo>
                <a:cubicBezTo>
                  <a:pt x="1872933" y="50413"/>
                  <a:pt x="1871412" y="49870"/>
                  <a:pt x="1869786" y="49870"/>
                </a:cubicBezTo>
                <a:cubicBezTo>
                  <a:pt x="1867377" y="49870"/>
                  <a:pt x="1865178" y="50507"/>
                  <a:pt x="1863191" y="51781"/>
                </a:cubicBezTo>
                <a:cubicBezTo>
                  <a:pt x="1860360" y="53663"/>
                  <a:pt x="1857349" y="56881"/>
                  <a:pt x="1854156" y="61434"/>
                </a:cubicBezTo>
                <a:lnTo>
                  <a:pt x="1854156" y="106787"/>
                </a:lnTo>
                <a:cubicBezTo>
                  <a:pt x="1854156" y="112749"/>
                  <a:pt x="1854744" y="116679"/>
                  <a:pt x="1855918" y="118577"/>
                </a:cubicBezTo>
                <a:cubicBezTo>
                  <a:pt x="1857093" y="120474"/>
                  <a:pt x="1859547" y="121603"/>
                  <a:pt x="1863281" y="121964"/>
                </a:cubicBezTo>
                <a:lnTo>
                  <a:pt x="1863281" y="125217"/>
                </a:lnTo>
                <a:lnTo>
                  <a:pt x="1819735" y="125217"/>
                </a:lnTo>
                <a:lnTo>
                  <a:pt x="1819735" y="121964"/>
                </a:lnTo>
                <a:cubicBezTo>
                  <a:pt x="1823289" y="121603"/>
                  <a:pt x="1825819" y="120459"/>
                  <a:pt x="1827324" y="118531"/>
                </a:cubicBezTo>
                <a:cubicBezTo>
                  <a:pt x="1828348" y="117206"/>
                  <a:pt x="1828860" y="113291"/>
                  <a:pt x="1828860" y="106787"/>
                </a:cubicBezTo>
                <a:lnTo>
                  <a:pt x="1828860" y="59085"/>
                </a:lnTo>
                <a:cubicBezTo>
                  <a:pt x="1828860" y="52624"/>
                  <a:pt x="1828273" y="48600"/>
                  <a:pt x="1827098" y="47016"/>
                </a:cubicBezTo>
                <a:cubicBezTo>
                  <a:pt x="1825924" y="45431"/>
                  <a:pt x="1823470" y="44395"/>
                  <a:pt x="1819735" y="43907"/>
                </a:cubicBezTo>
                <a:lnTo>
                  <a:pt x="1819735" y="40655"/>
                </a:lnTo>
                <a:lnTo>
                  <a:pt x="1854156" y="40655"/>
                </a:lnTo>
                <a:close/>
                <a:moveTo>
                  <a:pt x="2027729" y="38487"/>
                </a:moveTo>
                <a:lnTo>
                  <a:pt x="2029084" y="67397"/>
                </a:lnTo>
                <a:lnTo>
                  <a:pt x="2026012" y="67397"/>
                </a:lnTo>
                <a:cubicBezTo>
                  <a:pt x="2022338" y="58774"/>
                  <a:pt x="2018529" y="52885"/>
                  <a:pt x="2014584" y="49729"/>
                </a:cubicBezTo>
                <a:cubicBezTo>
                  <a:pt x="2010639" y="46570"/>
                  <a:pt x="2006709" y="44991"/>
                  <a:pt x="2002794" y="44991"/>
                </a:cubicBezTo>
                <a:cubicBezTo>
                  <a:pt x="2000324" y="44991"/>
                  <a:pt x="1998216" y="45819"/>
                  <a:pt x="1996470" y="47476"/>
                </a:cubicBezTo>
                <a:cubicBezTo>
                  <a:pt x="1994723" y="49132"/>
                  <a:pt x="1993850" y="51044"/>
                  <a:pt x="1993850" y="53213"/>
                </a:cubicBezTo>
                <a:cubicBezTo>
                  <a:pt x="1993850" y="54839"/>
                  <a:pt x="1994452" y="56405"/>
                  <a:pt x="1995657" y="57911"/>
                </a:cubicBezTo>
                <a:cubicBezTo>
                  <a:pt x="1997584" y="60380"/>
                  <a:pt x="2002975" y="64611"/>
                  <a:pt x="2011828" y="70604"/>
                </a:cubicBezTo>
                <a:cubicBezTo>
                  <a:pt x="2020682" y="76597"/>
                  <a:pt x="2026509" y="81686"/>
                  <a:pt x="2029310" y="85872"/>
                </a:cubicBezTo>
                <a:cubicBezTo>
                  <a:pt x="2032111" y="90058"/>
                  <a:pt x="2033511" y="94741"/>
                  <a:pt x="2033511" y="99920"/>
                </a:cubicBezTo>
                <a:cubicBezTo>
                  <a:pt x="2033511" y="104618"/>
                  <a:pt x="2032336" y="109226"/>
                  <a:pt x="2029987" y="113743"/>
                </a:cubicBezTo>
                <a:cubicBezTo>
                  <a:pt x="2027638" y="118260"/>
                  <a:pt x="2024326" y="121724"/>
                  <a:pt x="2020050" y="124133"/>
                </a:cubicBezTo>
                <a:cubicBezTo>
                  <a:pt x="2015773" y="126542"/>
                  <a:pt x="2011045" y="127746"/>
                  <a:pt x="2005866" y="127746"/>
                </a:cubicBezTo>
                <a:cubicBezTo>
                  <a:pt x="2001830" y="127746"/>
                  <a:pt x="1996440" y="126458"/>
                  <a:pt x="1989694" y="123881"/>
                </a:cubicBezTo>
                <a:cubicBezTo>
                  <a:pt x="1987887" y="123206"/>
                  <a:pt x="1986652" y="122868"/>
                  <a:pt x="1985990" y="122868"/>
                </a:cubicBezTo>
                <a:cubicBezTo>
                  <a:pt x="1984002" y="122868"/>
                  <a:pt x="1982346" y="124374"/>
                  <a:pt x="1981021" y="127385"/>
                </a:cubicBezTo>
                <a:lnTo>
                  <a:pt x="1978040" y="127385"/>
                </a:lnTo>
                <a:lnTo>
                  <a:pt x="1976594" y="97029"/>
                </a:lnTo>
                <a:lnTo>
                  <a:pt x="1979666" y="97029"/>
                </a:lnTo>
                <a:cubicBezTo>
                  <a:pt x="1982376" y="104980"/>
                  <a:pt x="1986095" y="110942"/>
                  <a:pt x="1990823" y="114918"/>
                </a:cubicBezTo>
                <a:cubicBezTo>
                  <a:pt x="1995551" y="118893"/>
                  <a:pt x="2000023" y="120880"/>
                  <a:pt x="2004239" y="120880"/>
                </a:cubicBezTo>
                <a:cubicBezTo>
                  <a:pt x="2007130" y="120880"/>
                  <a:pt x="2009494" y="119992"/>
                  <a:pt x="2011331" y="118215"/>
                </a:cubicBezTo>
                <a:cubicBezTo>
                  <a:pt x="2013168" y="116438"/>
                  <a:pt x="2014087" y="114285"/>
                  <a:pt x="2014087" y="111756"/>
                </a:cubicBezTo>
                <a:cubicBezTo>
                  <a:pt x="2014087" y="108865"/>
                  <a:pt x="2013183" y="106365"/>
                  <a:pt x="2011377" y="104257"/>
                </a:cubicBezTo>
                <a:cubicBezTo>
                  <a:pt x="2009570" y="102149"/>
                  <a:pt x="2005534" y="98957"/>
                  <a:pt x="1999270" y="94681"/>
                </a:cubicBezTo>
                <a:cubicBezTo>
                  <a:pt x="1990055" y="88296"/>
                  <a:pt x="1984093" y="83418"/>
                  <a:pt x="1981382" y="80045"/>
                </a:cubicBezTo>
                <a:cubicBezTo>
                  <a:pt x="1977407" y="75106"/>
                  <a:pt x="1975420" y="69655"/>
                  <a:pt x="1975420" y="63693"/>
                </a:cubicBezTo>
                <a:cubicBezTo>
                  <a:pt x="1975420" y="57188"/>
                  <a:pt x="1977663" y="51300"/>
                  <a:pt x="1982150" y="46030"/>
                </a:cubicBezTo>
                <a:cubicBezTo>
                  <a:pt x="1986637" y="40760"/>
                  <a:pt x="1993127" y="38125"/>
                  <a:pt x="2001619" y="38125"/>
                </a:cubicBezTo>
                <a:cubicBezTo>
                  <a:pt x="2006197" y="38125"/>
                  <a:pt x="2010624" y="39283"/>
                  <a:pt x="2014900" y="41598"/>
                </a:cubicBezTo>
                <a:cubicBezTo>
                  <a:pt x="2016526" y="42535"/>
                  <a:pt x="2017851" y="43004"/>
                  <a:pt x="2018875" y="43004"/>
                </a:cubicBezTo>
                <a:cubicBezTo>
                  <a:pt x="2019959" y="43004"/>
                  <a:pt x="2020833" y="42778"/>
                  <a:pt x="2021495" y="42326"/>
                </a:cubicBezTo>
                <a:cubicBezTo>
                  <a:pt x="2022158" y="41874"/>
                  <a:pt x="2023212" y="40595"/>
                  <a:pt x="2024657" y="38487"/>
                </a:cubicBezTo>
                <a:lnTo>
                  <a:pt x="2027729" y="384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collectedinpassedexecutions">
            <a:extLst xmlns:a="http://schemas.openxmlformats.org/drawingml/2006/main">
              <a:ext uri="{FF2B5EF4-FFF2-40B4-BE49-F238E27FC236}">
                <a16:creationId xmlns:a16="http://schemas.microsoft.com/office/drawing/2014/main" id="{414A854B-36C7-4541-A3D8-87521E2D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392" y="3214293"/>
            <a:ext cx="2314211" cy="164788"/>
          </a:xfrm>
          <a:custGeom xmlns:a="http://schemas.openxmlformats.org/drawingml/2006/main">
            <a:pathLst>
              <a:path w="2314211" h="164788">
                <a:moveTo>
                  <a:pt x="68119" y="103378"/>
                </a:moveTo>
                <a:lnTo>
                  <a:pt x="70920" y="105543"/>
                </a:lnTo>
                <a:cubicBezTo>
                  <a:pt x="66945" y="113036"/>
                  <a:pt x="61991" y="118611"/>
                  <a:pt x="56058" y="122268"/>
                </a:cubicBezTo>
                <a:cubicBezTo>
                  <a:pt x="50126" y="125923"/>
                  <a:pt x="43817" y="127751"/>
                  <a:pt x="37131" y="127751"/>
                </a:cubicBezTo>
                <a:cubicBezTo>
                  <a:pt x="25869" y="127751"/>
                  <a:pt x="16864" y="123501"/>
                  <a:pt x="10119" y="115001"/>
                </a:cubicBezTo>
                <a:cubicBezTo>
                  <a:pt x="3373" y="106499"/>
                  <a:pt x="0" y="96280"/>
                  <a:pt x="0" y="84343"/>
                </a:cubicBezTo>
                <a:cubicBezTo>
                  <a:pt x="0" y="72826"/>
                  <a:pt x="3072" y="62697"/>
                  <a:pt x="9215" y="53957"/>
                </a:cubicBezTo>
                <a:cubicBezTo>
                  <a:pt x="16623" y="43405"/>
                  <a:pt x="26832" y="38129"/>
                  <a:pt x="39842" y="38129"/>
                </a:cubicBezTo>
                <a:cubicBezTo>
                  <a:pt x="48575" y="38129"/>
                  <a:pt x="55516" y="40334"/>
                  <a:pt x="60666" y="44744"/>
                </a:cubicBezTo>
                <a:cubicBezTo>
                  <a:pt x="65816" y="49152"/>
                  <a:pt x="68390" y="54074"/>
                  <a:pt x="68390" y="59510"/>
                </a:cubicBezTo>
                <a:cubicBezTo>
                  <a:pt x="68390" y="62952"/>
                  <a:pt x="67351" y="65700"/>
                  <a:pt x="65274" y="67754"/>
                </a:cubicBezTo>
                <a:cubicBezTo>
                  <a:pt x="63196" y="69807"/>
                  <a:pt x="60470" y="70834"/>
                  <a:pt x="57097" y="70834"/>
                </a:cubicBezTo>
                <a:cubicBezTo>
                  <a:pt x="53544" y="70834"/>
                  <a:pt x="50608" y="69656"/>
                  <a:pt x="48289" y="67299"/>
                </a:cubicBezTo>
                <a:cubicBezTo>
                  <a:pt x="45970" y="64941"/>
                  <a:pt x="44540" y="60740"/>
                  <a:pt x="43998" y="54696"/>
                </a:cubicBezTo>
                <a:cubicBezTo>
                  <a:pt x="43636" y="50889"/>
                  <a:pt x="42763" y="48229"/>
                  <a:pt x="41378" y="46718"/>
                </a:cubicBezTo>
                <a:cubicBezTo>
                  <a:pt x="39992" y="45208"/>
                  <a:pt x="38366" y="44454"/>
                  <a:pt x="36499" y="44454"/>
                </a:cubicBezTo>
                <a:cubicBezTo>
                  <a:pt x="33608" y="44454"/>
                  <a:pt x="31139" y="45989"/>
                  <a:pt x="29091" y="49061"/>
                </a:cubicBezTo>
                <a:cubicBezTo>
                  <a:pt x="25959" y="53699"/>
                  <a:pt x="24393" y="60806"/>
                  <a:pt x="24393" y="70382"/>
                </a:cubicBezTo>
                <a:cubicBezTo>
                  <a:pt x="24393" y="78333"/>
                  <a:pt x="25658" y="85937"/>
                  <a:pt x="28187" y="93194"/>
                </a:cubicBezTo>
                <a:cubicBezTo>
                  <a:pt x="30717" y="100452"/>
                  <a:pt x="34180" y="105857"/>
                  <a:pt x="38577" y="109411"/>
                </a:cubicBezTo>
                <a:cubicBezTo>
                  <a:pt x="41890" y="112001"/>
                  <a:pt x="45804" y="113296"/>
                  <a:pt x="50322" y="113296"/>
                </a:cubicBezTo>
                <a:cubicBezTo>
                  <a:pt x="53273" y="113296"/>
                  <a:pt x="56074" y="112605"/>
                  <a:pt x="58724" y="111223"/>
                </a:cubicBezTo>
                <a:cubicBezTo>
                  <a:pt x="61374" y="109840"/>
                  <a:pt x="64506" y="107225"/>
                  <a:pt x="68119" y="103378"/>
                </a:cubicBezTo>
                <a:close/>
                <a:moveTo>
                  <a:pt x="120440" y="38125"/>
                </a:moveTo>
                <a:cubicBezTo>
                  <a:pt x="127788" y="38125"/>
                  <a:pt x="134624" y="40024"/>
                  <a:pt x="140948" y="43822"/>
                </a:cubicBezTo>
                <a:cubicBezTo>
                  <a:pt x="147272" y="47621"/>
                  <a:pt x="152076" y="53017"/>
                  <a:pt x="155358" y="60011"/>
                </a:cubicBezTo>
                <a:cubicBezTo>
                  <a:pt x="158641" y="67005"/>
                  <a:pt x="160282" y="74662"/>
                  <a:pt x="160282" y="82981"/>
                </a:cubicBezTo>
                <a:cubicBezTo>
                  <a:pt x="160282" y="94978"/>
                  <a:pt x="157240" y="105016"/>
                  <a:pt x="151157" y="113097"/>
                </a:cubicBezTo>
                <a:cubicBezTo>
                  <a:pt x="143809" y="122863"/>
                  <a:pt x="133661" y="127746"/>
                  <a:pt x="120711" y="127746"/>
                </a:cubicBezTo>
                <a:cubicBezTo>
                  <a:pt x="108003" y="127746"/>
                  <a:pt x="98216" y="123285"/>
                  <a:pt x="91349" y="114361"/>
                </a:cubicBezTo>
                <a:cubicBezTo>
                  <a:pt x="84483" y="105438"/>
                  <a:pt x="81050" y="95098"/>
                  <a:pt x="81050" y="83342"/>
                </a:cubicBezTo>
                <a:cubicBezTo>
                  <a:pt x="81050" y="71225"/>
                  <a:pt x="84559" y="60659"/>
                  <a:pt x="91575" y="51646"/>
                </a:cubicBezTo>
                <a:cubicBezTo>
                  <a:pt x="98592" y="42632"/>
                  <a:pt x="108214" y="38125"/>
                  <a:pt x="120440" y="38125"/>
                </a:cubicBezTo>
                <a:moveTo>
                  <a:pt x="120802" y="44449"/>
                </a:moveTo>
                <a:cubicBezTo>
                  <a:pt x="117730" y="44449"/>
                  <a:pt x="115095" y="45611"/>
                  <a:pt x="112896" y="47933"/>
                </a:cubicBezTo>
                <a:cubicBezTo>
                  <a:pt x="110698" y="50254"/>
                  <a:pt x="109253" y="54836"/>
                  <a:pt x="108560" y="61680"/>
                </a:cubicBezTo>
                <a:cubicBezTo>
                  <a:pt x="107867" y="68523"/>
                  <a:pt x="107521" y="78036"/>
                  <a:pt x="107521" y="90217"/>
                </a:cubicBezTo>
                <a:cubicBezTo>
                  <a:pt x="107521" y="96669"/>
                  <a:pt x="107943" y="102700"/>
                  <a:pt x="108786" y="108308"/>
                </a:cubicBezTo>
                <a:cubicBezTo>
                  <a:pt x="109448" y="112588"/>
                  <a:pt x="110864" y="115845"/>
                  <a:pt x="113032" y="118077"/>
                </a:cubicBezTo>
                <a:cubicBezTo>
                  <a:pt x="115200" y="120307"/>
                  <a:pt x="117670" y="121422"/>
                  <a:pt x="120440" y="121422"/>
                </a:cubicBezTo>
                <a:cubicBezTo>
                  <a:pt x="123151" y="121422"/>
                  <a:pt x="125409" y="120669"/>
                  <a:pt x="127216" y="119161"/>
                </a:cubicBezTo>
                <a:cubicBezTo>
                  <a:pt x="129565" y="117111"/>
                  <a:pt x="131131" y="114247"/>
                  <a:pt x="131914" y="110567"/>
                </a:cubicBezTo>
                <a:cubicBezTo>
                  <a:pt x="133119" y="104840"/>
                  <a:pt x="133721" y="93262"/>
                  <a:pt x="133721" y="75835"/>
                </a:cubicBezTo>
                <a:cubicBezTo>
                  <a:pt x="133721" y="65585"/>
                  <a:pt x="133149" y="58546"/>
                  <a:pt x="132004" y="54717"/>
                </a:cubicBezTo>
                <a:cubicBezTo>
                  <a:pt x="130860" y="50887"/>
                  <a:pt x="129173" y="48098"/>
                  <a:pt x="126945" y="46349"/>
                </a:cubicBezTo>
                <a:cubicBezTo>
                  <a:pt x="125379" y="45083"/>
                  <a:pt x="123331" y="44449"/>
                  <a:pt x="120802" y="44449"/>
                </a:cubicBezTo>
                <a:close/>
                <a:moveTo>
                  <a:pt x="207287" y="2710"/>
                </a:moveTo>
                <a:lnTo>
                  <a:pt x="207287" y="107690"/>
                </a:lnTo>
                <a:cubicBezTo>
                  <a:pt x="207287" y="113653"/>
                  <a:pt x="207980" y="117462"/>
                  <a:pt x="209365" y="119119"/>
                </a:cubicBezTo>
                <a:cubicBezTo>
                  <a:pt x="210750" y="120775"/>
                  <a:pt x="213460" y="121724"/>
                  <a:pt x="217496" y="121964"/>
                </a:cubicBezTo>
                <a:lnTo>
                  <a:pt x="217496" y="125217"/>
                </a:lnTo>
                <a:lnTo>
                  <a:pt x="171872" y="125217"/>
                </a:lnTo>
                <a:lnTo>
                  <a:pt x="171872" y="121964"/>
                </a:lnTo>
                <a:cubicBezTo>
                  <a:pt x="175606" y="121844"/>
                  <a:pt x="178377" y="120760"/>
                  <a:pt x="180184" y="118712"/>
                </a:cubicBezTo>
                <a:cubicBezTo>
                  <a:pt x="181388" y="117327"/>
                  <a:pt x="181991" y="113653"/>
                  <a:pt x="181991" y="107690"/>
                </a:cubicBezTo>
                <a:lnTo>
                  <a:pt x="181991" y="20237"/>
                </a:lnTo>
                <a:cubicBezTo>
                  <a:pt x="181991" y="14297"/>
                  <a:pt x="181298" y="10494"/>
                  <a:pt x="179913" y="8828"/>
                </a:cubicBezTo>
                <a:cubicBezTo>
                  <a:pt x="178527" y="7161"/>
                  <a:pt x="175847" y="6206"/>
                  <a:pt x="171872" y="5963"/>
                </a:cubicBezTo>
                <a:lnTo>
                  <a:pt x="171872" y="2710"/>
                </a:lnTo>
                <a:lnTo>
                  <a:pt x="207287" y="2710"/>
                </a:lnTo>
                <a:close/>
                <a:moveTo>
                  <a:pt x="258723" y="2710"/>
                </a:moveTo>
                <a:lnTo>
                  <a:pt x="258723" y="107690"/>
                </a:lnTo>
                <a:cubicBezTo>
                  <a:pt x="258723" y="113653"/>
                  <a:pt x="259416" y="117462"/>
                  <a:pt x="260801" y="119119"/>
                </a:cubicBezTo>
                <a:cubicBezTo>
                  <a:pt x="262187" y="120775"/>
                  <a:pt x="264897" y="121724"/>
                  <a:pt x="268932" y="121964"/>
                </a:cubicBezTo>
                <a:lnTo>
                  <a:pt x="268932" y="125217"/>
                </a:lnTo>
                <a:lnTo>
                  <a:pt x="223309" y="125217"/>
                </a:lnTo>
                <a:lnTo>
                  <a:pt x="223309" y="121964"/>
                </a:lnTo>
                <a:cubicBezTo>
                  <a:pt x="227043" y="121844"/>
                  <a:pt x="229813" y="120760"/>
                  <a:pt x="231620" y="118712"/>
                </a:cubicBezTo>
                <a:cubicBezTo>
                  <a:pt x="232825" y="117327"/>
                  <a:pt x="233427" y="113653"/>
                  <a:pt x="233427" y="107690"/>
                </a:cubicBezTo>
                <a:lnTo>
                  <a:pt x="233427" y="20237"/>
                </a:lnTo>
                <a:cubicBezTo>
                  <a:pt x="233427" y="14297"/>
                  <a:pt x="232734" y="10494"/>
                  <a:pt x="231349" y="8828"/>
                </a:cubicBezTo>
                <a:cubicBezTo>
                  <a:pt x="229964" y="7161"/>
                  <a:pt x="227284" y="6206"/>
                  <a:pt x="223309" y="5963"/>
                </a:cubicBezTo>
                <a:lnTo>
                  <a:pt x="223309" y="2710"/>
                </a:lnTo>
                <a:lnTo>
                  <a:pt x="258723" y="2710"/>
                </a:lnTo>
                <a:close/>
                <a:moveTo>
                  <a:pt x="346982" y="79864"/>
                </a:moveTo>
                <a:lnTo>
                  <a:pt x="300636" y="79864"/>
                </a:lnTo>
                <a:cubicBezTo>
                  <a:pt x="301178" y="91097"/>
                  <a:pt x="304159" y="99974"/>
                  <a:pt x="309580" y="106496"/>
                </a:cubicBezTo>
                <a:cubicBezTo>
                  <a:pt x="313736" y="111508"/>
                  <a:pt x="318735" y="114014"/>
                  <a:pt x="324577" y="114014"/>
                </a:cubicBezTo>
                <a:cubicBezTo>
                  <a:pt x="328191" y="114014"/>
                  <a:pt x="331473" y="113005"/>
                  <a:pt x="334425" y="110988"/>
                </a:cubicBezTo>
                <a:cubicBezTo>
                  <a:pt x="337376" y="108970"/>
                  <a:pt x="340538" y="105341"/>
                  <a:pt x="343911" y="100101"/>
                </a:cubicBezTo>
                <a:lnTo>
                  <a:pt x="346982" y="102089"/>
                </a:lnTo>
                <a:cubicBezTo>
                  <a:pt x="342405" y="111424"/>
                  <a:pt x="337346" y="118034"/>
                  <a:pt x="331805" y="121919"/>
                </a:cubicBezTo>
                <a:cubicBezTo>
                  <a:pt x="326264" y="125804"/>
                  <a:pt x="319849" y="127746"/>
                  <a:pt x="312561" y="127746"/>
                </a:cubicBezTo>
                <a:cubicBezTo>
                  <a:pt x="300034" y="127746"/>
                  <a:pt x="290548" y="122923"/>
                  <a:pt x="284103" y="113277"/>
                </a:cubicBezTo>
                <a:cubicBezTo>
                  <a:pt x="278923" y="105500"/>
                  <a:pt x="276333" y="95854"/>
                  <a:pt x="276333" y="84339"/>
                </a:cubicBezTo>
                <a:cubicBezTo>
                  <a:pt x="276333" y="70230"/>
                  <a:pt x="280143" y="59001"/>
                  <a:pt x="287762" y="50652"/>
                </a:cubicBezTo>
                <a:cubicBezTo>
                  <a:pt x="295381" y="42301"/>
                  <a:pt x="304310" y="38125"/>
                  <a:pt x="314549" y="38125"/>
                </a:cubicBezTo>
                <a:cubicBezTo>
                  <a:pt x="323102" y="38125"/>
                  <a:pt x="330525" y="41634"/>
                  <a:pt x="336819" y="48650"/>
                </a:cubicBezTo>
                <a:cubicBezTo>
                  <a:pt x="343113" y="55667"/>
                  <a:pt x="346501" y="66072"/>
                  <a:pt x="346982" y="79864"/>
                </a:cubicBezTo>
                <a:moveTo>
                  <a:pt x="324758" y="73901"/>
                </a:moveTo>
                <a:cubicBezTo>
                  <a:pt x="324758" y="64204"/>
                  <a:pt x="324231" y="57549"/>
                  <a:pt x="323177" y="53935"/>
                </a:cubicBezTo>
                <a:cubicBezTo>
                  <a:pt x="322123" y="50322"/>
                  <a:pt x="320482" y="47581"/>
                  <a:pt x="318253" y="45714"/>
                </a:cubicBezTo>
                <a:cubicBezTo>
                  <a:pt x="316988" y="44630"/>
                  <a:pt x="315302" y="44088"/>
                  <a:pt x="313194" y="44088"/>
                </a:cubicBezTo>
                <a:cubicBezTo>
                  <a:pt x="310062" y="44088"/>
                  <a:pt x="307502" y="45624"/>
                  <a:pt x="305515" y="48695"/>
                </a:cubicBezTo>
                <a:cubicBezTo>
                  <a:pt x="301961" y="54056"/>
                  <a:pt x="300184" y="61404"/>
                  <a:pt x="300184" y="70739"/>
                </a:cubicBezTo>
                <a:lnTo>
                  <a:pt x="300184" y="73901"/>
                </a:lnTo>
                <a:lnTo>
                  <a:pt x="324758" y="73901"/>
                </a:lnTo>
                <a:close/>
                <a:moveTo>
                  <a:pt x="427994" y="103373"/>
                </a:moveTo>
                <a:lnTo>
                  <a:pt x="430795" y="105539"/>
                </a:lnTo>
                <a:cubicBezTo>
                  <a:pt x="426820" y="113032"/>
                  <a:pt x="421866" y="118607"/>
                  <a:pt x="415933" y="122264"/>
                </a:cubicBezTo>
                <a:cubicBezTo>
                  <a:pt x="410001" y="125919"/>
                  <a:pt x="403692" y="127746"/>
                  <a:pt x="397006" y="127746"/>
                </a:cubicBezTo>
                <a:cubicBezTo>
                  <a:pt x="385743" y="127746"/>
                  <a:pt x="376739" y="123497"/>
                  <a:pt x="369994" y="114997"/>
                </a:cubicBezTo>
                <a:cubicBezTo>
                  <a:pt x="363248" y="106495"/>
                  <a:pt x="359875" y="96276"/>
                  <a:pt x="359875" y="84339"/>
                </a:cubicBezTo>
                <a:cubicBezTo>
                  <a:pt x="359875" y="72822"/>
                  <a:pt x="362947" y="62693"/>
                  <a:pt x="369090" y="53952"/>
                </a:cubicBezTo>
                <a:cubicBezTo>
                  <a:pt x="376498" y="43401"/>
                  <a:pt x="386707" y="38125"/>
                  <a:pt x="399717" y="38125"/>
                </a:cubicBezTo>
                <a:cubicBezTo>
                  <a:pt x="408450" y="38125"/>
                  <a:pt x="415391" y="40330"/>
                  <a:pt x="420541" y="44740"/>
                </a:cubicBezTo>
                <a:cubicBezTo>
                  <a:pt x="425691" y="49148"/>
                  <a:pt x="428265" y="54070"/>
                  <a:pt x="428265" y="59506"/>
                </a:cubicBezTo>
                <a:cubicBezTo>
                  <a:pt x="428265" y="62948"/>
                  <a:pt x="427226" y="65696"/>
                  <a:pt x="425149" y="67750"/>
                </a:cubicBezTo>
                <a:cubicBezTo>
                  <a:pt x="423071" y="69803"/>
                  <a:pt x="420345" y="70830"/>
                  <a:pt x="416972" y="70830"/>
                </a:cubicBezTo>
                <a:cubicBezTo>
                  <a:pt x="413419" y="70830"/>
                  <a:pt x="410483" y="69651"/>
                  <a:pt x="408164" y="67295"/>
                </a:cubicBezTo>
                <a:cubicBezTo>
                  <a:pt x="405845" y="64937"/>
                  <a:pt x="404415" y="60736"/>
                  <a:pt x="403873" y="54692"/>
                </a:cubicBezTo>
                <a:cubicBezTo>
                  <a:pt x="403511" y="50884"/>
                  <a:pt x="402638" y="48225"/>
                  <a:pt x="401253" y="46714"/>
                </a:cubicBezTo>
                <a:cubicBezTo>
                  <a:pt x="399867" y="45204"/>
                  <a:pt x="398241" y="44449"/>
                  <a:pt x="396374" y="44449"/>
                </a:cubicBezTo>
                <a:cubicBezTo>
                  <a:pt x="393483" y="44449"/>
                  <a:pt x="391014" y="45985"/>
                  <a:pt x="388966" y="49057"/>
                </a:cubicBezTo>
                <a:cubicBezTo>
                  <a:pt x="385834" y="53694"/>
                  <a:pt x="384268" y="60802"/>
                  <a:pt x="384268" y="70378"/>
                </a:cubicBezTo>
                <a:cubicBezTo>
                  <a:pt x="384268" y="78328"/>
                  <a:pt x="385533" y="85932"/>
                  <a:pt x="388062" y="93190"/>
                </a:cubicBezTo>
                <a:cubicBezTo>
                  <a:pt x="390592" y="100448"/>
                  <a:pt x="394055" y="105853"/>
                  <a:pt x="398452" y="109407"/>
                </a:cubicBezTo>
                <a:cubicBezTo>
                  <a:pt x="401764" y="111996"/>
                  <a:pt x="405679" y="113291"/>
                  <a:pt x="410197" y="113291"/>
                </a:cubicBezTo>
                <a:cubicBezTo>
                  <a:pt x="413148" y="113291"/>
                  <a:pt x="415949" y="112601"/>
                  <a:pt x="418599" y="111219"/>
                </a:cubicBezTo>
                <a:cubicBezTo>
                  <a:pt x="421249" y="109836"/>
                  <a:pt x="424381" y="107220"/>
                  <a:pt x="427994" y="103373"/>
                </a:cubicBezTo>
                <a:close/>
                <a:moveTo>
                  <a:pt x="473990" y="9576"/>
                </a:moveTo>
                <a:lnTo>
                  <a:pt x="473990" y="40655"/>
                </a:lnTo>
                <a:lnTo>
                  <a:pt x="494046" y="40655"/>
                </a:lnTo>
                <a:lnTo>
                  <a:pt x="494046" y="49509"/>
                </a:lnTo>
                <a:lnTo>
                  <a:pt x="473990" y="49509"/>
                </a:lnTo>
                <a:lnTo>
                  <a:pt x="473990" y="101778"/>
                </a:lnTo>
                <a:cubicBezTo>
                  <a:pt x="473990" y="106670"/>
                  <a:pt x="474216" y="109825"/>
                  <a:pt x="474667" y="111245"/>
                </a:cubicBezTo>
                <a:cubicBezTo>
                  <a:pt x="475119" y="112664"/>
                  <a:pt x="475917" y="113812"/>
                  <a:pt x="477061" y="114689"/>
                </a:cubicBezTo>
                <a:cubicBezTo>
                  <a:pt x="478206" y="115564"/>
                  <a:pt x="479260" y="116002"/>
                  <a:pt x="480223" y="116002"/>
                </a:cubicBezTo>
                <a:cubicBezTo>
                  <a:pt x="484138" y="116002"/>
                  <a:pt x="487842" y="112990"/>
                  <a:pt x="491336" y="106967"/>
                </a:cubicBezTo>
                <a:lnTo>
                  <a:pt x="494046" y="108975"/>
                </a:lnTo>
                <a:cubicBezTo>
                  <a:pt x="489167" y="120646"/>
                  <a:pt x="481247" y="126482"/>
                  <a:pt x="470286" y="126482"/>
                </a:cubicBezTo>
                <a:cubicBezTo>
                  <a:pt x="464925" y="126482"/>
                  <a:pt x="460393" y="124986"/>
                  <a:pt x="456689" y="121995"/>
                </a:cubicBezTo>
                <a:cubicBezTo>
                  <a:pt x="452985" y="119003"/>
                  <a:pt x="450621" y="115663"/>
                  <a:pt x="449597" y="111976"/>
                </a:cubicBezTo>
                <a:cubicBezTo>
                  <a:pt x="448995" y="109920"/>
                  <a:pt x="448693" y="104360"/>
                  <a:pt x="448693" y="95293"/>
                </a:cubicBezTo>
                <a:lnTo>
                  <a:pt x="448693" y="49509"/>
                </a:lnTo>
                <a:lnTo>
                  <a:pt x="437671" y="49509"/>
                </a:lnTo>
                <a:lnTo>
                  <a:pt x="437671" y="46338"/>
                </a:lnTo>
                <a:cubicBezTo>
                  <a:pt x="445260" y="40966"/>
                  <a:pt x="451720" y="35323"/>
                  <a:pt x="457050" y="29407"/>
                </a:cubicBezTo>
                <a:cubicBezTo>
                  <a:pt x="462380" y="23491"/>
                  <a:pt x="467033" y="16881"/>
                  <a:pt x="471008" y="9576"/>
                </a:cubicBezTo>
                <a:lnTo>
                  <a:pt x="473990" y="9576"/>
                </a:lnTo>
                <a:close/>
                <a:moveTo>
                  <a:pt x="573638" y="79864"/>
                </a:moveTo>
                <a:lnTo>
                  <a:pt x="527291" y="79864"/>
                </a:lnTo>
                <a:cubicBezTo>
                  <a:pt x="527833" y="91097"/>
                  <a:pt x="530815" y="99974"/>
                  <a:pt x="536235" y="106496"/>
                </a:cubicBezTo>
                <a:cubicBezTo>
                  <a:pt x="540391" y="111508"/>
                  <a:pt x="545390" y="114014"/>
                  <a:pt x="551232" y="114014"/>
                </a:cubicBezTo>
                <a:cubicBezTo>
                  <a:pt x="554846" y="114014"/>
                  <a:pt x="558129" y="113005"/>
                  <a:pt x="561080" y="110988"/>
                </a:cubicBezTo>
                <a:cubicBezTo>
                  <a:pt x="564031" y="108970"/>
                  <a:pt x="567193" y="105341"/>
                  <a:pt x="570566" y="100101"/>
                </a:cubicBezTo>
                <a:lnTo>
                  <a:pt x="573638" y="102089"/>
                </a:lnTo>
                <a:cubicBezTo>
                  <a:pt x="569060" y="111424"/>
                  <a:pt x="564001" y="118034"/>
                  <a:pt x="558460" y="121919"/>
                </a:cubicBezTo>
                <a:cubicBezTo>
                  <a:pt x="552919" y="125804"/>
                  <a:pt x="546504" y="127746"/>
                  <a:pt x="539217" y="127746"/>
                </a:cubicBezTo>
                <a:cubicBezTo>
                  <a:pt x="526689" y="127746"/>
                  <a:pt x="517203" y="122923"/>
                  <a:pt x="510758" y="113277"/>
                </a:cubicBezTo>
                <a:cubicBezTo>
                  <a:pt x="505578" y="105500"/>
                  <a:pt x="502989" y="95854"/>
                  <a:pt x="502989" y="84339"/>
                </a:cubicBezTo>
                <a:cubicBezTo>
                  <a:pt x="502989" y="70230"/>
                  <a:pt x="506798" y="59001"/>
                  <a:pt x="514417" y="50652"/>
                </a:cubicBezTo>
                <a:cubicBezTo>
                  <a:pt x="522036" y="42301"/>
                  <a:pt x="530965" y="38125"/>
                  <a:pt x="541204" y="38125"/>
                </a:cubicBezTo>
                <a:cubicBezTo>
                  <a:pt x="549757" y="38125"/>
                  <a:pt x="557180" y="41634"/>
                  <a:pt x="563474" y="48650"/>
                </a:cubicBezTo>
                <a:cubicBezTo>
                  <a:pt x="569768" y="55667"/>
                  <a:pt x="573156" y="66072"/>
                  <a:pt x="573638" y="79864"/>
                </a:cubicBezTo>
                <a:moveTo>
                  <a:pt x="551413" y="73901"/>
                </a:moveTo>
                <a:cubicBezTo>
                  <a:pt x="551413" y="64204"/>
                  <a:pt x="550886" y="57549"/>
                  <a:pt x="549832" y="53935"/>
                </a:cubicBezTo>
                <a:cubicBezTo>
                  <a:pt x="548778" y="50322"/>
                  <a:pt x="547137" y="47581"/>
                  <a:pt x="544908" y="45714"/>
                </a:cubicBezTo>
                <a:cubicBezTo>
                  <a:pt x="543643" y="44630"/>
                  <a:pt x="541957" y="44088"/>
                  <a:pt x="539849" y="44088"/>
                </a:cubicBezTo>
                <a:cubicBezTo>
                  <a:pt x="536717" y="44088"/>
                  <a:pt x="534157" y="45624"/>
                  <a:pt x="532170" y="48695"/>
                </a:cubicBezTo>
                <a:cubicBezTo>
                  <a:pt x="528616" y="54056"/>
                  <a:pt x="526839" y="61404"/>
                  <a:pt x="526839" y="70739"/>
                </a:cubicBezTo>
                <a:lnTo>
                  <a:pt x="526839" y="73901"/>
                </a:lnTo>
                <a:lnTo>
                  <a:pt x="551413" y="73901"/>
                </a:lnTo>
                <a:close/>
                <a:moveTo>
                  <a:pt x="665618" y="2710"/>
                </a:moveTo>
                <a:lnTo>
                  <a:pt x="665618" y="99920"/>
                </a:lnTo>
                <a:cubicBezTo>
                  <a:pt x="665618" y="106420"/>
                  <a:pt x="665799" y="110265"/>
                  <a:pt x="666160" y="111456"/>
                </a:cubicBezTo>
                <a:cubicBezTo>
                  <a:pt x="666642" y="113425"/>
                  <a:pt x="667560" y="114887"/>
                  <a:pt x="668916" y="115841"/>
                </a:cubicBezTo>
                <a:cubicBezTo>
                  <a:pt x="670271" y="116793"/>
                  <a:pt x="672635" y="117389"/>
                  <a:pt x="676008" y="117628"/>
                </a:cubicBezTo>
                <a:lnTo>
                  <a:pt x="676008" y="120880"/>
                </a:lnTo>
                <a:lnTo>
                  <a:pt x="640322" y="127746"/>
                </a:lnTo>
                <a:lnTo>
                  <a:pt x="640322" y="114376"/>
                </a:lnTo>
                <a:cubicBezTo>
                  <a:pt x="636045" y="119555"/>
                  <a:pt x="632236" y="123079"/>
                  <a:pt x="628893" y="124946"/>
                </a:cubicBezTo>
                <a:cubicBezTo>
                  <a:pt x="625551" y="126813"/>
                  <a:pt x="621771" y="127746"/>
                  <a:pt x="617555" y="127746"/>
                </a:cubicBezTo>
                <a:cubicBezTo>
                  <a:pt x="606774" y="127746"/>
                  <a:pt x="598252" y="122923"/>
                  <a:pt x="591988" y="113277"/>
                </a:cubicBezTo>
                <a:cubicBezTo>
                  <a:pt x="586928" y="105440"/>
                  <a:pt x="584399" y="95824"/>
                  <a:pt x="584399" y="84429"/>
                </a:cubicBezTo>
                <a:cubicBezTo>
                  <a:pt x="584399" y="75325"/>
                  <a:pt x="585965" y="67171"/>
                  <a:pt x="589097" y="59966"/>
                </a:cubicBezTo>
                <a:cubicBezTo>
                  <a:pt x="592229" y="52761"/>
                  <a:pt x="596520" y="47320"/>
                  <a:pt x="601971" y="43642"/>
                </a:cubicBezTo>
                <a:cubicBezTo>
                  <a:pt x="607421" y="39964"/>
                  <a:pt x="613279" y="38125"/>
                  <a:pt x="619543" y="38125"/>
                </a:cubicBezTo>
                <a:cubicBezTo>
                  <a:pt x="623578" y="38125"/>
                  <a:pt x="627162" y="38915"/>
                  <a:pt x="630294" y="40494"/>
                </a:cubicBezTo>
                <a:cubicBezTo>
                  <a:pt x="633425" y="42073"/>
                  <a:pt x="636768" y="44837"/>
                  <a:pt x="640322" y="48786"/>
                </a:cubicBezTo>
                <a:lnTo>
                  <a:pt x="640322" y="23309"/>
                </a:lnTo>
                <a:cubicBezTo>
                  <a:pt x="640322" y="16864"/>
                  <a:pt x="640051" y="12979"/>
                  <a:pt x="639509" y="11654"/>
                </a:cubicBezTo>
                <a:cubicBezTo>
                  <a:pt x="638786" y="9908"/>
                  <a:pt x="637702" y="8613"/>
                  <a:pt x="636256" y="7770"/>
                </a:cubicBezTo>
                <a:cubicBezTo>
                  <a:pt x="634811" y="6926"/>
                  <a:pt x="632100" y="6505"/>
                  <a:pt x="628125" y="6505"/>
                </a:cubicBezTo>
                <a:lnTo>
                  <a:pt x="628125" y="2710"/>
                </a:lnTo>
                <a:lnTo>
                  <a:pt x="665618" y="2710"/>
                </a:lnTo>
                <a:moveTo>
                  <a:pt x="640322" y="59808"/>
                </a:moveTo>
                <a:cubicBezTo>
                  <a:pt x="635865" y="51376"/>
                  <a:pt x="630414" y="47160"/>
                  <a:pt x="623969" y="47160"/>
                </a:cubicBezTo>
                <a:cubicBezTo>
                  <a:pt x="621741" y="47160"/>
                  <a:pt x="619904" y="47762"/>
                  <a:pt x="618459" y="48966"/>
                </a:cubicBezTo>
                <a:cubicBezTo>
                  <a:pt x="616230" y="50834"/>
                  <a:pt x="614408" y="54116"/>
                  <a:pt x="612993" y="58814"/>
                </a:cubicBezTo>
                <a:cubicBezTo>
                  <a:pt x="611577" y="63512"/>
                  <a:pt x="610870" y="70709"/>
                  <a:pt x="610870" y="80406"/>
                </a:cubicBezTo>
                <a:cubicBezTo>
                  <a:pt x="610870" y="91067"/>
                  <a:pt x="611653" y="98957"/>
                  <a:pt x="613219" y="104076"/>
                </a:cubicBezTo>
                <a:cubicBezTo>
                  <a:pt x="614785" y="109196"/>
                  <a:pt x="616923" y="112900"/>
                  <a:pt x="619633" y="115189"/>
                </a:cubicBezTo>
                <a:cubicBezTo>
                  <a:pt x="621018" y="116333"/>
                  <a:pt x="622915" y="116905"/>
                  <a:pt x="625325" y="116905"/>
                </a:cubicBezTo>
                <a:cubicBezTo>
                  <a:pt x="630625" y="116905"/>
                  <a:pt x="635624" y="112736"/>
                  <a:pt x="640322" y="104398"/>
                </a:cubicBezTo>
                <a:lnTo>
                  <a:pt x="640322" y="59808"/>
                </a:lnTo>
                <a:close/>
                <a:moveTo>
                  <a:pt x="753878" y="0"/>
                </a:moveTo>
                <a:cubicBezTo>
                  <a:pt x="757793" y="0"/>
                  <a:pt x="761106" y="1375"/>
                  <a:pt x="763816" y="4125"/>
                </a:cubicBezTo>
                <a:cubicBezTo>
                  <a:pt x="766527" y="6873"/>
                  <a:pt x="767882" y="10181"/>
                  <a:pt x="767882" y="14048"/>
                </a:cubicBezTo>
                <a:cubicBezTo>
                  <a:pt x="767882" y="17916"/>
                  <a:pt x="766511" y="21210"/>
                  <a:pt x="763771" y="23930"/>
                </a:cubicBezTo>
                <a:cubicBezTo>
                  <a:pt x="761031" y="26648"/>
                  <a:pt x="757733" y="28007"/>
                  <a:pt x="753878" y="28007"/>
                </a:cubicBezTo>
                <a:cubicBezTo>
                  <a:pt x="750024" y="28007"/>
                  <a:pt x="746741" y="26648"/>
                  <a:pt x="744031" y="23930"/>
                </a:cubicBezTo>
                <a:cubicBezTo>
                  <a:pt x="741321" y="21210"/>
                  <a:pt x="739965" y="17916"/>
                  <a:pt x="739965" y="14048"/>
                </a:cubicBezTo>
                <a:cubicBezTo>
                  <a:pt x="739965" y="10181"/>
                  <a:pt x="741321" y="6873"/>
                  <a:pt x="744031" y="4125"/>
                </a:cubicBezTo>
                <a:cubicBezTo>
                  <a:pt x="746741" y="1375"/>
                  <a:pt x="750024" y="0"/>
                  <a:pt x="753878" y="0"/>
                </a:cubicBezTo>
                <a:moveTo>
                  <a:pt x="766527" y="40655"/>
                </a:moveTo>
                <a:lnTo>
                  <a:pt x="766527" y="107690"/>
                </a:lnTo>
                <a:cubicBezTo>
                  <a:pt x="766527" y="113653"/>
                  <a:pt x="767219" y="117462"/>
                  <a:pt x="768604" y="119119"/>
                </a:cubicBezTo>
                <a:cubicBezTo>
                  <a:pt x="769990" y="120775"/>
                  <a:pt x="772700" y="121724"/>
                  <a:pt x="776735" y="121964"/>
                </a:cubicBezTo>
                <a:lnTo>
                  <a:pt x="776735" y="125217"/>
                </a:lnTo>
                <a:lnTo>
                  <a:pt x="731112" y="125217"/>
                </a:lnTo>
                <a:lnTo>
                  <a:pt x="731112" y="121964"/>
                </a:lnTo>
                <a:cubicBezTo>
                  <a:pt x="734846" y="121844"/>
                  <a:pt x="737616" y="120760"/>
                  <a:pt x="739423" y="118712"/>
                </a:cubicBezTo>
                <a:cubicBezTo>
                  <a:pt x="740628" y="117327"/>
                  <a:pt x="741230" y="113653"/>
                  <a:pt x="741230" y="107690"/>
                </a:cubicBezTo>
                <a:lnTo>
                  <a:pt x="741230" y="58362"/>
                </a:lnTo>
                <a:cubicBezTo>
                  <a:pt x="741230" y="52324"/>
                  <a:pt x="740538" y="48467"/>
                  <a:pt x="739152" y="46790"/>
                </a:cubicBezTo>
                <a:cubicBezTo>
                  <a:pt x="737767" y="45113"/>
                  <a:pt x="735087" y="44152"/>
                  <a:pt x="731112" y="43907"/>
                </a:cubicBezTo>
                <a:lnTo>
                  <a:pt x="731112" y="40655"/>
                </a:lnTo>
                <a:lnTo>
                  <a:pt x="766527" y="40655"/>
                </a:lnTo>
                <a:close/>
                <a:moveTo>
                  <a:pt x="819498" y="40655"/>
                </a:moveTo>
                <a:lnTo>
                  <a:pt x="819498" y="51677"/>
                </a:lnTo>
                <a:cubicBezTo>
                  <a:pt x="823834" y="46947"/>
                  <a:pt x="827990" y="43506"/>
                  <a:pt x="831965" y="41355"/>
                </a:cubicBezTo>
                <a:cubicBezTo>
                  <a:pt x="835941" y="39202"/>
                  <a:pt x="840217" y="38125"/>
                  <a:pt x="844794" y="38125"/>
                </a:cubicBezTo>
                <a:cubicBezTo>
                  <a:pt x="850275" y="38125"/>
                  <a:pt x="854822" y="39648"/>
                  <a:pt x="858436" y="42693"/>
                </a:cubicBezTo>
                <a:cubicBezTo>
                  <a:pt x="862050" y="45739"/>
                  <a:pt x="864459" y="49523"/>
                  <a:pt x="865664" y="54045"/>
                </a:cubicBezTo>
                <a:cubicBezTo>
                  <a:pt x="866627" y="57484"/>
                  <a:pt x="867109" y="64089"/>
                  <a:pt x="867109" y="73859"/>
                </a:cubicBezTo>
                <a:lnTo>
                  <a:pt x="867109" y="106787"/>
                </a:lnTo>
                <a:cubicBezTo>
                  <a:pt x="867109" y="113291"/>
                  <a:pt x="867697" y="117342"/>
                  <a:pt x="868871" y="118938"/>
                </a:cubicBezTo>
                <a:cubicBezTo>
                  <a:pt x="870045" y="120534"/>
                  <a:pt x="872500" y="121543"/>
                  <a:pt x="876234" y="121964"/>
                </a:cubicBezTo>
                <a:lnTo>
                  <a:pt x="876234" y="125217"/>
                </a:lnTo>
                <a:lnTo>
                  <a:pt x="833501" y="125217"/>
                </a:lnTo>
                <a:lnTo>
                  <a:pt x="833501" y="121964"/>
                </a:lnTo>
                <a:cubicBezTo>
                  <a:pt x="836693" y="121543"/>
                  <a:pt x="838982" y="120218"/>
                  <a:pt x="840367" y="117989"/>
                </a:cubicBezTo>
                <a:cubicBezTo>
                  <a:pt x="841331" y="116484"/>
                  <a:pt x="841813" y="112749"/>
                  <a:pt x="841813" y="106787"/>
                </a:cubicBezTo>
                <a:lnTo>
                  <a:pt x="841813" y="69204"/>
                </a:lnTo>
                <a:cubicBezTo>
                  <a:pt x="841813" y="62277"/>
                  <a:pt x="841542" y="57911"/>
                  <a:pt x="841000" y="56104"/>
                </a:cubicBezTo>
                <a:cubicBezTo>
                  <a:pt x="840458" y="54297"/>
                  <a:pt x="839539" y="52896"/>
                  <a:pt x="838244" y="51903"/>
                </a:cubicBezTo>
                <a:cubicBezTo>
                  <a:pt x="836949" y="50909"/>
                  <a:pt x="835519" y="50412"/>
                  <a:pt x="833953" y="50412"/>
                </a:cubicBezTo>
                <a:cubicBezTo>
                  <a:pt x="828773" y="50412"/>
                  <a:pt x="823955" y="54146"/>
                  <a:pt x="819498" y="61615"/>
                </a:cubicBezTo>
                <a:lnTo>
                  <a:pt x="819498" y="106787"/>
                </a:lnTo>
                <a:cubicBezTo>
                  <a:pt x="819498" y="113111"/>
                  <a:pt x="820085" y="117116"/>
                  <a:pt x="821260" y="118802"/>
                </a:cubicBezTo>
                <a:cubicBezTo>
                  <a:pt x="822434" y="120489"/>
                  <a:pt x="824617" y="121543"/>
                  <a:pt x="827810" y="121964"/>
                </a:cubicBezTo>
                <a:lnTo>
                  <a:pt x="827810" y="125217"/>
                </a:lnTo>
                <a:lnTo>
                  <a:pt x="785077" y="125217"/>
                </a:lnTo>
                <a:lnTo>
                  <a:pt x="785077" y="121964"/>
                </a:lnTo>
                <a:cubicBezTo>
                  <a:pt x="788630" y="121603"/>
                  <a:pt x="791160" y="120459"/>
                  <a:pt x="792666" y="118531"/>
                </a:cubicBezTo>
                <a:cubicBezTo>
                  <a:pt x="793690" y="117206"/>
                  <a:pt x="794202" y="113291"/>
                  <a:pt x="794202" y="106787"/>
                </a:cubicBezTo>
                <a:lnTo>
                  <a:pt x="794202" y="59085"/>
                </a:lnTo>
                <a:cubicBezTo>
                  <a:pt x="794202" y="52624"/>
                  <a:pt x="793614" y="48600"/>
                  <a:pt x="792440" y="47016"/>
                </a:cubicBezTo>
                <a:cubicBezTo>
                  <a:pt x="791265" y="45431"/>
                  <a:pt x="788811" y="44395"/>
                  <a:pt x="785077" y="43907"/>
                </a:cubicBezTo>
                <a:lnTo>
                  <a:pt x="785077" y="40655"/>
                </a:lnTo>
                <a:lnTo>
                  <a:pt x="819498" y="40655"/>
                </a:lnTo>
                <a:close/>
                <a:moveTo>
                  <a:pt x="967297" y="116634"/>
                </a:moveTo>
                <a:lnTo>
                  <a:pt x="967297" y="147984"/>
                </a:lnTo>
                <a:cubicBezTo>
                  <a:pt x="967297" y="152378"/>
                  <a:pt x="967644" y="155369"/>
                  <a:pt x="968336" y="156956"/>
                </a:cubicBezTo>
                <a:cubicBezTo>
                  <a:pt x="969029" y="158544"/>
                  <a:pt x="970098" y="159705"/>
                  <a:pt x="971543" y="160437"/>
                </a:cubicBezTo>
                <a:cubicBezTo>
                  <a:pt x="972989" y="161169"/>
                  <a:pt x="975820" y="161535"/>
                  <a:pt x="980036" y="161535"/>
                </a:cubicBezTo>
                <a:lnTo>
                  <a:pt x="980036" y="164788"/>
                </a:lnTo>
                <a:lnTo>
                  <a:pt x="931882" y="164788"/>
                </a:lnTo>
                <a:lnTo>
                  <a:pt x="931882" y="161535"/>
                </a:lnTo>
                <a:cubicBezTo>
                  <a:pt x="935617" y="161413"/>
                  <a:pt x="938387" y="160345"/>
                  <a:pt x="940194" y="158331"/>
                </a:cubicBezTo>
                <a:cubicBezTo>
                  <a:pt x="941399" y="156929"/>
                  <a:pt x="942001" y="153299"/>
                  <a:pt x="942001" y="147441"/>
                </a:cubicBezTo>
                <a:lnTo>
                  <a:pt x="942001" y="58362"/>
                </a:lnTo>
                <a:cubicBezTo>
                  <a:pt x="942001" y="52324"/>
                  <a:pt x="941308" y="48467"/>
                  <a:pt x="939923" y="46790"/>
                </a:cubicBezTo>
                <a:cubicBezTo>
                  <a:pt x="938538" y="45113"/>
                  <a:pt x="935857" y="44152"/>
                  <a:pt x="931882" y="43907"/>
                </a:cubicBezTo>
                <a:lnTo>
                  <a:pt x="931882" y="40655"/>
                </a:lnTo>
                <a:lnTo>
                  <a:pt x="967297" y="40655"/>
                </a:lnTo>
                <a:lnTo>
                  <a:pt x="967297" y="51767"/>
                </a:lnTo>
                <a:cubicBezTo>
                  <a:pt x="970248" y="47431"/>
                  <a:pt x="973260" y="44299"/>
                  <a:pt x="976332" y="42371"/>
                </a:cubicBezTo>
                <a:cubicBezTo>
                  <a:pt x="980728" y="39541"/>
                  <a:pt x="985517" y="38125"/>
                  <a:pt x="990696" y="38125"/>
                </a:cubicBezTo>
                <a:cubicBezTo>
                  <a:pt x="996900" y="38125"/>
                  <a:pt x="1002546" y="40085"/>
                  <a:pt x="1007636" y="44003"/>
                </a:cubicBezTo>
                <a:cubicBezTo>
                  <a:pt x="1012725" y="47922"/>
                  <a:pt x="1016595" y="53333"/>
                  <a:pt x="1019245" y="60237"/>
                </a:cubicBezTo>
                <a:cubicBezTo>
                  <a:pt x="1021895" y="67141"/>
                  <a:pt x="1023220" y="74571"/>
                  <a:pt x="1023220" y="82529"/>
                </a:cubicBezTo>
                <a:cubicBezTo>
                  <a:pt x="1023220" y="91089"/>
                  <a:pt x="1021850" y="98912"/>
                  <a:pt x="1019110" y="105996"/>
                </a:cubicBezTo>
                <a:cubicBezTo>
                  <a:pt x="1016369" y="113081"/>
                  <a:pt x="1012394" y="118477"/>
                  <a:pt x="1007184" y="122185"/>
                </a:cubicBezTo>
                <a:cubicBezTo>
                  <a:pt x="1001974" y="125893"/>
                  <a:pt x="996177" y="127746"/>
                  <a:pt x="989793" y="127746"/>
                </a:cubicBezTo>
                <a:cubicBezTo>
                  <a:pt x="985155" y="127746"/>
                  <a:pt x="980819" y="126723"/>
                  <a:pt x="976783" y="124675"/>
                </a:cubicBezTo>
                <a:cubicBezTo>
                  <a:pt x="973772" y="123109"/>
                  <a:pt x="970610" y="120429"/>
                  <a:pt x="967297" y="116634"/>
                </a:cubicBezTo>
                <a:moveTo>
                  <a:pt x="967297" y="107495"/>
                </a:moveTo>
                <a:cubicBezTo>
                  <a:pt x="972477" y="114853"/>
                  <a:pt x="978018" y="118531"/>
                  <a:pt x="983921" y="118531"/>
                </a:cubicBezTo>
                <a:cubicBezTo>
                  <a:pt x="987173" y="118531"/>
                  <a:pt x="989853" y="116813"/>
                  <a:pt x="991961" y="113376"/>
                </a:cubicBezTo>
                <a:cubicBezTo>
                  <a:pt x="995093" y="108309"/>
                  <a:pt x="996659" y="98659"/>
                  <a:pt x="996659" y="84426"/>
                </a:cubicBezTo>
                <a:cubicBezTo>
                  <a:pt x="996659" y="69832"/>
                  <a:pt x="994942" y="59851"/>
                  <a:pt x="991509" y="54483"/>
                </a:cubicBezTo>
                <a:cubicBezTo>
                  <a:pt x="989221" y="50926"/>
                  <a:pt x="986149" y="49147"/>
                  <a:pt x="982294" y="49147"/>
                </a:cubicBezTo>
                <a:cubicBezTo>
                  <a:pt x="976211" y="49147"/>
                  <a:pt x="971212" y="53550"/>
                  <a:pt x="967297" y="62354"/>
                </a:cubicBezTo>
                <a:lnTo>
                  <a:pt x="967297" y="107495"/>
                </a:lnTo>
                <a:close/>
                <a:moveTo>
                  <a:pt x="1084639" y="112749"/>
                </a:moveTo>
                <a:cubicBezTo>
                  <a:pt x="1074340" y="121904"/>
                  <a:pt x="1065095" y="126482"/>
                  <a:pt x="1056904" y="126482"/>
                </a:cubicBezTo>
                <a:cubicBezTo>
                  <a:pt x="1052085" y="126482"/>
                  <a:pt x="1048080" y="124896"/>
                  <a:pt x="1044888" y="121724"/>
                </a:cubicBezTo>
                <a:cubicBezTo>
                  <a:pt x="1041696" y="118551"/>
                  <a:pt x="1040100" y="114578"/>
                  <a:pt x="1040100" y="109805"/>
                </a:cubicBezTo>
                <a:cubicBezTo>
                  <a:pt x="1040100" y="103338"/>
                  <a:pt x="1042870" y="97521"/>
                  <a:pt x="1048411" y="92354"/>
                </a:cubicBezTo>
                <a:cubicBezTo>
                  <a:pt x="1053953" y="87188"/>
                  <a:pt x="1066029" y="80314"/>
                  <a:pt x="1084639" y="71733"/>
                </a:cubicBezTo>
                <a:lnTo>
                  <a:pt x="1084639" y="63241"/>
                </a:lnTo>
                <a:cubicBezTo>
                  <a:pt x="1084639" y="56857"/>
                  <a:pt x="1084293" y="52836"/>
                  <a:pt x="1083600" y="51180"/>
                </a:cubicBezTo>
                <a:cubicBezTo>
                  <a:pt x="1082908" y="49524"/>
                  <a:pt x="1081598" y="48078"/>
                  <a:pt x="1079670" y="46843"/>
                </a:cubicBezTo>
                <a:cubicBezTo>
                  <a:pt x="1077743" y="45609"/>
                  <a:pt x="1075575" y="44991"/>
                  <a:pt x="1073166" y="44991"/>
                </a:cubicBezTo>
                <a:cubicBezTo>
                  <a:pt x="1069251" y="44991"/>
                  <a:pt x="1066029" y="45865"/>
                  <a:pt x="1063499" y="47611"/>
                </a:cubicBezTo>
                <a:cubicBezTo>
                  <a:pt x="1061933" y="48695"/>
                  <a:pt x="1061150" y="49960"/>
                  <a:pt x="1061150" y="51406"/>
                </a:cubicBezTo>
                <a:cubicBezTo>
                  <a:pt x="1061150" y="52671"/>
                  <a:pt x="1061993" y="54237"/>
                  <a:pt x="1063680" y="56104"/>
                </a:cubicBezTo>
                <a:cubicBezTo>
                  <a:pt x="1065968" y="58694"/>
                  <a:pt x="1067113" y="61193"/>
                  <a:pt x="1067113" y="63602"/>
                </a:cubicBezTo>
                <a:cubicBezTo>
                  <a:pt x="1067113" y="66553"/>
                  <a:pt x="1066013" y="69068"/>
                  <a:pt x="1063815" y="71146"/>
                </a:cubicBezTo>
                <a:cubicBezTo>
                  <a:pt x="1061617" y="73224"/>
                  <a:pt x="1058741" y="74263"/>
                  <a:pt x="1055187" y="74263"/>
                </a:cubicBezTo>
                <a:cubicBezTo>
                  <a:pt x="1051393" y="74263"/>
                  <a:pt x="1048216" y="73118"/>
                  <a:pt x="1045656" y="70830"/>
                </a:cubicBezTo>
                <a:cubicBezTo>
                  <a:pt x="1043096" y="68541"/>
                  <a:pt x="1041816" y="65861"/>
                  <a:pt x="1041816" y="62789"/>
                </a:cubicBezTo>
                <a:cubicBezTo>
                  <a:pt x="1041816" y="58453"/>
                  <a:pt x="1043533" y="54312"/>
                  <a:pt x="1046966" y="50367"/>
                </a:cubicBezTo>
                <a:cubicBezTo>
                  <a:pt x="1050399" y="46422"/>
                  <a:pt x="1055187" y="43395"/>
                  <a:pt x="1061331" y="41287"/>
                </a:cubicBezTo>
                <a:cubicBezTo>
                  <a:pt x="1067474" y="39179"/>
                  <a:pt x="1073858" y="38125"/>
                  <a:pt x="1080484" y="38125"/>
                </a:cubicBezTo>
                <a:cubicBezTo>
                  <a:pt x="1088494" y="38125"/>
                  <a:pt x="1094833" y="39831"/>
                  <a:pt x="1099501" y="43244"/>
                </a:cubicBezTo>
                <a:cubicBezTo>
                  <a:pt x="1104169" y="46654"/>
                  <a:pt x="1107195" y="50352"/>
                  <a:pt x="1108581" y="54336"/>
                </a:cubicBezTo>
                <a:cubicBezTo>
                  <a:pt x="1109424" y="56872"/>
                  <a:pt x="1109845" y="62697"/>
                  <a:pt x="1109845" y="71812"/>
                </a:cubicBezTo>
                <a:lnTo>
                  <a:pt x="1109845" y="104683"/>
                </a:lnTo>
                <a:cubicBezTo>
                  <a:pt x="1109845" y="108547"/>
                  <a:pt x="1109996" y="110978"/>
                  <a:pt x="1110297" y="111976"/>
                </a:cubicBezTo>
                <a:cubicBezTo>
                  <a:pt x="1110598" y="112971"/>
                  <a:pt x="1111050" y="113711"/>
                  <a:pt x="1111652" y="114195"/>
                </a:cubicBezTo>
                <a:cubicBezTo>
                  <a:pt x="1112255" y="114677"/>
                  <a:pt x="1112947" y="114918"/>
                  <a:pt x="1113730" y="114918"/>
                </a:cubicBezTo>
                <a:cubicBezTo>
                  <a:pt x="1115296" y="114918"/>
                  <a:pt x="1116892" y="113803"/>
                  <a:pt x="1118518" y="111575"/>
                </a:cubicBezTo>
                <a:lnTo>
                  <a:pt x="1121229" y="113743"/>
                </a:lnTo>
                <a:cubicBezTo>
                  <a:pt x="1118217" y="118200"/>
                  <a:pt x="1115100" y="121437"/>
                  <a:pt x="1111878" y="123455"/>
                </a:cubicBezTo>
                <a:cubicBezTo>
                  <a:pt x="1108656" y="125473"/>
                  <a:pt x="1104997" y="126482"/>
                  <a:pt x="1100901" y="126482"/>
                </a:cubicBezTo>
                <a:cubicBezTo>
                  <a:pt x="1096083" y="126482"/>
                  <a:pt x="1092319" y="125345"/>
                  <a:pt x="1089608" y="123071"/>
                </a:cubicBezTo>
                <a:cubicBezTo>
                  <a:pt x="1086898" y="120797"/>
                  <a:pt x="1085242" y="117357"/>
                  <a:pt x="1084639" y="112749"/>
                </a:cubicBezTo>
                <a:moveTo>
                  <a:pt x="1084639" y="106064"/>
                </a:moveTo>
                <a:lnTo>
                  <a:pt x="1084639" y="77803"/>
                </a:lnTo>
                <a:cubicBezTo>
                  <a:pt x="1077352" y="82100"/>
                  <a:pt x="1071931" y="86700"/>
                  <a:pt x="1068377" y="91603"/>
                </a:cubicBezTo>
                <a:cubicBezTo>
                  <a:pt x="1066029" y="94871"/>
                  <a:pt x="1064854" y="98169"/>
                  <a:pt x="1064854" y="101499"/>
                </a:cubicBezTo>
                <a:cubicBezTo>
                  <a:pt x="1064854" y="104282"/>
                  <a:pt x="1065848" y="106734"/>
                  <a:pt x="1067835" y="108853"/>
                </a:cubicBezTo>
                <a:cubicBezTo>
                  <a:pt x="1069341" y="110487"/>
                  <a:pt x="1071449" y="111304"/>
                  <a:pt x="1074159" y="111304"/>
                </a:cubicBezTo>
                <a:cubicBezTo>
                  <a:pt x="1077171" y="111304"/>
                  <a:pt x="1080664" y="109557"/>
                  <a:pt x="1084639" y="106064"/>
                </a:cubicBezTo>
                <a:close/>
                <a:moveTo>
                  <a:pt x="1182629" y="38487"/>
                </a:moveTo>
                <a:lnTo>
                  <a:pt x="1183984" y="67397"/>
                </a:lnTo>
                <a:lnTo>
                  <a:pt x="1180912" y="67397"/>
                </a:lnTo>
                <a:cubicBezTo>
                  <a:pt x="1177238" y="58774"/>
                  <a:pt x="1173429" y="52885"/>
                  <a:pt x="1169484" y="49729"/>
                </a:cubicBezTo>
                <a:cubicBezTo>
                  <a:pt x="1165539" y="46570"/>
                  <a:pt x="1161609" y="44991"/>
                  <a:pt x="1157694" y="44991"/>
                </a:cubicBezTo>
                <a:cubicBezTo>
                  <a:pt x="1155224" y="44991"/>
                  <a:pt x="1153116" y="45819"/>
                  <a:pt x="1151370" y="47476"/>
                </a:cubicBezTo>
                <a:cubicBezTo>
                  <a:pt x="1149623" y="49132"/>
                  <a:pt x="1148750" y="51044"/>
                  <a:pt x="1148750" y="53213"/>
                </a:cubicBezTo>
                <a:cubicBezTo>
                  <a:pt x="1148750" y="54839"/>
                  <a:pt x="1149352" y="56405"/>
                  <a:pt x="1150556" y="57911"/>
                </a:cubicBezTo>
                <a:cubicBezTo>
                  <a:pt x="1152484" y="60380"/>
                  <a:pt x="1157874" y="64611"/>
                  <a:pt x="1166728" y="70604"/>
                </a:cubicBezTo>
                <a:cubicBezTo>
                  <a:pt x="1175582" y="76597"/>
                  <a:pt x="1181409" y="81686"/>
                  <a:pt x="1184210" y="85872"/>
                </a:cubicBezTo>
                <a:cubicBezTo>
                  <a:pt x="1187010" y="90058"/>
                  <a:pt x="1188411" y="94741"/>
                  <a:pt x="1188411" y="99920"/>
                </a:cubicBezTo>
                <a:cubicBezTo>
                  <a:pt x="1188411" y="104618"/>
                  <a:pt x="1187236" y="109226"/>
                  <a:pt x="1184887" y="113743"/>
                </a:cubicBezTo>
                <a:cubicBezTo>
                  <a:pt x="1182538" y="118260"/>
                  <a:pt x="1179226" y="121724"/>
                  <a:pt x="1174949" y="124133"/>
                </a:cubicBezTo>
                <a:cubicBezTo>
                  <a:pt x="1170673" y="126542"/>
                  <a:pt x="1165945" y="127746"/>
                  <a:pt x="1160765" y="127746"/>
                </a:cubicBezTo>
                <a:cubicBezTo>
                  <a:pt x="1156730" y="127746"/>
                  <a:pt x="1151339" y="126458"/>
                  <a:pt x="1144594" y="123881"/>
                </a:cubicBezTo>
                <a:cubicBezTo>
                  <a:pt x="1142787" y="123206"/>
                  <a:pt x="1141552" y="122868"/>
                  <a:pt x="1140890" y="122868"/>
                </a:cubicBezTo>
                <a:cubicBezTo>
                  <a:pt x="1138902" y="122868"/>
                  <a:pt x="1137246" y="124374"/>
                  <a:pt x="1135921" y="127385"/>
                </a:cubicBezTo>
                <a:lnTo>
                  <a:pt x="1132939" y="127385"/>
                </a:lnTo>
                <a:lnTo>
                  <a:pt x="1131494" y="97029"/>
                </a:lnTo>
                <a:lnTo>
                  <a:pt x="1134566" y="97029"/>
                </a:lnTo>
                <a:cubicBezTo>
                  <a:pt x="1137276" y="104980"/>
                  <a:pt x="1140995" y="110942"/>
                  <a:pt x="1145723" y="114918"/>
                </a:cubicBezTo>
                <a:cubicBezTo>
                  <a:pt x="1150451" y="118893"/>
                  <a:pt x="1154923" y="120880"/>
                  <a:pt x="1159139" y="120880"/>
                </a:cubicBezTo>
                <a:cubicBezTo>
                  <a:pt x="1162030" y="120880"/>
                  <a:pt x="1164394" y="119992"/>
                  <a:pt x="1166231" y="118215"/>
                </a:cubicBezTo>
                <a:cubicBezTo>
                  <a:pt x="1168068" y="116438"/>
                  <a:pt x="1168987" y="114285"/>
                  <a:pt x="1168987" y="111756"/>
                </a:cubicBezTo>
                <a:cubicBezTo>
                  <a:pt x="1168987" y="108865"/>
                  <a:pt x="1168083" y="106365"/>
                  <a:pt x="1166276" y="104257"/>
                </a:cubicBezTo>
                <a:cubicBezTo>
                  <a:pt x="1164469" y="102149"/>
                  <a:pt x="1160434" y="98957"/>
                  <a:pt x="1154170" y="94681"/>
                </a:cubicBezTo>
                <a:cubicBezTo>
                  <a:pt x="1144955" y="88296"/>
                  <a:pt x="1138992" y="83418"/>
                  <a:pt x="1136282" y="80045"/>
                </a:cubicBezTo>
                <a:cubicBezTo>
                  <a:pt x="1132307" y="75106"/>
                  <a:pt x="1130319" y="69655"/>
                  <a:pt x="1130319" y="63693"/>
                </a:cubicBezTo>
                <a:cubicBezTo>
                  <a:pt x="1130319" y="57188"/>
                  <a:pt x="1132563" y="51300"/>
                  <a:pt x="1137050" y="46030"/>
                </a:cubicBezTo>
                <a:cubicBezTo>
                  <a:pt x="1141537" y="40760"/>
                  <a:pt x="1148027" y="38125"/>
                  <a:pt x="1156519" y="38125"/>
                </a:cubicBezTo>
                <a:cubicBezTo>
                  <a:pt x="1161097" y="38125"/>
                  <a:pt x="1165523" y="39283"/>
                  <a:pt x="1169800" y="41598"/>
                </a:cubicBezTo>
                <a:cubicBezTo>
                  <a:pt x="1171426" y="42535"/>
                  <a:pt x="1172751" y="43004"/>
                  <a:pt x="1173775" y="43004"/>
                </a:cubicBezTo>
                <a:cubicBezTo>
                  <a:pt x="1174859" y="43004"/>
                  <a:pt x="1175732" y="42778"/>
                  <a:pt x="1176395" y="42326"/>
                </a:cubicBezTo>
                <a:cubicBezTo>
                  <a:pt x="1177057" y="41874"/>
                  <a:pt x="1178111" y="40595"/>
                  <a:pt x="1179557" y="38487"/>
                </a:cubicBezTo>
                <a:lnTo>
                  <a:pt x="1182629" y="38487"/>
                </a:lnTo>
                <a:close/>
                <a:moveTo>
                  <a:pt x="1254605" y="38487"/>
                </a:moveTo>
                <a:lnTo>
                  <a:pt x="1255960" y="67397"/>
                </a:lnTo>
                <a:lnTo>
                  <a:pt x="1252888" y="67397"/>
                </a:lnTo>
                <a:cubicBezTo>
                  <a:pt x="1249215" y="58774"/>
                  <a:pt x="1245405" y="52885"/>
                  <a:pt x="1241460" y="49729"/>
                </a:cubicBezTo>
                <a:cubicBezTo>
                  <a:pt x="1237515" y="46570"/>
                  <a:pt x="1233585" y="44991"/>
                  <a:pt x="1229670" y="44991"/>
                </a:cubicBezTo>
                <a:cubicBezTo>
                  <a:pt x="1227201" y="44991"/>
                  <a:pt x="1225093" y="45819"/>
                  <a:pt x="1223346" y="47476"/>
                </a:cubicBezTo>
                <a:cubicBezTo>
                  <a:pt x="1221599" y="49132"/>
                  <a:pt x="1220726" y="51044"/>
                  <a:pt x="1220726" y="53213"/>
                </a:cubicBezTo>
                <a:cubicBezTo>
                  <a:pt x="1220726" y="54839"/>
                  <a:pt x="1221328" y="56405"/>
                  <a:pt x="1222533" y="57911"/>
                </a:cubicBezTo>
                <a:cubicBezTo>
                  <a:pt x="1224460" y="60380"/>
                  <a:pt x="1229851" y="64611"/>
                  <a:pt x="1238704" y="70604"/>
                </a:cubicBezTo>
                <a:cubicBezTo>
                  <a:pt x="1247558" y="76597"/>
                  <a:pt x="1253385" y="81686"/>
                  <a:pt x="1256186" y="85872"/>
                </a:cubicBezTo>
                <a:cubicBezTo>
                  <a:pt x="1258987" y="90058"/>
                  <a:pt x="1260387" y="94741"/>
                  <a:pt x="1260387" y="99920"/>
                </a:cubicBezTo>
                <a:cubicBezTo>
                  <a:pt x="1260387" y="104618"/>
                  <a:pt x="1259213" y="109226"/>
                  <a:pt x="1256864" y="113743"/>
                </a:cubicBezTo>
                <a:cubicBezTo>
                  <a:pt x="1254515" y="118260"/>
                  <a:pt x="1251202" y="121724"/>
                  <a:pt x="1246926" y="124133"/>
                </a:cubicBezTo>
                <a:cubicBezTo>
                  <a:pt x="1242650" y="126542"/>
                  <a:pt x="1237922" y="127746"/>
                  <a:pt x="1232742" y="127746"/>
                </a:cubicBezTo>
                <a:cubicBezTo>
                  <a:pt x="1228706" y="127746"/>
                  <a:pt x="1223316" y="126458"/>
                  <a:pt x="1216570" y="123881"/>
                </a:cubicBezTo>
                <a:cubicBezTo>
                  <a:pt x="1214763" y="123206"/>
                  <a:pt x="1213529" y="122868"/>
                  <a:pt x="1212866" y="122868"/>
                </a:cubicBezTo>
                <a:cubicBezTo>
                  <a:pt x="1210879" y="122868"/>
                  <a:pt x="1209222" y="124374"/>
                  <a:pt x="1207897" y="127385"/>
                </a:cubicBezTo>
                <a:lnTo>
                  <a:pt x="1204916" y="127385"/>
                </a:lnTo>
                <a:lnTo>
                  <a:pt x="1203470" y="97029"/>
                </a:lnTo>
                <a:lnTo>
                  <a:pt x="1206542" y="97029"/>
                </a:lnTo>
                <a:cubicBezTo>
                  <a:pt x="1209252" y="104980"/>
                  <a:pt x="1212971" y="110942"/>
                  <a:pt x="1217699" y="114918"/>
                </a:cubicBezTo>
                <a:cubicBezTo>
                  <a:pt x="1222428" y="118893"/>
                  <a:pt x="1226900" y="120880"/>
                  <a:pt x="1231116" y="120880"/>
                </a:cubicBezTo>
                <a:cubicBezTo>
                  <a:pt x="1234007" y="120880"/>
                  <a:pt x="1236371" y="119992"/>
                  <a:pt x="1238208" y="118215"/>
                </a:cubicBezTo>
                <a:cubicBezTo>
                  <a:pt x="1240045" y="116438"/>
                  <a:pt x="1240963" y="114285"/>
                  <a:pt x="1240963" y="111756"/>
                </a:cubicBezTo>
                <a:cubicBezTo>
                  <a:pt x="1240963" y="108865"/>
                  <a:pt x="1240060" y="106365"/>
                  <a:pt x="1238253" y="104257"/>
                </a:cubicBezTo>
                <a:cubicBezTo>
                  <a:pt x="1236446" y="102149"/>
                  <a:pt x="1232411" y="98957"/>
                  <a:pt x="1226147" y="94681"/>
                </a:cubicBezTo>
                <a:cubicBezTo>
                  <a:pt x="1216932" y="88296"/>
                  <a:pt x="1210969" y="83418"/>
                  <a:pt x="1208259" y="80045"/>
                </a:cubicBezTo>
                <a:cubicBezTo>
                  <a:pt x="1204283" y="75106"/>
                  <a:pt x="1202296" y="69655"/>
                  <a:pt x="1202296" y="63693"/>
                </a:cubicBezTo>
                <a:cubicBezTo>
                  <a:pt x="1202296" y="57188"/>
                  <a:pt x="1204539" y="51300"/>
                  <a:pt x="1209026" y="46030"/>
                </a:cubicBezTo>
                <a:cubicBezTo>
                  <a:pt x="1213514" y="40760"/>
                  <a:pt x="1220003" y="38125"/>
                  <a:pt x="1228496" y="38125"/>
                </a:cubicBezTo>
                <a:cubicBezTo>
                  <a:pt x="1233073" y="38125"/>
                  <a:pt x="1237500" y="39283"/>
                  <a:pt x="1241776" y="41598"/>
                </a:cubicBezTo>
                <a:cubicBezTo>
                  <a:pt x="1243402" y="42535"/>
                  <a:pt x="1244727" y="43004"/>
                  <a:pt x="1245751" y="43004"/>
                </a:cubicBezTo>
                <a:cubicBezTo>
                  <a:pt x="1246835" y="43004"/>
                  <a:pt x="1247709" y="42778"/>
                  <a:pt x="1248371" y="42326"/>
                </a:cubicBezTo>
                <a:cubicBezTo>
                  <a:pt x="1249034" y="41874"/>
                  <a:pt x="1250088" y="40595"/>
                  <a:pt x="1251533" y="38487"/>
                </a:cubicBezTo>
                <a:lnTo>
                  <a:pt x="1254605" y="38487"/>
                </a:lnTo>
                <a:close/>
                <a:moveTo>
                  <a:pt x="1346223" y="79864"/>
                </a:moveTo>
                <a:lnTo>
                  <a:pt x="1299877" y="79864"/>
                </a:lnTo>
                <a:cubicBezTo>
                  <a:pt x="1300419" y="91097"/>
                  <a:pt x="1303400" y="99974"/>
                  <a:pt x="1308821" y="106496"/>
                </a:cubicBezTo>
                <a:cubicBezTo>
                  <a:pt x="1312976" y="111508"/>
                  <a:pt x="1317976" y="114014"/>
                  <a:pt x="1323818" y="114014"/>
                </a:cubicBezTo>
                <a:cubicBezTo>
                  <a:pt x="1327432" y="114014"/>
                  <a:pt x="1330714" y="113005"/>
                  <a:pt x="1333665" y="110988"/>
                </a:cubicBezTo>
                <a:cubicBezTo>
                  <a:pt x="1336616" y="108970"/>
                  <a:pt x="1339779" y="105341"/>
                  <a:pt x="1343151" y="100101"/>
                </a:cubicBezTo>
                <a:lnTo>
                  <a:pt x="1346223" y="102089"/>
                </a:lnTo>
                <a:cubicBezTo>
                  <a:pt x="1341646" y="111424"/>
                  <a:pt x="1336586" y="118034"/>
                  <a:pt x="1331045" y="121919"/>
                </a:cubicBezTo>
                <a:cubicBezTo>
                  <a:pt x="1325504" y="125804"/>
                  <a:pt x="1319090" y="127746"/>
                  <a:pt x="1311802" y="127746"/>
                </a:cubicBezTo>
                <a:cubicBezTo>
                  <a:pt x="1299274" y="127746"/>
                  <a:pt x="1289788" y="122923"/>
                  <a:pt x="1283344" y="113277"/>
                </a:cubicBezTo>
                <a:cubicBezTo>
                  <a:pt x="1278164" y="105500"/>
                  <a:pt x="1275574" y="95854"/>
                  <a:pt x="1275574" y="84339"/>
                </a:cubicBezTo>
                <a:cubicBezTo>
                  <a:pt x="1275574" y="70230"/>
                  <a:pt x="1279384" y="59001"/>
                  <a:pt x="1287003" y="50652"/>
                </a:cubicBezTo>
                <a:cubicBezTo>
                  <a:pt x="1294622" y="42301"/>
                  <a:pt x="1303551" y="38125"/>
                  <a:pt x="1313790" y="38125"/>
                </a:cubicBezTo>
                <a:cubicBezTo>
                  <a:pt x="1322342" y="38125"/>
                  <a:pt x="1329765" y="41634"/>
                  <a:pt x="1336059" y="48650"/>
                </a:cubicBezTo>
                <a:cubicBezTo>
                  <a:pt x="1342353" y="55667"/>
                  <a:pt x="1345741" y="66072"/>
                  <a:pt x="1346223" y="79864"/>
                </a:cubicBezTo>
                <a:moveTo>
                  <a:pt x="1323998" y="73901"/>
                </a:moveTo>
                <a:cubicBezTo>
                  <a:pt x="1323998" y="64204"/>
                  <a:pt x="1323471" y="57549"/>
                  <a:pt x="1322417" y="53935"/>
                </a:cubicBezTo>
                <a:cubicBezTo>
                  <a:pt x="1321363" y="50322"/>
                  <a:pt x="1319722" y="47581"/>
                  <a:pt x="1317494" y="45714"/>
                </a:cubicBezTo>
                <a:cubicBezTo>
                  <a:pt x="1316229" y="44630"/>
                  <a:pt x="1314542" y="44088"/>
                  <a:pt x="1312434" y="44088"/>
                </a:cubicBezTo>
                <a:cubicBezTo>
                  <a:pt x="1309302" y="44088"/>
                  <a:pt x="1306743" y="45624"/>
                  <a:pt x="1304755" y="48695"/>
                </a:cubicBezTo>
                <a:cubicBezTo>
                  <a:pt x="1301202" y="54056"/>
                  <a:pt x="1299425" y="61404"/>
                  <a:pt x="1299425" y="70739"/>
                </a:cubicBezTo>
                <a:lnTo>
                  <a:pt x="1299425" y="73901"/>
                </a:lnTo>
                <a:lnTo>
                  <a:pt x="1323998" y="73901"/>
                </a:lnTo>
                <a:close/>
                <a:moveTo>
                  <a:pt x="1438204" y="2710"/>
                </a:moveTo>
                <a:lnTo>
                  <a:pt x="1438204" y="99920"/>
                </a:lnTo>
                <a:cubicBezTo>
                  <a:pt x="1438204" y="106420"/>
                  <a:pt x="1438384" y="110265"/>
                  <a:pt x="1438746" y="111456"/>
                </a:cubicBezTo>
                <a:cubicBezTo>
                  <a:pt x="1439227" y="113425"/>
                  <a:pt x="1440146" y="114887"/>
                  <a:pt x="1441501" y="115841"/>
                </a:cubicBezTo>
                <a:cubicBezTo>
                  <a:pt x="1442856" y="116793"/>
                  <a:pt x="1445220" y="117389"/>
                  <a:pt x="1448593" y="117628"/>
                </a:cubicBezTo>
                <a:lnTo>
                  <a:pt x="1448593" y="120880"/>
                </a:lnTo>
                <a:lnTo>
                  <a:pt x="1412907" y="127746"/>
                </a:lnTo>
                <a:lnTo>
                  <a:pt x="1412907" y="114376"/>
                </a:lnTo>
                <a:cubicBezTo>
                  <a:pt x="1408631" y="119555"/>
                  <a:pt x="1404821" y="123079"/>
                  <a:pt x="1401479" y="124946"/>
                </a:cubicBezTo>
                <a:cubicBezTo>
                  <a:pt x="1398136" y="126813"/>
                  <a:pt x="1394357" y="127746"/>
                  <a:pt x="1390140" y="127746"/>
                </a:cubicBezTo>
                <a:cubicBezTo>
                  <a:pt x="1379359" y="127746"/>
                  <a:pt x="1370837" y="122923"/>
                  <a:pt x="1364573" y="113277"/>
                </a:cubicBezTo>
                <a:cubicBezTo>
                  <a:pt x="1359514" y="105440"/>
                  <a:pt x="1356984" y="95824"/>
                  <a:pt x="1356984" y="84429"/>
                </a:cubicBezTo>
                <a:cubicBezTo>
                  <a:pt x="1356984" y="75325"/>
                  <a:pt x="1358550" y="67171"/>
                  <a:pt x="1361682" y="59966"/>
                </a:cubicBezTo>
                <a:cubicBezTo>
                  <a:pt x="1364814" y="52761"/>
                  <a:pt x="1369105" y="47320"/>
                  <a:pt x="1374556" y="43642"/>
                </a:cubicBezTo>
                <a:cubicBezTo>
                  <a:pt x="1380007" y="39964"/>
                  <a:pt x="1385864" y="38125"/>
                  <a:pt x="1392128" y="38125"/>
                </a:cubicBezTo>
                <a:cubicBezTo>
                  <a:pt x="1396163" y="38125"/>
                  <a:pt x="1399747" y="38915"/>
                  <a:pt x="1402879" y="40494"/>
                </a:cubicBezTo>
                <a:cubicBezTo>
                  <a:pt x="1406011" y="42073"/>
                  <a:pt x="1409354" y="44837"/>
                  <a:pt x="1412907" y="48786"/>
                </a:cubicBezTo>
                <a:lnTo>
                  <a:pt x="1412907" y="23309"/>
                </a:lnTo>
                <a:cubicBezTo>
                  <a:pt x="1412907" y="16864"/>
                  <a:pt x="1412636" y="12979"/>
                  <a:pt x="1412094" y="11654"/>
                </a:cubicBezTo>
                <a:cubicBezTo>
                  <a:pt x="1411371" y="9908"/>
                  <a:pt x="1410287" y="8613"/>
                  <a:pt x="1408842" y="7770"/>
                </a:cubicBezTo>
                <a:cubicBezTo>
                  <a:pt x="1407396" y="6926"/>
                  <a:pt x="1404686" y="6505"/>
                  <a:pt x="1400711" y="6505"/>
                </a:cubicBezTo>
                <a:lnTo>
                  <a:pt x="1400711" y="2710"/>
                </a:lnTo>
                <a:lnTo>
                  <a:pt x="1438204" y="2710"/>
                </a:lnTo>
                <a:moveTo>
                  <a:pt x="1412907" y="59808"/>
                </a:moveTo>
                <a:cubicBezTo>
                  <a:pt x="1408450" y="51376"/>
                  <a:pt x="1402999" y="47160"/>
                  <a:pt x="1396555" y="47160"/>
                </a:cubicBezTo>
                <a:cubicBezTo>
                  <a:pt x="1394326" y="47160"/>
                  <a:pt x="1392489" y="47762"/>
                  <a:pt x="1391044" y="48966"/>
                </a:cubicBezTo>
                <a:cubicBezTo>
                  <a:pt x="1388815" y="50834"/>
                  <a:pt x="1386993" y="54116"/>
                  <a:pt x="1385578" y="58814"/>
                </a:cubicBezTo>
                <a:cubicBezTo>
                  <a:pt x="1384163" y="63512"/>
                  <a:pt x="1383455" y="70709"/>
                  <a:pt x="1383455" y="80406"/>
                </a:cubicBezTo>
                <a:cubicBezTo>
                  <a:pt x="1383455" y="91067"/>
                  <a:pt x="1384238" y="98957"/>
                  <a:pt x="1385804" y="104076"/>
                </a:cubicBezTo>
                <a:cubicBezTo>
                  <a:pt x="1387370" y="109196"/>
                  <a:pt x="1389508" y="112900"/>
                  <a:pt x="1392218" y="115189"/>
                </a:cubicBezTo>
                <a:cubicBezTo>
                  <a:pt x="1393604" y="116333"/>
                  <a:pt x="1395501" y="116905"/>
                  <a:pt x="1397910" y="116905"/>
                </a:cubicBezTo>
                <a:cubicBezTo>
                  <a:pt x="1403210" y="116905"/>
                  <a:pt x="1408209" y="112736"/>
                  <a:pt x="1412907" y="104398"/>
                </a:cubicBezTo>
                <a:lnTo>
                  <a:pt x="1412907" y="59808"/>
                </a:lnTo>
                <a:close/>
                <a:moveTo>
                  <a:pt x="1577052" y="79864"/>
                </a:moveTo>
                <a:lnTo>
                  <a:pt x="1530705" y="79864"/>
                </a:lnTo>
                <a:cubicBezTo>
                  <a:pt x="1531248" y="91097"/>
                  <a:pt x="1534229" y="99974"/>
                  <a:pt x="1539649" y="106496"/>
                </a:cubicBezTo>
                <a:cubicBezTo>
                  <a:pt x="1543805" y="111508"/>
                  <a:pt x="1548804" y="114014"/>
                  <a:pt x="1554647" y="114014"/>
                </a:cubicBezTo>
                <a:cubicBezTo>
                  <a:pt x="1558260" y="114014"/>
                  <a:pt x="1561543" y="113005"/>
                  <a:pt x="1564494" y="110988"/>
                </a:cubicBezTo>
                <a:cubicBezTo>
                  <a:pt x="1567445" y="108970"/>
                  <a:pt x="1570607" y="105341"/>
                  <a:pt x="1573980" y="100101"/>
                </a:cubicBezTo>
                <a:lnTo>
                  <a:pt x="1577052" y="102089"/>
                </a:lnTo>
                <a:cubicBezTo>
                  <a:pt x="1572474" y="111424"/>
                  <a:pt x="1567415" y="118034"/>
                  <a:pt x="1561874" y="121919"/>
                </a:cubicBezTo>
                <a:cubicBezTo>
                  <a:pt x="1556333" y="125804"/>
                  <a:pt x="1549919" y="127746"/>
                  <a:pt x="1542631" y="127746"/>
                </a:cubicBezTo>
                <a:cubicBezTo>
                  <a:pt x="1530103" y="127746"/>
                  <a:pt x="1520617" y="122923"/>
                  <a:pt x="1514172" y="113277"/>
                </a:cubicBezTo>
                <a:cubicBezTo>
                  <a:pt x="1508993" y="105500"/>
                  <a:pt x="1506403" y="95854"/>
                  <a:pt x="1506403" y="84339"/>
                </a:cubicBezTo>
                <a:cubicBezTo>
                  <a:pt x="1506403" y="70230"/>
                  <a:pt x="1510212" y="59001"/>
                  <a:pt x="1517831" y="50652"/>
                </a:cubicBezTo>
                <a:cubicBezTo>
                  <a:pt x="1525450" y="42301"/>
                  <a:pt x="1534379" y="38125"/>
                  <a:pt x="1544618" y="38125"/>
                </a:cubicBezTo>
                <a:cubicBezTo>
                  <a:pt x="1553171" y="38125"/>
                  <a:pt x="1560594" y="41634"/>
                  <a:pt x="1566888" y="48650"/>
                </a:cubicBezTo>
                <a:cubicBezTo>
                  <a:pt x="1573182" y="55667"/>
                  <a:pt x="1576570" y="66072"/>
                  <a:pt x="1577052" y="79864"/>
                </a:cubicBezTo>
                <a:moveTo>
                  <a:pt x="1554827" y="73901"/>
                </a:moveTo>
                <a:cubicBezTo>
                  <a:pt x="1554827" y="64204"/>
                  <a:pt x="1554300" y="57549"/>
                  <a:pt x="1553246" y="53935"/>
                </a:cubicBezTo>
                <a:cubicBezTo>
                  <a:pt x="1552192" y="50322"/>
                  <a:pt x="1550551" y="47581"/>
                  <a:pt x="1548323" y="45714"/>
                </a:cubicBezTo>
                <a:cubicBezTo>
                  <a:pt x="1547058" y="44630"/>
                  <a:pt x="1545371" y="44088"/>
                  <a:pt x="1543263" y="44088"/>
                </a:cubicBezTo>
                <a:cubicBezTo>
                  <a:pt x="1540131" y="44088"/>
                  <a:pt x="1537572" y="45624"/>
                  <a:pt x="1535584" y="48695"/>
                </a:cubicBezTo>
                <a:cubicBezTo>
                  <a:pt x="1532030" y="54056"/>
                  <a:pt x="1530254" y="61404"/>
                  <a:pt x="1530254" y="70739"/>
                </a:cubicBezTo>
                <a:lnTo>
                  <a:pt x="1530254" y="73901"/>
                </a:lnTo>
                <a:lnTo>
                  <a:pt x="1554827" y="73901"/>
                </a:lnTo>
                <a:close/>
                <a:moveTo>
                  <a:pt x="1636491" y="73399"/>
                </a:moveTo>
                <a:lnTo>
                  <a:pt x="1651508" y="101281"/>
                </a:lnTo>
                <a:cubicBezTo>
                  <a:pt x="1656567" y="110976"/>
                  <a:pt x="1660572" y="117118"/>
                  <a:pt x="1663523" y="119706"/>
                </a:cubicBezTo>
                <a:cubicBezTo>
                  <a:pt x="1665150" y="121091"/>
                  <a:pt x="1667378" y="121844"/>
                  <a:pt x="1670209" y="121964"/>
                </a:cubicBezTo>
                <a:lnTo>
                  <a:pt x="1670209" y="125217"/>
                </a:lnTo>
                <a:lnTo>
                  <a:pt x="1623140" y="125217"/>
                </a:lnTo>
                <a:lnTo>
                  <a:pt x="1623140" y="121964"/>
                </a:lnTo>
                <a:cubicBezTo>
                  <a:pt x="1626814" y="121663"/>
                  <a:pt x="1629087" y="121181"/>
                  <a:pt x="1629961" y="120519"/>
                </a:cubicBezTo>
                <a:cubicBezTo>
                  <a:pt x="1630834" y="119855"/>
                  <a:pt x="1631271" y="118949"/>
                  <a:pt x="1631271" y="117803"/>
                </a:cubicBezTo>
                <a:cubicBezTo>
                  <a:pt x="1631271" y="116115"/>
                  <a:pt x="1630307" y="113461"/>
                  <a:pt x="1628380" y="109841"/>
                </a:cubicBezTo>
                <a:lnTo>
                  <a:pt x="1621005" y="96149"/>
                </a:lnTo>
                <a:lnTo>
                  <a:pt x="1614828" y="105228"/>
                </a:lnTo>
                <a:cubicBezTo>
                  <a:pt x="1611997" y="109390"/>
                  <a:pt x="1610401" y="111863"/>
                  <a:pt x="1610040" y="112648"/>
                </a:cubicBezTo>
                <a:cubicBezTo>
                  <a:pt x="1609558" y="113792"/>
                  <a:pt x="1609317" y="114817"/>
                  <a:pt x="1609317" y="115722"/>
                </a:cubicBezTo>
                <a:cubicBezTo>
                  <a:pt x="1609317" y="117109"/>
                  <a:pt x="1609603" y="118271"/>
                  <a:pt x="1610175" y="119206"/>
                </a:cubicBezTo>
                <a:cubicBezTo>
                  <a:pt x="1610747" y="120140"/>
                  <a:pt x="1611530" y="120833"/>
                  <a:pt x="1612524" y="121287"/>
                </a:cubicBezTo>
                <a:cubicBezTo>
                  <a:pt x="1613518" y="121739"/>
                  <a:pt x="1615340" y="121964"/>
                  <a:pt x="1617990" y="121964"/>
                </a:cubicBezTo>
                <a:lnTo>
                  <a:pt x="1617990" y="125217"/>
                </a:lnTo>
                <a:lnTo>
                  <a:pt x="1584924" y="125217"/>
                </a:lnTo>
                <a:lnTo>
                  <a:pt x="1584924" y="121964"/>
                </a:lnTo>
                <a:cubicBezTo>
                  <a:pt x="1589020" y="121964"/>
                  <a:pt x="1592769" y="120834"/>
                  <a:pt x="1596172" y="118574"/>
                </a:cubicBezTo>
                <a:cubicBezTo>
                  <a:pt x="1599575" y="116311"/>
                  <a:pt x="1604529" y="110387"/>
                  <a:pt x="1611033" y="100801"/>
                </a:cubicBezTo>
                <a:lnTo>
                  <a:pt x="1618004" y="90573"/>
                </a:lnTo>
                <a:lnTo>
                  <a:pt x="1603445" y="63537"/>
                </a:lnTo>
                <a:cubicBezTo>
                  <a:pt x="1598686" y="54691"/>
                  <a:pt x="1595133" y="49269"/>
                  <a:pt x="1592784" y="47270"/>
                </a:cubicBezTo>
                <a:cubicBezTo>
                  <a:pt x="1590435" y="45271"/>
                  <a:pt x="1587815" y="44150"/>
                  <a:pt x="1584924" y="43907"/>
                </a:cubicBezTo>
                <a:lnTo>
                  <a:pt x="1584924" y="40655"/>
                </a:lnTo>
                <a:lnTo>
                  <a:pt x="1631722" y="40655"/>
                </a:lnTo>
                <a:lnTo>
                  <a:pt x="1631722" y="43907"/>
                </a:lnTo>
                <a:lnTo>
                  <a:pt x="1629283" y="43998"/>
                </a:lnTo>
                <a:lnTo>
                  <a:pt x="1624585" y="45641"/>
                </a:lnTo>
                <a:cubicBezTo>
                  <a:pt x="1624103" y="46066"/>
                  <a:pt x="1623862" y="46765"/>
                  <a:pt x="1623862" y="47738"/>
                </a:cubicBezTo>
                <a:cubicBezTo>
                  <a:pt x="1623862" y="48649"/>
                  <a:pt x="1624013" y="49591"/>
                  <a:pt x="1624314" y="50564"/>
                </a:cubicBezTo>
                <a:cubicBezTo>
                  <a:pt x="1624495" y="50990"/>
                  <a:pt x="1625338" y="52631"/>
                  <a:pt x="1626844" y="55488"/>
                </a:cubicBezTo>
                <a:lnTo>
                  <a:pt x="1633495" y="67837"/>
                </a:lnTo>
                <a:lnTo>
                  <a:pt x="1636872" y="62879"/>
                </a:lnTo>
                <a:cubicBezTo>
                  <a:pt x="1641690" y="56222"/>
                  <a:pt x="1644099" y="51562"/>
                  <a:pt x="1644099" y="48899"/>
                </a:cubicBezTo>
                <a:cubicBezTo>
                  <a:pt x="1644099" y="47628"/>
                  <a:pt x="1643572" y="46554"/>
                  <a:pt x="1642518" y="45677"/>
                </a:cubicBezTo>
                <a:cubicBezTo>
                  <a:pt x="1641464" y="44800"/>
                  <a:pt x="1639582" y="44210"/>
                  <a:pt x="1636872" y="43907"/>
                </a:cubicBezTo>
                <a:lnTo>
                  <a:pt x="1636872" y="40655"/>
                </a:lnTo>
                <a:lnTo>
                  <a:pt x="1666776" y="40655"/>
                </a:lnTo>
                <a:lnTo>
                  <a:pt x="1666776" y="43907"/>
                </a:lnTo>
                <a:cubicBezTo>
                  <a:pt x="1663102" y="44028"/>
                  <a:pt x="1659669" y="45164"/>
                  <a:pt x="1656477" y="47318"/>
                </a:cubicBezTo>
                <a:cubicBezTo>
                  <a:pt x="1653284" y="49471"/>
                  <a:pt x="1649701" y="53641"/>
                  <a:pt x="1645726" y="59828"/>
                </a:cubicBezTo>
                <a:lnTo>
                  <a:pt x="1636491" y="73399"/>
                </a:lnTo>
                <a:close/>
                <a:moveTo>
                  <a:pt x="1752086" y="79864"/>
                </a:moveTo>
                <a:lnTo>
                  <a:pt x="1705740" y="79864"/>
                </a:lnTo>
                <a:cubicBezTo>
                  <a:pt x="1706282" y="91097"/>
                  <a:pt x="1709263" y="99974"/>
                  <a:pt x="1714684" y="106496"/>
                </a:cubicBezTo>
                <a:cubicBezTo>
                  <a:pt x="1718839" y="111508"/>
                  <a:pt x="1723839" y="114014"/>
                  <a:pt x="1729681" y="114014"/>
                </a:cubicBezTo>
                <a:cubicBezTo>
                  <a:pt x="1733295" y="114014"/>
                  <a:pt x="1736577" y="113005"/>
                  <a:pt x="1739528" y="110988"/>
                </a:cubicBezTo>
                <a:cubicBezTo>
                  <a:pt x="1742480" y="108970"/>
                  <a:pt x="1745642" y="105341"/>
                  <a:pt x="1749014" y="100101"/>
                </a:cubicBezTo>
                <a:lnTo>
                  <a:pt x="1752086" y="102089"/>
                </a:lnTo>
                <a:cubicBezTo>
                  <a:pt x="1747509" y="111424"/>
                  <a:pt x="1742449" y="118034"/>
                  <a:pt x="1736908" y="121919"/>
                </a:cubicBezTo>
                <a:cubicBezTo>
                  <a:pt x="1731367" y="125804"/>
                  <a:pt x="1724953" y="127746"/>
                  <a:pt x="1717665" y="127746"/>
                </a:cubicBezTo>
                <a:cubicBezTo>
                  <a:pt x="1705137" y="127746"/>
                  <a:pt x="1695651" y="122923"/>
                  <a:pt x="1689207" y="113277"/>
                </a:cubicBezTo>
                <a:cubicBezTo>
                  <a:pt x="1684027" y="105500"/>
                  <a:pt x="1681437" y="95854"/>
                  <a:pt x="1681437" y="84339"/>
                </a:cubicBezTo>
                <a:cubicBezTo>
                  <a:pt x="1681437" y="70230"/>
                  <a:pt x="1685247" y="59001"/>
                  <a:pt x="1692866" y="50652"/>
                </a:cubicBezTo>
                <a:cubicBezTo>
                  <a:pt x="1700485" y="42301"/>
                  <a:pt x="1709414" y="38125"/>
                  <a:pt x="1719653" y="38125"/>
                </a:cubicBezTo>
                <a:cubicBezTo>
                  <a:pt x="1728205" y="38125"/>
                  <a:pt x="1735628" y="41634"/>
                  <a:pt x="1741922" y="48650"/>
                </a:cubicBezTo>
                <a:cubicBezTo>
                  <a:pt x="1748216" y="55667"/>
                  <a:pt x="1751604" y="66072"/>
                  <a:pt x="1752086" y="79864"/>
                </a:cubicBezTo>
                <a:moveTo>
                  <a:pt x="1729861" y="73901"/>
                </a:moveTo>
                <a:cubicBezTo>
                  <a:pt x="1729861" y="64204"/>
                  <a:pt x="1729334" y="57549"/>
                  <a:pt x="1728280" y="53935"/>
                </a:cubicBezTo>
                <a:cubicBezTo>
                  <a:pt x="1727226" y="50322"/>
                  <a:pt x="1725585" y="47581"/>
                  <a:pt x="1723357" y="45714"/>
                </a:cubicBezTo>
                <a:cubicBezTo>
                  <a:pt x="1722092" y="44630"/>
                  <a:pt x="1720405" y="44088"/>
                  <a:pt x="1718297" y="44088"/>
                </a:cubicBezTo>
                <a:cubicBezTo>
                  <a:pt x="1715165" y="44088"/>
                  <a:pt x="1712606" y="45624"/>
                  <a:pt x="1710618" y="48695"/>
                </a:cubicBezTo>
                <a:cubicBezTo>
                  <a:pt x="1707065" y="54056"/>
                  <a:pt x="1705288" y="61404"/>
                  <a:pt x="1705288" y="70739"/>
                </a:cubicBezTo>
                <a:lnTo>
                  <a:pt x="1705288" y="73901"/>
                </a:lnTo>
                <a:lnTo>
                  <a:pt x="1729861" y="73901"/>
                </a:lnTo>
                <a:close/>
                <a:moveTo>
                  <a:pt x="1830878" y="103373"/>
                </a:moveTo>
                <a:lnTo>
                  <a:pt x="1833679" y="105539"/>
                </a:lnTo>
                <a:cubicBezTo>
                  <a:pt x="1829704" y="113032"/>
                  <a:pt x="1824750" y="118607"/>
                  <a:pt x="1818817" y="122264"/>
                </a:cubicBezTo>
                <a:cubicBezTo>
                  <a:pt x="1812884" y="125919"/>
                  <a:pt x="1806575" y="127746"/>
                  <a:pt x="1799890" y="127746"/>
                </a:cubicBezTo>
                <a:cubicBezTo>
                  <a:pt x="1788627" y="127746"/>
                  <a:pt x="1779623" y="123497"/>
                  <a:pt x="1772877" y="114997"/>
                </a:cubicBezTo>
                <a:cubicBezTo>
                  <a:pt x="1766131" y="106495"/>
                  <a:pt x="1762759" y="96276"/>
                  <a:pt x="1762759" y="84339"/>
                </a:cubicBezTo>
                <a:cubicBezTo>
                  <a:pt x="1762759" y="72822"/>
                  <a:pt x="1765830" y="62693"/>
                  <a:pt x="1771974" y="53952"/>
                </a:cubicBezTo>
                <a:cubicBezTo>
                  <a:pt x="1779382" y="43401"/>
                  <a:pt x="1789591" y="38125"/>
                  <a:pt x="1802600" y="38125"/>
                </a:cubicBezTo>
                <a:cubicBezTo>
                  <a:pt x="1811334" y="38125"/>
                  <a:pt x="1818275" y="40330"/>
                  <a:pt x="1823425" y="44740"/>
                </a:cubicBezTo>
                <a:cubicBezTo>
                  <a:pt x="1828574" y="49148"/>
                  <a:pt x="1831149" y="54070"/>
                  <a:pt x="1831149" y="59506"/>
                </a:cubicBezTo>
                <a:cubicBezTo>
                  <a:pt x="1831149" y="62948"/>
                  <a:pt x="1830110" y="65696"/>
                  <a:pt x="1828032" y="67750"/>
                </a:cubicBezTo>
                <a:cubicBezTo>
                  <a:pt x="1825954" y="69803"/>
                  <a:pt x="1823229" y="70830"/>
                  <a:pt x="1819856" y="70830"/>
                </a:cubicBezTo>
                <a:cubicBezTo>
                  <a:pt x="1816303" y="70830"/>
                  <a:pt x="1813366" y="69651"/>
                  <a:pt x="1811047" y="67295"/>
                </a:cubicBezTo>
                <a:cubicBezTo>
                  <a:pt x="1808729" y="64937"/>
                  <a:pt x="1807298" y="60736"/>
                  <a:pt x="1806756" y="54692"/>
                </a:cubicBezTo>
                <a:cubicBezTo>
                  <a:pt x="1806395" y="50884"/>
                  <a:pt x="1805521" y="48225"/>
                  <a:pt x="1804136" y="46714"/>
                </a:cubicBezTo>
                <a:cubicBezTo>
                  <a:pt x="1802751" y="45204"/>
                  <a:pt x="1801125" y="44449"/>
                  <a:pt x="1799258" y="44449"/>
                </a:cubicBezTo>
                <a:cubicBezTo>
                  <a:pt x="1796367" y="44449"/>
                  <a:pt x="1793897" y="45985"/>
                  <a:pt x="1791849" y="49057"/>
                </a:cubicBezTo>
                <a:cubicBezTo>
                  <a:pt x="1788717" y="53694"/>
                  <a:pt x="1787151" y="60802"/>
                  <a:pt x="1787151" y="70378"/>
                </a:cubicBezTo>
                <a:cubicBezTo>
                  <a:pt x="1787151" y="78328"/>
                  <a:pt x="1788416" y="85932"/>
                  <a:pt x="1790946" y="93190"/>
                </a:cubicBezTo>
                <a:cubicBezTo>
                  <a:pt x="1793476" y="100448"/>
                  <a:pt x="1796939" y="105853"/>
                  <a:pt x="1801336" y="109407"/>
                </a:cubicBezTo>
                <a:cubicBezTo>
                  <a:pt x="1804648" y="111996"/>
                  <a:pt x="1808563" y="113291"/>
                  <a:pt x="1813080" y="113291"/>
                </a:cubicBezTo>
                <a:cubicBezTo>
                  <a:pt x="1816031" y="113291"/>
                  <a:pt x="1818832" y="112601"/>
                  <a:pt x="1821482" y="111219"/>
                </a:cubicBezTo>
                <a:cubicBezTo>
                  <a:pt x="1824132" y="109836"/>
                  <a:pt x="1827264" y="107220"/>
                  <a:pt x="1830878" y="103373"/>
                </a:cubicBezTo>
                <a:close/>
                <a:moveTo>
                  <a:pt x="1924936" y="40655"/>
                </a:moveTo>
                <a:lnTo>
                  <a:pt x="1924936" y="106787"/>
                </a:lnTo>
                <a:cubicBezTo>
                  <a:pt x="1924936" y="113271"/>
                  <a:pt x="1925539" y="117315"/>
                  <a:pt x="1926743" y="118921"/>
                </a:cubicBezTo>
                <a:cubicBezTo>
                  <a:pt x="1927948" y="120526"/>
                  <a:pt x="1930387" y="121541"/>
                  <a:pt x="1934061" y="121964"/>
                </a:cubicBezTo>
                <a:lnTo>
                  <a:pt x="1934061" y="125217"/>
                </a:lnTo>
                <a:lnTo>
                  <a:pt x="1899640" y="125217"/>
                </a:lnTo>
                <a:lnTo>
                  <a:pt x="1899640" y="113924"/>
                </a:lnTo>
                <a:cubicBezTo>
                  <a:pt x="1895605" y="118742"/>
                  <a:pt x="1891569" y="122251"/>
                  <a:pt x="1887534" y="124449"/>
                </a:cubicBezTo>
                <a:cubicBezTo>
                  <a:pt x="1883499" y="126647"/>
                  <a:pt x="1878981" y="127746"/>
                  <a:pt x="1873982" y="127746"/>
                </a:cubicBezTo>
                <a:cubicBezTo>
                  <a:pt x="1869224" y="127746"/>
                  <a:pt x="1864993" y="126286"/>
                  <a:pt x="1861289" y="123365"/>
                </a:cubicBezTo>
                <a:cubicBezTo>
                  <a:pt x="1857585" y="120444"/>
                  <a:pt x="1855100" y="117026"/>
                  <a:pt x="1853836" y="113111"/>
                </a:cubicBezTo>
                <a:cubicBezTo>
                  <a:pt x="1852571" y="109196"/>
                  <a:pt x="1851938" y="102360"/>
                  <a:pt x="1851938" y="92603"/>
                </a:cubicBezTo>
                <a:lnTo>
                  <a:pt x="1851938" y="59085"/>
                </a:lnTo>
                <a:cubicBezTo>
                  <a:pt x="1851938" y="52624"/>
                  <a:pt x="1851351" y="48600"/>
                  <a:pt x="1850177" y="47016"/>
                </a:cubicBezTo>
                <a:cubicBezTo>
                  <a:pt x="1849002" y="45431"/>
                  <a:pt x="1846548" y="44395"/>
                  <a:pt x="1842814" y="43907"/>
                </a:cubicBezTo>
                <a:lnTo>
                  <a:pt x="1842814" y="40655"/>
                </a:lnTo>
                <a:lnTo>
                  <a:pt x="1877235" y="40655"/>
                </a:lnTo>
                <a:lnTo>
                  <a:pt x="1877235" y="98455"/>
                </a:lnTo>
                <a:cubicBezTo>
                  <a:pt x="1877235" y="104486"/>
                  <a:pt x="1877521" y="108375"/>
                  <a:pt x="1878093" y="110124"/>
                </a:cubicBezTo>
                <a:cubicBezTo>
                  <a:pt x="1878665" y="111872"/>
                  <a:pt x="1879569" y="113199"/>
                  <a:pt x="1880803" y="114105"/>
                </a:cubicBezTo>
                <a:cubicBezTo>
                  <a:pt x="1882038" y="115008"/>
                  <a:pt x="1883468" y="115460"/>
                  <a:pt x="1885095" y="115460"/>
                </a:cubicBezTo>
                <a:cubicBezTo>
                  <a:pt x="1887263" y="115460"/>
                  <a:pt x="1889220" y="114887"/>
                  <a:pt x="1890967" y="113743"/>
                </a:cubicBezTo>
                <a:cubicBezTo>
                  <a:pt x="1893376" y="112177"/>
                  <a:pt x="1896267" y="109015"/>
                  <a:pt x="1899640" y="104257"/>
                </a:cubicBezTo>
                <a:lnTo>
                  <a:pt x="1899640" y="59085"/>
                </a:lnTo>
                <a:cubicBezTo>
                  <a:pt x="1899640" y="52624"/>
                  <a:pt x="1899053" y="48600"/>
                  <a:pt x="1897878" y="47016"/>
                </a:cubicBezTo>
                <a:cubicBezTo>
                  <a:pt x="1896704" y="45431"/>
                  <a:pt x="1894249" y="44395"/>
                  <a:pt x="1890515" y="43907"/>
                </a:cubicBezTo>
                <a:lnTo>
                  <a:pt x="1890515" y="40655"/>
                </a:lnTo>
                <a:lnTo>
                  <a:pt x="1924936" y="40655"/>
                </a:lnTo>
                <a:close/>
                <a:moveTo>
                  <a:pt x="1980301" y="9576"/>
                </a:moveTo>
                <a:lnTo>
                  <a:pt x="1980301" y="40655"/>
                </a:lnTo>
                <a:lnTo>
                  <a:pt x="2000357" y="40655"/>
                </a:lnTo>
                <a:lnTo>
                  <a:pt x="2000357" y="49509"/>
                </a:lnTo>
                <a:lnTo>
                  <a:pt x="1980301" y="49509"/>
                </a:lnTo>
                <a:lnTo>
                  <a:pt x="1980301" y="101778"/>
                </a:lnTo>
                <a:cubicBezTo>
                  <a:pt x="1980301" y="106670"/>
                  <a:pt x="1980527" y="109825"/>
                  <a:pt x="1980978" y="111245"/>
                </a:cubicBezTo>
                <a:cubicBezTo>
                  <a:pt x="1981430" y="112664"/>
                  <a:pt x="1982228" y="113812"/>
                  <a:pt x="1983373" y="114689"/>
                </a:cubicBezTo>
                <a:cubicBezTo>
                  <a:pt x="1984517" y="115564"/>
                  <a:pt x="1985571" y="116002"/>
                  <a:pt x="1986535" y="116002"/>
                </a:cubicBezTo>
                <a:cubicBezTo>
                  <a:pt x="1990449" y="116002"/>
                  <a:pt x="1994154" y="112990"/>
                  <a:pt x="1997647" y="106967"/>
                </a:cubicBezTo>
                <a:lnTo>
                  <a:pt x="2000357" y="108975"/>
                </a:lnTo>
                <a:cubicBezTo>
                  <a:pt x="1995479" y="120646"/>
                  <a:pt x="1987558" y="126482"/>
                  <a:pt x="1976597" y="126482"/>
                </a:cubicBezTo>
                <a:cubicBezTo>
                  <a:pt x="1971236" y="126482"/>
                  <a:pt x="1966704" y="124986"/>
                  <a:pt x="1963000" y="121995"/>
                </a:cubicBezTo>
                <a:cubicBezTo>
                  <a:pt x="1959296" y="119003"/>
                  <a:pt x="1956932" y="115663"/>
                  <a:pt x="1955908" y="111976"/>
                </a:cubicBezTo>
                <a:cubicBezTo>
                  <a:pt x="1955306" y="109920"/>
                  <a:pt x="1955004" y="104360"/>
                  <a:pt x="1955004" y="95293"/>
                </a:cubicBezTo>
                <a:lnTo>
                  <a:pt x="1955004" y="49509"/>
                </a:lnTo>
                <a:lnTo>
                  <a:pt x="1943983" y="49509"/>
                </a:lnTo>
                <a:lnTo>
                  <a:pt x="1943983" y="46338"/>
                </a:lnTo>
                <a:cubicBezTo>
                  <a:pt x="1951571" y="40966"/>
                  <a:pt x="1958031" y="35323"/>
                  <a:pt x="1963361" y="29407"/>
                </a:cubicBezTo>
                <a:cubicBezTo>
                  <a:pt x="1968692" y="23491"/>
                  <a:pt x="1973344" y="16881"/>
                  <a:pt x="1977319" y="9576"/>
                </a:cubicBezTo>
                <a:lnTo>
                  <a:pt x="1980301" y="9576"/>
                </a:lnTo>
                <a:close/>
                <a:moveTo>
                  <a:pt x="2028725" y="0"/>
                </a:moveTo>
                <a:cubicBezTo>
                  <a:pt x="2032640" y="0"/>
                  <a:pt x="2035953" y="1375"/>
                  <a:pt x="2038663" y="4125"/>
                </a:cubicBezTo>
                <a:cubicBezTo>
                  <a:pt x="2041374" y="6873"/>
                  <a:pt x="2042729" y="10181"/>
                  <a:pt x="2042729" y="14048"/>
                </a:cubicBezTo>
                <a:cubicBezTo>
                  <a:pt x="2042729" y="17916"/>
                  <a:pt x="2041359" y="21210"/>
                  <a:pt x="2038618" y="23930"/>
                </a:cubicBezTo>
                <a:cubicBezTo>
                  <a:pt x="2035878" y="26648"/>
                  <a:pt x="2032580" y="28007"/>
                  <a:pt x="2028725" y="28007"/>
                </a:cubicBezTo>
                <a:cubicBezTo>
                  <a:pt x="2024871" y="28007"/>
                  <a:pt x="2021588" y="26648"/>
                  <a:pt x="2018878" y="23930"/>
                </a:cubicBezTo>
                <a:cubicBezTo>
                  <a:pt x="2016168" y="21210"/>
                  <a:pt x="2014812" y="17916"/>
                  <a:pt x="2014812" y="14048"/>
                </a:cubicBezTo>
                <a:cubicBezTo>
                  <a:pt x="2014812" y="10181"/>
                  <a:pt x="2016168" y="6873"/>
                  <a:pt x="2018878" y="4125"/>
                </a:cubicBezTo>
                <a:cubicBezTo>
                  <a:pt x="2021588" y="1375"/>
                  <a:pt x="2024871" y="0"/>
                  <a:pt x="2028725" y="0"/>
                </a:cubicBezTo>
                <a:moveTo>
                  <a:pt x="2041374" y="40655"/>
                </a:moveTo>
                <a:lnTo>
                  <a:pt x="2041374" y="107690"/>
                </a:lnTo>
                <a:cubicBezTo>
                  <a:pt x="2041374" y="113653"/>
                  <a:pt x="2042066" y="117462"/>
                  <a:pt x="2043452" y="119119"/>
                </a:cubicBezTo>
                <a:cubicBezTo>
                  <a:pt x="2044837" y="120775"/>
                  <a:pt x="2047547" y="121724"/>
                  <a:pt x="2051582" y="121964"/>
                </a:cubicBezTo>
                <a:lnTo>
                  <a:pt x="2051582" y="125217"/>
                </a:lnTo>
                <a:lnTo>
                  <a:pt x="2005959" y="125217"/>
                </a:lnTo>
                <a:lnTo>
                  <a:pt x="2005959" y="121964"/>
                </a:lnTo>
                <a:cubicBezTo>
                  <a:pt x="2009693" y="121844"/>
                  <a:pt x="2012464" y="120760"/>
                  <a:pt x="2014270" y="118712"/>
                </a:cubicBezTo>
                <a:cubicBezTo>
                  <a:pt x="2015475" y="117327"/>
                  <a:pt x="2016077" y="113653"/>
                  <a:pt x="2016077" y="107690"/>
                </a:cubicBezTo>
                <a:lnTo>
                  <a:pt x="2016077" y="58362"/>
                </a:lnTo>
                <a:cubicBezTo>
                  <a:pt x="2016077" y="52324"/>
                  <a:pt x="2015385" y="48467"/>
                  <a:pt x="2013999" y="46790"/>
                </a:cubicBezTo>
                <a:cubicBezTo>
                  <a:pt x="2012614" y="45113"/>
                  <a:pt x="2009934" y="44152"/>
                  <a:pt x="2005959" y="43907"/>
                </a:cubicBezTo>
                <a:lnTo>
                  <a:pt x="2005959" y="40655"/>
                </a:lnTo>
                <a:lnTo>
                  <a:pt x="2041374" y="40655"/>
                </a:lnTo>
                <a:close/>
                <a:moveTo>
                  <a:pt x="2099676" y="38125"/>
                </a:moveTo>
                <a:cubicBezTo>
                  <a:pt x="2107024" y="38125"/>
                  <a:pt x="2113860" y="40024"/>
                  <a:pt x="2120184" y="43822"/>
                </a:cubicBezTo>
                <a:cubicBezTo>
                  <a:pt x="2126508" y="47621"/>
                  <a:pt x="2131312" y="53017"/>
                  <a:pt x="2134594" y="60011"/>
                </a:cubicBezTo>
                <a:cubicBezTo>
                  <a:pt x="2137877" y="67005"/>
                  <a:pt x="2139518" y="74662"/>
                  <a:pt x="2139518" y="82981"/>
                </a:cubicBezTo>
                <a:cubicBezTo>
                  <a:pt x="2139518" y="94978"/>
                  <a:pt x="2136476" y="105016"/>
                  <a:pt x="2130393" y="113097"/>
                </a:cubicBezTo>
                <a:cubicBezTo>
                  <a:pt x="2123045" y="122863"/>
                  <a:pt x="2112897" y="127746"/>
                  <a:pt x="2099947" y="127746"/>
                </a:cubicBezTo>
                <a:cubicBezTo>
                  <a:pt x="2087239" y="127746"/>
                  <a:pt x="2077452" y="123285"/>
                  <a:pt x="2070585" y="114361"/>
                </a:cubicBezTo>
                <a:cubicBezTo>
                  <a:pt x="2063719" y="105438"/>
                  <a:pt x="2060286" y="95098"/>
                  <a:pt x="2060286" y="83342"/>
                </a:cubicBezTo>
                <a:cubicBezTo>
                  <a:pt x="2060286" y="71225"/>
                  <a:pt x="2063795" y="60659"/>
                  <a:pt x="2070811" y="51646"/>
                </a:cubicBezTo>
                <a:cubicBezTo>
                  <a:pt x="2077828" y="42632"/>
                  <a:pt x="2087450" y="38125"/>
                  <a:pt x="2099676" y="38125"/>
                </a:cubicBezTo>
                <a:moveTo>
                  <a:pt x="2100038" y="44449"/>
                </a:moveTo>
                <a:cubicBezTo>
                  <a:pt x="2096966" y="44449"/>
                  <a:pt x="2094331" y="45611"/>
                  <a:pt x="2092132" y="47933"/>
                </a:cubicBezTo>
                <a:cubicBezTo>
                  <a:pt x="2089934" y="50254"/>
                  <a:pt x="2088489" y="54836"/>
                  <a:pt x="2087796" y="61680"/>
                </a:cubicBezTo>
                <a:cubicBezTo>
                  <a:pt x="2087103" y="68523"/>
                  <a:pt x="2086757" y="78036"/>
                  <a:pt x="2086757" y="90217"/>
                </a:cubicBezTo>
                <a:cubicBezTo>
                  <a:pt x="2086757" y="96669"/>
                  <a:pt x="2087179" y="102700"/>
                  <a:pt x="2088022" y="108308"/>
                </a:cubicBezTo>
                <a:cubicBezTo>
                  <a:pt x="2088684" y="112588"/>
                  <a:pt x="2090100" y="115845"/>
                  <a:pt x="2092268" y="118077"/>
                </a:cubicBezTo>
                <a:cubicBezTo>
                  <a:pt x="2094436" y="120307"/>
                  <a:pt x="2096906" y="121422"/>
                  <a:pt x="2099676" y="121422"/>
                </a:cubicBezTo>
                <a:cubicBezTo>
                  <a:pt x="2102386" y="121422"/>
                  <a:pt x="2104645" y="120669"/>
                  <a:pt x="2106452" y="119161"/>
                </a:cubicBezTo>
                <a:cubicBezTo>
                  <a:pt x="2108801" y="117111"/>
                  <a:pt x="2110367" y="114247"/>
                  <a:pt x="2111150" y="110567"/>
                </a:cubicBezTo>
                <a:cubicBezTo>
                  <a:pt x="2112354" y="104840"/>
                  <a:pt x="2112957" y="93262"/>
                  <a:pt x="2112957" y="75835"/>
                </a:cubicBezTo>
                <a:cubicBezTo>
                  <a:pt x="2112957" y="65585"/>
                  <a:pt x="2112385" y="58546"/>
                  <a:pt x="2111240" y="54717"/>
                </a:cubicBezTo>
                <a:cubicBezTo>
                  <a:pt x="2110096" y="50887"/>
                  <a:pt x="2108409" y="48098"/>
                  <a:pt x="2106181" y="46349"/>
                </a:cubicBezTo>
                <a:cubicBezTo>
                  <a:pt x="2104615" y="45083"/>
                  <a:pt x="2102567" y="44449"/>
                  <a:pt x="2100038" y="44449"/>
                </a:cubicBezTo>
                <a:close/>
                <a:moveTo>
                  <a:pt x="2186117" y="40655"/>
                </a:moveTo>
                <a:lnTo>
                  <a:pt x="2186117" y="51677"/>
                </a:lnTo>
                <a:cubicBezTo>
                  <a:pt x="2190454" y="46947"/>
                  <a:pt x="2194610" y="43506"/>
                  <a:pt x="2198585" y="41355"/>
                </a:cubicBezTo>
                <a:cubicBezTo>
                  <a:pt x="2202560" y="39202"/>
                  <a:pt x="2206836" y="38125"/>
                  <a:pt x="2211414" y="38125"/>
                </a:cubicBezTo>
                <a:cubicBezTo>
                  <a:pt x="2216895" y="38125"/>
                  <a:pt x="2221442" y="39648"/>
                  <a:pt x="2225056" y="42693"/>
                </a:cubicBezTo>
                <a:cubicBezTo>
                  <a:pt x="2228669" y="45739"/>
                  <a:pt x="2231079" y="49523"/>
                  <a:pt x="2232283" y="54045"/>
                </a:cubicBezTo>
                <a:cubicBezTo>
                  <a:pt x="2233247" y="57484"/>
                  <a:pt x="2233729" y="64089"/>
                  <a:pt x="2233729" y="73859"/>
                </a:cubicBezTo>
                <a:lnTo>
                  <a:pt x="2233729" y="106787"/>
                </a:lnTo>
                <a:cubicBezTo>
                  <a:pt x="2233729" y="113291"/>
                  <a:pt x="2234316" y="117342"/>
                  <a:pt x="2235490" y="118938"/>
                </a:cubicBezTo>
                <a:cubicBezTo>
                  <a:pt x="2236665" y="120534"/>
                  <a:pt x="2239119" y="121543"/>
                  <a:pt x="2242853" y="121964"/>
                </a:cubicBezTo>
                <a:lnTo>
                  <a:pt x="2242853" y="125217"/>
                </a:lnTo>
                <a:lnTo>
                  <a:pt x="2200121" y="125217"/>
                </a:lnTo>
                <a:lnTo>
                  <a:pt x="2200121" y="121964"/>
                </a:lnTo>
                <a:cubicBezTo>
                  <a:pt x="2203313" y="121543"/>
                  <a:pt x="2205602" y="120218"/>
                  <a:pt x="2206987" y="117989"/>
                </a:cubicBezTo>
                <a:cubicBezTo>
                  <a:pt x="2207950" y="116484"/>
                  <a:pt x="2208432" y="112749"/>
                  <a:pt x="2208432" y="106787"/>
                </a:cubicBezTo>
                <a:lnTo>
                  <a:pt x="2208432" y="69204"/>
                </a:lnTo>
                <a:cubicBezTo>
                  <a:pt x="2208432" y="62277"/>
                  <a:pt x="2208161" y="57911"/>
                  <a:pt x="2207619" y="56104"/>
                </a:cubicBezTo>
                <a:cubicBezTo>
                  <a:pt x="2207077" y="54297"/>
                  <a:pt x="2206159" y="52896"/>
                  <a:pt x="2204864" y="51903"/>
                </a:cubicBezTo>
                <a:cubicBezTo>
                  <a:pt x="2203569" y="50909"/>
                  <a:pt x="2202138" y="50412"/>
                  <a:pt x="2200572" y="50412"/>
                </a:cubicBezTo>
                <a:cubicBezTo>
                  <a:pt x="2195393" y="50412"/>
                  <a:pt x="2190574" y="54146"/>
                  <a:pt x="2186117" y="61615"/>
                </a:cubicBezTo>
                <a:lnTo>
                  <a:pt x="2186117" y="106787"/>
                </a:lnTo>
                <a:cubicBezTo>
                  <a:pt x="2186117" y="113111"/>
                  <a:pt x="2186705" y="117116"/>
                  <a:pt x="2187879" y="118802"/>
                </a:cubicBezTo>
                <a:cubicBezTo>
                  <a:pt x="2189054" y="120489"/>
                  <a:pt x="2191237" y="121543"/>
                  <a:pt x="2194429" y="121964"/>
                </a:cubicBezTo>
                <a:lnTo>
                  <a:pt x="2194429" y="125217"/>
                </a:lnTo>
                <a:lnTo>
                  <a:pt x="2151696" y="125217"/>
                </a:lnTo>
                <a:lnTo>
                  <a:pt x="2151696" y="121964"/>
                </a:lnTo>
                <a:cubicBezTo>
                  <a:pt x="2155250" y="121603"/>
                  <a:pt x="2157779" y="120459"/>
                  <a:pt x="2159285" y="118531"/>
                </a:cubicBezTo>
                <a:cubicBezTo>
                  <a:pt x="2160309" y="117206"/>
                  <a:pt x="2160821" y="113291"/>
                  <a:pt x="2160821" y="106787"/>
                </a:cubicBezTo>
                <a:lnTo>
                  <a:pt x="2160821" y="59085"/>
                </a:lnTo>
                <a:cubicBezTo>
                  <a:pt x="2160821" y="52624"/>
                  <a:pt x="2160234" y="48600"/>
                  <a:pt x="2159059" y="47016"/>
                </a:cubicBezTo>
                <a:cubicBezTo>
                  <a:pt x="2157885" y="45431"/>
                  <a:pt x="2155430" y="44395"/>
                  <a:pt x="2151696" y="43907"/>
                </a:cubicBezTo>
                <a:lnTo>
                  <a:pt x="2151696" y="40655"/>
                </a:lnTo>
                <a:lnTo>
                  <a:pt x="2186117" y="40655"/>
                </a:lnTo>
                <a:close/>
                <a:moveTo>
                  <a:pt x="2308429" y="38487"/>
                </a:moveTo>
                <a:lnTo>
                  <a:pt x="2309784" y="67397"/>
                </a:lnTo>
                <a:lnTo>
                  <a:pt x="2306712" y="67397"/>
                </a:lnTo>
                <a:cubicBezTo>
                  <a:pt x="2303038" y="58774"/>
                  <a:pt x="2299229" y="52885"/>
                  <a:pt x="2295284" y="49729"/>
                </a:cubicBezTo>
                <a:cubicBezTo>
                  <a:pt x="2291339" y="46570"/>
                  <a:pt x="2287409" y="44991"/>
                  <a:pt x="2283494" y="44991"/>
                </a:cubicBezTo>
                <a:cubicBezTo>
                  <a:pt x="2281024" y="44991"/>
                  <a:pt x="2278916" y="45819"/>
                  <a:pt x="2277170" y="47476"/>
                </a:cubicBezTo>
                <a:cubicBezTo>
                  <a:pt x="2275423" y="49132"/>
                  <a:pt x="2274550" y="51044"/>
                  <a:pt x="2274550" y="53213"/>
                </a:cubicBezTo>
                <a:cubicBezTo>
                  <a:pt x="2274550" y="54839"/>
                  <a:pt x="2275152" y="56405"/>
                  <a:pt x="2276357" y="57911"/>
                </a:cubicBezTo>
                <a:cubicBezTo>
                  <a:pt x="2278284" y="60380"/>
                  <a:pt x="2283674" y="64611"/>
                  <a:pt x="2292528" y="70604"/>
                </a:cubicBezTo>
                <a:cubicBezTo>
                  <a:pt x="2301382" y="76597"/>
                  <a:pt x="2307209" y="81686"/>
                  <a:pt x="2310010" y="85872"/>
                </a:cubicBezTo>
                <a:cubicBezTo>
                  <a:pt x="2312810" y="90058"/>
                  <a:pt x="2314211" y="94741"/>
                  <a:pt x="2314211" y="99920"/>
                </a:cubicBezTo>
                <a:cubicBezTo>
                  <a:pt x="2314211" y="104618"/>
                  <a:pt x="2313036" y="109226"/>
                  <a:pt x="2310687" y="113743"/>
                </a:cubicBezTo>
                <a:cubicBezTo>
                  <a:pt x="2308338" y="118260"/>
                  <a:pt x="2305026" y="121724"/>
                  <a:pt x="2300750" y="124133"/>
                </a:cubicBezTo>
                <a:cubicBezTo>
                  <a:pt x="2296473" y="126542"/>
                  <a:pt x="2291745" y="127746"/>
                  <a:pt x="2286565" y="127746"/>
                </a:cubicBezTo>
                <a:cubicBezTo>
                  <a:pt x="2282530" y="127746"/>
                  <a:pt x="2277140" y="126458"/>
                  <a:pt x="2270394" y="123881"/>
                </a:cubicBezTo>
                <a:cubicBezTo>
                  <a:pt x="2268587" y="123206"/>
                  <a:pt x="2267352" y="122868"/>
                  <a:pt x="2266690" y="122868"/>
                </a:cubicBezTo>
                <a:cubicBezTo>
                  <a:pt x="2264702" y="122868"/>
                  <a:pt x="2263046" y="124374"/>
                  <a:pt x="2261721" y="127385"/>
                </a:cubicBezTo>
                <a:lnTo>
                  <a:pt x="2258740" y="127385"/>
                </a:lnTo>
                <a:lnTo>
                  <a:pt x="2257294" y="97029"/>
                </a:lnTo>
                <a:lnTo>
                  <a:pt x="2260366" y="97029"/>
                </a:lnTo>
                <a:cubicBezTo>
                  <a:pt x="2263076" y="104980"/>
                  <a:pt x="2266795" y="110942"/>
                  <a:pt x="2271523" y="114918"/>
                </a:cubicBezTo>
                <a:cubicBezTo>
                  <a:pt x="2276251" y="118893"/>
                  <a:pt x="2280723" y="120880"/>
                  <a:pt x="2284939" y="120880"/>
                </a:cubicBezTo>
                <a:cubicBezTo>
                  <a:pt x="2287830" y="120880"/>
                  <a:pt x="2290194" y="119992"/>
                  <a:pt x="2292031" y="118215"/>
                </a:cubicBezTo>
                <a:cubicBezTo>
                  <a:pt x="2293868" y="116438"/>
                  <a:pt x="2294787" y="114285"/>
                  <a:pt x="2294787" y="111756"/>
                </a:cubicBezTo>
                <a:cubicBezTo>
                  <a:pt x="2294787" y="108865"/>
                  <a:pt x="2293883" y="106365"/>
                  <a:pt x="2292076" y="104257"/>
                </a:cubicBezTo>
                <a:cubicBezTo>
                  <a:pt x="2290270" y="102149"/>
                  <a:pt x="2286234" y="98957"/>
                  <a:pt x="2279970" y="94681"/>
                </a:cubicBezTo>
                <a:cubicBezTo>
                  <a:pt x="2270755" y="88296"/>
                  <a:pt x="2264793" y="83418"/>
                  <a:pt x="2262082" y="80045"/>
                </a:cubicBezTo>
                <a:cubicBezTo>
                  <a:pt x="2258107" y="75106"/>
                  <a:pt x="2256120" y="69655"/>
                  <a:pt x="2256120" y="63693"/>
                </a:cubicBezTo>
                <a:cubicBezTo>
                  <a:pt x="2256120" y="57188"/>
                  <a:pt x="2258363" y="51300"/>
                  <a:pt x="2262850" y="46030"/>
                </a:cubicBezTo>
                <a:cubicBezTo>
                  <a:pt x="2267337" y="40760"/>
                  <a:pt x="2273827" y="38125"/>
                  <a:pt x="2282319" y="38125"/>
                </a:cubicBezTo>
                <a:cubicBezTo>
                  <a:pt x="2286897" y="38125"/>
                  <a:pt x="2291324" y="39283"/>
                  <a:pt x="2295600" y="41598"/>
                </a:cubicBezTo>
                <a:cubicBezTo>
                  <a:pt x="2297226" y="42535"/>
                  <a:pt x="2298551" y="43004"/>
                  <a:pt x="2299575" y="43004"/>
                </a:cubicBezTo>
                <a:cubicBezTo>
                  <a:pt x="2300659" y="43004"/>
                  <a:pt x="2301532" y="42778"/>
                  <a:pt x="2302195" y="42326"/>
                </a:cubicBezTo>
                <a:cubicBezTo>
                  <a:pt x="2302858" y="41874"/>
                  <a:pt x="2303912" y="40595"/>
                  <a:pt x="2305357" y="38487"/>
                </a:cubicBezTo>
                <a:lnTo>
                  <a:pt x="2308429" y="384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2C067-3975-40AF-856F-39C6F5B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7722" y="2122239"/>
            <a:ext cx="2680595" cy="620241"/>
          </a:xfrm>
          <a:custGeom xmlns:a="http://schemas.openxmlformats.org/drawingml/2006/main">
            <a:pathLst>
              <a:path w="2680595" h="620241">
                <a:moveTo>
                  <a:pt x="0" y="620241"/>
                </a:moveTo>
                <a:lnTo>
                  <a:pt x="0" y="0"/>
                </a:lnTo>
                <a:lnTo>
                  <a:pt x="2680595" y="0"/>
                </a:lnTo>
                <a:lnTo>
                  <a:pt x="2680595" y="620241"/>
                </a:lnTo>
                <a:lnTo>
                  <a:pt x="0" y="620241"/>
                </a:lnTo>
                <a:close/>
              </a:path>
            </a:pathLst>
          </a:custGeom>
          <a:solidFill xmlns:a="http://schemas.openxmlformats.org/drawingml/2006/main">
            <a:srgbClr val="CF93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Exceptiontriggerstreams">
            <a:extLst xmlns:a="http://schemas.openxmlformats.org/drawingml/2006/main">
              <a:ext uri="{FF2B5EF4-FFF2-40B4-BE49-F238E27FC236}">
                <a16:creationId xmlns:a16="http://schemas.microsoft.com/office/drawing/2014/main" id="{AA55385F-49AF-40CB-8FA8-11F2F248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491" y="2257104"/>
            <a:ext cx="2033511" cy="165149"/>
          </a:xfrm>
          <a:custGeom xmlns:a="http://schemas.openxmlformats.org/drawingml/2006/main">
            <a:pathLst>
              <a:path w="2033511" h="165149">
                <a:moveTo>
                  <a:pt x="46708" y="9757"/>
                </a:moveTo>
                <a:lnTo>
                  <a:pt x="46708" y="59446"/>
                </a:lnTo>
                <a:lnTo>
                  <a:pt x="49147" y="59446"/>
                </a:lnTo>
                <a:cubicBezTo>
                  <a:pt x="56917" y="59446"/>
                  <a:pt x="62548" y="57007"/>
                  <a:pt x="66041" y="52129"/>
                </a:cubicBezTo>
                <a:cubicBezTo>
                  <a:pt x="69535" y="47250"/>
                  <a:pt x="71763" y="40053"/>
                  <a:pt x="72727" y="30536"/>
                </a:cubicBezTo>
                <a:lnTo>
                  <a:pt x="76160" y="30536"/>
                </a:lnTo>
                <a:lnTo>
                  <a:pt x="76160" y="94861"/>
                </a:lnTo>
                <a:lnTo>
                  <a:pt x="72727" y="94861"/>
                </a:lnTo>
                <a:cubicBezTo>
                  <a:pt x="72004" y="87852"/>
                  <a:pt x="70483" y="82112"/>
                  <a:pt x="68165" y="77642"/>
                </a:cubicBezTo>
                <a:cubicBezTo>
                  <a:pt x="65846" y="73170"/>
                  <a:pt x="63150" y="70164"/>
                  <a:pt x="60079" y="68625"/>
                </a:cubicBezTo>
                <a:cubicBezTo>
                  <a:pt x="57007" y="67083"/>
                  <a:pt x="52550" y="66313"/>
                  <a:pt x="46708" y="66313"/>
                </a:cubicBezTo>
                <a:lnTo>
                  <a:pt x="46708" y="100824"/>
                </a:lnTo>
                <a:cubicBezTo>
                  <a:pt x="46708" y="107570"/>
                  <a:pt x="46994" y="111695"/>
                  <a:pt x="47566" y="113201"/>
                </a:cubicBezTo>
                <a:cubicBezTo>
                  <a:pt x="48138" y="114707"/>
                  <a:pt x="49207" y="115942"/>
                  <a:pt x="50773" y="116905"/>
                </a:cubicBezTo>
                <a:cubicBezTo>
                  <a:pt x="52339" y="117869"/>
                  <a:pt x="54869" y="118351"/>
                  <a:pt x="58362" y="118351"/>
                </a:cubicBezTo>
                <a:lnTo>
                  <a:pt x="65680" y="118351"/>
                </a:lnTo>
                <a:cubicBezTo>
                  <a:pt x="77124" y="118351"/>
                  <a:pt x="86294" y="115716"/>
                  <a:pt x="93190" y="110446"/>
                </a:cubicBezTo>
                <a:cubicBezTo>
                  <a:pt x="100086" y="105176"/>
                  <a:pt x="105040" y="97120"/>
                  <a:pt x="108051" y="86279"/>
                </a:cubicBezTo>
                <a:lnTo>
                  <a:pt x="111394" y="86279"/>
                </a:lnTo>
                <a:lnTo>
                  <a:pt x="105883" y="125217"/>
                </a:lnTo>
                <a:lnTo>
                  <a:pt x="0" y="125217"/>
                </a:lnTo>
                <a:lnTo>
                  <a:pt x="0" y="121964"/>
                </a:lnTo>
                <a:lnTo>
                  <a:pt x="4065" y="121964"/>
                </a:lnTo>
                <a:cubicBezTo>
                  <a:pt x="7619" y="121964"/>
                  <a:pt x="10480" y="121329"/>
                  <a:pt x="12648" y="120059"/>
                </a:cubicBezTo>
                <a:cubicBezTo>
                  <a:pt x="14214" y="119210"/>
                  <a:pt x="15419" y="117757"/>
                  <a:pt x="16262" y="115700"/>
                </a:cubicBezTo>
                <a:cubicBezTo>
                  <a:pt x="16924" y="114247"/>
                  <a:pt x="17256" y="110432"/>
                  <a:pt x="17256" y="104257"/>
                </a:cubicBezTo>
                <a:lnTo>
                  <a:pt x="17256" y="23670"/>
                </a:lnTo>
                <a:cubicBezTo>
                  <a:pt x="17256" y="18101"/>
                  <a:pt x="17105" y="14680"/>
                  <a:pt x="16804" y="13408"/>
                </a:cubicBezTo>
                <a:cubicBezTo>
                  <a:pt x="16202" y="11290"/>
                  <a:pt x="15087" y="9656"/>
                  <a:pt x="13461" y="8506"/>
                </a:cubicBezTo>
                <a:cubicBezTo>
                  <a:pt x="11173" y="6811"/>
                  <a:pt x="8041" y="5963"/>
                  <a:pt x="4065" y="5963"/>
                </a:cubicBezTo>
                <a:lnTo>
                  <a:pt x="0" y="5963"/>
                </a:lnTo>
                <a:lnTo>
                  <a:pt x="0" y="2710"/>
                </a:lnTo>
                <a:lnTo>
                  <a:pt x="102540" y="2710"/>
                </a:lnTo>
                <a:lnTo>
                  <a:pt x="102540" y="39029"/>
                </a:lnTo>
                <a:lnTo>
                  <a:pt x="99107" y="39029"/>
                </a:lnTo>
                <a:cubicBezTo>
                  <a:pt x="97361" y="30147"/>
                  <a:pt x="94906" y="23773"/>
                  <a:pt x="91744" y="19907"/>
                </a:cubicBezTo>
                <a:cubicBezTo>
                  <a:pt x="88582" y="16041"/>
                  <a:pt x="84110" y="13202"/>
                  <a:pt x="78328" y="11389"/>
                </a:cubicBezTo>
                <a:cubicBezTo>
                  <a:pt x="74955" y="10301"/>
                  <a:pt x="68631" y="9757"/>
                  <a:pt x="59356" y="9757"/>
                </a:cubicBezTo>
                <a:lnTo>
                  <a:pt x="46708" y="9757"/>
                </a:lnTo>
                <a:close/>
                <a:moveTo>
                  <a:pt x="175520" y="73399"/>
                </a:moveTo>
                <a:lnTo>
                  <a:pt x="190537" y="101281"/>
                </a:lnTo>
                <a:cubicBezTo>
                  <a:pt x="195596" y="110976"/>
                  <a:pt x="199601" y="117118"/>
                  <a:pt x="202553" y="119706"/>
                </a:cubicBezTo>
                <a:cubicBezTo>
                  <a:pt x="204179" y="121091"/>
                  <a:pt x="206407" y="121844"/>
                  <a:pt x="209238" y="121964"/>
                </a:cubicBezTo>
                <a:lnTo>
                  <a:pt x="209238" y="125217"/>
                </a:lnTo>
                <a:lnTo>
                  <a:pt x="162169" y="125217"/>
                </a:lnTo>
                <a:lnTo>
                  <a:pt x="162169" y="121964"/>
                </a:lnTo>
                <a:cubicBezTo>
                  <a:pt x="165843" y="121663"/>
                  <a:pt x="168116" y="121181"/>
                  <a:pt x="168990" y="120519"/>
                </a:cubicBezTo>
                <a:cubicBezTo>
                  <a:pt x="169863" y="119855"/>
                  <a:pt x="170300" y="118949"/>
                  <a:pt x="170300" y="117803"/>
                </a:cubicBezTo>
                <a:cubicBezTo>
                  <a:pt x="170300" y="116115"/>
                  <a:pt x="169336" y="113461"/>
                  <a:pt x="167409" y="109841"/>
                </a:cubicBezTo>
                <a:lnTo>
                  <a:pt x="160034" y="96149"/>
                </a:lnTo>
                <a:lnTo>
                  <a:pt x="153857" y="105228"/>
                </a:lnTo>
                <a:cubicBezTo>
                  <a:pt x="151026" y="109390"/>
                  <a:pt x="149430" y="111863"/>
                  <a:pt x="149069" y="112648"/>
                </a:cubicBezTo>
                <a:cubicBezTo>
                  <a:pt x="148587" y="113792"/>
                  <a:pt x="148346" y="114817"/>
                  <a:pt x="148346" y="115722"/>
                </a:cubicBezTo>
                <a:cubicBezTo>
                  <a:pt x="148346" y="117109"/>
                  <a:pt x="148632" y="118271"/>
                  <a:pt x="149204" y="119206"/>
                </a:cubicBezTo>
                <a:cubicBezTo>
                  <a:pt x="149777" y="120140"/>
                  <a:pt x="150560" y="120833"/>
                  <a:pt x="151553" y="121287"/>
                </a:cubicBezTo>
                <a:cubicBezTo>
                  <a:pt x="152547" y="121739"/>
                  <a:pt x="154369" y="121964"/>
                  <a:pt x="157019" y="121964"/>
                </a:cubicBezTo>
                <a:lnTo>
                  <a:pt x="157019" y="125217"/>
                </a:lnTo>
                <a:lnTo>
                  <a:pt x="123953" y="125217"/>
                </a:lnTo>
                <a:lnTo>
                  <a:pt x="123953" y="121964"/>
                </a:lnTo>
                <a:cubicBezTo>
                  <a:pt x="128049" y="121964"/>
                  <a:pt x="131798" y="120834"/>
                  <a:pt x="135201" y="118574"/>
                </a:cubicBezTo>
                <a:cubicBezTo>
                  <a:pt x="138604" y="116311"/>
                  <a:pt x="143558" y="110387"/>
                  <a:pt x="150063" y="100801"/>
                </a:cubicBezTo>
                <a:lnTo>
                  <a:pt x="157033" y="90573"/>
                </a:lnTo>
                <a:lnTo>
                  <a:pt x="142474" y="63537"/>
                </a:lnTo>
                <a:cubicBezTo>
                  <a:pt x="137716" y="54691"/>
                  <a:pt x="134162" y="49269"/>
                  <a:pt x="131813" y="47270"/>
                </a:cubicBezTo>
                <a:cubicBezTo>
                  <a:pt x="129464" y="45271"/>
                  <a:pt x="126844" y="44150"/>
                  <a:pt x="123953" y="43907"/>
                </a:cubicBezTo>
                <a:lnTo>
                  <a:pt x="123953" y="40655"/>
                </a:lnTo>
                <a:lnTo>
                  <a:pt x="170751" y="40655"/>
                </a:lnTo>
                <a:lnTo>
                  <a:pt x="170751" y="43907"/>
                </a:lnTo>
                <a:lnTo>
                  <a:pt x="168312" y="43998"/>
                </a:lnTo>
                <a:lnTo>
                  <a:pt x="163614" y="45641"/>
                </a:lnTo>
                <a:cubicBezTo>
                  <a:pt x="163132" y="46066"/>
                  <a:pt x="162891" y="46765"/>
                  <a:pt x="162891" y="47738"/>
                </a:cubicBezTo>
                <a:cubicBezTo>
                  <a:pt x="162891" y="48649"/>
                  <a:pt x="163042" y="49591"/>
                  <a:pt x="163343" y="50564"/>
                </a:cubicBezTo>
                <a:cubicBezTo>
                  <a:pt x="163524" y="50990"/>
                  <a:pt x="164367" y="52631"/>
                  <a:pt x="165873" y="55488"/>
                </a:cubicBezTo>
                <a:lnTo>
                  <a:pt x="172524" y="67837"/>
                </a:lnTo>
                <a:lnTo>
                  <a:pt x="175901" y="62879"/>
                </a:lnTo>
                <a:cubicBezTo>
                  <a:pt x="180719" y="56222"/>
                  <a:pt x="183129" y="51562"/>
                  <a:pt x="183129" y="48899"/>
                </a:cubicBezTo>
                <a:cubicBezTo>
                  <a:pt x="183129" y="47628"/>
                  <a:pt x="182602" y="46554"/>
                  <a:pt x="181548" y="45677"/>
                </a:cubicBezTo>
                <a:cubicBezTo>
                  <a:pt x="180494" y="44800"/>
                  <a:pt x="178611" y="44210"/>
                  <a:pt x="175901" y="43907"/>
                </a:cubicBezTo>
                <a:lnTo>
                  <a:pt x="175901" y="40655"/>
                </a:lnTo>
                <a:lnTo>
                  <a:pt x="205805" y="40655"/>
                </a:lnTo>
                <a:lnTo>
                  <a:pt x="205805" y="43907"/>
                </a:lnTo>
                <a:cubicBezTo>
                  <a:pt x="202131" y="44028"/>
                  <a:pt x="198698" y="45164"/>
                  <a:pt x="195506" y="47318"/>
                </a:cubicBezTo>
                <a:cubicBezTo>
                  <a:pt x="192314" y="49471"/>
                  <a:pt x="188730" y="53641"/>
                  <a:pt x="184755" y="59828"/>
                </a:cubicBezTo>
                <a:lnTo>
                  <a:pt x="175520" y="73399"/>
                </a:lnTo>
                <a:close/>
                <a:moveTo>
                  <a:pt x="288311" y="103373"/>
                </a:moveTo>
                <a:lnTo>
                  <a:pt x="291111" y="105539"/>
                </a:lnTo>
                <a:cubicBezTo>
                  <a:pt x="287136" y="113032"/>
                  <a:pt x="282182" y="118607"/>
                  <a:pt x="276250" y="122264"/>
                </a:cubicBezTo>
                <a:cubicBezTo>
                  <a:pt x="270317" y="125919"/>
                  <a:pt x="264008" y="127746"/>
                  <a:pt x="257323" y="127746"/>
                </a:cubicBezTo>
                <a:cubicBezTo>
                  <a:pt x="246060" y="127746"/>
                  <a:pt x="237055" y="123497"/>
                  <a:pt x="230310" y="114997"/>
                </a:cubicBezTo>
                <a:cubicBezTo>
                  <a:pt x="223564" y="106495"/>
                  <a:pt x="220191" y="96276"/>
                  <a:pt x="220191" y="84339"/>
                </a:cubicBezTo>
                <a:cubicBezTo>
                  <a:pt x="220191" y="72822"/>
                  <a:pt x="223263" y="62693"/>
                  <a:pt x="229406" y="53952"/>
                </a:cubicBezTo>
                <a:cubicBezTo>
                  <a:pt x="236815" y="43401"/>
                  <a:pt x="247023" y="38125"/>
                  <a:pt x="260033" y="38125"/>
                </a:cubicBezTo>
                <a:cubicBezTo>
                  <a:pt x="268766" y="38125"/>
                  <a:pt x="275708" y="40330"/>
                  <a:pt x="280857" y="44740"/>
                </a:cubicBezTo>
                <a:cubicBezTo>
                  <a:pt x="286007" y="49148"/>
                  <a:pt x="288582" y="54070"/>
                  <a:pt x="288582" y="59506"/>
                </a:cubicBezTo>
                <a:cubicBezTo>
                  <a:pt x="288582" y="62948"/>
                  <a:pt x="287543" y="65696"/>
                  <a:pt x="285465" y="67750"/>
                </a:cubicBezTo>
                <a:cubicBezTo>
                  <a:pt x="283387" y="69803"/>
                  <a:pt x="280662" y="70830"/>
                  <a:pt x="277289" y="70830"/>
                </a:cubicBezTo>
                <a:cubicBezTo>
                  <a:pt x="273735" y="70830"/>
                  <a:pt x="270799" y="69651"/>
                  <a:pt x="268480" y="67295"/>
                </a:cubicBezTo>
                <a:cubicBezTo>
                  <a:pt x="266161" y="64937"/>
                  <a:pt x="264731" y="60736"/>
                  <a:pt x="264189" y="54692"/>
                </a:cubicBezTo>
                <a:cubicBezTo>
                  <a:pt x="263827" y="50884"/>
                  <a:pt x="262954" y="48225"/>
                  <a:pt x="261569" y="46714"/>
                </a:cubicBezTo>
                <a:cubicBezTo>
                  <a:pt x="260184" y="45204"/>
                  <a:pt x="258557" y="44449"/>
                  <a:pt x="256690" y="44449"/>
                </a:cubicBezTo>
                <a:cubicBezTo>
                  <a:pt x="253799" y="44449"/>
                  <a:pt x="251330" y="45985"/>
                  <a:pt x="249282" y="49057"/>
                </a:cubicBezTo>
                <a:cubicBezTo>
                  <a:pt x="246150" y="53694"/>
                  <a:pt x="244584" y="60802"/>
                  <a:pt x="244584" y="70378"/>
                </a:cubicBezTo>
                <a:cubicBezTo>
                  <a:pt x="244584" y="78328"/>
                  <a:pt x="245849" y="85932"/>
                  <a:pt x="248379" y="93190"/>
                </a:cubicBezTo>
                <a:cubicBezTo>
                  <a:pt x="250908" y="100448"/>
                  <a:pt x="254371" y="105853"/>
                  <a:pt x="258768" y="109407"/>
                </a:cubicBezTo>
                <a:cubicBezTo>
                  <a:pt x="262081" y="111996"/>
                  <a:pt x="265996" y="113291"/>
                  <a:pt x="270513" y="113291"/>
                </a:cubicBezTo>
                <a:cubicBezTo>
                  <a:pt x="273464" y="113291"/>
                  <a:pt x="276265" y="112601"/>
                  <a:pt x="278915" y="111219"/>
                </a:cubicBezTo>
                <a:cubicBezTo>
                  <a:pt x="281565" y="109836"/>
                  <a:pt x="284697" y="107220"/>
                  <a:pt x="288311" y="103373"/>
                </a:cubicBezTo>
                <a:close/>
                <a:moveTo>
                  <a:pt x="372343" y="79864"/>
                </a:moveTo>
                <a:lnTo>
                  <a:pt x="325996" y="79864"/>
                </a:lnTo>
                <a:cubicBezTo>
                  <a:pt x="326538" y="91097"/>
                  <a:pt x="329519" y="99974"/>
                  <a:pt x="334940" y="106496"/>
                </a:cubicBezTo>
                <a:cubicBezTo>
                  <a:pt x="339096" y="111508"/>
                  <a:pt x="344095" y="114014"/>
                  <a:pt x="349937" y="114014"/>
                </a:cubicBezTo>
                <a:cubicBezTo>
                  <a:pt x="353551" y="114014"/>
                  <a:pt x="356833" y="113005"/>
                  <a:pt x="359785" y="110988"/>
                </a:cubicBezTo>
                <a:cubicBezTo>
                  <a:pt x="362736" y="108970"/>
                  <a:pt x="365898" y="105341"/>
                  <a:pt x="369271" y="100101"/>
                </a:cubicBezTo>
                <a:lnTo>
                  <a:pt x="372343" y="102089"/>
                </a:lnTo>
                <a:cubicBezTo>
                  <a:pt x="367765" y="111424"/>
                  <a:pt x="362706" y="118034"/>
                  <a:pt x="357165" y="121919"/>
                </a:cubicBezTo>
                <a:cubicBezTo>
                  <a:pt x="351624" y="125804"/>
                  <a:pt x="345209" y="127746"/>
                  <a:pt x="337921" y="127746"/>
                </a:cubicBezTo>
                <a:cubicBezTo>
                  <a:pt x="325394" y="127746"/>
                  <a:pt x="315908" y="122923"/>
                  <a:pt x="309463" y="113277"/>
                </a:cubicBezTo>
                <a:cubicBezTo>
                  <a:pt x="304283" y="105500"/>
                  <a:pt x="301693" y="95854"/>
                  <a:pt x="301693" y="84339"/>
                </a:cubicBezTo>
                <a:cubicBezTo>
                  <a:pt x="301693" y="70230"/>
                  <a:pt x="305503" y="59001"/>
                  <a:pt x="313122" y="50652"/>
                </a:cubicBezTo>
                <a:cubicBezTo>
                  <a:pt x="320741" y="42301"/>
                  <a:pt x="329670" y="38125"/>
                  <a:pt x="339909" y="38125"/>
                </a:cubicBezTo>
                <a:cubicBezTo>
                  <a:pt x="348462" y="38125"/>
                  <a:pt x="355885" y="41634"/>
                  <a:pt x="362179" y="48650"/>
                </a:cubicBezTo>
                <a:cubicBezTo>
                  <a:pt x="368473" y="55667"/>
                  <a:pt x="371861" y="66072"/>
                  <a:pt x="372343" y="79864"/>
                </a:cubicBezTo>
                <a:moveTo>
                  <a:pt x="350118" y="73901"/>
                </a:moveTo>
                <a:cubicBezTo>
                  <a:pt x="350118" y="64204"/>
                  <a:pt x="349591" y="57549"/>
                  <a:pt x="348537" y="53935"/>
                </a:cubicBezTo>
                <a:cubicBezTo>
                  <a:pt x="347483" y="50322"/>
                  <a:pt x="345842" y="47581"/>
                  <a:pt x="343613" y="45714"/>
                </a:cubicBezTo>
                <a:cubicBezTo>
                  <a:pt x="342348" y="44630"/>
                  <a:pt x="340662" y="44088"/>
                  <a:pt x="338554" y="44088"/>
                </a:cubicBezTo>
                <a:cubicBezTo>
                  <a:pt x="335422" y="44088"/>
                  <a:pt x="332862" y="45624"/>
                  <a:pt x="330875" y="48695"/>
                </a:cubicBezTo>
                <a:cubicBezTo>
                  <a:pt x="327321" y="54056"/>
                  <a:pt x="325544" y="61404"/>
                  <a:pt x="325544" y="70739"/>
                </a:cubicBezTo>
                <a:lnTo>
                  <a:pt x="325544" y="73901"/>
                </a:lnTo>
                <a:lnTo>
                  <a:pt x="350118" y="73901"/>
                </a:lnTo>
                <a:close/>
                <a:moveTo>
                  <a:pt x="414904" y="116634"/>
                </a:moveTo>
                <a:lnTo>
                  <a:pt x="414904" y="147984"/>
                </a:lnTo>
                <a:cubicBezTo>
                  <a:pt x="414904" y="152378"/>
                  <a:pt x="415251" y="155369"/>
                  <a:pt x="415943" y="156956"/>
                </a:cubicBezTo>
                <a:cubicBezTo>
                  <a:pt x="416636" y="158544"/>
                  <a:pt x="417705" y="159705"/>
                  <a:pt x="419151" y="160437"/>
                </a:cubicBezTo>
                <a:cubicBezTo>
                  <a:pt x="420596" y="161169"/>
                  <a:pt x="423427" y="161535"/>
                  <a:pt x="427643" y="161535"/>
                </a:cubicBezTo>
                <a:lnTo>
                  <a:pt x="427643" y="164788"/>
                </a:lnTo>
                <a:lnTo>
                  <a:pt x="379490" y="164788"/>
                </a:lnTo>
                <a:lnTo>
                  <a:pt x="379490" y="161535"/>
                </a:lnTo>
                <a:cubicBezTo>
                  <a:pt x="383224" y="161413"/>
                  <a:pt x="385994" y="160345"/>
                  <a:pt x="387801" y="158331"/>
                </a:cubicBezTo>
                <a:cubicBezTo>
                  <a:pt x="389006" y="156929"/>
                  <a:pt x="389608" y="153299"/>
                  <a:pt x="389608" y="147441"/>
                </a:cubicBezTo>
                <a:lnTo>
                  <a:pt x="389608" y="58362"/>
                </a:lnTo>
                <a:cubicBezTo>
                  <a:pt x="389608" y="52324"/>
                  <a:pt x="388916" y="48467"/>
                  <a:pt x="387530" y="46790"/>
                </a:cubicBezTo>
                <a:cubicBezTo>
                  <a:pt x="386145" y="45113"/>
                  <a:pt x="383465" y="44152"/>
                  <a:pt x="379490" y="43907"/>
                </a:cubicBezTo>
                <a:lnTo>
                  <a:pt x="379490" y="40655"/>
                </a:lnTo>
                <a:lnTo>
                  <a:pt x="414904" y="40655"/>
                </a:lnTo>
                <a:lnTo>
                  <a:pt x="414904" y="51767"/>
                </a:lnTo>
                <a:cubicBezTo>
                  <a:pt x="417856" y="47431"/>
                  <a:pt x="420867" y="44299"/>
                  <a:pt x="423939" y="42371"/>
                </a:cubicBezTo>
                <a:cubicBezTo>
                  <a:pt x="428336" y="39541"/>
                  <a:pt x="433124" y="38125"/>
                  <a:pt x="438304" y="38125"/>
                </a:cubicBezTo>
                <a:cubicBezTo>
                  <a:pt x="444507" y="38125"/>
                  <a:pt x="450154" y="40085"/>
                  <a:pt x="455243" y="44003"/>
                </a:cubicBezTo>
                <a:cubicBezTo>
                  <a:pt x="460332" y="47922"/>
                  <a:pt x="464202" y="53333"/>
                  <a:pt x="466852" y="60237"/>
                </a:cubicBezTo>
                <a:cubicBezTo>
                  <a:pt x="469502" y="67141"/>
                  <a:pt x="470827" y="74571"/>
                  <a:pt x="470827" y="82529"/>
                </a:cubicBezTo>
                <a:cubicBezTo>
                  <a:pt x="470827" y="91089"/>
                  <a:pt x="469457" y="98912"/>
                  <a:pt x="466717" y="105996"/>
                </a:cubicBezTo>
                <a:cubicBezTo>
                  <a:pt x="463976" y="113081"/>
                  <a:pt x="460001" y="118477"/>
                  <a:pt x="454791" y="122185"/>
                </a:cubicBezTo>
                <a:cubicBezTo>
                  <a:pt x="449582" y="125893"/>
                  <a:pt x="443784" y="127746"/>
                  <a:pt x="437400" y="127746"/>
                </a:cubicBezTo>
                <a:cubicBezTo>
                  <a:pt x="432762" y="127746"/>
                  <a:pt x="428426" y="126723"/>
                  <a:pt x="424391" y="124675"/>
                </a:cubicBezTo>
                <a:cubicBezTo>
                  <a:pt x="421379" y="123109"/>
                  <a:pt x="418217" y="120429"/>
                  <a:pt x="414904" y="116634"/>
                </a:cubicBezTo>
                <a:moveTo>
                  <a:pt x="414904" y="107495"/>
                </a:moveTo>
                <a:cubicBezTo>
                  <a:pt x="420084" y="114853"/>
                  <a:pt x="425625" y="118531"/>
                  <a:pt x="431528" y="118531"/>
                </a:cubicBezTo>
                <a:cubicBezTo>
                  <a:pt x="434780" y="118531"/>
                  <a:pt x="437460" y="116813"/>
                  <a:pt x="439568" y="113376"/>
                </a:cubicBezTo>
                <a:cubicBezTo>
                  <a:pt x="442700" y="108309"/>
                  <a:pt x="444266" y="98659"/>
                  <a:pt x="444266" y="84426"/>
                </a:cubicBezTo>
                <a:cubicBezTo>
                  <a:pt x="444266" y="69832"/>
                  <a:pt x="442550" y="59851"/>
                  <a:pt x="439117" y="54483"/>
                </a:cubicBezTo>
                <a:cubicBezTo>
                  <a:pt x="436828" y="50926"/>
                  <a:pt x="433756" y="49147"/>
                  <a:pt x="429902" y="49147"/>
                </a:cubicBezTo>
                <a:cubicBezTo>
                  <a:pt x="423818" y="49147"/>
                  <a:pt x="418819" y="53550"/>
                  <a:pt x="414904" y="62354"/>
                </a:cubicBezTo>
                <a:lnTo>
                  <a:pt x="414904" y="107495"/>
                </a:lnTo>
                <a:close/>
                <a:moveTo>
                  <a:pt x="519147" y="9576"/>
                </a:moveTo>
                <a:lnTo>
                  <a:pt x="519147" y="40655"/>
                </a:lnTo>
                <a:lnTo>
                  <a:pt x="539203" y="40655"/>
                </a:lnTo>
                <a:lnTo>
                  <a:pt x="539203" y="49509"/>
                </a:lnTo>
                <a:lnTo>
                  <a:pt x="519147" y="49509"/>
                </a:lnTo>
                <a:lnTo>
                  <a:pt x="519147" y="101778"/>
                </a:lnTo>
                <a:cubicBezTo>
                  <a:pt x="519147" y="106670"/>
                  <a:pt x="519373" y="109825"/>
                  <a:pt x="519824" y="111245"/>
                </a:cubicBezTo>
                <a:cubicBezTo>
                  <a:pt x="520276" y="112664"/>
                  <a:pt x="521074" y="113812"/>
                  <a:pt x="522218" y="114689"/>
                </a:cubicBezTo>
                <a:cubicBezTo>
                  <a:pt x="523363" y="115564"/>
                  <a:pt x="524417" y="116002"/>
                  <a:pt x="525381" y="116002"/>
                </a:cubicBezTo>
                <a:cubicBezTo>
                  <a:pt x="529295" y="116002"/>
                  <a:pt x="533000" y="112990"/>
                  <a:pt x="536493" y="106967"/>
                </a:cubicBezTo>
                <a:lnTo>
                  <a:pt x="539203" y="108975"/>
                </a:lnTo>
                <a:cubicBezTo>
                  <a:pt x="534325" y="120646"/>
                  <a:pt x="526404" y="126482"/>
                  <a:pt x="515443" y="126482"/>
                </a:cubicBezTo>
                <a:cubicBezTo>
                  <a:pt x="510082" y="126482"/>
                  <a:pt x="505550" y="124986"/>
                  <a:pt x="501846" y="121995"/>
                </a:cubicBezTo>
                <a:cubicBezTo>
                  <a:pt x="498142" y="119003"/>
                  <a:pt x="495778" y="115663"/>
                  <a:pt x="494754" y="111976"/>
                </a:cubicBezTo>
                <a:cubicBezTo>
                  <a:pt x="494152" y="109920"/>
                  <a:pt x="493850" y="104360"/>
                  <a:pt x="493850" y="95293"/>
                </a:cubicBezTo>
                <a:lnTo>
                  <a:pt x="493850" y="49509"/>
                </a:lnTo>
                <a:lnTo>
                  <a:pt x="482828" y="49509"/>
                </a:lnTo>
                <a:lnTo>
                  <a:pt x="482828" y="46338"/>
                </a:lnTo>
                <a:cubicBezTo>
                  <a:pt x="490417" y="40966"/>
                  <a:pt x="496877" y="35323"/>
                  <a:pt x="502207" y="29407"/>
                </a:cubicBezTo>
                <a:cubicBezTo>
                  <a:pt x="507538" y="23491"/>
                  <a:pt x="512190" y="16881"/>
                  <a:pt x="516165" y="9576"/>
                </a:cubicBezTo>
                <a:lnTo>
                  <a:pt x="519147" y="9576"/>
                </a:lnTo>
                <a:close/>
                <a:moveTo>
                  <a:pt x="567570" y="0"/>
                </a:moveTo>
                <a:cubicBezTo>
                  <a:pt x="571485" y="0"/>
                  <a:pt x="574797" y="1375"/>
                  <a:pt x="577508" y="4125"/>
                </a:cubicBezTo>
                <a:cubicBezTo>
                  <a:pt x="580218" y="6873"/>
                  <a:pt x="581573" y="10181"/>
                  <a:pt x="581573" y="14048"/>
                </a:cubicBezTo>
                <a:cubicBezTo>
                  <a:pt x="581573" y="17916"/>
                  <a:pt x="580203" y="21210"/>
                  <a:pt x="577462" y="23930"/>
                </a:cubicBezTo>
                <a:cubicBezTo>
                  <a:pt x="574722" y="26648"/>
                  <a:pt x="571424" y="28007"/>
                  <a:pt x="567570" y="28007"/>
                </a:cubicBezTo>
                <a:cubicBezTo>
                  <a:pt x="563715" y="28007"/>
                  <a:pt x="560433" y="26648"/>
                  <a:pt x="557722" y="23930"/>
                </a:cubicBezTo>
                <a:cubicBezTo>
                  <a:pt x="555012" y="21210"/>
                  <a:pt x="553657" y="17916"/>
                  <a:pt x="553657" y="14048"/>
                </a:cubicBezTo>
                <a:cubicBezTo>
                  <a:pt x="553657" y="10181"/>
                  <a:pt x="555012" y="6873"/>
                  <a:pt x="557722" y="4125"/>
                </a:cubicBezTo>
                <a:cubicBezTo>
                  <a:pt x="560433" y="1375"/>
                  <a:pt x="563715" y="0"/>
                  <a:pt x="567570" y="0"/>
                </a:cubicBezTo>
                <a:moveTo>
                  <a:pt x="580218" y="40655"/>
                </a:moveTo>
                <a:lnTo>
                  <a:pt x="580218" y="107690"/>
                </a:lnTo>
                <a:cubicBezTo>
                  <a:pt x="580218" y="113653"/>
                  <a:pt x="580910" y="117462"/>
                  <a:pt x="582296" y="119119"/>
                </a:cubicBezTo>
                <a:cubicBezTo>
                  <a:pt x="583681" y="120775"/>
                  <a:pt x="586391" y="121724"/>
                  <a:pt x="590427" y="121964"/>
                </a:cubicBezTo>
                <a:lnTo>
                  <a:pt x="590427" y="125217"/>
                </a:lnTo>
                <a:lnTo>
                  <a:pt x="544803" y="125217"/>
                </a:lnTo>
                <a:lnTo>
                  <a:pt x="544803" y="121964"/>
                </a:lnTo>
                <a:cubicBezTo>
                  <a:pt x="548537" y="121844"/>
                  <a:pt x="551308" y="120760"/>
                  <a:pt x="553115" y="118712"/>
                </a:cubicBezTo>
                <a:cubicBezTo>
                  <a:pt x="554319" y="117327"/>
                  <a:pt x="554922" y="113653"/>
                  <a:pt x="554922" y="107690"/>
                </a:cubicBezTo>
                <a:lnTo>
                  <a:pt x="554922" y="58362"/>
                </a:lnTo>
                <a:cubicBezTo>
                  <a:pt x="554922" y="52324"/>
                  <a:pt x="554229" y="48467"/>
                  <a:pt x="552844" y="46790"/>
                </a:cubicBezTo>
                <a:cubicBezTo>
                  <a:pt x="551458" y="45113"/>
                  <a:pt x="548778" y="44152"/>
                  <a:pt x="544803" y="43907"/>
                </a:cubicBezTo>
                <a:lnTo>
                  <a:pt x="544803" y="40655"/>
                </a:lnTo>
                <a:lnTo>
                  <a:pt x="580218" y="40655"/>
                </a:lnTo>
                <a:close/>
                <a:moveTo>
                  <a:pt x="638520" y="38125"/>
                </a:moveTo>
                <a:cubicBezTo>
                  <a:pt x="645868" y="38125"/>
                  <a:pt x="652704" y="40024"/>
                  <a:pt x="659029" y="43822"/>
                </a:cubicBezTo>
                <a:cubicBezTo>
                  <a:pt x="665353" y="47621"/>
                  <a:pt x="670156" y="53017"/>
                  <a:pt x="673438" y="60011"/>
                </a:cubicBezTo>
                <a:cubicBezTo>
                  <a:pt x="676721" y="67005"/>
                  <a:pt x="678362" y="74662"/>
                  <a:pt x="678362" y="82981"/>
                </a:cubicBezTo>
                <a:cubicBezTo>
                  <a:pt x="678362" y="94978"/>
                  <a:pt x="675321" y="105016"/>
                  <a:pt x="669237" y="113097"/>
                </a:cubicBezTo>
                <a:cubicBezTo>
                  <a:pt x="661889" y="122863"/>
                  <a:pt x="651741" y="127746"/>
                  <a:pt x="638791" y="127746"/>
                </a:cubicBezTo>
                <a:cubicBezTo>
                  <a:pt x="626083" y="127746"/>
                  <a:pt x="616296" y="123285"/>
                  <a:pt x="609430" y="114361"/>
                </a:cubicBezTo>
                <a:cubicBezTo>
                  <a:pt x="602564" y="105438"/>
                  <a:pt x="599130" y="95098"/>
                  <a:pt x="599130" y="83342"/>
                </a:cubicBezTo>
                <a:cubicBezTo>
                  <a:pt x="599130" y="71225"/>
                  <a:pt x="602639" y="60659"/>
                  <a:pt x="609656" y="51646"/>
                </a:cubicBezTo>
                <a:cubicBezTo>
                  <a:pt x="616672" y="42632"/>
                  <a:pt x="626294" y="38125"/>
                  <a:pt x="638520" y="38125"/>
                </a:cubicBezTo>
                <a:moveTo>
                  <a:pt x="638882" y="44449"/>
                </a:moveTo>
                <a:cubicBezTo>
                  <a:pt x="635810" y="44449"/>
                  <a:pt x="633175" y="45611"/>
                  <a:pt x="630977" y="47933"/>
                </a:cubicBezTo>
                <a:cubicBezTo>
                  <a:pt x="628778" y="50254"/>
                  <a:pt x="627333" y="54836"/>
                  <a:pt x="626640" y="61680"/>
                </a:cubicBezTo>
                <a:cubicBezTo>
                  <a:pt x="625948" y="68523"/>
                  <a:pt x="625601" y="78036"/>
                  <a:pt x="625601" y="90217"/>
                </a:cubicBezTo>
                <a:cubicBezTo>
                  <a:pt x="625601" y="96669"/>
                  <a:pt x="626023" y="102700"/>
                  <a:pt x="626866" y="108308"/>
                </a:cubicBezTo>
                <a:cubicBezTo>
                  <a:pt x="627529" y="112588"/>
                  <a:pt x="628944" y="115845"/>
                  <a:pt x="631112" y="118077"/>
                </a:cubicBezTo>
                <a:cubicBezTo>
                  <a:pt x="633280" y="120307"/>
                  <a:pt x="635750" y="121422"/>
                  <a:pt x="638520" y="121422"/>
                </a:cubicBezTo>
                <a:cubicBezTo>
                  <a:pt x="641231" y="121422"/>
                  <a:pt x="643489" y="120669"/>
                  <a:pt x="645296" y="119161"/>
                </a:cubicBezTo>
                <a:cubicBezTo>
                  <a:pt x="647645" y="117111"/>
                  <a:pt x="649211" y="114247"/>
                  <a:pt x="649994" y="110567"/>
                </a:cubicBezTo>
                <a:cubicBezTo>
                  <a:pt x="651199" y="104840"/>
                  <a:pt x="651801" y="93262"/>
                  <a:pt x="651801" y="75835"/>
                </a:cubicBezTo>
                <a:cubicBezTo>
                  <a:pt x="651801" y="65585"/>
                  <a:pt x="651229" y="58546"/>
                  <a:pt x="650084" y="54717"/>
                </a:cubicBezTo>
                <a:cubicBezTo>
                  <a:pt x="648940" y="50887"/>
                  <a:pt x="647254" y="48098"/>
                  <a:pt x="645025" y="46349"/>
                </a:cubicBezTo>
                <a:cubicBezTo>
                  <a:pt x="643459" y="45083"/>
                  <a:pt x="641411" y="44449"/>
                  <a:pt x="638882" y="44449"/>
                </a:cubicBezTo>
                <a:close/>
                <a:moveTo>
                  <a:pt x="724964" y="40655"/>
                </a:moveTo>
                <a:lnTo>
                  <a:pt x="724964" y="51677"/>
                </a:lnTo>
                <a:cubicBezTo>
                  <a:pt x="729300" y="46947"/>
                  <a:pt x="733456" y="43506"/>
                  <a:pt x="737431" y="41355"/>
                </a:cubicBezTo>
                <a:cubicBezTo>
                  <a:pt x="741406" y="39202"/>
                  <a:pt x="745682" y="38125"/>
                  <a:pt x="750260" y="38125"/>
                </a:cubicBezTo>
                <a:cubicBezTo>
                  <a:pt x="755741" y="38125"/>
                  <a:pt x="760288" y="39648"/>
                  <a:pt x="763902" y="42693"/>
                </a:cubicBezTo>
                <a:cubicBezTo>
                  <a:pt x="767516" y="45739"/>
                  <a:pt x="769925" y="49523"/>
                  <a:pt x="771129" y="54045"/>
                </a:cubicBezTo>
                <a:cubicBezTo>
                  <a:pt x="772093" y="57484"/>
                  <a:pt x="772575" y="64089"/>
                  <a:pt x="772575" y="73859"/>
                </a:cubicBezTo>
                <a:lnTo>
                  <a:pt x="772575" y="106787"/>
                </a:lnTo>
                <a:cubicBezTo>
                  <a:pt x="772575" y="113291"/>
                  <a:pt x="773162" y="117342"/>
                  <a:pt x="774337" y="118938"/>
                </a:cubicBezTo>
                <a:cubicBezTo>
                  <a:pt x="775511" y="120534"/>
                  <a:pt x="777965" y="121543"/>
                  <a:pt x="781700" y="121964"/>
                </a:cubicBezTo>
                <a:lnTo>
                  <a:pt x="781700" y="125217"/>
                </a:lnTo>
                <a:lnTo>
                  <a:pt x="738967" y="125217"/>
                </a:lnTo>
                <a:lnTo>
                  <a:pt x="738967" y="121964"/>
                </a:lnTo>
                <a:cubicBezTo>
                  <a:pt x="742159" y="121543"/>
                  <a:pt x="744448" y="120218"/>
                  <a:pt x="745833" y="117989"/>
                </a:cubicBezTo>
                <a:cubicBezTo>
                  <a:pt x="746797" y="116484"/>
                  <a:pt x="747279" y="112749"/>
                  <a:pt x="747279" y="106787"/>
                </a:cubicBezTo>
                <a:lnTo>
                  <a:pt x="747279" y="69204"/>
                </a:lnTo>
                <a:cubicBezTo>
                  <a:pt x="747279" y="62277"/>
                  <a:pt x="747008" y="57911"/>
                  <a:pt x="746465" y="56104"/>
                </a:cubicBezTo>
                <a:cubicBezTo>
                  <a:pt x="745923" y="54297"/>
                  <a:pt x="745005" y="52896"/>
                  <a:pt x="743710" y="51903"/>
                </a:cubicBezTo>
                <a:cubicBezTo>
                  <a:pt x="742415" y="50909"/>
                  <a:pt x="740985" y="50412"/>
                  <a:pt x="739419" y="50412"/>
                </a:cubicBezTo>
                <a:cubicBezTo>
                  <a:pt x="734239" y="50412"/>
                  <a:pt x="729421" y="54146"/>
                  <a:pt x="724964" y="61615"/>
                </a:cubicBezTo>
                <a:lnTo>
                  <a:pt x="724964" y="106787"/>
                </a:lnTo>
                <a:cubicBezTo>
                  <a:pt x="724964" y="113111"/>
                  <a:pt x="725551" y="117116"/>
                  <a:pt x="726725" y="118802"/>
                </a:cubicBezTo>
                <a:cubicBezTo>
                  <a:pt x="727900" y="120489"/>
                  <a:pt x="730083" y="121543"/>
                  <a:pt x="733275" y="121964"/>
                </a:cubicBezTo>
                <a:lnTo>
                  <a:pt x="733275" y="125217"/>
                </a:lnTo>
                <a:lnTo>
                  <a:pt x="690543" y="125217"/>
                </a:lnTo>
                <a:lnTo>
                  <a:pt x="690543" y="121964"/>
                </a:lnTo>
                <a:cubicBezTo>
                  <a:pt x="694096" y="121603"/>
                  <a:pt x="696626" y="120459"/>
                  <a:pt x="698131" y="118531"/>
                </a:cubicBezTo>
                <a:cubicBezTo>
                  <a:pt x="699155" y="117206"/>
                  <a:pt x="699667" y="113291"/>
                  <a:pt x="699667" y="106787"/>
                </a:cubicBezTo>
                <a:lnTo>
                  <a:pt x="699667" y="59085"/>
                </a:lnTo>
                <a:cubicBezTo>
                  <a:pt x="699667" y="52624"/>
                  <a:pt x="699080" y="48600"/>
                  <a:pt x="697906" y="47016"/>
                </a:cubicBezTo>
                <a:cubicBezTo>
                  <a:pt x="696731" y="45431"/>
                  <a:pt x="694277" y="44395"/>
                  <a:pt x="690543" y="43907"/>
                </a:cubicBezTo>
                <a:lnTo>
                  <a:pt x="690543" y="40655"/>
                </a:lnTo>
                <a:lnTo>
                  <a:pt x="724964" y="40655"/>
                </a:lnTo>
                <a:close/>
                <a:moveTo>
                  <a:pt x="874023" y="9576"/>
                </a:moveTo>
                <a:lnTo>
                  <a:pt x="874023" y="40655"/>
                </a:lnTo>
                <a:lnTo>
                  <a:pt x="894080" y="40655"/>
                </a:lnTo>
                <a:lnTo>
                  <a:pt x="894080" y="49509"/>
                </a:lnTo>
                <a:lnTo>
                  <a:pt x="874023" y="49509"/>
                </a:lnTo>
                <a:lnTo>
                  <a:pt x="874023" y="101778"/>
                </a:lnTo>
                <a:cubicBezTo>
                  <a:pt x="874023" y="106670"/>
                  <a:pt x="874249" y="109825"/>
                  <a:pt x="874701" y="111245"/>
                </a:cubicBezTo>
                <a:cubicBezTo>
                  <a:pt x="875153" y="112664"/>
                  <a:pt x="875951" y="113812"/>
                  <a:pt x="877095" y="114689"/>
                </a:cubicBezTo>
                <a:cubicBezTo>
                  <a:pt x="878239" y="115564"/>
                  <a:pt x="879293" y="116002"/>
                  <a:pt x="880257" y="116002"/>
                </a:cubicBezTo>
                <a:cubicBezTo>
                  <a:pt x="884172" y="116002"/>
                  <a:pt x="887876" y="112990"/>
                  <a:pt x="891369" y="106967"/>
                </a:cubicBezTo>
                <a:lnTo>
                  <a:pt x="894080" y="108975"/>
                </a:lnTo>
                <a:cubicBezTo>
                  <a:pt x="889201" y="120646"/>
                  <a:pt x="881281" y="126482"/>
                  <a:pt x="870319" y="126482"/>
                </a:cubicBezTo>
                <a:cubicBezTo>
                  <a:pt x="864959" y="126482"/>
                  <a:pt x="860427" y="124986"/>
                  <a:pt x="856723" y="121995"/>
                </a:cubicBezTo>
                <a:cubicBezTo>
                  <a:pt x="853018" y="119003"/>
                  <a:pt x="850654" y="115663"/>
                  <a:pt x="849631" y="111976"/>
                </a:cubicBezTo>
                <a:cubicBezTo>
                  <a:pt x="849028" y="109920"/>
                  <a:pt x="848727" y="104360"/>
                  <a:pt x="848727" y="95293"/>
                </a:cubicBezTo>
                <a:lnTo>
                  <a:pt x="848727" y="49509"/>
                </a:lnTo>
                <a:lnTo>
                  <a:pt x="837705" y="49509"/>
                </a:lnTo>
                <a:lnTo>
                  <a:pt x="837705" y="46338"/>
                </a:lnTo>
                <a:cubicBezTo>
                  <a:pt x="845294" y="40966"/>
                  <a:pt x="851754" y="35323"/>
                  <a:pt x="857084" y="29407"/>
                </a:cubicBezTo>
                <a:cubicBezTo>
                  <a:pt x="862414" y="23491"/>
                  <a:pt x="867067" y="16881"/>
                  <a:pt x="871042" y="9576"/>
                </a:cubicBezTo>
                <a:lnTo>
                  <a:pt x="874023" y="9576"/>
                </a:lnTo>
                <a:close/>
                <a:moveTo>
                  <a:pt x="937174" y="40655"/>
                </a:moveTo>
                <a:lnTo>
                  <a:pt x="937174" y="59808"/>
                </a:lnTo>
                <a:cubicBezTo>
                  <a:pt x="942775" y="51074"/>
                  <a:pt x="947684" y="45277"/>
                  <a:pt x="951900" y="42417"/>
                </a:cubicBezTo>
                <a:cubicBezTo>
                  <a:pt x="956116" y="39556"/>
                  <a:pt x="960182" y="38125"/>
                  <a:pt x="964097" y="38125"/>
                </a:cubicBezTo>
                <a:cubicBezTo>
                  <a:pt x="967469" y="38125"/>
                  <a:pt x="970165" y="39168"/>
                  <a:pt x="972182" y="41253"/>
                </a:cubicBezTo>
                <a:cubicBezTo>
                  <a:pt x="974200" y="43339"/>
                  <a:pt x="975209" y="46285"/>
                  <a:pt x="975209" y="50093"/>
                </a:cubicBezTo>
                <a:cubicBezTo>
                  <a:pt x="975209" y="54143"/>
                  <a:pt x="974230" y="57288"/>
                  <a:pt x="972273" y="59525"/>
                </a:cubicBezTo>
                <a:cubicBezTo>
                  <a:pt x="970315" y="61761"/>
                  <a:pt x="967951" y="62879"/>
                  <a:pt x="965181" y="62879"/>
                </a:cubicBezTo>
                <a:cubicBezTo>
                  <a:pt x="961989" y="62879"/>
                  <a:pt x="959218" y="61856"/>
                  <a:pt x="956869" y="59808"/>
                </a:cubicBezTo>
                <a:cubicBezTo>
                  <a:pt x="954520" y="57760"/>
                  <a:pt x="953135" y="56616"/>
                  <a:pt x="952713" y="56375"/>
                </a:cubicBezTo>
                <a:cubicBezTo>
                  <a:pt x="952111" y="56013"/>
                  <a:pt x="951418" y="55833"/>
                  <a:pt x="950635" y="55833"/>
                </a:cubicBezTo>
                <a:cubicBezTo>
                  <a:pt x="948889" y="55833"/>
                  <a:pt x="947232" y="56495"/>
                  <a:pt x="945666" y="57820"/>
                </a:cubicBezTo>
                <a:cubicBezTo>
                  <a:pt x="943197" y="59868"/>
                  <a:pt x="941330" y="62789"/>
                  <a:pt x="940065" y="66584"/>
                </a:cubicBezTo>
                <a:cubicBezTo>
                  <a:pt x="938138" y="72426"/>
                  <a:pt x="937174" y="78870"/>
                  <a:pt x="937174" y="85917"/>
                </a:cubicBezTo>
                <a:lnTo>
                  <a:pt x="937174" y="105341"/>
                </a:lnTo>
                <a:lnTo>
                  <a:pt x="937264" y="110400"/>
                </a:lnTo>
                <a:cubicBezTo>
                  <a:pt x="937264" y="113833"/>
                  <a:pt x="937475" y="116032"/>
                  <a:pt x="937897" y="116996"/>
                </a:cubicBezTo>
                <a:cubicBezTo>
                  <a:pt x="938620" y="118622"/>
                  <a:pt x="939689" y="119811"/>
                  <a:pt x="941104" y="120564"/>
                </a:cubicBezTo>
                <a:cubicBezTo>
                  <a:pt x="942519" y="121317"/>
                  <a:pt x="944914" y="121784"/>
                  <a:pt x="948286" y="121964"/>
                </a:cubicBezTo>
                <a:lnTo>
                  <a:pt x="948286" y="125217"/>
                </a:lnTo>
                <a:lnTo>
                  <a:pt x="902663" y="125217"/>
                </a:lnTo>
                <a:lnTo>
                  <a:pt x="902663" y="121964"/>
                </a:lnTo>
                <a:cubicBezTo>
                  <a:pt x="906337" y="121663"/>
                  <a:pt x="908821" y="120654"/>
                  <a:pt x="910116" y="118938"/>
                </a:cubicBezTo>
                <a:cubicBezTo>
                  <a:pt x="911411" y="117221"/>
                  <a:pt x="912058" y="112689"/>
                  <a:pt x="912058" y="105341"/>
                </a:cubicBezTo>
                <a:lnTo>
                  <a:pt x="912058" y="58543"/>
                </a:lnTo>
                <a:cubicBezTo>
                  <a:pt x="912058" y="53694"/>
                  <a:pt x="911818" y="50604"/>
                  <a:pt x="911336" y="49271"/>
                </a:cubicBezTo>
                <a:cubicBezTo>
                  <a:pt x="910733" y="47574"/>
                  <a:pt x="909860" y="46331"/>
                  <a:pt x="908716" y="45545"/>
                </a:cubicBezTo>
                <a:cubicBezTo>
                  <a:pt x="907571" y="44756"/>
                  <a:pt x="905554" y="44210"/>
                  <a:pt x="902663" y="43907"/>
                </a:cubicBezTo>
                <a:lnTo>
                  <a:pt x="902663" y="40655"/>
                </a:lnTo>
                <a:lnTo>
                  <a:pt x="937174" y="40655"/>
                </a:lnTo>
                <a:close/>
                <a:moveTo>
                  <a:pt x="1003858" y="0"/>
                </a:moveTo>
                <a:cubicBezTo>
                  <a:pt x="1007773" y="0"/>
                  <a:pt x="1011086" y="1375"/>
                  <a:pt x="1013796" y="4125"/>
                </a:cubicBezTo>
                <a:cubicBezTo>
                  <a:pt x="1016506" y="6873"/>
                  <a:pt x="1017862" y="10181"/>
                  <a:pt x="1017862" y="14048"/>
                </a:cubicBezTo>
                <a:cubicBezTo>
                  <a:pt x="1017862" y="17916"/>
                  <a:pt x="1016491" y="21210"/>
                  <a:pt x="1013751" y="23930"/>
                </a:cubicBezTo>
                <a:cubicBezTo>
                  <a:pt x="1011010" y="26648"/>
                  <a:pt x="1007713" y="28007"/>
                  <a:pt x="1003858" y="28007"/>
                </a:cubicBezTo>
                <a:cubicBezTo>
                  <a:pt x="1000004" y="28007"/>
                  <a:pt x="996721" y="26648"/>
                  <a:pt x="994011" y="23930"/>
                </a:cubicBezTo>
                <a:cubicBezTo>
                  <a:pt x="991300" y="21210"/>
                  <a:pt x="989945" y="17916"/>
                  <a:pt x="989945" y="14048"/>
                </a:cubicBezTo>
                <a:cubicBezTo>
                  <a:pt x="989945" y="10181"/>
                  <a:pt x="991300" y="6873"/>
                  <a:pt x="994011" y="4125"/>
                </a:cubicBezTo>
                <a:cubicBezTo>
                  <a:pt x="996721" y="1375"/>
                  <a:pt x="1000004" y="0"/>
                  <a:pt x="1003858" y="0"/>
                </a:cubicBezTo>
                <a:moveTo>
                  <a:pt x="1016506" y="40655"/>
                </a:moveTo>
                <a:lnTo>
                  <a:pt x="1016506" y="107690"/>
                </a:lnTo>
                <a:cubicBezTo>
                  <a:pt x="1016506" y="113653"/>
                  <a:pt x="1017199" y="117462"/>
                  <a:pt x="1018584" y="119119"/>
                </a:cubicBezTo>
                <a:cubicBezTo>
                  <a:pt x="1019970" y="120775"/>
                  <a:pt x="1022680" y="121724"/>
                  <a:pt x="1026715" y="121964"/>
                </a:cubicBezTo>
                <a:lnTo>
                  <a:pt x="1026715" y="125217"/>
                </a:lnTo>
                <a:lnTo>
                  <a:pt x="981092" y="125217"/>
                </a:lnTo>
                <a:lnTo>
                  <a:pt x="981092" y="121964"/>
                </a:lnTo>
                <a:cubicBezTo>
                  <a:pt x="984826" y="121844"/>
                  <a:pt x="987596" y="120760"/>
                  <a:pt x="989403" y="118712"/>
                </a:cubicBezTo>
                <a:cubicBezTo>
                  <a:pt x="990608" y="117327"/>
                  <a:pt x="991210" y="113653"/>
                  <a:pt x="991210" y="107690"/>
                </a:cubicBezTo>
                <a:lnTo>
                  <a:pt x="991210" y="58362"/>
                </a:lnTo>
                <a:cubicBezTo>
                  <a:pt x="991210" y="52324"/>
                  <a:pt x="990517" y="48467"/>
                  <a:pt x="989132" y="46790"/>
                </a:cubicBezTo>
                <a:cubicBezTo>
                  <a:pt x="987747" y="45113"/>
                  <a:pt x="985067" y="44152"/>
                  <a:pt x="981092" y="43907"/>
                </a:cubicBezTo>
                <a:lnTo>
                  <a:pt x="981092" y="40655"/>
                </a:lnTo>
                <a:lnTo>
                  <a:pt x="1016506" y="40655"/>
                </a:lnTo>
                <a:close/>
                <a:moveTo>
                  <a:pt x="1089174" y="41739"/>
                </a:moveTo>
                <a:lnTo>
                  <a:pt x="1117632" y="41739"/>
                </a:lnTo>
                <a:lnTo>
                  <a:pt x="1117632" y="51677"/>
                </a:lnTo>
                <a:lnTo>
                  <a:pt x="1101460" y="51677"/>
                </a:lnTo>
                <a:cubicBezTo>
                  <a:pt x="1104412" y="54628"/>
                  <a:pt x="1106459" y="57308"/>
                  <a:pt x="1107604" y="59717"/>
                </a:cubicBezTo>
                <a:cubicBezTo>
                  <a:pt x="1109049" y="62970"/>
                  <a:pt x="1109772" y="66373"/>
                  <a:pt x="1109772" y="69926"/>
                </a:cubicBezTo>
                <a:cubicBezTo>
                  <a:pt x="1109772" y="75949"/>
                  <a:pt x="1108101" y="81174"/>
                  <a:pt x="1104758" y="85601"/>
                </a:cubicBezTo>
                <a:cubicBezTo>
                  <a:pt x="1101415" y="90028"/>
                  <a:pt x="1096868" y="93491"/>
                  <a:pt x="1091116" y="95991"/>
                </a:cubicBezTo>
                <a:cubicBezTo>
                  <a:pt x="1085364" y="98490"/>
                  <a:pt x="1080260" y="99740"/>
                  <a:pt x="1075803" y="99740"/>
                </a:cubicBezTo>
                <a:cubicBezTo>
                  <a:pt x="1075441" y="99740"/>
                  <a:pt x="1071828" y="99589"/>
                  <a:pt x="1064961" y="99288"/>
                </a:cubicBezTo>
                <a:cubicBezTo>
                  <a:pt x="1062251" y="99288"/>
                  <a:pt x="1059977" y="100172"/>
                  <a:pt x="1058140" y="101939"/>
                </a:cubicBezTo>
                <a:cubicBezTo>
                  <a:pt x="1056303" y="103706"/>
                  <a:pt x="1055385" y="105817"/>
                  <a:pt x="1055385" y="108272"/>
                </a:cubicBezTo>
                <a:cubicBezTo>
                  <a:pt x="1055385" y="110429"/>
                  <a:pt x="1056213" y="112196"/>
                  <a:pt x="1057869" y="113574"/>
                </a:cubicBezTo>
                <a:cubicBezTo>
                  <a:pt x="1059526" y="114951"/>
                  <a:pt x="1062221" y="115640"/>
                  <a:pt x="1065955" y="115640"/>
                </a:cubicBezTo>
                <a:lnTo>
                  <a:pt x="1081585" y="115460"/>
                </a:lnTo>
                <a:cubicBezTo>
                  <a:pt x="1094233" y="115460"/>
                  <a:pt x="1102936" y="116848"/>
                  <a:pt x="1107694" y="119624"/>
                </a:cubicBezTo>
                <a:cubicBezTo>
                  <a:pt x="1114500" y="123484"/>
                  <a:pt x="1117903" y="129427"/>
                  <a:pt x="1117903" y="137453"/>
                </a:cubicBezTo>
                <a:cubicBezTo>
                  <a:pt x="1117903" y="142582"/>
                  <a:pt x="1116337" y="147243"/>
                  <a:pt x="1113205" y="151436"/>
                </a:cubicBezTo>
                <a:cubicBezTo>
                  <a:pt x="1110073" y="155630"/>
                  <a:pt x="1105948" y="158722"/>
                  <a:pt x="1100828" y="160714"/>
                </a:cubicBezTo>
                <a:cubicBezTo>
                  <a:pt x="1093058" y="163670"/>
                  <a:pt x="1084114" y="165149"/>
                  <a:pt x="1073996" y="165149"/>
                </a:cubicBezTo>
                <a:cubicBezTo>
                  <a:pt x="1066407" y="165149"/>
                  <a:pt x="1059481" y="164411"/>
                  <a:pt x="1053217" y="162935"/>
                </a:cubicBezTo>
                <a:cubicBezTo>
                  <a:pt x="1046953" y="161460"/>
                  <a:pt x="1042466" y="159411"/>
                  <a:pt x="1039755" y="156789"/>
                </a:cubicBezTo>
                <a:cubicBezTo>
                  <a:pt x="1037045" y="154169"/>
                  <a:pt x="1035690" y="151413"/>
                  <a:pt x="1035690" y="148520"/>
                </a:cubicBezTo>
                <a:cubicBezTo>
                  <a:pt x="1035690" y="145749"/>
                  <a:pt x="1036729" y="143264"/>
                  <a:pt x="1038807" y="141064"/>
                </a:cubicBezTo>
                <a:cubicBezTo>
                  <a:pt x="1040885" y="138865"/>
                  <a:pt x="1044755" y="137013"/>
                  <a:pt x="1050416" y="135508"/>
                </a:cubicBezTo>
                <a:cubicBezTo>
                  <a:pt x="1042586" y="131653"/>
                  <a:pt x="1038671" y="126293"/>
                  <a:pt x="1038671" y="119429"/>
                </a:cubicBezTo>
                <a:cubicBezTo>
                  <a:pt x="1038671" y="115273"/>
                  <a:pt x="1040267" y="111239"/>
                  <a:pt x="1043460" y="107326"/>
                </a:cubicBezTo>
                <a:cubicBezTo>
                  <a:pt x="1046652" y="103411"/>
                  <a:pt x="1051711" y="100008"/>
                  <a:pt x="1058637" y="97117"/>
                </a:cubicBezTo>
                <a:cubicBezTo>
                  <a:pt x="1050567" y="94162"/>
                  <a:pt x="1044724" y="90272"/>
                  <a:pt x="1041111" y="85446"/>
                </a:cubicBezTo>
                <a:cubicBezTo>
                  <a:pt x="1037497" y="80620"/>
                  <a:pt x="1035690" y="75040"/>
                  <a:pt x="1035690" y="68707"/>
                </a:cubicBezTo>
                <a:cubicBezTo>
                  <a:pt x="1035690" y="60444"/>
                  <a:pt x="1039063" y="53281"/>
                  <a:pt x="1045809" y="47219"/>
                </a:cubicBezTo>
                <a:cubicBezTo>
                  <a:pt x="1052554" y="41156"/>
                  <a:pt x="1061227" y="38125"/>
                  <a:pt x="1071828" y="38125"/>
                </a:cubicBezTo>
                <a:cubicBezTo>
                  <a:pt x="1077429" y="38125"/>
                  <a:pt x="1083211" y="39330"/>
                  <a:pt x="1089174" y="41739"/>
                </a:cubicBezTo>
                <a:moveTo>
                  <a:pt x="1073544" y="43907"/>
                </a:moveTo>
                <a:cubicBezTo>
                  <a:pt x="1070051" y="43907"/>
                  <a:pt x="1067100" y="45666"/>
                  <a:pt x="1064690" y="49184"/>
                </a:cubicBezTo>
                <a:cubicBezTo>
                  <a:pt x="1062281" y="52700"/>
                  <a:pt x="1061077" y="59989"/>
                  <a:pt x="1061077" y="71053"/>
                </a:cubicBezTo>
                <a:cubicBezTo>
                  <a:pt x="1061077" y="80010"/>
                  <a:pt x="1062266" y="86157"/>
                  <a:pt x="1064645" y="89494"/>
                </a:cubicBezTo>
                <a:cubicBezTo>
                  <a:pt x="1067024" y="92831"/>
                  <a:pt x="1069840" y="94500"/>
                  <a:pt x="1073092" y="94500"/>
                </a:cubicBezTo>
                <a:cubicBezTo>
                  <a:pt x="1076706" y="94500"/>
                  <a:pt x="1079718" y="92846"/>
                  <a:pt x="1082127" y="89539"/>
                </a:cubicBezTo>
                <a:cubicBezTo>
                  <a:pt x="1084536" y="86232"/>
                  <a:pt x="1085741" y="79799"/>
                  <a:pt x="1085741" y="70240"/>
                </a:cubicBezTo>
                <a:cubicBezTo>
                  <a:pt x="1085741" y="59479"/>
                  <a:pt x="1084385" y="52144"/>
                  <a:pt x="1081675" y="48235"/>
                </a:cubicBezTo>
                <a:cubicBezTo>
                  <a:pt x="1079748" y="45350"/>
                  <a:pt x="1077037" y="43907"/>
                  <a:pt x="1073544" y="43907"/>
                </a:cubicBezTo>
                <a:moveTo>
                  <a:pt x="1068214" y="137684"/>
                </a:moveTo>
                <a:cubicBezTo>
                  <a:pt x="1062070" y="137684"/>
                  <a:pt x="1058005" y="138194"/>
                  <a:pt x="1056017" y="139215"/>
                </a:cubicBezTo>
                <a:cubicBezTo>
                  <a:pt x="1052584" y="141072"/>
                  <a:pt x="1050868" y="143591"/>
                  <a:pt x="1050868" y="146770"/>
                </a:cubicBezTo>
                <a:cubicBezTo>
                  <a:pt x="1050868" y="149828"/>
                  <a:pt x="1052645" y="152601"/>
                  <a:pt x="1056198" y="155090"/>
                </a:cubicBezTo>
                <a:cubicBezTo>
                  <a:pt x="1059752" y="157580"/>
                  <a:pt x="1066437" y="158825"/>
                  <a:pt x="1076254" y="158825"/>
                </a:cubicBezTo>
                <a:cubicBezTo>
                  <a:pt x="1084626" y="158825"/>
                  <a:pt x="1091206" y="157715"/>
                  <a:pt x="1095995" y="155496"/>
                </a:cubicBezTo>
                <a:cubicBezTo>
                  <a:pt x="1100783" y="153277"/>
                  <a:pt x="1103177" y="150158"/>
                  <a:pt x="1103177" y="146140"/>
                </a:cubicBezTo>
                <a:cubicBezTo>
                  <a:pt x="1103177" y="144642"/>
                  <a:pt x="1102725" y="143383"/>
                  <a:pt x="1101822" y="142362"/>
                </a:cubicBezTo>
                <a:cubicBezTo>
                  <a:pt x="1100196" y="140563"/>
                  <a:pt x="1097741" y="139333"/>
                  <a:pt x="1094459" y="138672"/>
                </a:cubicBezTo>
                <a:cubicBezTo>
                  <a:pt x="1091176" y="138014"/>
                  <a:pt x="1082428" y="137684"/>
                  <a:pt x="1068214" y="137684"/>
                </a:cubicBezTo>
                <a:close/>
                <a:moveTo>
                  <a:pt x="1180760" y="41739"/>
                </a:moveTo>
                <a:lnTo>
                  <a:pt x="1209218" y="41739"/>
                </a:lnTo>
                <a:lnTo>
                  <a:pt x="1209218" y="51677"/>
                </a:lnTo>
                <a:lnTo>
                  <a:pt x="1193047" y="51677"/>
                </a:lnTo>
                <a:cubicBezTo>
                  <a:pt x="1195998" y="54628"/>
                  <a:pt x="1198046" y="57308"/>
                  <a:pt x="1199190" y="59717"/>
                </a:cubicBezTo>
                <a:cubicBezTo>
                  <a:pt x="1200636" y="62970"/>
                  <a:pt x="1201358" y="66373"/>
                  <a:pt x="1201358" y="69926"/>
                </a:cubicBezTo>
                <a:cubicBezTo>
                  <a:pt x="1201358" y="75949"/>
                  <a:pt x="1199687" y="81174"/>
                  <a:pt x="1196344" y="85601"/>
                </a:cubicBezTo>
                <a:cubicBezTo>
                  <a:pt x="1193002" y="90028"/>
                  <a:pt x="1188454" y="93491"/>
                  <a:pt x="1182702" y="95991"/>
                </a:cubicBezTo>
                <a:cubicBezTo>
                  <a:pt x="1176950" y="98490"/>
                  <a:pt x="1171846" y="99740"/>
                  <a:pt x="1167389" y="99740"/>
                </a:cubicBezTo>
                <a:cubicBezTo>
                  <a:pt x="1167028" y="99740"/>
                  <a:pt x="1163414" y="99589"/>
                  <a:pt x="1156548" y="99288"/>
                </a:cubicBezTo>
                <a:cubicBezTo>
                  <a:pt x="1153837" y="99288"/>
                  <a:pt x="1151564" y="100172"/>
                  <a:pt x="1149727" y="101939"/>
                </a:cubicBezTo>
                <a:cubicBezTo>
                  <a:pt x="1147890" y="103706"/>
                  <a:pt x="1146971" y="105817"/>
                  <a:pt x="1146971" y="108272"/>
                </a:cubicBezTo>
                <a:cubicBezTo>
                  <a:pt x="1146971" y="110429"/>
                  <a:pt x="1147799" y="112196"/>
                  <a:pt x="1149456" y="113574"/>
                </a:cubicBezTo>
                <a:cubicBezTo>
                  <a:pt x="1151112" y="114951"/>
                  <a:pt x="1153807" y="115640"/>
                  <a:pt x="1157542" y="115640"/>
                </a:cubicBezTo>
                <a:lnTo>
                  <a:pt x="1173171" y="115460"/>
                </a:lnTo>
                <a:cubicBezTo>
                  <a:pt x="1185819" y="115460"/>
                  <a:pt x="1194522" y="116848"/>
                  <a:pt x="1199280" y="119624"/>
                </a:cubicBezTo>
                <a:cubicBezTo>
                  <a:pt x="1206086" y="123484"/>
                  <a:pt x="1209489" y="129427"/>
                  <a:pt x="1209489" y="137453"/>
                </a:cubicBezTo>
                <a:cubicBezTo>
                  <a:pt x="1209489" y="142582"/>
                  <a:pt x="1207923" y="147243"/>
                  <a:pt x="1204791" y="151436"/>
                </a:cubicBezTo>
                <a:cubicBezTo>
                  <a:pt x="1201660" y="155630"/>
                  <a:pt x="1197534" y="158722"/>
                  <a:pt x="1192414" y="160714"/>
                </a:cubicBezTo>
                <a:cubicBezTo>
                  <a:pt x="1184645" y="163670"/>
                  <a:pt x="1175701" y="165149"/>
                  <a:pt x="1165582" y="165149"/>
                </a:cubicBezTo>
                <a:cubicBezTo>
                  <a:pt x="1157993" y="165149"/>
                  <a:pt x="1151067" y="164411"/>
                  <a:pt x="1144803" y="162935"/>
                </a:cubicBezTo>
                <a:cubicBezTo>
                  <a:pt x="1138539" y="161460"/>
                  <a:pt x="1134052" y="159411"/>
                  <a:pt x="1131342" y="156789"/>
                </a:cubicBezTo>
                <a:cubicBezTo>
                  <a:pt x="1128631" y="154169"/>
                  <a:pt x="1127276" y="151413"/>
                  <a:pt x="1127276" y="148520"/>
                </a:cubicBezTo>
                <a:cubicBezTo>
                  <a:pt x="1127276" y="145749"/>
                  <a:pt x="1128315" y="143264"/>
                  <a:pt x="1130393" y="141064"/>
                </a:cubicBezTo>
                <a:cubicBezTo>
                  <a:pt x="1132471" y="138865"/>
                  <a:pt x="1136341" y="137013"/>
                  <a:pt x="1142002" y="135508"/>
                </a:cubicBezTo>
                <a:cubicBezTo>
                  <a:pt x="1134173" y="131653"/>
                  <a:pt x="1130258" y="126293"/>
                  <a:pt x="1130258" y="119429"/>
                </a:cubicBezTo>
                <a:cubicBezTo>
                  <a:pt x="1130258" y="115273"/>
                  <a:pt x="1131854" y="111239"/>
                  <a:pt x="1135046" y="107326"/>
                </a:cubicBezTo>
                <a:cubicBezTo>
                  <a:pt x="1138238" y="103411"/>
                  <a:pt x="1143297" y="100008"/>
                  <a:pt x="1150224" y="97117"/>
                </a:cubicBezTo>
                <a:cubicBezTo>
                  <a:pt x="1142153" y="94162"/>
                  <a:pt x="1136311" y="90272"/>
                  <a:pt x="1132697" y="85446"/>
                </a:cubicBezTo>
                <a:cubicBezTo>
                  <a:pt x="1129083" y="80620"/>
                  <a:pt x="1127276" y="75040"/>
                  <a:pt x="1127276" y="68707"/>
                </a:cubicBezTo>
                <a:cubicBezTo>
                  <a:pt x="1127276" y="60444"/>
                  <a:pt x="1130649" y="53281"/>
                  <a:pt x="1137395" y="47219"/>
                </a:cubicBezTo>
                <a:cubicBezTo>
                  <a:pt x="1144141" y="41156"/>
                  <a:pt x="1152814" y="38125"/>
                  <a:pt x="1163414" y="38125"/>
                </a:cubicBezTo>
                <a:cubicBezTo>
                  <a:pt x="1169015" y="38125"/>
                  <a:pt x="1174797" y="39330"/>
                  <a:pt x="1180760" y="41739"/>
                </a:cubicBezTo>
                <a:moveTo>
                  <a:pt x="1165130" y="43907"/>
                </a:moveTo>
                <a:cubicBezTo>
                  <a:pt x="1161637" y="43907"/>
                  <a:pt x="1158686" y="45666"/>
                  <a:pt x="1156277" y="49184"/>
                </a:cubicBezTo>
                <a:cubicBezTo>
                  <a:pt x="1153868" y="52700"/>
                  <a:pt x="1152663" y="59989"/>
                  <a:pt x="1152663" y="71053"/>
                </a:cubicBezTo>
                <a:cubicBezTo>
                  <a:pt x="1152663" y="80010"/>
                  <a:pt x="1153852" y="86157"/>
                  <a:pt x="1156232" y="89494"/>
                </a:cubicBezTo>
                <a:cubicBezTo>
                  <a:pt x="1158611" y="92831"/>
                  <a:pt x="1161426" y="94500"/>
                  <a:pt x="1164679" y="94500"/>
                </a:cubicBezTo>
                <a:cubicBezTo>
                  <a:pt x="1168292" y="94500"/>
                  <a:pt x="1171304" y="92846"/>
                  <a:pt x="1173713" y="89539"/>
                </a:cubicBezTo>
                <a:cubicBezTo>
                  <a:pt x="1176122" y="86232"/>
                  <a:pt x="1177327" y="79799"/>
                  <a:pt x="1177327" y="70240"/>
                </a:cubicBezTo>
                <a:cubicBezTo>
                  <a:pt x="1177327" y="59479"/>
                  <a:pt x="1175972" y="52144"/>
                  <a:pt x="1173261" y="48235"/>
                </a:cubicBezTo>
                <a:cubicBezTo>
                  <a:pt x="1171334" y="45350"/>
                  <a:pt x="1168624" y="43907"/>
                  <a:pt x="1165130" y="43907"/>
                </a:cubicBezTo>
                <a:moveTo>
                  <a:pt x="1159800" y="137684"/>
                </a:moveTo>
                <a:cubicBezTo>
                  <a:pt x="1153657" y="137684"/>
                  <a:pt x="1149591" y="138194"/>
                  <a:pt x="1147604" y="139215"/>
                </a:cubicBezTo>
                <a:cubicBezTo>
                  <a:pt x="1144171" y="141072"/>
                  <a:pt x="1142454" y="143591"/>
                  <a:pt x="1142454" y="146770"/>
                </a:cubicBezTo>
                <a:cubicBezTo>
                  <a:pt x="1142454" y="149828"/>
                  <a:pt x="1144231" y="152601"/>
                  <a:pt x="1147784" y="155090"/>
                </a:cubicBezTo>
                <a:cubicBezTo>
                  <a:pt x="1151338" y="157580"/>
                  <a:pt x="1158023" y="158825"/>
                  <a:pt x="1167841" y="158825"/>
                </a:cubicBezTo>
                <a:cubicBezTo>
                  <a:pt x="1176213" y="158825"/>
                  <a:pt x="1182793" y="157715"/>
                  <a:pt x="1187581" y="155496"/>
                </a:cubicBezTo>
                <a:cubicBezTo>
                  <a:pt x="1192369" y="153277"/>
                  <a:pt x="1194763" y="150158"/>
                  <a:pt x="1194763" y="146140"/>
                </a:cubicBezTo>
                <a:cubicBezTo>
                  <a:pt x="1194763" y="144642"/>
                  <a:pt x="1194312" y="143383"/>
                  <a:pt x="1193408" y="142362"/>
                </a:cubicBezTo>
                <a:cubicBezTo>
                  <a:pt x="1191782" y="140563"/>
                  <a:pt x="1189328" y="139333"/>
                  <a:pt x="1186045" y="138672"/>
                </a:cubicBezTo>
                <a:cubicBezTo>
                  <a:pt x="1182763" y="138014"/>
                  <a:pt x="1174014" y="137684"/>
                  <a:pt x="1159800" y="137684"/>
                </a:cubicBezTo>
                <a:close/>
                <a:moveTo>
                  <a:pt x="1291732" y="79864"/>
                </a:moveTo>
                <a:lnTo>
                  <a:pt x="1245386" y="79864"/>
                </a:lnTo>
                <a:cubicBezTo>
                  <a:pt x="1245928" y="91097"/>
                  <a:pt x="1248909" y="99974"/>
                  <a:pt x="1254330" y="106496"/>
                </a:cubicBezTo>
                <a:cubicBezTo>
                  <a:pt x="1258485" y="111508"/>
                  <a:pt x="1263484" y="114014"/>
                  <a:pt x="1269327" y="114014"/>
                </a:cubicBezTo>
                <a:cubicBezTo>
                  <a:pt x="1272940" y="114014"/>
                  <a:pt x="1276223" y="113005"/>
                  <a:pt x="1279174" y="110988"/>
                </a:cubicBezTo>
                <a:cubicBezTo>
                  <a:pt x="1282125" y="108970"/>
                  <a:pt x="1285287" y="105341"/>
                  <a:pt x="1288660" y="100101"/>
                </a:cubicBezTo>
                <a:lnTo>
                  <a:pt x="1291732" y="102089"/>
                </a:lnTo>
                <a:cubicBezTo>
                  <a:pt x="1287155" y="111424"/>
                  <a:pt x="1282095" y="118034"/>
                  <a:pt x="1276554" y="121919"/>
                </a:cubicBezTo>
                <a:cubicBezTo>
                  <a:pt x="1271013" y="125804"/>
                  <a:pt x="1264599" y="127746"/>
                  <a:pt x="1257311" y="127746"/>
                </a:cubicBezTo>
                <a:cubicBezTo>
                  <a:pt x="1244783" y="127746"/>
                  <a:pt x="1235297" y="122923"/>
                  <a:pt x="1228853" y="113277"/>
                </a:cubicBezTo>
                <a:cubicBezTo>
                  <a:pt x="1223673" y="105500"/>
                  <a:pt x="1221083" y="95854"/>
                  <a:pt x="1221083" y="84339"/>
                </a:cubicBezTo>
                <a:cubicBezTo>
                  <a:pt x="1221083" y="70230"/>
                  <a:pt x="1224892" y="59001"/>
                  <a:pt x="1232511" y="50652"/>
                </a:cubicBezTo>
                <a:cubicBezTo>
                  <a:pt x="1240131" y="42301"/>
                  <a:pt x="1249060" y="38125"/>
                  <a:pt x="1259298" y="38125"/>
                </a:cubicBezTo>
                <a:cubicBezTo>
                  <a:pt x="1267851" y="38125"/>
                  <a:pt x="1275274" y="41634"/>
                  <a:pt x="1281568" y="48650"/>
                </a:cubicBezTo>
                <a:cubicBezTo>
                  <a:pt x="1287862" y="55667"/>
                  <a:pt x="1291250" y="66072"/>
                  <a:pt x="1291732" y="79864"/>
                </a:cubicBezTo>
                <a:moveTo>
                  <a:pt x="1269507" y="73901"/>
                </a:moveTo>
                <a:cubicBezTo>
                  <a:pt x="1269507" y="64204"/>
                  <a:pt x="1268980" y="57549"/>
                  <a:pt x="1267926" y="53935"/>
                </a:cubicBezTo>
                <a:cubicBezTo>
                  <a:pt x="1266872" y="50322"/>
                  <a:pt x="1265231" y="47581"/>
                  <a:pt x="1263003" y="45714"/>
                </a:cubicBezTo>
                <a:cubicBezTo>
                  <a:pt x="1261738" y="44630"/>
                  <a:pt x="1260051" y="44088"/>
                  <a:pt x="1257943" y="44088"/>
                </a:cubicBezTo>
                <a:cubicBezTo>
                  <a:pt x="1254811" y="44088"/>
                  <a:pt x="1252252" y="45624"/>
                  <a:pt x="1250264" y="48695"/>
                </a:cubicBezTo>
                <a:cubicBezTo>
                  <a:pt x="1246711" y="54056"/>
                  <a:pt x="1244934" y="61404"/>
                  <a:pt x="1244934" y="70739"/>
                </a:cubicBezTo>
                <a:lnTo>
                  <a:pt x="1244934" y="73901"/>
                </a:lnTo>
                <a:lnTo>
                  <a:pt x="1269507" y="73901"/>
                </a:lnTo>
                <a:close/>
                <a:moveTo>
                  <a:pt x="1336642" y="40655"/>
                </a:moveTo>
                <a:lnTo>
                  <a:pt x="1336642" y="59808"/>
                </a:lnTo>
                <a:cubicBezTo>
                  <a:pt x="1342243" y="51074"/>
                  <a:pt x="1347152" y="45277"/>
                  <a:pt x="1351368" y="42417"/>
                </a:cubicBezTo>
                <a:cubicBezTo>
                  <a:pt x="1355584" y="39556"/>
                  <a:pt x="1359649" y="38125"/>
                  <a:pt x="1363564" y="38125"/>
                </a:cubicBezTo>
                <a:cubicBezTo>
                  <a:pt x="1366937" y="38125"/>
                  <a:pt x="1369632" y="39168"/>
                  <a:pt x="1371650" y="41253"/>
                </a:cubicBezTo>
                <a:cubicBezTo>
                  <a:pt x="1373668" y="43339"/>
                  <a:pt x="1374677" y="46285"/>
                  <a:pt x="1374677" y="50093"/>
                </a:cubicBezTo>
                <a:cubicBezTo>
                  <a:pt x="1374677" y="54143"/>
                  <a:pt x="1373698" y="57288"/>
                  <a:pt x="1371740" y="59525"/>
                </a:cubicBezTo>
                <a:cubicBezTo>
                  <a:pt x="1369783" y="61761"/>
                  <a:pt x="1367419" y="62879"/>
                  <a:pt x="1364648" y="62879"/>
                </a:cubicBezTo>
                <a:cubicBezTo>
                  <a:pt x="1361456" y="62879"/>
                  <a:pt x="1358686" y="61856"/>
                  <a:pt x="1356337" y="59808"/>
                </a:cubicBezTo>
                <a:cubicBezTo>
                  <a:pt x="1353988" y="57760"/>
                  <a:pt x="1352603" y="56616"/>
                  <a:pt x="1352181" y="56375"/>
                </a:cubicBezTo>
                <a:cubicBezTo>
                  <a:pt x="1351579" y="56013"/>
                  <a:pt x="1350886" y="55833"/>
                  <a:pt x="1350103" y="55833"/>
                </a:cubicBezTo>
                <a:cubicBezTo>
                  <a:pt x="1348356" y="55833"/>
                  <a:pt x="1346700" y="56495"/>
                  <a:pt x="1345134" y="57820"/>
                </a:cubicBezTo>
                <a:cubicBezTo>
                  <a:pt x="1342665" y="59868"/>
                  <a:pt x="1340798" y="62789"/>
                  <a:pt x="1339533" y="66584"/>
                </a:cubicBezTo>
                <a:cubicBezTo>
                  <a:pt x="1337605" y="72426"/>
                  <a:pt x="1336642" y="78870"/>
                  <a:pt x="1336642" y="85917"/>
                </a:cubicBezTo>
                <a:lnTo>
                  <a:pt x="1336642" y="105341"/>
                </a:lnTo>
                <a:lnTo>
                  <a:pt x="1336732" y="110400"/>
                </a:lnTo>
                <a:cubicBezTo>
                  <a:pt x="1336732" y="113833"/>
                  <a:pt x="1336943" y="116032"/>
                  <a:pt x="1337365" y="116996"/>
                </a:cubicBezTo>
                <a:cubicBezTo>
                  <a:pt x="1338087" y="118622"/>
                  <a:pt x="1339156" y="119811"/>
                  <a:pt x="1340572" y="120564"/>
                </a:cubicBezTo>
                <a:cubicBezTo>
                  <a:pt x="1341987" y="121317"/>
                  <a:pt x="1344381" y="121784"/>
                  <a:pt x="1347754" y="121964"/>
                </a:cubicBezTo>
                <a:lnTo>
                  <a:pt x="1347754" y="125217"/>
                </a:lnTo>
                <a:lnTo>
                  <a:pt x="1302130" y="125217"/>
                </a:lnTo>
                <a:lnTo>
                  <a:pt x="1302130" y="121964"/>
                </a:lnTo>
                <a:cubicBezTo>
                  <a:pt x="1305804" y="121663"/>
                  <a:pt x="1308289" y="120654"/>
                  <a:pt x="1309584" y="118938"/>
                </a:cubicBezTo>
                <a:cubicBezTo>
                  <a:pt x="1310879" y="117221"/>
                  <a:pt x="1311526" y="112689"/>
                  <a:pt x="1311526" y="105341"/>
                </a:cubicBezTo>
                <a:lnTo>
                  <a:pt x="1311526" y="58543"/>
                </a:lnTo>
                <a:cubicBezTo>
                  <a:pt x="1311526" y="53694"/>
                  <a:pt x="1311285" y="50604"/>
                  <a:pt x="1310803" y="49271"/>
                </a:cubicBezTo>
                <a:cubicBezTo>
                  <a:pt x="1310201" y="47574"/>
                  <a:pt x="1309328" y="46331"/>
                  <a:pt x="1308183" y="45545"/>
                </a:cubicBezTo>
                <a:cubicBezTo>
                  <a:pt x="1307039" y="44756"/>
                  <a:pt x="1305021" y="44210"/>
                  <a:pt x="1302130" y="43907"/>
                </a:cubicBezTo>
                <a:lnTo>
                  <a:pt x="1302130" y="40655"/>
                </a:lnTo>
                <a:lnTo>
                  <a:pt x="1336642" y="40655"/>
                </a:lnTo>
                <a:close/>
                <a:moveTo>
                  <a:pt x="1483019" y="38487"/>
                </a:moveTo>
                <a:lnTo>
                  <a:pt x="1484374" y="67397"/>
                </a:lnTo>
                <a:lnTo>
                  <a:pt x="1481302" y="67397"/>
                </a:lnTo>
                <a:cubicBezTo>
                  <a:pt x="1477629" y="58774"/>
                  <a:pt x="1473819" y="52885"/>
                  <a:pt x="1469874" y="49729"/>
                </a:cubicBezTo>
                <a:cubicBezTo>
                  <a:pt x="1465929" y="46570"/>
                  <a:pt x="1461999" y="44991"/>
                  <a:pt x="1458084" y="44991"/>
                </a:cubicBezTo>
                <a:cubicBezTo>
                  <a:pt x="1455615" y="44991"/>
                  <a:pt x="1453507" y="45819"/>
                  <a:pt x="1451760" y="47476"/>
                </a:cubicBezTo>
                <a:cubicBezTo>
                  <a:pt x="1450013" y="49132"/>
                  <a:pt x="1449140" y="51044"/>
                  <a:pt x="1449140" y="53213"/>
                </a:cubicBezTo>
                <a:cubicBezTo>
                  <a:pt x="1449140" y="54839"/>
                  <a:pt x="1449742" y="56405"/>
                  <a:pt x="1450947" y="57911"/>
                </a:cubicBezTo>
                <a:cubicBezTo>
                  <a:pt x="1452874" y="60380"/>
                  <a:pt x="1458265" y="64611"/>
                  <a:pt x="1467118" y="70604"/>
                </a:cubicBezTo>
                <a:cubicBezTo>
                  <a:pt x="1475972" y="76597"/>
                  <a:pt x="1481799" y="81686"/>
                  <a:pt x="1484600" y="85872"/>
                </a:cubicBezTo>
                <a:cubicBezTo>
                  <a:pt x="1487401" y="90058"/>
                  <a:pt x="1488801" y="94741"/>
                  <a:pt x="1488801" y="99920"/>
                </a:cubicBezTo>
                <a:cubicBezTo>
                  <a:pt x="1488801" y="104618"/>
                  <a:pt x="1487627" y="109226"/>
                  <a:pt x="1485278" y="113743"/>
                </a:cubicBezTo>
                <a:cubicBezTo>
                  <a:pt x="1482929" y="118260"/>
                  <a:pt x="1479616" y="121724"/>
                  <a:pt x="1475340" y="124133"/>
                </a:cubicBezTo>
                <a:cubicBezTo>
                  <a:pt x="1471064" y="126542"/>
                  <a:pt x="1466336" y="127746"/>
                  <a:pt x="1461156" y="127746"/>
                </a:cubicBezTo>
                <a:cubicBezTo>
                  <a:pt x="1457120" y="127746"/>
                  <a:pt x="1451730" y="126458"/>
                  <a:pt x="1444984" y="123881"/>
                </a:cubicBezTo>
                <a:cubicBezTo>
                  <a:pt x="1443177" y="123206"/>
                  <a:pt x="1441943" y="122868"/>
                  <a:pt x="1441280" y="122868"/>
                </a:cubicBezTo>
                <a:cubicBezTo>
                  <a:pt x="1439293" y="122868"/>
                  <a:pt x="1437636" y="124374"/>
                  <a:pt x="1436311" y="127385"/>
                </a:cubicBezTo>
                <a:lnTo>
                  <a:pt x="1433330" y="127385"/>
                </a:lnTo>
                <a:lnTo>
                  <a:pt x="1431884" y="97029"/>
                </a:lnTo>
                <a:lnTo>
                  <a:pt x="1434956" y="97029"/>
                </a:lnTo>
                <a:cubicBezTo>
                  <a:pt x="1437666" y="104980"/>
                  <a:pt x="1441385" y="110942"/>
                  <a:pt x="1446113" y="114918"/>
                </a:cubicBezTo>
                <a:cubicBezTo>
                  <a:pt x="1450842" y="118893"/>
                  <a:pt x="1455314" y="120880"/>
                  <a:pt x="1459530" y="120880"/>
                </a:cubicBezTo>
                <a:cubicBezTo>
                  <a:pt x="1462421" y="120880"/>
                  <a:pt x="1464785" y="119992"/>
                  <a:pt x="1466622" y="118215"/>
                </a:cubicBezTo>
                <a:cubicBezTo>
                  <a:pt x="1468459" y="116438"/>
                  <a:pt x="1469377" y="114285"/>
                  <a:pt x="1469377" y="111756"/>
                </a:cubicBezTo>
                <a:cubicBezTo>
                  <a:pt x="1469377" y="108865"/>
                  <a:pt x="1468474" y="106365"/>
                  <a:pt x="1466667" y="104257"/>
                </a:cubicBezTo>
                <a:cubicBezTo>
                  <a:pt x="1464860" y="102149"/>
                  <a:pt x="1460825" y="98957"/>
                  <a:pt x="1454561" y="94681"/>
                </a:cubicBezTo>
                <a:cubicBezTo>
                  <a:pt x="1445346" y="88296"/>
                  <a:pt x="1439383" y="83418"/>
                  <a:pt x="1436673" y="80045"/>
                </a:cubicBezTo>
                <a:cubicBezTo>
                  <a:pt x="1432697" y="75106"/>
                  <a:pt x="1430710" y="69655"/>
                  <a:pt x="1430710" y="63693"/>
                </a:cubicBezTo>
                <a:cubicBezTo>
                  <a:pt x="1430710" y="57188"/>
                  <a:pt x="1432953" y="51300"/>
                  <a:pt x="1437440" y="46030"/>
                </a:cubicBezTo>
                <a:cubicBezTo>
                  <a:pt x="1441928" y="40760"/>
                  <a:pt x="1448417" y="38125"/>
                  <a:pt x="1456910" y="38125"/>
                </a:cubicBezTo>
                <a:cubicBezTo>
                  <a:pt x="1461487" y="38125"/>
                  <a:pt x="1465914" y="39283"/>
                  <a:pt x="1470190" y="41598"/>
                </a:cubicBezTo>
                <a:cubicBezTo>
                  <a:pt x="1471816" y="42535"/>
                  <a:pt x="1473141" y="43004"/>
                  <a:pt x="1474165" y="43004"/>
                </a:cubicBezTo>
                <a:cubicBezTo>
                  <a:pt x="1475249" y="43004"/>
                  <a:pt x="1476123" y="42778"/>
                  <a:pt x="1476785" y="42326"/>
                </a:cubicBezTo>
                <a:cubicBezTo>
                  <a:pt x="1477448" y="41874"/>
                  <a:pt x="1478502" y="40595"/>
                  <a:pt x="1479947" y="38487"/>
                </a:cubicBezTo>
                <a:lnTo>
                  <a:pt x="1483019" y="38487"/>
                </a:lnTo>
                <a:close/>
                <a:moveTo>
                  <a:pt x="1535118" y="9576"/>
                </a:moveTo>
                <a:lnTo>
                  <a:pt x="1535118" y="40655"/>
                </a:lnTo>
                <a:lnTo>
                  <a:pt x="1555174" y="40655"/>
                </a:lnTo>
                <a:lnTo>
                  <a:pt x="1555174" y="49509"/>
                </a:lnTo>
                <a:lnTo>
                  <a:pt x="1535118" y="49509"/>
                </a:lnTo>
                <a:lnTo>
                  <a:pt x="1535118" y="101778"/>
                </a:lnTo>
                <a:cubicBezTo>
                  <a:pt x="1535118" y="106670"/>
                  <a:pt x="1535344" y="109825"/>
                  <a:pt x="1535796" y="111245"/>
                </a:cubicBezTo>
                <a:cubicBezTo>
                  <a:pt x="1536247" y="112664"/>
                  <a:pt x="1537045" y="113812"/>
                  <a:pt x="1538190" y="114689"/>
                </a:cubicBezTo>
                <a:cubicBezTo>
                  <a:pt x="1539334" y="115564"/>
                  <a:pt x="1540388" y="116002"/>
                  <a:pt x="1541352" y="116002"/>
                </a:cubicBezTo>
                <a:cubicBezTo>
                  <a:pt x="1545267" y="116002"/>
                  <a:pt x="1548971" y="112990"/>
                  <a:pt x="1552464" y="106967"/>
                </a:cubicBezTo>
                <a:lnTo>
                  <a:pt x="1555174" y="108975"/>
                </a:lnTo>
                <a:cubicBezTo>
                  <a:pt x="1550296" y="120646"/>
                  <a:pt x="1542376" y="126482"/>
                  <a:pt x="1531414" y="126482"/>
                </a:cubicBezTo>
                <a:cubicBezTo>
                  <a:pt x="1526054" y="126482"/>
                  <a:pt x="1521521" y="124986"/>
                  <a:pt x="1517817" y="121995"/>
                </a:cubicBezTo>
                <a:cubicBezTo>
                  <a:pt x="1514113" y="119003"/>
                  <a:pt x="1511749" y="115663"/>
                  <a:pt x="1510725" y="111976"/>
                </a:cubicBezTo>
                <a:cubicBezTo>
                  <a:pt x="1510123" y="109920"/>
                  <a:pt x="1509822" y="104360"/>
                  <a:pt x="1509822" y="95293"/>
                </a:cubicBezTo>
                <a:lnTo>
                  <a:pt x="1509822" y="49509"/>
                </a:lnTo>
                <a:lnTo>
                  <a:pt x="1498800" y="49509"/>
                </a:lnTo>
                <a:lnTo>
                  <a:pt x="1498800" y="46338"/>
                </a:lnTo>
                <a:cubicBezTo>
                  <a:pt x="1506389" y="40966"/>
                  <a:pt x="1512848" y="35323"/>
                  <a:pt x="1518179" y="29407"/>
                </a:cubicBezTo>
                <a:cubicBezTo>
                  <a:pt x="1523509" y="23491"/>
                  <a:pt x="1528162" y="16881"/>
                  <a:pt x="1532137" y="9576"/>
                </a:cubicBezTo>
                <a:lnTo>
                  <a:pt x="1535118" y="9576"/>
                </a:lnTo>
                <a:close/>
                <a:moveTo>
                  <a:pt x="1598267" y="40655"/>
                </a:moveTo>
                <a:lnTo>
                  <a:pt x="1598267" y="59808"/>
                </a:lnTo>
                <a:cubicBezTo>
                  <a:pt x="1603869" y="51074"/>
                  <a:pt x="1608777" y="45277"/>
                  <a:pt x="1612993" y="42417"/>
                </a:cubicBezTo>
                <a:cubicBezTo>
                  <a:pt x="1617209" y="39556"/>
                  <a:pt x="1621275" y="38125"/>
                  <a:pt x="1625190" y="38125"/>
                </a:cubicBezTo>
                <a:cubicBezTo>
                  <a:pt x="1628563" y="38125"/>
                  <a:pt x="1631258" y="39168"/>
                  <a:pt x="1633276" y="41253"/>
                </a:cubicBezTo>
                <a:cubicBezTo>
                  <a:pt x="1635293" y="43339"/>
                  <a:pt x="1636302" y="46285"/>
                  <a:pt x="1636302" y="50093"/>
                </a:cubicBezTo>
                <a:cubicBezTo>
                  <a:pt x="1636302" y="54143"/>
                  <a:pt x="1635323" y="57288"/>
                  <a:pt x="1633366" y="59525"/>
                </a:cubicBezTo>
                <a:cubicBezTo>
                  <a:pt x="1631409" y="61761"/>
                  <a:pt x="1629045" y="62879"/>
                  <a:pt x="1626274" y="62879"/>
                </a:cubicBezTo>
                <a:cubicBezTo>
                  <a:pt x="1623082" y="62879"/>
                  <a:pt x="1620311" y="61856"/>
                  <a:pt x="1617962" y="59808"/>
                </a:cubicBezTo>
                <a:cubicBezTo>
                  <a:pt x="1615613" y="57760"/>
                  <a:pt x="1614228" y="56616"/>
                  <a:pt x="1613806" y="56375"/>
                </a:cubicBezTo>
                <a:cubicBezTo>
                  <a:pt x="1613204" y="56013"/>
                  <a:pt x="1612512" y="55833"/>
                  <a:pt x="1611729" y="55833"/>
                </a:cubicBezTo>
                <a:cubicBezTo>
                  <a:pt x="1609982" y="55833"/>
                  <a:pt x="1608326" y="56495"/>
                  <a:pt x="1606760" y="57820"/>
                </a:cubicBezTo>
                <a:cubicBezTo>
                  <a:pt x="1604290" y="59868"/>
                  <a:pt x="1602423" y="62789"/>
                  <a:pt x="1601158" y="66584"/>
                </a:cubicBezTo>
                <a:cubicBezTo>
                  <a:pt x="1599231" y="72426"/>
                  <a:pt x="1598267" y="78870"/>
                  <a:pt x="1598267" y="85917"/>
                </a:cubicBezTo>
                <a:lnTo>
                  <a:pt x="1598267" y="105341"/>
                </a:lnTo>
                <a:lnTo>
                  <a:pt x="1598358" y="110400"/>
                </a:lnTo>
                <a:cubicBezTo>
                  <a:pt x="1598358" y="113833"/>
                  <a:pt x="1598568" y="116032"/>
                  <a:pt x="1598990" y="116996"/>
                </a:cubicBezTo>
                <a:cubicBezTo>
                  <a:pt x="1599713" y="118622"/>
                  <a:pt x="1600782" y="119811"/>
                  <a:pt x="1602197" y="120564"/>
                </a:cubicBezTo>
                <a:cubicBezTo>
                  <a:pt x="1603613" y="121317"/>
                  <a:pt x="1606007" y="121784"/>
                  <a:pt x="1609380" y="121964"/>
                </a:cubicBezTo>
                <a:lnTo>
                  <a:pt x="1609380" y="125217"/>
                </a:lnTo>
                <a:lnTo>
                  <a:pt x="1563756" y="125217"/>
                </a:lnTo>
                <a:lnTo>
                  <a:pt x="1563756" y="121964"/>
                </a:lnTo>
                <a:cubicBezTo>
                  <a:pt x="1567430" y="121663"/>
                  <a:pt x="1569914" y="120654"/>
                  <a:pt x="1571209" y="118938"/>
                </a:cubicBezTo>
                <a:cubicBezTo>
                  <a:pt x="1572504" y="117221"/>
                  <a:pt x="1573152" y="112689"/>
                  <a:pt x="1573152" y="105341"/>
                </a:cubicBezTo>
                <a:lnTo>
                  <a:pt x="1573152" y="58543"/>
                </a:lnTo>
                <a:cubicBezTo>
                  <a:pt x="1573152" y="53694"/>
                  <a:pt x="1572911" y="50604"/>
                  <a:pt x="1572429" y="49271"/>
                </a:cubicBezTo>
                <a:cubicBezTo>
                  <a:pt x="1571827" y="47574"/>
                  <a:pt x="1570953" y="46331"/>
                  <a:pt x="1569809" y="45545"/>
                </a:cubicBezTo>
                <a:cubicBezTo>
                  <a:pt x="1568665" y="44756"/>
                  <a:pt x="1566647" y="44210"/>
                  <a:pt x="1563756" y="43907"/>
                </a:cubicBezTo>
                <a:lnTo>
                  <a:pt x="1563756" y="40655"/>
                </a:lnTo>
                <a:lnTo>
                  <a:pt x="1598267" y="40655"/>
                </a:lnTo>
                <a:close/>
                <a:moveTo>
                  <a:pt x="1715809" y="79864"/>
                </a:moveTo>
                <a:lnTo>
                  <a:pt x="1669462" y="79864"/>
                </a:lnTo>
                <a:cubicBezTo>
                  <a:pt x="1670004" y="91097"/>
                  <a:pt x="1672986" y="99974"/>
                  <a:pt x="1678406" y="106496"/>
                </a:cubicBezTo>
                <a:cubicBezTo>
                  <a:pt x="1682562" y="111508"/>
                  <a:pt x="1687561" y="114014"/>
                  <a:pt x="1693403" y="114014"/>
                </a:cubicBezTo>
                <a:cubicBezTo>
                  <a:pt x="1697017" y="114014"/>
                  <a:pt x="1700300" y="113005"/>
                  <a:pt x="1703251" y="110988"/>
                </a:cubicBezTo>
                <a:cubicBezTo>
                  <a:pt x="1706202" y="108970"/>
                  <a:pt x="1709364" y="105341"/>
                  <a:pt x="1712737" y="100101"/>
                </a:cubicBezTo>
                <a:lnTo>
                  <a:pt x="1715809" y="102089"/>
                </a:lnTo>
                <a:cubicBezTo>
                  <a:pt x="1711231" y="111424"/>
                  <a:pt x="1706172" y="118034"/>
                  <a:pt x="1700631" y="121919"/>
                </a:cubicBezTo>
                <a:cubicBezTo>
                  <a:pt x="1695090" y="125804"/>
                  <a:pt x="1688675" y="127746"/>
                  <a:pt x="1681388" y="127746"/>
                </a:cubicBezTo>
                <a:cubicBezTo>
                  <a:pt x="1668860" y="127746"/>
                  <a:pt x="1659374" y="122923"/>
                  <a:pt x="1652929" y="113277"/>
                </a:cubicBezTo>
                <a:cubicBezTo>
                  <a:pt x="1647750" y="105500"/>
                  <a:pt x="1645160" y="95854"/>
                  <a:pt x="1645160" y="84339"/>
                </a:cubicBezTo>
                <a:cubicBezTo>
                  <a:pt x="1645160" y="70230"/>
                  <a:pt x="1648969" y="59001"/>
                  <a:pt x="1656588" y="50652"/>
                </a:cubicBezTo>
                <a:cubicBezTo>
                  <a:pt x="1664207" y="42301"/>
                  <a:pt x="1673136" y="38125"/>
                  <a:pt x="1683375" y="38125"/>
                </a:cubicBezTo>
                <a:cubicBezTo>
                  <a:pt x="1691928" y="38125"/>
                  <a:pt x="1699351" y="41634"/>
                  <a:pt x="1705645" y="48650"/>
                </a:cubicBezTo>
                <a:cubicBezTo>
                  <a:pt x="1711939" y="55667"/>
                  <a:pt x="1715327" y="66072"/>
                  <a:pt x="1715809" y="79864"/>
                </a:cubicBezTo>
                <a:moveTo>
                  <a:pt x="1693584" y="73901"/>
                </a:moveTo>
                <a:cubicBezTo>
                  <a:pt x="1693584" y="64204"/>
                  <a:pt x="1693057" y="57549"/>
                  <a:pt x="1692003" y="53935"/>
                </a:cubicBezTo>
                <a:cubicBezTo>
                  <a:pt x="1690949" y="50322"/>
                  <a:pt x="1689308" y="47581"/>
                  <a:pt x="1687079" y="45714"/>
                </a:cubicBezTo>
                <a:cubicBezTo>
                  <a:pt x="1685815" y="44630"/>
                  <a:pt x="1684128" y="44088"/>
                  <a:pt x="1682020" y="44088"/>
                </a:cubicBezTo>
                <a:cubicBezTo>
                  <a:pt x="1678888" y="44088"/>
                  <a:pt x="1676328" y="45624"/>
                  <a:pt x="1674341" y="48695"/>
                </a:cubicBezTo>
                <a:cubicBezTo>
                  <a:pt x="1670787" y="54056"/>
                  <a:pt x="1669011" y="61404"/>
                  <a:pt x="1669011" y="70739"/>
                </a:cubicBezTo>
                <a:lnTo>
                  <a:pt x="1669011" y="73901"/>
                </a:lnTo>
                <a:lnTo>
                  <a:pt x="1693584" y="73901"/>
                </a:lnTo>
                <a:close/>
                <a:moveTo>
                  <a:pt x="1774503" y="112749"/>
                </a:moveTo>
                <a:cubicBezTo>
                  <a:pt x="1764204" y="121904"/>
                  <a:pt x="1754959" y="126482"/>
                  <a:pt x="1746768" y="126482"/>
                </a:cubicBezTo>
                <a:cubicBezTo>
                  <a:pt x="1741949" y="126482"/>
                  <a:pt x="1737944" y="124896"/>
                  <a:pt x="1734752" y="121724"/>
                </a:cubicBezTo>
                <a:cubicBezTo>
                  <a:pt x="1731560" y="118551"/>
                  <a:pt x="1729964" y="114578"/>
                  <a:pt x="1729964" y="109805"/>
                </a:cubicBezTo>
                <a:cubicBezTo>
                  <a:pt x="1729964" y="103338"/>
                  <a:pt x="1732734" y="97521"/>
                  <a:pt x="1738275" y="92354"/>
                </a:cubicBezTo>
                <a:cubicBezTo>
                  <a:pt x="1743817" y="87188"/>
                  <a:pt x="1755892" y="80314"/>
                  <a:pt x="1774503" y="71733"/>
                </a:cubicBezTo>
                <a:lnTo>
                  <a:pt x="1774503" y="63241"/>
                </a:lnTo>
                <a:cubicBezTo>
                  <a:pt x="1774503" y="56857"/>
                  <a:pt x="1774157" y="52836"/>
                  <a:pt x="1773464" y="51180"/>
                </a:cubicBezTo>
                <a:cubicBezTo>
                  <a:pt x="1772772" y="49524"/>
                  <a:pt x="1771462" y="48078"/>
                  <a:pt x="1769534" y="46843"/>
                </a:cubicBezTo>
                <a:cubicBezTo>
                  <a:pt x="1767607" y="45609"/>
                  <a:pt x="1765439" y="44991"/>
                  <a:pt x="1763030" y="44991"/>
                </a:cubicBezTo>
                <a:cubicBezTo>
                  <a:pt x="1759115" y="44991"/>
                  <a:pt x="1755892" y="45865"/>
                  <a:pt x="1753363" y="47611"/>
                </a:cubicBezTo>
                <a:cubicBezTo>
                  <a:pt x="1751797" y="48695"/>
                  <a:pt x="1751014" y="49960"/>
                  <a:pt x="1751014" y="51406"/>
                </a:cubicBezTo>
                <a:cubicBezTo>
                  <a:pt x="1751014" y="52671"/>
                  <a:pt x="1751857" y="54237"/>
                  <a:pt x="1753544" y="56104"/>
                </a:cubicBezTo>
                <a:cubicBezTo>
                  <a:pt x="1755832" y="58694"/>
                  <a:pt x="1756977" y="61193"/>
                  <a:pt x="1756977" y="63602"/>
                </a:cubicBezTo>
                <a:cubicBezTo>
                  <a:pt x="1756977" y="66553"/>
                  <a:pt x="1755877" y="69068"/>
                  <a:pt x="1753679" y="71146"/>
                </a:cubicBezTo>
                <a:cubicBezTo>
                  <a:pt x="1751481" y="73224"/>
                  <a:pt x="1748605" y="74263"/>
                  <a:pt x="1745051" y="74263"/>
                </a:cubicBezTo>
                <a:cubicBezTo>
                  <a:pt x="1741257" y="74263"/>
                  <a:pt x="1738080" y="73118"/>
                  <a:pt x="1735520" y="70830"/>
                </a:cubicBezTo>
                <a:cubicBezTo>
                  <a:pt x="1732960" y="68541"/>
                  <a:pt x="1731680" y="65861"/>
                  <a:pt x="1731680" y="62789"/>
                </a:cubicBezTo>
                <a:cubicBezTo>
                  <a:pt x="1731680" y="58453"/>
                  <a:pt x="1733397" y="54312"/>
                  <a:pt x="1736830" y="50367"/>
                </a:cubicBezTo>
                <a:cubicBezTo>
                  <a:pt x="1740263" y="46422"/>
                  <a:pt x="1745051" y="43395"/>
                  <a:pt x="1751195" y="41287"/>
                </a:cubicBezTo>
                <a:cubicBezTo>
                  <a:pt x="1757338" y="39179"/>
                  <a:pt x="1763722" y="38125"/>
                  <a:pt x="1770348" y="38125"/>
                </a:cubicBezTo>
                <a:cubicBezTo>
                  <a:pt x="1778358" y="38125"/>
                  <a:pt x="1784697" y="39831"/>
                  <a:pt x="1789365" y="43244"/>
                </a:cubicBezTo>
                <a:cubicBezTo>
                  <a:pt x="1794033" y="46654"/>
                  <a:pt x="1797059" y="50352"/>
                  <a:pt x="1798445" y="54336"/>
                </a:cubicBezTo>
                <a:cubicBezTo>
                  <a:pt x="1799288" y="56872"/>
                  <a:pt x="1799709" y="62697"/>
                  <a:pt x="1799709" y="71812"/>
                </a:cubicBezTo>
                <a:lnTo>
                  <a:pt x="1799709" y="104683"/>
                </a:lnTo>
                <a:cubicBezTo>
                  <a:pt x="1799709" y="108547"/>
                  <a:pt x="1799860" y="110978"/>
                  <a:pt x="1800161" y="111976"/>
                </a:cubicBezTo>
                <a:cubicBezTo>
                  <a:pt x="1800462" y="112971"/>
                  <a:pt x="1800914" y="113711"/>
                  <a:pt x="1801516" y="114195"/>
                </a:cubicBezTo>
                <a:cubicBezTo>
                  <a:pt x="1802119" y="114677"/>
                  <a:pt x="1802811" y="114918"/>
                  <a:pt x="1803594" y="114918"/>
                </a:cubicBezTo>
                <a:cubicBezTo>
                  <a:pt x="1805160" y="114918"/>
                  <a:pt x="1806756" y="113803"/>
                  <a:pt x="1808382" y="111575"/>
                </a:cubicBezTo>
                <a:lnTo>
                  <a:pt x="1811093" y="113743"/>
                </a:lnTo>
                <a:cubicBezTo>
                  <a:pt x="1808081" y="118200"/>
                  <a:pt x="1804964" y="121437"/>
                  <a:pt x="1801742" y="123455"/>
                </a:cubicBezTo>
                <a:cubicBezTo>
                  <a:pt x="1798520" y="125473"/>
                  <a:pt x="1794861" y="126482"/>
                  <a:pt x="1790765" y="126482"/>
                </a:cubicBezTo>
                <a:cubicBezTo>
                  <a:pt x="1785947" y="126482"/>
                  <a:pt x="1782183" y="125345"/>
                  <a:pt x="1779472" y="123071"/>
                </a:cubicBezTo>
                <a:cubicBezTo>
                  <a:pt x="1776762" y="120797"/>
                  <a:pt x="1775106" y="117357"/>
                  <a:pt x="1774503" y="112749"/>
                </a:cubicBezTo>
                <a:moveTo>
                  <a:pt x="1774503" y="106064"/>
                </a:moveTo>
                <a:lnTo>
                  <a:pt x="1774503" y="77803"/>
                </a:lnTo>
                <a:cubicBezTo>
                  <a:pt x="1767216" y="82100"/>
                  <a:pt x="1761795" y="86700"/>
                  <a:pt x="1758241" y="91603"/>
                </a:cubicBezTo>
                <a:cubicBezTo>
                  <a:pt x="1755892" y="94871"/>
                  <a:pt x="1754718" y="98169"/>
                  <a:pt x="1754718" y="101499"/>
                </a:cubicBezTo>
                <a:cubicBezTo>
                  <a:pt x="1754718" y="104282"/>
                  <a:pt x="1755712" y="106734"/>
                  <a:pt x="1757699" y="108853"/>
                </a:cubicBezTo>
                <a:cubicBezTo>
                  <a:pt x="1759205" y="110487"/>
                  <a:pt x="1761313" y="111304"/>
                  <a:pt x="1764023" y="111304"/>
                </a:cubicBezTo>
                <a:cubicBezTo>
                  <a:pt x="1767035" y="111304"/>
                  <a:pt x="1770528" y="109557"/>
                  <a:pt x="1774503" y="106064"/>
                </a:cubicBezTo>
                <a:close/>
                <a:moveTo>
                  <a:pt x="1854156" y="40655"/>
                </a:moveTo>
                <a:lnTo>
                  <a:pt x="1854156" y="51857"/>
                </a:lnTo>
                <a:cubicBezTo>
                  <a:pt x="1858794" y="46764"/>
                  <a:pt x="1863085" y="43202"/>
                  <a:pt x="1867030" y="41171"/>
                </a:cubicBezTo>
                <a:cubicBezTo>
                  <a:pt x="1870975" y="39141"/>
                  <a:pt x="1875297" y="38125"/>
                  <a:pt x="1879995" y="38125"/>
                </a:cubicBezTo>
                <a:cubicBezTo>
                  <a:pt x="1885415" y="38125"/>
                  <a:pt x="1889963" y="39398"/>
                  <a:pt x="1893637" y="41942"/>
                </a:cubicBezTo>
                <a:cubicBezTo>
                  <a:pt x="1897311" y="44487"/>
                  <a:pt x="1900142" y="48364"/>
                  <a:pt x="1902129" y="53574"/>
                </a:cubicBezTo>
                <a:cubicBezTo>
                  <a:pt x="1906947" y="48121"/>
                  <a:pt x="1911570" y="44184"/>
                  <a:pt x="1915997" y="41762"/>
                </a:cubicBezTo>
                <a:cubicBezTo>
                  <a:pt x="1920424" y="39337"/>
                  <a:pt x="1925046" y="38125"/>
                  <a:pt x="1929865" y="38125"/>
                </a:cubicBezTo>
                <a:cubicBezTo>
                  <a:pt x="1935707" y="38125"/>
                  <a:pt x="1940360" y="39467"/>
                  <a:pt x="1943823" y="42151"/>
                </a:cubicBezTo>
                <a:cubicBezTo>
                  <a:pt x="1947286" y="44835"/>
                  <a:pt x="1949695" y="48243"/>
                  <a:pt x="1951050" y="52374"/>
                </a:cubicBezTo>
                <a:cubicBezTo>
                  <a:pt x="1952406" y="56505"/>
                  <a:pt x="1953083" y="63094"/>
                  <a:pt x="1953083" y="72140"/>
                </a:cubicBezTo>
                <a:lnTo>
                  <a:pt x="1953083" y="106787"/>
                </a:lnTo>
                <a:cubicBezTo>
                  <a:pt x="1953083" y="113291"/>
                  <a:pt x="1953670" y="117327"/>
                  <a:pt x="1954845" y="118893"/>
                </a:cubicBezTo>
                <a:cubicBezTo>
                  <a:pt x="1956019" y="120459"/>
                  <a:pt x="1958474" y="121483"/>
                  <a:pt x="1962208" y="121964"/>
                </a:cubicBezTo>
                <a:lnTo>
                  <a:pt x="1962208" y="125217"/>
                </a:lnTo>
                <a:lnTo>
                  <a:pt x="1918572" y="125217"/>
                </a:lnTo>
                <a:lnTo>
                  <a:pt x="1918572" y="121964"/>
                </a:lnTo>
                <a:cubicBezTo>
                  <a:pt x="1922005" y="121663"/>
                  <a:pt x="1924534" y="120338"/>
                  <a:pt x="1926161" y="117989"/>
                </a:cubicBezTo>
                <a:cubicBezTo>
                  <a:pt x="1927245" y="116363"/>
                  <a:pt x="1927787" y="112629"/>
                  <a:pt x="1927787" y="106787"/>
                </a:cubicBezTo>
                <a:lnTo>
                  <a:pt x="1927787" y="70468"/>
                </a:lnTo>
                <a:cubicBezTo>
                  <a:pt x="1927787" y="62940"/>
                  <a:pt x="1927486" y="58151"/>
                  <a:pt x="1926883" y="56104"/>
                </a:cubicBezTo>
                <a:cubicBezTo>
                  <a:pt x="1926281" y="54056"/>
                  <a:pt x="1925332" y="52535"/>
                  <a:pt x="1924038" y="51541"/>
                </a:cubicBezTo>
                <a:cubicBezTo>
                  <a:pt x="1922743" y="50547"/>
                  <a:pt x="1921222" y="50051"/>
                  <a:pt x="1919475" y="50051"/>
                </a:cubicBezTo>
                <a:cubicBezTo>
                  <a:pt x="1916885" y="50051"/>
                  <a:pt x="1914265" y="50999"/>
                  <a:pt x="1911615" y="52896"/>
                </a:cubicBezTo>
                <a:cubicBezTo>
                  <a:pt x="1908965" y="54794"/>
                  <a:pt x="1906285" y="57639"/>
                  <a:pt x="1903575" y="61434"/>
                </a:cubicBezTo>
                <a:lnTo>
                  <a:pt x="1903575" y="106787"/>
                </a:lnTo>
                <a:cubicBezTo>
                  <a:pt x="1903575" y="112870"/>
                  <a:pt x="1904087" y="116694"/>
                  <a:pt x="1905110" y="118260"/>
                </a:cubicBezTo>
                <a:cubicBezTo>
                  <a:pt x="1906496" y="120489"/>
                  <a:pt x="1909146" y="121724"/>
                  <a:pt x="1913061" y="121964"/>
                </a:cubicBezTo>
                <a:lnTo>
                  <a:pt x="1913061" y="125217"/>
                </a:lnTo>
                <a:lnTo>
                  <a:pt x="1869334" y="125217"/>
                </a:lnTo>
                <a:lnTo>
                  <a:pt x="1869334" y="121964"/>
                </a:lnTo>
                <a:cubicBezTo>
                  <a:pt x="1871683" y="121844"/>
                  <a:pt x="1873535" y="121257"/>
                  <a:pt x="1874890" y="120203"/>
                </a:cubicBezTo>
                <a:cubicBezTo>
                  <a:pt x="1876246" y="119149"/>
                  <a:pt x="1877149" y="117884"/>
                  <a:pt x="1877601" y="116408"/>
                </a:cubicBezTo>
                <a:cubicBezTo>
                  <a:pt x="1878052" y="114933"/>
                  <a:pt x="1878278" y="111725"/>
                  <a:pt x="1878278" y="106787"/>
                </a:cubicBezTo>
                <a:lnTo>
                  <a:pt x="1878278" y="70412"/>
                </a:lnTo>
                <a:cubicBezTo>
                  <a:pt x="1878278" y="62750"/>
                  <a:pt x="1877977" y="57954"/>
                  <a:pt x="1877375" y="56025"/>
                </a:cubicBezTo>
                <a:cubicBezTo>
                  <a:pt x="1876773" y="54093"/>
                  <a:pt x="1875764" y="52585"/>
                  <a:pt x="1874348" y="51499"/>
                </a:cubicBezTo>
                <a:cubicBezTo>
                  <a:pt x="1872933" y="50413"/>
                  <a:pt x="1871412" y="49870"/>
                  <a:pt x="1869786" y="49870"/>
                </a:cubicBezTo>
                <a:cubicBezTo>
                  <a:pt x="1867377" y="49870"/>
                  <a:pt x="1865178" y="50507"/>
                  <a:pt x="1863191" y="51781"/>
                </a:cubicBezTo>
                <a:cubicBezTo>
                  <a:pt x="1860360" y="53663"/>
                  <a:pt x="1857349" y="56881"/>
                  <a:pt x="1854156" y="61434"/>
                </a:cubicBezTo>
                <a:lnTo>
                  <a:pt x="1854156" y="106787"/>
                </a:lnTo>
                <a:cubicBezTo>
                  <a:pt x="1854156" y="112749"/>
                  <a:pt x="1854744" y="116679"/>
                  <a:pt x="1855918" y="118577"/>
                </a:cubicBezTo>
                <a:cubicBezTo>
                  <a:pt x="1857093" y="120474"/>
                  <a:pt x="1859547" y="121603"/>
                  <a:pt x="1863281" y="121964"/>
                </a:cubicBezTo>
                <a:lnTo>
                  <a:pt x="1863281" y="125217"/>
                </a:lnTo>
                <a:lnTo>
                  <a:pt x="1819735" y="125217"/>
                </a:lnTo>
                <a:lnTo>
                  <a:pt x="1819735" y="121964"/>
                </a:lnTo>
                <a:cubicBezTo>
                  <a:pt x="1823289" y="121603"/>
                  <a:pt x="1825819" y="120459"/>
                  <a:pt x="1827324" y="118531"/>
                </a:cubicBezTo>
                <a:cubicBezTo>
                  <a:pt x="1828348" y="117206"/>
                  <a:pt x="1828860" y="113291"/>
                  <a:pt x="1828860" y="106787"/>
                </a:cubicBezTo>
                <a:lnTo>
                  <a:pt x="1828860" y="59085"/>
                </a:lnTo>
                <a:cubicBezTo>
                  <a:pt x="1828860" y="52624"/>
                  <a:pt x="1828273" y="48600"/>
                  <a:pt x="1827098" y="47016"/>
                </a:cubicBezTo>
                <a:cubicBezTo>
                  <a:pt x="1825924" y="45431"/>
                  <a:pt x="1823470" y="44395"/>
                  <a:pt x="1819735" y="43907"/>
                </a:cubicBezTo>
                <a:lnTo>
                  <a:pt x="1819735" y="40655"/>
                </a:lnTo>
                <a:lnTo>
                  <a:pt x="1854156" y="40655"/>
                </a:lnTo>
                <a:close/>
                <a:moveTo>
                  <a:pt x="2027729" y="38487"/>
                </a:moveTo>
                <a:lnTo>
                  <a:pt x="2029084" y="67397"/>
                </a:lnTo>
                <a:lnTo>
                  <a:pt x="2026012" y="67397"/>
                </a:lnTo>
                <a:cubicBezTo>
                  <a:pt x="2022338" y="58774"/>
                  <a:pt x="2018529" y="52885"/>
                  <a:pt x="2014584" y="49729"/>
                </a:cubicBezTo>
                <a:cubicBezTo>
                  <a:pt x="2010639" y="46570"/>
                  <a:pt x="2006709" y="44991"/>
                  <a:pt x="2002794" y="44991"/>
                </a:cubicBezTo>
                <a:cubicBezTo>
                  <a:pt x="2000324" y="44991"/>
                  <a:pt x="1998216" y="45819"/>
                  <a:pt x="1996470" y="47476"/>
                </a:cubicBezTo>
                <a:cubicBezTo>
                  <a:pt x="1994723" y="49132"/>
                  <a:pt x="1993850" y="51044"/>
                  <a:pt x="1993850" y="53213"/>
                </a:cubicBezTo>
                <a:cubicBezTo>
                  <a:pt x="1993850" y="54839"/>
                  <a:pt x="1994452" y="56405"/>
                  <a:pt x="1995657" y="57911"/>
                </a:cubicBezTo>
                <a:cubicBezTo>
                  <a:pt x="1997584" y="60380"/>
                  <a:pt x="2002975" y="64611"/>
                  <a:pt x="2011828" y="70604"/>
                </a:cubicBezTo>
                <a:cubicBezTo>
                  <a:pt x="2020682" y="76597"/>
                  <a:pt x="2026509" y="81686"/>
                  <a:pt x="2029310" y="85872"/>
                </a:cubicBezTo>
                <a:cubicBezTo>
                  <a:pt x="2032111" y="90058"/>
                  <a:pt x="2033511" y="94741"/>
                  <a:pt x="2033511" y="99920"/>
                </a:cubicBezTo>
                <a:cubicBezTo>
                  <a:pt x="2033511" y="104618"/>
                  <a:pt x="2032336" y="109226"/>
                  <a:pt x="2029987" y="113743"/>
                </a:cubicBezTo>
                <a:cubicBezTo>
                  <a:pt x="2027638" y="118260"/>
                  <a:pt x="2024326" y="121724"/>
                  <a:pt x="2020050" y="124133"/>
                </a:cubicBezTo>
                <a:cubicBezTo>
                  <a:pt x="2015773" y="126542"/>
                  <a:pt x="2011045" y="127746"/>
                  <a:pt x="2005866" y="127746"/>
                </a:cubicBezTo>
                <a:cubicBezTo>
                  <a:pt x="2001830" y="127746"/>
                  <a:pt x="1996440" y="126458"/>
                  <a:pt x="1989694" y="123881"/>
                </a:cubicBezTo>
                <a:cubicBezTo>
                  <a:pt x="1987887" y="123206"/>
                  <a:pt x="1986652" y="122868"/>
                  <a:pt x="1985990" y="122868"/>
                </a:cubicBezTo>
                <a:cubicBezTo>
                  <a:pt x="1984002" y="122868"/>
                  <a:pt x="1982346" y="124374"/>
                  <a:pt x="1981021" y="127385"/>
                </a:cubicBezTo>
                <a:lnTo>
                  <a:pt x="1978040" y="127385"/>
                </a:lnTo>
                <a:lnTo>
                  <a:pt x="1976594" y="97029"/>
                </a:lnTo>
                <a:lnTo>
                  <a:pt x="1979666" y="97029"/>
                </a:lnTo>
                <a:cubicBezTo>
                  <a:pt x="1982376" y="104980"/>
                  <a:pt x="1986095" y="110942"/>
                  <a:pt x="1990823" y="114918"/>
                </a:cubicBezTo>
                <a:cubicBezTo>
                  <a:pt x="1995551" y="118893"/>
                  <a:pt x="2000023" y="120880"/>
                  <a:pt x="2004239" y="120880"/>
                </a:cubicBezTo>
                <a:cubicBezTo>
                  <a:pt x="2007130" y="120880"/>
                  <a:pt x="2009494" y="119992"/>
                  <a:pt x="2011331" y="118215"/>
                </a:cubicBezTo>
                <a:cubicBezTo>
                  <a:pt x="2013168" y="116438"/>
                  <a:pt x="2014087" y="114285"/>
                  <a:pt x="2014087" y="111756"/>
                </a:cubicBezTo>
                <a:cubicBezTo>
                  <a:pt x="2014087" y="108865"/>
                  <a:pt x="2013183" y="106365"/>
                  <a:pt x="2011377" y="104257"/>
                </a:cubicBezTo>
                <a:cubicBezTo>
                  <a:pt x="2009570" y="102149"/>
                  <a:pt x="2005534" y="98957"/>
                  <a:pt x="1999270" y="94681"/>
                </a:cubicBezTo>
                <a:cubicBezTo>
                  <a:pt x="1990055" y="88296"/>
                  <a:pt x="1984093" y="83418"/>
                  <a:pt x="1981382" y="80045"/>
                </a:cubicBezTo>
                <a:cubicBezTo>
                  <a:pt x="1977407" y="75106"/>
                  <a:pt x="1975420" y="69655"/>
                  <a:pt x="1975420" y="63693"/>
                </a:cubicBezTo>
                <a:cubicBezTo>
                  <a:pt x="1975420" y="57188"/>
                  <a:pt x="1977663" y="51300"/>
                  <a:pt x="1982150" y="46030"/>
                </a:cubicBezTo>
                <a:cubicBezTo>
                  <a:pt x="1986637" y="40760"/>
                  <a:pt x="1993127" y="38125"/>
                  <a:pt x="2001619" y="38125"/>
                </a:cubicBezTo>
                <a:cubicBezTo>
                  <a:pt x="2006197" y="38125"/>
                  <a:pt x="2010624" y="39283"/>
                  <a:pt x="2014900" y="41598"/>
                </a:cubicBezTo>
                <a:cubicBezTo>
                  <a:pt x="2016526" y="42535"/>
                  <a:pt x="2017851" y="43004"/>
                  <a:pt x="2018875" y="43004"/>
                </a:cubicBezTo>
                <a:cubicBezTo>
                  <a:pt x="2019959" y="43004"/>
                  <a:pt x="2020833" y="42778"/>
                  <a:pt x="2021495" y="42326"/>
                </a:cubicBezTo>
                <a:cubicBezTo>
                  <a:pt x="2022158" y="41874"/>
                  <a:pt x="2023212" y="40595"/>
                  <a:pt x="2024657" y="38487"/>
                </a:cubicBezTo>
                <a:lnTo>
                  <a:pt x="2027729" y="384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collectedinfailedexecutions">
            <a:extLst xmlns:a="http://schemas.openxmlformats.org/drawingml/2006/main">
              <a:ext uri="{FF2B5EF4-FFF2-40B4-BE49-F238E27FC236}">
                <a16:creationId xmlns:a16="http://schemas.microsoft.com/office/drawing/2014/main" id="{84F822AE-D2D7-4596-A418-7BFB1335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714" y="2460834"/>
            <a:ext cx="2231354" cy="127749"/>
          </a:xfrm>
          <a:custGeom xmlns:a="http://schemas.openxmlformats.org/drawingml/2006/main">
            <a:pathLst>
              <a:path w="2231354" h="127749">
                <a:moveTo>
                  <a:pt x="68119" y="103376"/>
                </a:moveTo>
                <a:lnTo>
                  <a:pt x="70920" y="105541"/>
                </a:lnTo>
                <a:cubicBezTo>
                  <a:pt x="66945" y="113034"/>
                  <a:pt x="61991" y="118609"/>
                  <a:pt x="56058" y="122266"/>
                </a:cubicBezTo>
                <a:cubicBezTo>
                  <a:pt x="50126" y="125921"/>
                  <a:pt x="43817" y="127749"/>
                  <a:pt x="37131" y="127749"/>
                </a:cubicBezTo>
                <a:cubicBezTo>
                  <a:pt x="25869" y="127749"/>
                  <a:pt x="16864" y="123499"/>
                  <a:pt x="10119" y="114999"/>
                </a:cubicBezTo>
                <a:cubicBezTo>
                  <a:pt x="3373" y="106497"/>
                  <a:pt x="0" y="96278"/>
                  <a:pt x="0" y="84341"/>
                </a:cubicBezTo>
                <a:cubicBezTo>
                  <a:pt x="0" y="72824"/>
                  <a:pt x="3072" y="62695"/>
                  <a:pt x="9215" y="53955"/>
                </a:cubicBezTo>
                <a:cubicBezTo>
                  <a:pt x="16623" y="43403"/>
                  <a:pt x="26832" y="38127"/>
                  <a:pt x="39842" y="38127"/>
                </a:cubicBezTo>
                <a:cubicBezTo>
                  <a:pt x="48575" y="38127"/>
                  <a:pt x="55516" y="40332"/>
                  <a:pt x="60666" y="44742"/>
                </a:cubicBezTo>
                <a:cubicBezTo>
                  <a:pt x="65816" y="49150"/>
                  <a:pt x="68390" y="54072"/>
                  <a:pt x="68390" y="59508"/>
                </a:cubicBezTo>
                <a:cubicBezTo>
                  <a:pt x="68390" y="62950"/>
                  <a:pt x="67351" y="65698"/>
                  <a:pt x="65274" y="67752"/>
                </a:cubicBezTo>
                <a:cubicBezTo>
                  <a:pt x="63196" y="69805"/>
                  <a:pt x="60470" y="70832"/>
                  <a:pt x="57097" y="70832"/>
                </a:cubicBezTo>
                <a:cubicBezTo>
                  <a:pt x="53544" y="70832"/>
                  <a:pt x="50608" y="69654"/>
                  <a:pt x="48289" y="67297"/>
                </a:cubicBezTo>
                <a:cubicBezTo>
                  <a:pt x="45970" y="64939"/>
                  <a:pt x="44540" y="60738"/>
                  <a:pt x="43998" y="54694"/>
                </a:cubicBezTo>
                <a:cubicBezTo>
                  <a:pt x="43636" y="50887"/>
                  <a:pt x="42763" y="48227"/>
                  <a:pt x="41378" y="46716"/>
                </a:cubicBezTo>
                <a:cubicBezTo>
                  <a:pt x="39992" y="45206"/>
                  <a:pt x="38366" y="44451"/>
                  <a:pt x="36499" y="44451"/>
                </a:cubicBezTo>
                <a:cubicBezTo>
                  <a:pt x="33608" y="44451"/>
                  <a:pt x="31139" y="45987"/>
                  <a:pt x="29091" y="49059"/>
                </a:cubicBezTo>
                <a:cubicBezTo>
                  <a:pt x="25959" y="53697"/>
                  <a:pt x="24393" y="60804"/>
                  <a:pt x="24393" y="70380"/>
                </a:cubicBezTo>
                <a:cubicBezTo>
                  <a:pt x="24393" y="78330"/>
                  <a:pt x="25658" y="85934"/>
                  <a:pt x="28187" y="93192"/>
                </a:cubicBezTo>
                <a:cubicBezTo>
                  <a:pt x="30717" y="100450"/>
                  <a:pt x="34180" y="105855"/>
                  <a:pt x="38577" y="109409"/>
                </a:cubicBezTo>
                <a:cubicBezTo>
                  <a:pt x="41890" y="111999"/>
                  <a:pt x="45804" y="113294"/>
                  <a:pt x="50322" y="113294"/>
                </a:cubicBezTo>
                <a:cubicBezTo>
                  <a:pt x="53273" y="113294"/>
                  <a:pt x="56074" y="112603"/>
                  <a:pt x="58724" y="111221"/>
                </a:cubicBezTo>
                <a:cubicBezTo>
                  <a:pt x="61374" y="109838"/>
                  <a:pt x="64506" y="107223"/>
                  <a:pt x="68119" y="103376"/>
                </a:cubicBezTo>
                <a:close/>
                <a:moveTo>
                  <a:pt x="120439" y="38125"/>
                </a:moveTo>
                <a:cubicBezTo>
                  <a:pt x="127787" y="38125"/>
                  <a:pt x="134623" y="40024"/>
                  <a:pt x="140947" y="43822"/>
                </a:cubicBezTo>
                <a:cubicBezTo>
                  <a:pt x="147271" y="47621"/>
                  <a:pt x="152074" y="53017"/>
                  <a:pt x="155357" y="60011"/>
                </a:cubicBezTo>
                <a:cubicBezTo>
                  <a:pt x="158639" y="67005"/>
                  <a:pt x="160281" y="74662"/>
                  <a:pt x="160281" y="82981"/>
                </a:cubicBezTo>
                <a:cubicBezTo>
                  <a:pt x="160281" y="94978"/>
                  <a:pt x="157239" y="105016"/>
                  <a:pt x="151156" y="113097"/>
                </a:cubicBezTo>
                <a:cubicBezTo>
                  <a:pt x="143808" y="122863"/>
                  <a:pt x="133659" y="127746"/>
                  <a:pt x="120710" y="127746"/>
                </a:cubicBezTo>
                <a:cubicBezTo>
                  <a:pt x="108001" y="127746"/>
                  <a:pt x="98214" y="123285"/>
                  <a:pt x="91348" y="114361"/>
                </a:cubicBezTo>
                <a:cubicBezTo>
                  <a:pt x="84482" y="105438"/>
                  <a:pt x="81049" y="95098"/>
                  <a:pt x="81049" y="83342"/>
                </a:cubicBezTo>
                <a:cubicBezTo>
                  <a:pt x="81049" y="71225"/>
                  <a:pt x="84557" y="60659"/>
                  <a:pt x="91574" y="51646"/>
                </a:cubicBezTo>
                <a:cubicBezTo>
                  <a:pt x="98591" y="42632"/>
                  <a:pt x="108212" y="38125"/>
                  <a:pt x="120439" y="38125"/>
                </a:cubicBezTo>
                <a:moveTo>
                  <a:pt x="120800" y="44449"/>
                </a:moveTo>
                <a:cubicBezTo>
                  <a:pt x="117728" y="44449"/>
                  <a:pt x="115093" y="45611"/>
                  <a:pt x="112895" y="47933"/>
                </a:cubicBezTo>
                <a:cubicBezTo>
                  <a:pt x="110697" y="50254"/>
                  <a:pt x="109251" y="54836"/>
                  <a:pt x="108559" y="61680"/>
                </a:cubicBezTo>
                <a:cubicBezTo>
                  <a:pt x="107866" y="68523"/>
                  <a:pt x="107520" y="78036"/>
                  <a:pt x="107520" y="90217"/>
                </a:cubicBezTo>
                <a:cubicBezTo>
                  <a:pt x="107520" y="96669"/>
                  <a:pt x="107941" y="102700"/>
                  <a:pt x="108784" y="108308"/>
                </a:cubicBezTo>
                <a:cubicBezTo>
                  <a:pt x="109447" y="112588"/>
                  <a:pt x="110862" y="115845"/>
                  <a:pt x="113031" y="118077"/>
                </a:cubicBezTo>
                <a:cubicBezTo>
                  <a:pt x="115199" y="120307"/>
                  <a:pt x="117668" y="121422"/>
                  <a:pt x="120439" y="121422"/>
                </a:cubicBezTo>
                <a:cubicBezTo>
                  <a:pt x="123149" y="121422"/>
                  <a:pt x="125408" y="120669"/>
                  <a:pt x="127215" y="119161"/>
                </a:cubicBezTo>
                <a:cubicBezTo>
                  <a:pt x="129564" y="117111"/>
                  <a:pt x="131130" y="114247"/>
                  <a:pt x="131912" y="110567"/>
                </a:cubicBezTo>
                <a:cubicBezTo>
                  <a:pt x="133117" y="104840"/>
                  <a:pt x="133719" y="93262"/>
                  <a:pt x="133719" y="75835"/>
                </a:cubicBezTo>
                <a:cubicBezTo>
                  <a:pt x="133719" y="65585"/>
                  <a:pt x="133147" y="58546"/>
                  <a:pt x="132003" y="54717"/>
                </a:cubicBezTo>
                <a:cubicBezTo>
                  <a:pt x="130858" y="50887"/>
                  <a:pt x="129172" y="48098"/>
                  <a:pt x="126944" y="46349"/>
                </a:cubicBezTo>
                <a:cubicBezTo>
                  <a:pt x="125378" y="45083"/>
                  <a:pt x="123330" y="44449"/>
                  <a:pt x="120800" y="44449"/>
                </a:cubicBezTo>
                <a:close/>
                <a:moveTo>
                  <a:pt x="207284" y="2710"/>
                </a:moveTo>
                <a:lnTo>
                  <a:pt x="207284" y="107690"/>
                </a:lnTo>
                <a:cubicBezTo>
                  <a:pt x="207284" y="113653"/>
                  <a:pt x="207977" y="117462"/>
                  <a:pt x="209362" y="119119"/>
                </a:cubicBezTo>
                <a:cubicBezTo>
                  <a:pt x="210748" y="120775"/>
                  <a:pt x="213458" y="121724"/>
                  <a:pt x="217493" y="121964"/>
                </a:cubicBezTo>
                <a:lnTo>
                  <a:pt x="217493" y="125217"/>
                </a:lnTo>
                <a:lnTo>
                  <a:pt x="171870" y="125217"/>
                </a:lnTo>
                <a:lnTo>
                  <a:pt x="171870" y="121964"/>
                </a:lnTo>
                <a:cubicBezTo>
                  <a:pt x="175604" y="121844"/>
                  <a:pt x="178374" y="120760"/>
                  <a:pt x="180181" y="118712"/>
                </a:cubicBezTo>
                <a:cubicBezTo>
                  <a:pt x="181386" y="117327"/>
                  <a:pt x="181988" y="113653"/>
                  <a:pt x="181988" y="107690"/>
                </a:cubicBezTo>
                <a:lnTo>
                  <a:pt x="181988" y="20237"/>
                </a:lnTo>
                <a:cubicBezTo>
                  <a:pt x="181988" y="14297"/>
                  <a:pt x="181295" y="10494"/>
                  <a:pt x="179910" y="8828"/>
                </a:cubicBezTo>
                <a:cubicBezTo>
                  <a:pt x="178525" y="7161"/>
                  <a:pt x="175845" y="6206"/>
                  <a:pt x="171870" y="5963"/>
                </a:cubicBezTo>
                <a:lnTo>
                  <a:pt x="171870" y="2710"/>
                </a:lnTo>
                <a:lnTo>
                  <a:pt x="207284" y="2710"/>
                </a:lnTo>
                <a:close/>
                <a:moveTo>
                  <a:pt x="258723" y="2710"/>
                </a:moveTo>
                <a:lnTo>
                  <a:pt x="258723" y="107690"/>
                </a:lnTo>
                <a:cubicBezTo>
                  <a:pt x="258723" y="113653"/>
                  <a:pt x="259416" y="117462"/>
                  <a:pt x="260801" y="119119"/>
                </a:cubicBezTo>
                <a:cubicBezTo>
                  <a:pt x="262186" y="120775"/>
                  <a:pt x="264897" y="121724"/>
                  <a:pt x="268932" y="121964"/>
                </a:cubicBezTo>
                <a:lnTo>
                  <a:pt x="268932" y="125217"/>
                </a:lnTo>
                <a:lnTo>
                  <a:pt x="223308" y="125217"/>
                </a:lnTo>
                <a:lnTo>
                  <a:pt x="223308" y="121964"/>
                </a:lnTo>
                <a:cubicBezTo>
                  <a:pt x="227042" y="121844"/>
                  <a:pt x="229813" y="120760"/>
                  <a:pt x="231620" y="118712"/>
                </a:cubicBezTo>
                <a:cubicBezTo>
                  <a:pt x="232825" y="117327"/>
                  <a:pt x="233427" y="113653"/>
                  <a:pt x="233427" y="107690"/>
                </a:cubicBezTo>
                <a:lnTo>
                  <a:pt x="233427" y="20237"/>
                </a:lnTo>
                <a:cubicBezTo>
                  <a:pt x="233427" y="14297"/>
                  <a:pt x="232734" y="10494"/>
                  <a:pt x="231349" y="8828"/>
                </a:cubicBezTo>
                <a:cubicBezTo>
                  <a:pt x="229964" y="7161"/>
                  <a:pt x="227283" y="6206"/>
                  <a:pt x="223308" y="5963"/>
                </a:cubicBezTo>
                <a:lnTo>
                  <a:pt x="223308" y="2710"/>
                </a:lnTo>
                <a:lnTo>
                  <a:pt x="258723" y="2710"/>
                </a:lnTo>
                <a:close/>
                <a:moveTo>
                  <a:pt x="346982" y="79864"/>
                </a:moveTo>
                <a:lnTo>
                  <a:pt x="300636" y="79864"/>
                </a:lnTo>
                <a:cubicBezTo>
                  <a:pt x="301178" y="91097"/>
                  <a:pt x="304159" y="99974"/>
                  <a:pt x="309580" y="106496"/>
                </a:cubicBezTo>
                <a:cubicBezTo>
                  <a:pt x="313736" y="111508"/>
                  <a:pt x="318735" y="114014"/>
                  <a:pt x="324577" y="114014"/>
                </a:cubicBezTo>
                <a:cubicBezTo>
                  <a:pt x="328191" y="114014"/>
                  <a:pt x="331473" y="113005"/>
                  <a:pt x="334424" y="110988"/>
                </a:cubicBezTo>
                <a:cubicBezTo>
                  <a:pt x="337376" y="108970"/>
                  <a:pt x="340538" y="105341"/>
                  <a:pt x="343910" y="100101"/>
                </a:cubicBezTo>
                <a:lnTo>
                  <a:pt x="346982" y="102089"/>
                </a:lnTo>
                <a:cubicBezTo>
                  <a:pt x="342405" y="111424"/>
                  <a:pt x="337345" y="118034"/>
                  <a:pt x="331804" y="121919"/>
                </a:cubicBezTo>
                <a:cubicBezTo>
                  <a:pt x="326263" y="125804"/>
                  <a:pt x="319849" y="127746"/>
                  <a:pt x="312561" y="127746"/>
                </a:cubicBezTo>
                <a:cubicBezTo>
                  <a:pt x="300033" y="127746"/>
                  <a:pt x="290547" y="122923"/>
                  <a:pt x="284103" y="113277"/>
                </a:cubicBezTo>
                <a:cubicBezTo>
                  <a:pt x="278923" y="105500"/>
                  <a:pt x="276333" y="95854"/>
                  <a:pt x="276333" y="84339"/>
                </a:cubicBezTo>
                <a:cubicBezTo>
                  <a:pt x="276333" y="70230"/>
                  <a:pt x="280143" y="59001"/>
                  <a:pt x="287762" y="50652"/>
                </a:cubicBezTo>
                <a:cubicBezTo>
                  <a:pt x="295381" y="42301"/>
                  <a:pt x="304310" y="38125"/>
                  <a:pt x="314549" y="38125"/>
                </a:cubicBezTo>
                <a:cubicBezTo>
                  <a:pt x="323101" y="38125"/>
                  <a:pt x="330525" y="41634"/>
                  <a:pt x="336818" y="48650"/>
                </a:cubicBezTo>
                <a:cubicBezTo>
                  <a:pt x="343112" y="55667"/>
                  <a:pt x="346500" y="66072"/>
                  <a:pt x="346982" y="79864"/>
                </a:cubicBezTo>
                <a:moveTo>
                  <a:pt x="324758" y="73901"/>
                </a:moveTo>
                <a:cubicBezTo>
                  <a:pt x="324758" y="64204"/>
                  <a:pt x="324231" y="57549"/>
                  <a:pt x="323177" y="53935"/>
                </a:cubicBezTo>
                <a:cubicBezTo>
                  <a:pt x="322123" y="50322"/>
                  <a:pt x="320481" y="47581"/>
                  <a:pt x="318253" y="45714"/>
                </a:cubicBezTo>
                <a:cubicBezTo>
                  <a:pt x="316988" y="44630"/>
                  <a:pt x="315302" y="44088"/>
                  <a:pt x="313194" y="44088"/>
                </a:cubicBezTo>
                <a:cubicBezTo>
                  <a:pt x="310062" y="44088"/>
                  <a:pt x="307502" y="45624"/>
                  <a:pt x="305514" y="48695"/>
                </a:cubicBezTo>
                <a:cubicBezTo>
                  <a:pt x="301961" y="54056"/>
                  <a:pt x="300184" y="61404"/>
                  <a:pt x="300184" y="70739"/>
                </a:cubicBezTo>
                <a:lnTo>
                  <a:pt x="300184" y="73901"/>
                </a:lnTo>
                <a:lnTo>
                  <a:pt x="324758" y="73901"/>
                </a:lnTo>
                <a:close/>
                <a:moveTo>
                  <a:pt x="427994" y="103373"/>
                </a:moveTo>
                <a:lnTo>
                  <a:pt x="430795" y="105539"/>
                </a:lnTo>
                <a:cubicBezTo>
                  <a:pt x="426820" y="113032"/>
                  <a:pt x="421866" y="118607"/>
                  <a:pt x="415933" y="122264"/>
                </a:cubicBezTo>
                <a:cubicBezTo>
                  <a:pt x="410001" y="125919"/>
                  <a:pt x="403692" y="127746"/>
                  <a:pt x="397006" y="127746"/>
                </a:cubicBezTo>
                <a:cubicBezTo>
                  <a:pt x="385743" y="127746"/>
                  <a:pt x="376739" y="123497"/>
                  <a:pt x="369993" y="114997"/>
                </a:cubicBezTo>
                <a:cubicBezTo>
                  <a:pt x="363248" y="106495"/>
                  <a:pt x="359875" y="96276"/>
                  <a:pt x="359875" y="84339"/>
                </a:cubicBezTo>
                <a:cubicBezTo>
                  <a:pt x="359875" y="72822"/>
                  <a:pt x="362946" y="62693"/>
                  <a:pt x="369090" y="53952"/>
                </a:cubicBezTo>
                <a:cubicBezTo>
                  <a:pt x="376498" y="43401"/>
                  <a:pt x="386707" y="38125"/>
                  <a:pt x="399716" y="38125"/>
                </a:cubicBezTo>
                <a:cubicBezTo>
                  <a:pt x="408450" y="38125"/>
                  <a:pt x="415391" y="40330"/>
                  <a:pt x="420541" y="44740"/>
                </a:cubicBezTo>
                <a:cubicBezTo>
                  <a:pt x="425690" y="49148"/>
                  <a:pt x="428265" y="54070"/>
                  <a:pt x="428265" y="59506"/>
                </a:cubicBezTo>
                <a:cubicBezTo>
                  <a:pt x="428265" y="62948"/>
                  <a:pt x="427226" y="65696"/>
                  <a:pt x="425148" y="67750"/>
                </a:cubicBezTo>
                <a:cubicBezTo>
                  <a:pt x="423070" y="69803"/>
                  <a:pt x="420345" y="70830"/>
                  <a:pt x="416972" y="70830"/>
                </a:cubicBezTo>
                <a:cubicBezTo>
                  <a:pt x="413419" y="70830"/>
                  <a:pt x="410482" y="69651"/>
                  <a:pt x="408164" y="67295"/>
                </a:cubicBezTo>
                <a:cubicBezTo>
                  <a:pt x="405845" y="64937"/>
                  <a:pt x="404414" y="60736"/>
                  <a:pt x="403872" y="54692"/>
                </a:cubicBezTo>
                <a:cubicBezTo>
                  <a:pt x="403511" y="50884"/>
                  <a:pt x="402638" y="48225"/>
                  <a:pt x="401252" y="46714"/>
                </a:cubicBezTo>
                <a:cubicBezTo>
                  <a:pt x="399867" y="45204"/>
                  <a:pt x="398241" y="44449"/>
                  <a:pt x="396374" y="44449"/>
                </a:cubicBezTo>
                <a:cubicBezTo>
                  <a:pt x="393483" y="44449"/>
                  <a:pt x="391013" y="45985"/>
                  <a:pt x="388965" y="49057"/>
                </a:cubicBezTo>
                <a:cubicBezTo>
                  <a:pt x="385834" y="53694"/>
                  <a:pt x="384268" y="60802"/>
                  <a:pt x="384268" y="70378"/>
                </a:cubicBezTo>
                <a:cubicBezTo>
                  <a:pt x="384268" y="78328"/>
                  <a:pt x="385532" y="85932"/>
                  <a:pt x="388062" y="93190"/>
                </a:cubicBezTo>
                <a:cubicBezTo>
                  <a:pt x="390592" y="100448"/>
                  <a:pt x="394055" y="105853"/>
                  <a:pt x="398452" y="109407"/>
                </a:cubicBezTo>
                <a:cubicBezTo>
                  <a:pt x="401764" y="111996"/>
                  <a:pt x="405679" y="113291"/>
                  <a:pt x="410196" y="113291"/>
                </a:cubicBezTo>
                <a:cubicBezTo>
                  <a:pt x="413148" y="113291"/>
                  <a:pt x="415948" y="112601"/>
                  <a:pt x="418598" y="111219"/>
                </a:cubicBezTo>
                <a:cubicBezTo>
                  <a:pt x="421248" y="109836"/>
                  <a:pt x="424380" y="107220"/>
                  <a:pt x="427994" y="103373"/>
                </a:cubicBezTo>
                <a:close/>
                <a:moveTo>
                  <a:pt x="473989" y="9576"/>
                </a:moveTo>
                <a:lnTo>
                  <a:pt x="473989" y="40655"/>
                </a:lnTo>
                <a:lnTo>
                  <a:pt x="494046" y="40655"/>
                </a:lnTo>
                <a:lnTo>
                  <a:pt x="494046" y="49509"/>
                </a:lnTo>
                <a:lnTo>
                  <a:pt x="473989" y="49509"/>
                </a:lnTo>
                <a:lnTo>
                  <a:pt x="473989" y="101778"/>
                </a:lnTo>
                <a:cubicBezTo>
                  <a:pt x="473989" y="106670"/>
                  <a:pt x="474215" y="109825"/>
                  <a:pt x="474667" y="111245"/>
                </a:cubicBezTo>
                <a:cubicBezTo>
                  <a:pt x="475119" y="112664"/>
                  <a:pt x="475917" y="113812"/>
                  <a:pt x="477061" y="114689"/>
                </a:cubicBezTo>
                <a:cubicBezTo>
                  <a:pt x="478205" y="115564"/>
                  <a:pt x="479259" y="116002"/>
                  <a:pt x="480223" y="116002"/>
                </a:cubicBezTo>
                <a:cubicBezTo>
                  <a:pt x="484138" y="116002"/>
                  <a:pt x="487842" y="112990"/>
                  <a:pt x="491335" y="106967"/>
                </a:cubicBezTo>
                <a:lnTo>
                  <a:pt x="494046" y="108975"/>
                </a:lnTo>
                <a:cubicBezTo>
                  <a:pt x="489167" y="120646"/>
                  <a:pt x="481247" y="126482"/>
                  <a:pt x="470285" y="126482"/>
                </a:cubicBezTo>
                <a:cubicBezTo>
                  <a:pt x="464925" y="126482"/>
                  <a:pt x="460393" y="124986"/>
                  <a:pt x="456689" y="121995"/>
                </a:cubicBezTo>
                <a:cubicBezTo>
                  <a:pt x="452984" y="119003"/>
                  <a:pt x="450620" y="115663"/>
                  <a:pt x="449597" y="111976"/>
                </a:cubicBezTo>
                <a:cubicBezTo>
                  <a:pt x="448994" y="109920"/>
                  <a:pt x="448693" y="104360"/>
                  <a:pt x="448693" y="95293"/>
                </a:cubicBezTo>
                <a:lnTo>
                  <a:pt x="448693" y="49509"/>
                </a:lnTo>
                <a:lnTo>
                  <a:pt x="437671" y="49509"/>
                </a:lnTo>
                <a:lnTo>
                  <a:pt x="437671" y="46338"/>
                </a:lnTo>
                <a:cubicBezTo>
                  <a:pt x="445260" y="40966"/>
                  <a:pt x="451720" y="35323"/>
                  <a:pt x="457050" y="29407"/>
                </a:cubicBezTo>
                <a:cubicBezTo>
                  <a:pt x="462380" y="23491"/>
                  <a:pt x="467033" y="16881"/>
                  <a:pt x="471008" y="9576"/>
                </a:cubicBezTo>
                <a:lnTo>
                  <a:pt x="473989" y="9576"/>
                </a:lnTo>
                <a:close/>
                <a:moveTo>
                  <a:pt x="573638" y="79864"/>
                </a:moveTo>
                <a:lnTo>
                  <a:pt x="527291" y="79864"/>
                </a:lnTo>
                <a:cubicBezTo>
                  <a:pt x="527833" y="91097"/>
                  <a:pt x="530815" y="99974"/>
                  <a:pt x="536235" y="106496"/>
                </a:cubicBezTo>
                <a:cubicBezTo>
                  <a:pt x="540391" y="111508"/>
                  <a:pt x="545390" y="114014"/>
                  <a:pt x="551232" y="114014"/>
                </a:cubicBezTo>
                <a:cubicBezTo>
                  <a:pt x="554846" y="114014"/>
                  <a:pt x="558129" y="113005"/>
                  <a:pt x="561080" y="110988"/>
                </a:cubicBezTo>
                <a:cubicBezTo>
                  <a:pt x="564031" y="108970"/>
                  <a:pt x="567193" y="105341"/>
                  <a:pt x="570566" y="100101"/>
                </a:cubicBezTo>
                <a:lnTo>
                  <a:pt x="573638" y="102089"/>
                </a:lnTo>
                <a:cubicBezTo>
                  <a:pt x="569060" y="111424"/>
                  <a:pt x="564001" y="118034"/>
                  <a:pt x="558460" y="121919"/>
                </a:cubicBezTo>
                <a:cubicBezTo>
                  <a:pt x="552919" y="125804"/>
                  <a:pt x="546504" y="127746"/>
                  <a:pt x="539217" y="127746"/>
                </a:cubicBezTo>
                <a:cubicBezTo>
                  <a:pt x="526689" y="127746"/>
                  <a:pt x="517203" y="122923"/>
                  <a:pt x="510758" y="113277"/>
                </a:cubicBezTo>
                <a:cubicBezTo>
                  <a:pt x="505578" y="105500"/>
                  <a:pt x="502989" y="95854"/>
                  <a:pt x="502989" y="84339"/>
                </a:cubicBezTo>
                <a:cubicBezTo>
                  <a:pt x="502989" y="70230"/>
                  <a:pt x="506798" y="59001"/>
                  <a:pt x="514417" y="50652"/>
                </a:cubicBezTo>
                <a:cubicBezTo>
                  <a:pt x="522036" y="42301"/>
                  <a:pt x="530965" y="38125"/>
                  <a:pt x="541204" y="38125"/>
                </a:cubicBezTo>
                <a:cubicBezTo>
                  <a:pt x="549757" y="38125"/>
                  <a:pt x="557180" y="41634"/>
                  <a:pt x="563474" y="48650"/>
                </a:cubicBezTo>
                <a:cubicBezTo>
                  <a:pt x="569768" y="55667"/>
                  <a:pt x="573156" y="66072"/>
                  <a:pt x="573638" y="79864"/>
                </a:cubicBezTo>
                <a:moveTo>
                  <a:pt x="551413" y="73901"/>
                </a:moveTo>
                <a:cubicBezTo>
                  <a:pt x="551413" y="64204"/>
                  <a:pt x="550886" y="57549"/>
                  <a:pt x="549832" y="53935"/>
                </a:cubicBezTo>
                <a:cubicBezTo>
                  <a:pt x="548778" y="50322"/>
                  <a:pt x="547137" y="47581"/>
                  <a:pt x="544908" y="45714"/>
                </a:cubicBezTo>
                <a:cubicBezTo>
                  <a:pt x="543643" y="44630"/>
                  <a:pt x="541957" y="44088"/>
                  <a:pt x="539849" y="44088"/>
                </a:cubicBezTo>
                <a:cubicBezTo>
                  <a:pt x="536717" y="44088"/>
                  <a:pt x="534157" y="45624"/>
                  <a:pt x="532170" y="48695"/>
                </a:cubicBezTo>
                <a:cubicBezTo>
                  <a:pt x="528616" y="54056"/>
                  <a:pt x="526839" y="61404"/>
                  <a:pt x="526839" y="70739"/>
                </a:cubicBezTo>
                <a:lnTo>
                  <a:pt x="526839" y="73901"/>
                </a:lnTo>
                <a:lnTo>
                  <a:pt x="551413" y="73901"/>
                </a:lnTo>
                <a:close/>
                <a:moveTo>
                  <a:pt x="665618" y="2710"/>
                </a:moveTo>
                <a:lnTo>
                  <a:pt x="665618" y="99920"/>
                </a:lnTo>
                <a:cubicBezTo>
                  <a:pt x="665618" y="106420"/>
                  <a:pt x="665799" y="110265"/>
                  <a:pt x="666160" y="111456"/>
                </a:cubicBezTo>
                <a:cubicBezTo>
                  <a:pt x="666642" y="113425"/>
                  <a:pt x="667560" y="114887"/>
                  <a:pt x="668916" y="115841"/>
                </a:cubicBezTo>
                <a:cubicBezTo>
                  <a:pt x="670271" y="116793"/>
                  <a:pt x="672635" y="117389"/>
                  <a:pt x="676008" y="117628"/>
                </a:cubicBezTo>
                <a:lnTo>
                  <a:pt x="676008" y="120880"/>
                </a:lnTo>
                <a:lnTo>
                  <a:pt x="640322" y="127746"/>
                </a:lnTo>
                <a:lnTo>
                  <a:pt x="640322" y="114376"/>
                </a:lnTo>
                <a:cubicBezTo>
                  <a:pt x="636045" y="119555"/>
                  <a:pt x="632236" y="123079"/>
                  <a:pt x="628893" y="124946"/>
                </a:cubicBezTo>
                <a:cubicBezTo>
                  <a:pt x="625551" y="126813"/>
                  <a:pt x="621771" y="127746"/>
                  <a:pt x="617555" y="127746"/>
                </a:cubicBezTo>
                <a:cubicBezTo>
                  <a:pt x="606774" y="127746"/>
                  <a:pt x="598252" y="122923"/>
                  <a:pt x="591988" y="113277"/>
                </a:cubicBezTo>
                <a:cubicBezTo>
                  <a:pt x="586928" y="105440"/>
                  <a:pt x="584399" y="95824"/>
                  <a:pt x="584399" y="84429"/>
                </a:cubicBezTo>
                <a:cubicBezTo>
                  <a:pt x="584399" y="75325"/>
                  <a:pt x="585965" y="67171"/>
                  <a:pt x="589097" y="59966"/>
                </a:cubicBezTo>
                <a:cubicBezTo>
                  <a:pt x="592229" y="52761"/>
                  <a:pt x="596520" y="47320"/>
                  <a:pt x="601971" y="43642"/>
                </a:cubicBezTo>
                <a:cubicBezTo>
                  <a:pt x="607421" y="39964"/>
                  <a:pt x="613279" y="38125"/>
                  <a:pt x="619543" y="38125"/>
                </a:cubicBezTo>
                <a:cubicBezTo>
                  <a:pt x="623578" y="38125"/>
                  <a:pt x="627162" y="38915"/>
                  <a:pt x="630294" y="40494"/>
                </a:cubicBezTo>
                <a:cubicBezTo>
                  <a:pt x="633425" y="42073"/>
                  <a:pt x="636768" y="44837"/>
                  <a:pt x="640322" y="48786"/>
                </a:cubicBezTo>
                <a:lnTo>
                  <a:pt x="640322" y="23309"/>
                </a:lnTo>
                <a:cubicBezTo>
                  <a:pt x="640322" y="16864"/>
                  <a:pt x="640051" y="12979"/>
                  <a:pt x="639509" y="11654"/>
                </a:cubicBezTo>
                <a:cubicBezTo>
                  <a:pt x="638786" y="9908"/>
                  <a:pt x="637702" y="8613"/>
                  <a:pt x="636256" y="7770"/>
                </a:cubicBezTo>
                <a:cubicBezTo>
                  <a:pt x="634811" y="6926"/>
                  <a:pt x="632100" y="6505"/>
                  <a:pt x="628125" y="6505"/>
                </a:cubicBezTo>
                <a:lnTo>
                  <a:pt x="628125" y="2710"/>
                </a:lnTo>
                <a:lnTo>
                  <a:pt x="665618" y="2710"/>
                </a:lnTo>
                <a:moveTo>
                  <a:pt x="640322" y="59808"/>
                </a:moveTo>
                <a:cubicBezTo>
                  <a:pt x="635865" y="51376"/>
                  <a:pt x="630414" y="47160"/>
                  <a:pt x="623969" y="47160"/>
                </a:cubicBezTo>
                <a:cubicBezTo>
                  <a:pt x="621741" y="47160"/>
                  <a:pt x="619904" y="47762"/>
                  <a:pt x="618459" y="48966"/>
                </a:cubicBezTo>
                <a:cubicBezTo>
                  <a:pt x="616230" y="50834"/>
                  <a:pt x="614408" y="54116"/>
                  <a:pt x="612993" y="58814"/>
                </a:cubicBezTo>
                <a:cubicBezTo>
                  <a:pt x="611577" y="63512"/>
                  <a:pt x="610870" y="70709"/>
                  <a:pt x="610870" y="80406"/>
                </a:cubicBezTo>
                <a:cubicBezTo>
                  <a:pt x="610870" y="91067"/>
                  <a:pt x="611653" y="98957"/>
                  <a:pt x="613219" y="104076"/>
                </a:cubicBezTo>
                <a:cubicBezTo>
                  <a:pt x="614785" y="109196"/>
                  <a:pt x="616923" y="112900"/>
                  <a:pt x="619633" y="115189"/>
                </a:cubicBezTo>
                <a:cubicBezTo>
                  <a:pt x="621018" y="116333"/>
                  <a:pt x="622915" y="116905"/>
                  <a:pt x="625325" y="116905"/>
                </a:cubicBezTo>
                <a:cubicBezTo>
                  <a:pt x="630625" y="116905"/>
                  <a:pt x="635624" y="112736"/>
                  <a:pt x="640322" y="104398"/>
                </a:cubicBezTo>
                <a:lnTo>
                  <a:pt x="640322" y="59808"/>
                </a:lnTo>
                <a:close/>
                <a:moveTo>
                  <a:pt x="753878" y="0"/>
                </a:moveTo>
                <a:cubicBezTo>
                  <a:pt x="757793" y="0"/>
                  <a:pt x="761106" y="1375"/>
                  <a:pt x="763816" y="4125"/>
                </a:cubicBezTo>
                <a:cubicBezTo>
                  <a:pt x="766526" y="6873"/>
                  <a:pt x="767881" y="10181"/>
                  <a:pt x="767881" y="14048"/>
                </a:cubicBezTo>
                <a:cubicBezTo>
                  <a:pt x="767881" y="17916"/>
                  <a:pt x="766511" y="21210"/>
                  <a:pt x="763771" y="23930"/>
                </a:cubicBezTo>
                <a:cubicBezTo>
                  <a:pt x="761030" y="26648"/>
                  <a:pt x="757733" y="28007"/>
                  <a:pt x="753878" y="28007"/>
                </a:cubicBezTo>
                <a:cubicBezTo>
                  <a:pt x="750023" y="28007"/>
                  <a:pt x="746741" y="26648"/>
                  <a:pt x="744031" y="23930"/>
                </a:cubicBezTo>
                <a:cubicBezTo>
                  <a:pt x="741320" y="21210"/>
                  <a:pt x="739965" y="17916"/>
                  <a:pt x="739965" y="14048"/>
                </a:cubicBezTo>
                <a:cubicBezTo>
                  <a:pt x="739965" y="10181"/>
                  <a:pt x="741320" y="6873"/>
                  <a:pt x="744031" y="4125"/>
                </a:cubicBezTo>
                <a:cubicBezTo>
                  <a:pt x="746741" y="1375"/>
                  <a:pt x="750023" y="0"/>
                  <a:pt x="753878" y="0"/>
                </a:cubicBezTo>
                <a:moveTo>
                  <a:pt x="766526" y="40655"/>
                </a:moveTo>
                <a:lnTo>
                  <a:pt x="766526" y="107690"/>
                </a:lnTo>
                <a:cubicBezTo>
                  <a:pt x="766526" y="113653"/>
                  <a:pt x="767219" y="117462"/>
                  <a:pt x="768604" y="119119"/>
                </a:cubicBezTo>
                <a:cubicBezTo>
                  <a:pt x="769989" y="120775"/>
                  <a:pt x="772700" y="121724"/>
                  <a:pt x="776735" y="121964"/>
                </a:cubicBezTo>
                <a:lnTo>
                  <a:pt x="776735" y="125217"/>
                </a:lnTo>
                <a:lnTo>
                  <a:pt x="731111" y="125217"/>
                </a:lnTo>
                <a:lnTo>
                  <a:pt x="731111" y="121964"/>
                </a:lnTo>
                <a:cubicBezTo>
                  <a:pt x="734846" y="121844"/>
                  <a:pt x="737616" y="120760"/>
                  <a:pt x="739423" y="118712"/>
                </a:cubicBezTo>
                <a:cubicBezTo>
                  <a:pt x="740628" y="117327"/>
                  <a:pt x="741230" y="113653"/>
                  <a:pt x="741230" y="107690"/>
                </a:cubicBezTo>
                <a:lnTo>
                  <a:pt x="741230" y="58362"/>
                </a:lnTo>
                <a:cubicBezTo>
                  <a:pt x="741230" y="52324"/>
                  <a:pt x="740537" y="48467"/>
                  <a:pt x="739152" y="46790"/>
                </a:cubicBezTo>
                <a:cubicBezTo>
                  <a:pt x="737767" y="45113"/>
                  <a:pt x="735087" y="44152"/>
                  <a:pt x="731111" y="43907"/>
                </a:cubicBezTo>
                <a:lnTo>
                  <a:pt x="731111" y="40655"/>
                </a:lnTo>
                <a:lnTo>
                  <a:pt x="766526" y="40655"/>
                </a:lnTo>
                <a:close/>
                <a:moveTo>
                  <a:pt x="819499" y="40655"/>
                </a:moveTo>
                <a:lnTo>
                  <a:pt x="819499" y="51677"/>
                </a:lnTo>
                <a:cubicBezTo>
                  <a:pt x="823835" y="46947"/>
                  <a:pt x="827991" y="43506"/>
                  <a:pt x="831966" y="41355"/>
                </a:cubicBezTo>
                <a:cubicBezTo>
                  <a:pt x="835941" y="39202"/>
                  <a:pt x="840217" y="38125"/>
                  <a:pt x="844795" y="38125"/>
                </a:cubicBezTo>
                <a:cubicBezTo>
                  <a:pt x="850276" y="38125"/>
                  <a:pt x="854823" y="39648"/>
                  <a:pt x="858437" y="42693"/>
                </a:cubicBezTo>
                <a:cubicBezTo>
                  <a:pt x="862051" y="45739"/>
                  <a:pt x="864460" y="49523"/>
                  <a:pt x="865664" y="54045"/>
                </a:cubicBezTo>
                <a:cubicBezTo>
                  <a:pt x="866628" y="57484"/>
                  <a:pt x="867110" y="64089"/>
                  <a:pt x="867110" y="73859"/>
                </a:cubicBezTo>
                <a:lnTo>
                  <a:pt x="867110" y="106787"/>
                </a:lnTo>
                <a:cubicBezTo>
                  <a:pt x="867110" y="113291"/>
                  <a:pt x="867697" y="117342"/>
                  <a:pt x="868872" y="118938"/>
                </a:cubicBezTo>
                <a:cubicBezTo>
                  <a:pt x="870046" y="120534"/>
                  <a:pt x="872500" y="121543"/>
                  <a:pt x="876235" y="121964"/>
                </a:cubicBezTo>
                <a:lnTo>
                  <a:pt x="876235" y="125217"/>
                </a:lnTo>
                <a:lnTo>
                  <a:pt x="833502" y="125217"/>
                </a:lnTo>
                <a:lnTo>
                  <a:pt x="833502" y="121964"/>
                </a:lnTo>
                <a:cubicBezTo>
                  <a:pt x="836694" y="121543"/>
                  <a:pt x="838983" y="120218"/>
                  <a:pt x="840368" y="117989"/>
                </a:cubicBezTo>
                <a:cubicBezTo>
                  <a:pt x="841332" y="116484"/>
                  <a:pt x="841814" y="112749"/>
                  <a:pt x="841814" y="106787"/>
                </a:cubicBezTo>
                <a:lnTo>
                  <a:pt x="841814" y="69204"/>
                </a:lnTo>
                <a:cubicBezTo>
                  <a:pt x="841814" y="62277"/>
                  <a:pt x="841542" y="57911"/>
                  <a:pt x="841000" y="56104"/>
                </a:cubicBezTo>
                <a:cubicBezTo>
                  <a:pt x="840458" y="54297"/>
                  <a:pt x="839540" y="52896"/>
                  <a:pt x="838245" y="51903"/>
                </a:cubicBezTo>
                <a:cubicBezTo>
                  <a:pt x="836950" y="50909"/>
                  <a:pt x="835520" y="50412"/>
                  <a:pt x="833954" y="50412"/>
                </a:cubicBezTo>
                <a:cubicBezTo>
                  <a:pt x="828774" y="50412"/>
                  <a:pt x="823956" y="54146"/>
                  <a:pt x="819499" y="61615"/>
                </a:cubicBezTo>
                <a:lnTo>
                  <a:pt x="819499" y="106787"/>
                </a:lnTo>
                <a:cubicBezTo>
                  <a:pt x="819499" y="113111"/>
                  <a:pt x="820086" y="117116"/>
                  <a:pt x="821260" y="118802"/>
                </a:cubicBezTo>
                <a:cubicBezTo>
                  <a:pt x="822435" y="120489"/>
                  <a:pt x="824618" y="121543"/>
                  <a:pt x="827810" y="121964"/>
                </a:cubicBezTo>
                <a:lnTo>
                  <a:pt x="827810" y="125217"/>
                </a:lnTo>
                <a:lnTo>
                  <a:pt x="785077" y="125217"/>
                </a:lnTo>
                <a:lnTo>
                  <a:pt x="785077" y="121964"/>
                </a:lnTo>
                <a:cubicBezTo>
                  <a:pt x="788631" y="121603"/>
                  <a:pt x="791161" y="120459"/>
                  <a:pt x="792666" y="118531"/>
                </a:cubicBezTo>
                <a:cubicBezTo>
                  <a:pt x="793690" y="117206"/>
                  <a:pt x="794202" y="113291"/>
                  <a:pt x="794202" y="106787"/>
                </a:cubicBezTo>
                <a:lnTo>
                  <a:pt x="794202" y="59085"/>
                </a:lnTo>
                <a:cubicBezTo>
                  <a:pt x="794202" y="52624"/>
                  <a:pt x="793615" y="48600"/>
                  <a:pt x="792440" y="47016"/>
                </a:cubicBezTo>
                <a:cubicBezTo>
                  <a:pt x="791266" y="45431"/>
                  <a:pt x="788812" y="44395"/>
                  <a:pt x="785077" y="43907"/>
                </a:cubicBezTo>
                <a:lnTo>
                  <a:pt x="785077" y="40655"/>
                </a:lnTo>
                <a:lnTo>
                  <a:pt x="819499" y="40655"/>
                </a:lnTo>
                <a:close/>
                <a:moveTo>
                  <a:pt x="971222" y="49509"/>
                </a:moveTo>
                <a:lnTo>
                  <a:pt x="971222" y="108232"/>
                </a:lnTo>
                <a:cubicBezTo>
                  <a:pt x="971222" y="113894"/>
                  <a:pt x="971824" y="117447"/>
                  <a:pt x="973029" y="118893"/>
                </a:cubicBezTo>
                <a:cubicBezTo>
                  <a:pt x="974956" y="121121"/>
                  <a:pt x="978510" y="122145"/>
                  <a:pt x="983689" y="121964"/>
                </a:cubicBezTo>
                <a:lnTo>
                  <a:pt x="983689" y="125217"/>
                </a:lnTo>
                <a:lnTo>
                  <a:pt x="933910" y="125217"/>
                </a:lnTo>
                <a:lnTo>
                  <a:pt x="933910" y="121964"/>
                </a:lnTo>
                <a:cubicBezTo>
                  <a:pt x="937704" y="121904"/>
                  <a:pt x="940400" y="121468"/>
                  <a:pt x="941996" y="120654"/>
                </a:cubicBezTo>
                <a:cubicBezTo>
                  <a:pt x="943592" y="119841"/>
                  <a:pt x="944691" y="118712"/>
                  <a:pt x="945293" y="117267"/>
                </a:cubicBezTo>
                <a:cubicBezTo>
                  <a:pt x="945896" y="115821"/>
                  <a:pt x="946197" y="112810"/>
                  <a:pt x="946197" y="108232"/>
                </a:cubicBezTo>
                <a:lnTo>
                  <a:pt x="946197" y="49509"/>
                </a:lnTo>
                <a:lnTo>
                  <a:pt x="933910" y="49509"/>
                </a:lnTo>
                <a:lnTo>
                  <a:pt x="933910" y="40655"/>
                </a:lnTo>
                <a:lnTo>
                  <a:pt x="946197" y="40655"/>
                </a:lnTo>
                <a:lnTo>
                  <a:pt x="946197" y="34449"/>
                </a:lnTo>
                <a:lnTo>
                  <a:pt x="946106" y="30220"/>
                </a:lnTo>
                <a:cubicBezTo>
                  <a:pt x="946106" y="21587"/>
                  <a:pt x="949283" y="14392"/>
                  <a:pt x="955638" y="8636"/>
                </a:cubicBezTo>
                <a:cubicBezTo>
                  <a:pt x="961992" y="2879"/>
                  <a:pt x="970590" y="0"/>
                  <a:pt x="981431" y="0"/>
                </a:cubicBezTo>
                <a:cubicBezTo>
                  <a:pt x="988839" y="0"/>
                  <a:pt x="994335" y="1391"/>
                  <a:pt x="997919" y="4173"/>
                </a:cubicBezTo>
                <a:cubicBezTo>
                  <a:pt x="1001502" y="6953"/>
                  <a:pt x="1003294" y="10036"/>
                  <a:pt x="1003294" y="13422"/>
                </a:cubicBezTo>
                <a:cubicBezTo>
                  <a:pt x="1003294" y="16143"/>
                  <a:pt x="1002180" y="18502"/>
                  <a:pt x="999951" y="20497"/>
                </a:cubicBezTo>
                <a:cubicBezTo>
                  <a:pt x="997723" y="22492"/>
                  <a:pt x="994772" y="23489"/>
                  <a:pt x="991098" y="23489"/>
                </a:cubicBezTo>
                <a:cubicBezTo>
                  <a:pt x="987966" y="23489"/>
                  <a:pt x="985481" y="22676"/>
                  <a:pt x="983644" y="21050"/>
                </a:cubicBezTo>
                <a:cubicBezTo>
                  <a:pt x="981807" y="19424"/>
                  <a:pt x="980889" y="17617"/>
                  <a:pt x="980889" y="15630"/>
                </a:cubicBezTo>
                <a:cubicBezTo>
                  <a:pt x="980889" y="15087"/>
                  <a:pt x="981069" y="13973"/>
                  <a:pt x="981431" y="12287"/>
                </a:cubicBezTo>
                <a:cubicBezTo>
                  <a:pt x="981672" y="11263"/>
                  <a:pt x="981792" y="10299"/>
                  <a:pt x="981792" y="9396"/>
                </a:cubicBezTo>
                <a:cubicBezTo>
                  <a:pt x="981792" y="8131"/>
                  <a:pt x="981431" y="7197"/>
                  <a:pt x="980708" y="6595"/>
                </a:cubicBezTo>
                <a:cubicBezTo>
                  <a:pt x="979744" y="5692"/>
                  <a:pt x="978570" y="5240"/>
                  <a:pt x="977185" y="5240"/>
                </a:cubicBezTo>
                <a:cubicBezTo>
                  <a:pt x="975438" y="5240"/>
                  <a:pt x="973977" y="5957"/>
                  <a:pt x="972803" y="7391"/>
                </a:cubicBezTo>
                <a:cubicBezTo>
                  <a:pt x="971629" y="8825"/>
                  <a:pt x="971041" y="11126"/>
                  <a:pt x="971041" y="14294"/>
                </a:cubicBezTo>
                <a:lnTo>
                  <a:pt x="971222" y="29986"/>
                </a:lnTo>
                <a:lnTo>
                  <a:pt x="971222" y="40655"/>
                </a:lnTo>
                <a:lnTo>
                  <a:pt x="983689" y="40655"/>
                </a:lnTo>
                <a:lnTo>
                  <a:pt x="983689" y="49509"/>
                </a:lnTo>
                <a:lnTo>
                  <a:pt x="971222" y="49509"/>
                </a:lnTo>
                <a:close/>
                <a:moveTo>
                  <a:pt x="1042412" y="112749"/>
                </a:moveTo>
                <a:cubicBezTo>
                  <a:pt x="1032112" y="121904"/>
                  <a:pt x="1022867" y="126482"/>
                  <a:pt x="1014676" y="126482"/>
                </a:cubicBezTo>
                <a:cubicBezTo>
                  <a:pt x="1009858" y="126482"/>
                  <a:pt x="1005852" y="124896"/>
                  <a:pt x="1002660" y="121724"/>
                </a:cubicBezTo>
                <a:cubicBezTo>
                  <a:pt x="999468" y="118551"/>
                  <a:pt x="997872" y="114578"/>
                  <a:pt x="997872" y="109805"/>
                </a:cubicBezTo>
                <a:cubicBezTo>
                  <a:pt x="997872" y="103338"/>
                  <a:pt x="1000642" y="97521"/>
                  <a:pt x="1006184" y="92354"/>
                </a:cubicBezTo>
                <a:cubicBezTo>
                  <a:pt x="1011725" y="87188"/>
                  <a:pt x="1023801" y="80314"/>
                  <a:pt x="1042412" y="71733"/>
                </a:cubicBezTo>
                <a:lnTo>
                  <a:pt x="1042412" y="63241"/>
                </a:lnTo>
                <a:cubicBezTo>
                  <a:pt x="1042412" y="56857"/>
                  <a:pt x="1042065" y="52836"/>
                  <a:pt x="1041373" y="51180"/>
                </a:cubicBezTo>
                <a:cubicBezTo>
                  <a:pt x="1040680" y="49524"/>
                  <a:pt x="1039370" y="48078"/>
                  <a:pt x="1037443" y="46843"/>
                </a:cubicBezTo>
                <a:cubicBezTo>
                  <a:pt x="1035515" y="45609"/>
                  <a:pt x="1033347" y="44991"/>
                  <a:pt x="1030938" y="44991"/>
                </a:cubicBezTo>
                <a:cubicBezTo>
                  <a:pt x="1027023" y="44991"/>
                  <a:pt x="1023801" y="45865"/>
                  <a:pt x="1021271" y="47611"/>
                </a:cubicBezTo>
                <a:cubicBezTo>
                  <a:pt x="1019705" y="48695"/>
                  <a:pt x="1018922" y="49960"/>
                  <a:pt x="1018922" y="51406"/>
                </a:cubicBezTo>
                <a:cubicBezTo>
                  <a:pt x="1018922" y="52671"/>
                  <a:pt x="1019765" y="54237"/>
                  <a:pt x="1021452" y="56104"/>
                </a:cubicBezTo>
                <a:cubicBezTo>
                  <a:pt x="1023740" y="58694"/>
                  <a:pt x="1024885" y="61193"/>
                  <a:pt x="1024885" y="63602"/>
                </a:cubicBezTo>
                <a:cubicBezTo>
                  <a:pt x="1024885" y="66553"/>
                  <a:pt x="1023786" y="69068"/>
                  <a:pt x="1021587" y="71146"/>
                </a:cubicBezTo>
                <a:cubicBezTo>
                  <a:pt x="1019389" y="73224"/>
                  <a:pt x="1016513" y="74263"/>
                  <a:pt x="1012959" y="74263"/>
                </a:cubicBezTo>
                <a:cubicBezTo>
                  <a:pt x="1009165" y="74263"/>
                  <a:pt x="1005988" y="73118"/>
                  <a:pt x="1003428" y="70830"/>
                </a:cubicBezTo>
                <a:cubicBezTo>
                  <a:pt x="1000868" y="68541"/>
                  <a:pt x="999588" y="65861"/>
                  <a:pt x="999588" y="62789"/>
                </a:cubicBezTo>
                <a:cubicBezTo>
                  <a:pt x="999588" y="58453"/>
                  <a:pt x="1001305" y="54312"/>
                  <a:pt x="1004738" y="50367"/>
                </a:cubicBezTo>
                <a:cubicBezTo>
                  <a:pt x="1008171" y="46422"/>
                  <a:pt x="1012959" y="43395"/>
                  <a:pt x="1019103" y="41287"/>
                </a:cubicBezTo>
                <a:cubicBezTo>
                  <a:pt x="1025246" y="39179"/>
                  <a:pt x="1031630" y="38125"/>
                  <a:pt x="1038256" y="38125"/>
                </a:cubicBezTo>
                <a:cubicBezTo>
                  <a:pt x="1046266" y="38125"/>
                  <a:pt x="1052605" y="39831"/>
                  <a:pt x="1057273" y="43244"/>
                </a:cubicBezTo>
                <a:cubicBezTo>
                  <a:pt x="1061941" y="46654"/>
                  <a:pt x="1064967" y="50352"/>
                  <a:pt x="1066353" y="54336"/>
                </a:cubicBezTo>
                <a:cubicBezTo>
                  <a:pt x="1067196" y="56872"/>
                  <a:pt x="1067618" y="62697"/>
                  <a:pt x="1067618" y="71812"/>
                </a:cubicBezTo>
                <a:lnTo>
                  <a:pt x="1067618" y="104683"/>
                </a:lnTo>
                <a:cubicBezTo>
                  <a:pt x="1067618" y="108547"/>
                  <a:pt x="1067768" y="110978"/>
                  <a:pt x="1068069" y="111976"/>
                </a:cubicBezTo>
                <a:cubicBezTo>
                  <a:pt x="1068370" y="112971"/>
                  <a:pt x="1068822" y="113711"/>
                  <a:pt x="1069424" y="114195"/>
                </a:cubicBezTo>
                <a:cubicBezTo>
                  <a:pt x="1070027" y="114677"/>
                  <a:pt x="1070719" y="114918"/>
                  <a:pt x="1071502" y="114918"/>
                </a:cubicBezTo>
                <a:cubicBezTo>
                  <a:pt x="1073068" y="114918"/>
                  <a:pt x="1074664" y="113803"/>
                  <a:pt x="1076291" y="111575"/>
                </a:cubicBezTo>
                <a:lnTo>
                  <a:pt x="1079001" y="113743"/>
                </a:lnTo>
                <a:cubicBezTo>
                  <a:pt x="1075989" y="118200"/>
                  <a:pt x="1072873" y="121437"/>
                  <a:pt x="1069650" y="123455"/>
                </a:cubicBezTo>
                <a:cubicBezTo>
                  <a:pt x="1066428" y="125473"/>
                  <a:pt x="1062769" y="126482"/>
                  <a:pt x="1058673" y="126482"/>
                </a:cubicBezTo>
                <a:cubicBezTo>
                  <a:pt x="1053855" y="126482"/>
                  <a:pt x="1050091" y="125345"/>
                  <a:pt x="1047380" y="123071"/>
                </a:cubicBezTo>
                <a:cubicBezTo>
                  <a:pt x="1044670" y="120797"/>
                  <a:pt x="1043014" y="117357"/>
                  <a:pt x="1042412" y="112749"/>
                </a:cubicBezTo>
                <a:moveTo>
                  <a:pt x="1042412" y="106064"/>
                </a:moveTo>
                <a:lnTo>
                  <a:pt x="1042412" y="77803"/>
                </a:lnTo>
                <a:cubicBezTo>
                  <a:pt x="1035124" y="82100"/>
                  <a:pt x="1029703" y="86700"/>
                  <a:pt x="1026150" y="91603"/>
                </a:cubicBezTo>
                <a:cubicBezTo>
                  <a:pt x="1023801" y="94871"/>
                  <a:pt x="1022626" y="98169"/>
                  <a:pt x="1022626" y="101499"/>
                </a:cubicBezTo>
                <a:cubicBezTo>
                  <a:pt x="1022626" y="104282"/>
                  <a:pt x="1023620" y="106734"/>
                  <a:pt x="1025608" y="108853"/>
                </a:cubicBezTo>
                <a:cubicBezTo>
                  <a:pt x="1027113" y="110487"/>
                  <a:pt x="1029221" y="111304"/>
                  <a:pt x="1031932" y="111304"/>
                </a:cubicBezTo>
                <a:cubicBezTo>
                  <a:pt x="1034943" y="111304"/>
                  <a:pt x="1038436" y="109557"/>
                  <a:pt x="1042412" y="106064"/>
                </a:cubicBezTo>
                <a:close/>
                <a:moveTo>
                  <a:pt x="1107525" y="0"/>
                </a:moveTo>
                <a:cubicBezTo>
                  <a:pt x="1111440" y="0"/>
                  <a:pt x="1114753" y="1375"/>
                  <a:pt x="1117463" y="4125"/>
                </a:cubicBezTo>
                <a:cubicBezTo>
                  <a:pt x="1120173" y="6873"/>
                  <a:pt x="1121528" y="10181"/>
                  <a:pt x="1121528" y="14048"/>
                </a:cubicBezTo>
                <a:cubicBezTo>
                  <a:pt x="1121528" y="17916"/>
                  <a:pt x="1120158" y="21210"/>
                  <a:pt x="1117418" y="23930"/>
                </a:cubicBezTo>
                <a:cubicBezTo>
                  <a:pt x="1114677" y="26648"/>
                  <a:pt x="1111380" y="28007"/>
                  <a:pt x="1107525" y="28007"/>
                </a:cubicBezTo>
                <a:cubicBezTo>
                  <a:pt x="1103670" y="28007"/>
                  <a:pt x="1100388" y="26648"/>
                  <a:pt x="1097678" y="23930"/>
                </a:cubicBezTo>
                <a:cubicBezTo>
                  <a:pt x="1094967" y="21210"/>
                  <a:pt x="1093612" y="17916"/>
                  <a:pt x="1093612" y="14048"/>
                </a:cubicBezTo>
                <a:cubicBezTo>
                  <a:pt x="1093612" y="10181"/>
                  <a:pt x="1094967" y="6873"/>
                  <a:pt x="1097678" y="4125"/>
                </a:cubicBezTo>
                <a:cubicBezTo>
                  <a:pt x="1100388" y="1375"/>
                  <a:pt x="1103670" y="0"/>
                  <a:pt x="1107525" y="0"/>
                </a:cubicBezTo>
                <a:moveTo>
                  <a:pt x="1120173" y="40655"/>
                </a:moveTo>
                <a:lnTo>
                  <a:pt x="1120173" y="107690"/>
                </a:lnTo>
                <a:cubicBezTo>
                  <a:pt x="1120173" y="113653"/>
                  <a:pt x="1120866" y="117462"/>
                  <a:pt x="1122251" y="119119"/>
                </a:cubicBezTo>
                <a:cubicBezTo>
                  <a:pt x="1123637" y="120775"/>
                  <a:pt x="1126347" y="121724"/>
                  <a:pt x="1130382" y="121964"/>
                </a:cubicBezTo>
                <a:lnTo>
                  <a:pt x="1130382" y="125217"/>
                </a:lnTo>
                <a:lnTo>
                  <a:pt x="1084758" y="125217"/>
                </a:lnTo>
                <a:lnTo>
                  <a:pt x="1084758" y="121964"/>
                </a:lnTo>
                <a:cubicBezTo>
                  <a:pt x="1088493" y="121844"/>
                  <a:pt x="1091263" y="120760"/>
                  <a:pt x="1093070" y="118712"/>
                </a:cubicBezTo>
                <a:cubicBezTo>
                  <a:pt x="1094275" y="117327"/>
                  <a:pt x="1094877" y="113653"/>
                  <a:pt x="1094877" y="107690"/>
                </a:cubicBezTo>
                <a:lnTo>
                  <a:pt x="1094877" y="58362"/>
                </a:lnTo>
                <a:cubicBezTo>
                  <a:pt x="1094877" y="52324"/>
                  <a:pt x="1094184" y="48467"/>
                  <a:pt x="1092799" y="46790"/>
                </a:cubicBezTo>
                <a:cubicBezTo>
                  <a:pt x="1091414" y="45113"/>
                  <a:pt x="1088734" y="44152"/>
                  <a:pt x="1084758" y="43907"/>
                </a:cubicBezTo>
                <a:lnTo>
                  <a:pt x="1084758" y="40655"/>
                </a:lnTo>
                <a:lnTo>
                  <a:pt x="1120173" y="40655"/>
                </a:lnTo>
                <a:close/>
                <a:moveTo>
                  <a:pt x="1171700" y="2710"/>
                </a:moveTo>
                <a:lnTo>
                  <a:pt x="1171700" y="107690"/>
                </a:lnTo>
                <a:cubicBezTo>
                  <a:pt x="1171700" y="113653"/>
                  <a:pt x="1172393" y="117462"/>
                  <a:pt x="1173778" y="119119"/>
                </a:cubicBezTo>
                <a:cubicBezTo>
                  <a:pt x="1175163" y="120775"/>
                  <a:pt x="1177874" y="121724"/>
                  <a:pt x="1181909" y="121964"/>
                </a:cubicBezTo>
                <a:lnTo>
                  <a:pt x="1181909" y="125217"/>
                </a:lnTo>
                <a:lnTo>
                  <a:pt x="1136285" y="125217"/>
                </a:lnTo>
                <a:lnTo>
                  <a:pt x="1136285" y="121964"/>
                </a:lnTo>
                <a:cubicBezTo>
                  <a:pt x="1140019" y="121844"/>
                  <a:pt x="1142790" y="120760"/>
                  <a:pt x="1144597" y="118712"/>
                </a:cubicBezTo>
                <a:cubicBezTo>
                  <a:pt x="1145801" y="117327"/>
                  <a:pt x="1146404" y="113653"/>
                  <a:pt x="1146404" y="107690"/>
                </a:cubicBezTo>
                <a:lnTo>
                  <a:pt x="1146404" y="20237"/>
                </a:lnTo>
                <a:cubicBezTo>
                  <a:pt x="1146404" y="14297"/>
                  <a:pt x="1145711" y="10494"/>
                  <a:pt x="1144326" y="8828"/>
                </a:cubicBezTo>
                <a:cubicBezTo>
                  <a:pt x="1142941" y="7161"/>
                  <a:pt x="1140260" y="6206"/>
                  <a:pt x="1136285" y="5963"/>
                </a:cubicBezTo>
                <a:lnTo>
                  <a:pt x="1136285" y="2710"/>
                </a:lnTo>
                <a:lnTo>
                  <a:pt x="1171700" y="2710"/>
                </a:lnTo>
                <a:close/>
                <a:moveTo>
                  <a:pt x="1262179" y="79864"/>
                </a:moveTo>
                <a:lnTo>
                  <a:pt x="1215833" y="79864"/>
                </a:lnTo>
                <a:cubicBezTo>
                  <a:pt x="1216375" y="91097"/>
                  <a:pt x="1219356" y="99974"/>
                  <a:pt x="1224777" y="106496"/>
                </a:cubicBezTo>
                <a:cubicBezTo>
                  <a:pt x="1228933" y="111508"/>
                  <a:pt x="1233932" y="114014"/>
                  <a:pt x="1239774" y="114014"/>
                </a:cubicBezTo>
                <a:cubicBezTo>
                  <a:pt x="1243388" y="114014"/>
                  <a:pt x="1246670" y="113005"/>
                  <a:pt x="1249622" y="110988"/>
                </a:cubicBezTo>
                <a:cubicBezTo>
                  <a:pt x="1252573" y="108970"/>
                  <a:pt x="1255735" y="105341"/>
                  <a:pt x="1259108" y="100101"/>
                </a:cubicBezTo>
                <a:lnTo>
                  <a:pt x="1262179" y="102089"/>
                </a:lnTo>
                <a:cubicBezTo>
                  <a:pt x="1257602" y="111424"/>
                  <a:pt x="1252543" y="118034"/>
                  <a:pt x="1247002" y="121919"/>
                </a:cubicBezTo>
                <a:cubicBezTo>
                  <a:pt x="1241461" y="125804"/>
                  <a:pt x="1235046" y="127746"/>
                  <a:pt x="1227758" y="127746"/>
                </a:cubicBezTo>
                <a:cubicBezTo>
                  <a:pt x="1215231" y="127746"/>
                  <a:pt x="1205745" y="122923"/>
                  <a:pt x="1199300" y="113277"/>
                </a:cubicBezTo>
                <a:cubicBezTo>
                  <a:pt x="1194120" y="105500"/>
                  <a:pt x="1191530" y="95854"/>
                  <a:pt x="1191530" y="84339"/>
                </a:cubicBezTo>
                <a:cubicBezTo>
                  <a:pt x="1191530" y="70230"/>
                  <a:pt x="1195340" y="59001"/>
                  <a:pt x="1202959" y="50652"/>
                </a:cubicBezTo>
                <a:cubicBezTo>
                  <a:pt x="1210578" y="42301"/>
                  <a:pt x="1219507" y="38125"/>
                  <a:pt x="1229746" y="38125"/>
                </a:cubicBezTo>
                <a:cubicBezTo>
                  <a:pt x="1238298" y="38125"/>
                  <a:pt x="1245722" y="41634"/>
                  <a:pt x="1252016" y="48650"/>
                </a:cubicBezTo>
                <a:cubicBezTo>
                  <a:pt x="1258310" y="55667"/>
                  <a:pt x="1261698" y="66072"/>
                  <a:pt x="1262179" y="79864"/>
                </a:cubicBezTo>
                <a:moveTo>
                  <a:pt x="1239955" y="73901"/>
                </a:moveTo>
                <a:cubicBezTo>
                  <a:pt x="1239955" y="64204"/>
                  <a:pt x="1239428" y="57549"/>
                  <a:pt x="1238374" y="53935"/>
                </a:cubicBezTo>
                <a:cubicBezTo>
                  <a:pt x="1237320" y="50322"/>
                  <a:pt x="1235679" y="47581"/>
                  <a:pt x="1233450" y="45714"/>
                </a:cubicBezTo>
                <a:cubicBezTo>
                  <a:pt x="1232185" y="44630"/>
                  <a:pt x="1230499" y="44088"/>
                  <a:pt x="1228391" y="44088"/>
                </a:cubicBezTo>
                <a:cubicBezTo>
                  <a:pt x="1225259" y="44088"/>
                  <a:pt x="1222699" y="45624"/>
                  <a:pt x="1220712" y="48695"/>
                </a:cubicBezTo>
                <a:cubicBezTo>
                  <a:pt x="1217158" y="54056"/>
                  <a:pt x="1215381" y="61404"/>
                  <a:pt x="1215381" y="70739"/>
                </a:cubicBezTo>
                <a:lnTo>
                  <a:pt x="1215381" y="73901"/>
                </a:lnTo>
                <a:lnTo>
                  <a:pt x="1239955" y="73901"/>
                </a:lnTo>
                <a:close/>
                <a:moveTo>
                  <a:pt x="1354160" y="2710"/>
                </a:moveTo>
                <a:lnTo>
                  <a:pt x="1354160" y="99920"/>
                </a:lnTo>
                <a:cubicBezTo>
                  <a:pt x="1354160" y="106420"/>
                  <a:pt x="1354341" y="110265"/>
                  <a:pt x="1354702" y="111456"/>
                </a:cubicBezTo>
                <a:cubicBezTo>
                  <a:pt x="1355184" y="113425"/>
                  <a:pt x="1356102" y="114887"/>
                  <a:pt x="1357457" y="115841"/>
                </a:cubicBezTo>
                <a:cubicBezTo>
                  <a:pt x="1358813" y="116793"/>
                  <a:pt x="1361177" y="117389"/>
                  <a:pt x="1364549" y="117628"/>
                </a:cubicBezTo>
                <a:lnTo>
                  <a:pt x="1364549" y="120880"/>
                </a:lnTo>
                <a:lnTo>
                  <a:pt x="1328864" y="127746"/>
                </a:lnTo>
                <a:lnTo>
                  <a:pt x="1328864" y="114376"/>
                </a:lnTo>
                <a:cubicBezTo>
                  <a:pt x="1324587" y="119555"/>
                  <a:pt x="1320778" y="123079"/>
                  <a:pt x="1317435" y="124946"/>
                </a:cubicBezTo>
                <a:cubicBezTo>
                  <a:pt x="1314092" y="126813"/>
                  <a:pt x="1310313" y="127746"/>
                  <a:pt x="1306097" y="127746"/>
                </a:cubicBezTo>
                <a:cubicBezTo>
                  <a:pt x="1295316" y="127746"/>
                  <a:pt x="1286793" y="122923"/>
                  <a:pt x="1280529" y="113277"/>
                </a:cubicBezTo>
                <a:cubicBezTo>
                  <a:pt x="1275470" y="105440"/>
                  <a:pt x="1272941" y="95824"/>
                  <a:pt x="1272941" y="84429"/>
                </a:cubicBezTo>
                <a:cubicBezTo>
                  <a:pt x="1272941" y="75325"/>
                  <a:pt x="1274507" y="67171"/>
                  <a:pt x="1277638" y="59966"/>
                </a:cubicBezTo>
                <a:cubicBezTo>
                  <a:pt x="1280770" y="52761"/>
                  <a:pt x="1285062" y="47320"/>
                  <a:pt x="1290512" y="43642"/>
                </a:cubicBezTo>
                <a:cubicBezTo>
                  <a:pt x="1295963" y="39964"/>
                  <a:pt x="1301821" y="38125"/>
                  <a:pt x="1308084" y="38125"/>
                </a:cubicBezTo>
                <a:cubicBezTo>
                  <a:pt x="1312120" y="38125"/>
                  <a:pt x="1315703" y="38915"/>
                  <a:pt x="1318835" y="40494"/>
                </a:cubicBezTo>
                <a:cubicBezTo>
                  <a:pt x="1321967" y="42073"/>
                  <a:pt x="1325310" y="44837"/>
                  <a:pt x="1328864" y="48786"/>
                </a:cubicBezTo>
                <a:lnTo>
                  <a:pt x="1328864" y="23309"/>
                </a:lnTo>
                <a:cubicBezTo>
                  <a:pt x="1328864" y="16864"/>
                  <a:pt x="1328592" y="12979"/>
                  <a:pt x="1328050" y="11654"/>
                </a:cubicBezTo>
                <a:cubicBezTo>
                  <a:pt x="1327328" y="9908"/>
                  <a:pt x="1326244" y="8613"/>
                  <a:pt x="1324798" y="7770"/>
                </a:cubicBezTo>
                <a:cubicBezTo>
                  <a:pt x="1323353" y="6926"/>
                  <a:pt x="1320642" y="6505"/>
                  <a:pt x="1316667" y="6505"/>
                </a:cubicBezTo>
                <a:lnTo>
                  <a:pt x="1316667" y="2710"/>
                </a:lnTo>
                <a:lnTo>
                  <a:pt x="1354160" y="2710"/>
                </a:lnTo>
                <a:moveTo>
                  <a:pt x="1328864" y="59808"/>
                </a:moveTo>
                <a:cubicBezTo>
                  <a:pt x="1324407" y="51376"/>
                  <a:pt x="1318956" y="47160"/>
                  <a:pt x="1312511" y="47160"/>
                </a:cubicBezTo>
                <a:cubicBezTo>
                  <a:pt x="1310283" y="47160"/>
                  <a:pt x="1308446" y="47762"/>
                  <a:pt x="1307000" y="48966"/>
                </a:cubicBezTo>
                <a:cubicBezTo>
                  <a:pt x="1304772" y="50834"/>
                  <a:pt x="1302950" y="54116"/>
                  <a:pt x="1301534" y="58814"/>
                </a:cubicBezTo>
                <a:cubicBezTo>
                  <a:pt x="1300119" y="63512"/>
                  <a:pt x="1299411" y="70709"/>
                  <a:pt x="1299411" y="80406"/>
                </a:cubicBezTo>
                <a:cubicBezTo>
                  <a:pt x="1299411" y="91067"/>
                  <a:pt x="1300194" y="98957"/>
                  <a:pt x="1301760" y="104076"/>
                </a:cubicBezTo>
                <a:cubicBezTo>
                  <a:pt x="1303326" y="109196"/>
                  <a:pt x="1305464" y="112900"/>
                  <a:pt x="1308175" y="115189"/>
                </a:cubicBezTo>
                <a:cubicBezTo>
                  <a:pt x="1309560" y="116333"/>
                  <a:pt x="1311457" y="116905"/>
                  <a:pt x="1313866" y="116905"/>
                </a:cubicBezTo>
                <a:cubicBezTo>
                  <a:pt x="1319167" y="116905"/>
                  <a:pt x="1324166" y="112736"/>
                  <a:pt x="1328864" y="104398"/>
                </a:cubicBezTo>
                <a:lnTo>
                  <a:pt x="1328864" y="59808"/>
                </a:lnTo>
                <a:close/>
                <a:moveTo>
                  <a:pt x="1494196" y="79864"/>
                </a:moveTo>
                <a:lnTo>
                  <a:pt x="1447849" y="79864"/>
                </a:lnTo>
                <a:cubicBezTo>
                  <a:pt x="1448391" y="91097"/>
                  <a:pt x="1451373" y="99974"/>
                  <a:pt x="1456793" y="106496"/>
                </a:cubicBezTo>
                <a:cubicBezTo>
                  <a:pt x="1460949" y="111508"/>
                  <a:pt x="1465948" y="114014"/>
                  <a:pt x="1471790" y="114014"/>
                </a:cubicBezTo>
                <a:cubicBezTo>
                  <a:pt x="1475404" y="114014"/>
                  <a:pt x="1478687" y="113005"/>
                  <a:pt x="1481638" y="110988"/>
                </a:cubicBezTo>
                <a:cubicBezTo>
                  <a:pt x="1484589" y="108970"/>
                  <a:pt x="1487751" y="105341"/>
                  <a:pt x="1491124" y="100101"/>
                </a:cubicBezTo>
                <a:lnTo>
                  <a:pt x="1494196" y="102089"/>
                </a:lnTo>
                <a:cubicBezTo>
                  <a:pt x="1489618" y="111424"/>
                  <a:pt x="1484559" y="118034"/>
                  <a:pt x="1479018" y="121919"/>
                </a:cubicBezTo>
                <a:cubicBezTo>
                  <a:pt x="1473477" y="125804"/>
                  <a:pt x="1467062" y="127746"/>
                  <a:pt x="1459774" y="127746"/>
                </a:cubicBezTo>
                <a:cubicBezTo>
                  <a:pt x="1447247" y="127746"/>
                  <a:pt x="1437761" y="122923"/>
                  <a:pt x="1431316" y="113277"/>
                </a:cubicBezTo>
                <a:cubicBezTo>
                  <a:pt x="1426136" y="105500"/>
                  <a:pt x="1423547" y="95854"/>
                  <a:pt x="1423547" y="84339"/>
                </a:cubicBezTo>
                <a:cubicBezTo>
                  <a:pt x="1423547" y="70230"/>
                  <a:pt x="1427356" y="59001"/>
                  <a:pt x="1434975" y="50652"/>
                </a:cubicBezTo>
                <a:cubicBezTo>
                  <a:pt x="1442594" y="42301"/>
                  <a:pt x="1451523" y="38125"/>
                  <a:pt x="1461762" y="38125"/>
                </a:cubicBezTo>
                <a:cubicBezTo>
                  <a:pt x="1470315" y="38125"/>
                  <a:pt x="1477738" y="41634"/>
                  <a:pt x="1484032" y="48650"/>
                </a:cubicBezTo>
                <a:cubicBezTo>
                  <a:pt x="1490326" y="55667"/>
                  <a:pt x="1493714" y="66072"/>
                  <a:pt x="1494196" y="79864"/>
                </a:cubicBezTo>
                <a:moveTo>
                  <a:pt x="1471971" y="73901"/>
                </a:moveTo>
                <a:cubicBezTo>
                  <a:pt x="1471971" y="64204"/>
                  <a:pt x="1471444" y="57549"/>
                  <a:pt x="1470390" y="53935"/>
                </a:cubicBezTo>
                <a:cubicBezTo>
                  <a:pt x="1469336" y="50322"/>
                  <a:pt x="1467695" y="47581"/>
                  <a:pt x="1465466" y="45714"/>
                </a:cubicBezTo>
                <a:cubicBezTo>
                  <a:pt x="1464201" y="44630"/>
                  <a:pt x="1462515" y="44088"/>
                  <a:pt x="1460407" y="44088"/>
                </a:cubicBezTo>
                <a:cubicBezTo>
                  <a:pt x="1457275" y="44088"/>
                  <a:pt x="1454715" y="45624"/>
                  <a:pt x="1452728" y="48695"/>
                </a:cubicBezTo>
                <a:cubicBezTo>
                  <a:pt x="1449174" y="54056"/>
                  <a:pt x="1447397" y="61404"/>
                  <a:pt x="1447397" y="70739"/>
                </a:cubicBezTo>
                <a:lnTo>
                  <a:pt x="1447397" y="73901"/>
                </a:lnTo>
                <a:lnTo>
                  <a:pt x="1471971" y="73901"/>
                </a:lnTo>
                <a:close/>
                <a:moveTo>
                  <a:pt x="1553632" y="73399"/>
                </a:moveTo>
                <a:lnTo>
                  <a:pt x="1568649" y="101281"/>
                </a:lnTo>
                <a:cubicBezTo>
                  <a:pt x="1573709" y="110976"/>
                  <a:pt x="1577714" y="117118"/>
                  <a:pt x="1580665" y="119706"/>
                </a:cubicBezTo>
                <a:cubicBezTo>
                  <a:pt x="1582291" y="121091"/>
                  <a:pt x="1584520" y="121844"/>
                  <a:pt x="1587350" y="121964"/>
                </a:cubicBezTo>
                <a:lnTo>
                  <a:pt x="1587350" y="125217"/>
                </a:lnTo>
                <a:lnTo>
                  <a:pt x="1540281" y="125217"/>
                </a:lnTo>
                <a:lnTo>
                  <a:pt x="1540281" y="121964"/>
                </a:lnTo>
                <a:cubicBezTo>
                  <a:pt x="1543955" y="121663"/>
                  <a:pt x="1546229" y="121181"/>
                  <a:pt x="1547102" y="120519"/>
                </a:cubicBezTo>
                <a:cubicBezTo>
                  <a:pt x="1547976" y="119855"/>
                  <a:pt x="1548412" y="118949"/>
                  <a:pt x="1548412" y="117803"/>
                </a:cubicBezTo>
                <a:cubicBezTo>
                  <a:pt x="1548412" y="116115"/>
                  <a:pt x="1547449" y="113461"/>
                  <a:pt x="1545521" y="109841"/>
                </a:cubicBezTo>
                <a:lnTo>
                  <a:pt x="1538147" y="96149"/>
                </a:lnTo>
                <a:lnTo>
                  <a:pt x="1531970" y="105228"/>
                </a:lnTo>
                <a:cubicBezTo>
                  <a:pt x="1529139" y="109390"/>
                  <a:pt x="1527543" y="111863"/>
                  <a:pt x="1527181" y="112648"/>
                </a:cubicBezTo>
                <a:cubicBezTo>
                  <a:pt x="1526700" y="113792"/>
                  <a:pt x="1526459" y="114817"/>
                  <a:pt x="1526459" y="115722"/>
                </a:cubicBezTo>
                <a:cubicBezTo>
                  <a:pt x="1526459" y="117109"/>
                  <a:pt x="1526745" y="118271"/>
                  <a:pt x="1527317" y="119206"/>
                </a:cubicBezTo>
                <a:cubicBezTo>
                  <a:pt x="1527889" y="120140"/>
                  <a:pt x="1528672" y="120833"/>
                  <a:pt x="1529666" y="121287"/>
                </a:cubicBezTo>
                <a:cubicBezTo>
                  <a:pt x="1530660" y="121739"/>
                  <a:pt x="1532482" y="121964"/>
                  <a:pt x="1535132" y="121964"/>
                </a:cubicBezTo>
                <a:lnTo>
                  <a:pt x="1535132" y="125217"/>
                </a:lnTo>
                <a:lnTo>
                  <a:pt x="1502066" y="125217"/>
                </a:lnTo>
                <a:lnTo>
                  <a:pt x="1502066" y="121964"/>
                </a:lnTo>
                <a:cubicBezTo>
                  <a:pt x="1506161" y="121964"/>
                  <a:pt x="1509911" y="120834"/>
                  <a:pt x="1513314" y="118574"/>
                </a:cubicBezTo>
                <a:cubicBezTo>
                  <a:pt x="1516716" y="116311"/>
                  <a:pt x="1521670" y="110387"/>
                  <a:pt x="1528175" y="100801"/>
                </a:cubicBezTo>
                <a:lnTo>
                  <a:pt x="1535146" y="90573"/>
                </a:lnTo>
                <a:lnTo>
                  <a:pt x="1520586" y="63537"/>
                </a:lnTo>
                <a:cubicBezTo>
                  <a:pt x="1515828" y="54691"/>
                  <a:pt x="1512275" y="49269"/>
                  <a:pt x="1509926" y="47270"/>
                </a:cubicBezTo>
                <a:cubicBezTo>
                  <a:pt x="1507577" y="45271"/>
                  <a:pt x="1504957" y="44150"/>
                  <a:pt x="1502066" y="43907"/>
                </a:cubicBezTo>
                <a:lnTo>
                  <a:pt x="1502066" y="40655"/>
                </a:lnTo>
                <a:lnTo>
                  <a:pt x="1548864" y="40655"/>
                </a:lnTo>
                <a:lnTo>
                  <a:pt x="1548864" y="43907"/>
                </a:lnTo>
                <a:lnTo>
                  <a:pt x="1546425" y="43998"/>
                </a:lnTo>
                <a:lnTo>
                  <a:pt x="1541727" y="45641"/>
                </a:lnTo>
                <a:cubicBezTo>
                  <a:pt x="1541245" y="46066"/>
                  <a:pt x="1541004" y="46765"/>
                  <a:pt x="1541004" y="47738"/>
                </a:cubicBezTo>
                <a:cubicBezTo>
                  <a:pt x="1541004" y="48649"/>
                  <a:pt x="1541155" y="49591"/>
                  <a:pt x="1541456" y="50564"/>
                </a:cubicBezTo>
                <a:cubicBezTo>
                  <a:pt x="1541636" y="50990"/>
                  <a:pt x="1542480" y="52631"/>
                  <a:pt x="1543985" y="55488"/>
                </a:cubicBezTo>
                <a:lnTo>
                  <a:pt x="1550637" y="67837"/>
                </a:lnTo>
                <a:lnTo>
                  <a:pt x="1554014" y="62879"/>
                </a:lnTo>
                <a:cubicBezTo>
                  <a:pt x="1558832" y="56222"/>
                  <a:pt x="1561241" y="51562"/>
                  <a:pt x="1561241" y="48899"/>
                </a:cubicBezTo>
                <a:cubicBezTo>
                  <a:pt x="1561241" y="47628"/>
                  <a:pt x="1560714" y="46554"/>
                  <a:pt x="1559660" y="45677"/>
                </a:cubicBezTo>
                <a:cubicBezTo>
                  <a:pt x="1558606" y="44800"/>
                  <a:pt x="1556724" y="44210"/>
                  <a:pt x="1554014" y="43907"/>
                </a:cubicBezTo>
                <a:lnTo>
                  <a:pt x="1554014" y="40655"/>
                </a:lnTo>
                <a:lnTo>
                  <a:pt x="1583917" y="40655"/>
                </a:lnTo>
                <a:lnTo>
                  <a:pt x="1583917" y="43907"/>
                </a:lnTo>
                <a:cubicBezTo>
                  <a:pt x="1580243" y="44028"/>
                  <a:pt x="1576810" y="45164"/>
                  <a:pt x="1573618" y="47318"/>
                </a:cubicBezTo>
                <a:cubicBezTo>
                  <a:pt x="1570426" y="49471"/>
                  <a:pt x="1566842" y="53641"/>
                  <a:pt x="1562867" y="59828"/>
                </a:cubicBezTo>
                <a:lnTo>
                  <a:pt x="1553632" y="73399"/>
                </a:lnTo>
                <a:close/>
                <a:moveTo>
                  <a:pt x="1669228" y="79864"/>
                </a:moveTo>
                <a:lnTo>
                  <a:pt x="1622882" y="79864"/>
                </a:lnTo>
                <a:cubicBezTo>
                  <a:pt x="1623424" y="91097"/>
                  <a:pt x="1626405" y="99974"/>
                  <a:pt x="1631826" y="106496"/>
                </a:cubicBezTo>
                <a:cubicBezTo>
                  <a:pt x="1635982" y="111508"/>
                  <a:pt x="1640981" y="114014"/>
                  <a:pt x="1646823" y="114014"/>
                </a:cubicBezTo>
                <a:cubicBezTo>
                  <a:pt x="1650437" y="114014"/>
                  <a:pt x="1653719" y="113005"/>
                  <a:pt x="1656670" y="110988"/>
                </a:cubicBezTo>
                <a:cubicBezTo>
                  <a:pt x="1659622" y="108970"/>
                  <a:pt x="1662784" y="105341"/>
                  <a:pt x="1666157" y="100101"/>
                </a:cubicBezTo>
                <a:lnTo>
                  <a:pt x="1669228" y="102089"/>
                </a:lnTo>
                <a:cubicBezTo>
                  <a:pt x="1664651" y="111424"/>
                  <a:pt x="1659592" y="118034"/>
                  <a:pt x="1654051" y="121919"/>
                </a:cubicBezTo>
                <a:cubicBezTo>
                  <a:pt x="1648509" y="125804"/>
                  <a:pt x="1642095" y="127746"/>
                  <a:pt x="1634807" y="127746"/>
                </a:cubicBezTo>
                <a:cubicBezTo>
                  <a:pt x="1622280" y="127746"/>
                  <a:pt x="1612793" y="122923"/>
                  <a:pt x="1606349" y="113277"/>
                </a:cubicBezTo>
                <a:cubicBezTo>
                  <a:pt x="1601169" y="105500"/>
                  <a:pt x="1598579" y="95854"/>
                  <a:pt x="1598579" y="84339"/>
                </a:cubicBezTo>
                <a:cubicBezTo>
                  <a:pt x="1598579" y="70230"/>
                  <a:pt x="1602389" y="59001"/>
                  <a:pt x="1610008" y="50652"/>
                </a:cubicBezTo>
                <a:cubicBezTo>
                  <a:pt x="1617627" y="42301"/>
                  <a:pt x="1626556" y="38125"/>
                  <a:pt x="1636795" y="38125"/>
                </a:cubicBezTo>
                <a:cubicBezTo>
                  <a:pt x="1645347" y="38125"/>
                  <a:pt x="1652771" y="41634"/>
                  <a:pt x="1659065" y="48650"/>
                </a:cubicBezTo>
                <a:cubicBezTo>
                  <a:pt x="1665359" y="55667"/>
                  <a:pt x="1668746" y="66072"/>
                  <a:pt x="1669228" y="79864"/>
                </a:cubicBezTo>
                <a:moveTo>
                  <a:pt x="1647004" y="73901"/>
                </a:moveTo>
                <a:cubicBezTo>
                  <a:pt x="1647004" y="64204"/>
                  <a:pt x="1646477" y="57549"/>
                  <a:pt x="1645423" y="53935"/>
                </a:cubicBezTo>
                <a:cubicBezTo>
                  <a:pt x="1644369" y="50322"/>
                  <a:pt x="1642727" y="47581"/>
                  <a:pt x="1640499" y="45714"/>
                </a:cubicBezTo>
                <a:cubicBezTo>
                  <a:pt x="1639234" y="44630"/>
                  <a:pt x="1637548" y="44088"/>
                  <a:pt x="1635440" y="44088"/>
                </a:cubicBezTo>
                <a:cubicBezTo>
                  <a:pt x="1632308" y="44088"/>
                  <a:pt x="1629748" y="45624"/>
                  <a:pt x="1627760" y="48695"/>
                </a:cubicBezTo>
                <a:cubicBezTo>
                  <a:pt x="1624207" y="54056"/>
                  <a:pt x="1622430" y="61404"/>
                  <a:pt x="1622430" y="70739"/>
                </a:cubicBezTo>
                <a:lnTo>
                  <a:pt x="1622430" y="73901"/>
                </a:lnTo>
                <a:lnTo>
                  <a:pt x="1647004" y="73901"/>
                </a:lnTo>
                <a:close/>
                <a:moveTo>
                  <a:pt x="1748019" y="103373"/>
                </a:moveTo>
                <a:lnTo>
                  <a:pt x="1750819" y="105539"/>
                </a:lnTo>
                <a:cubicBezTo>
                  <a:pt x="1746844" y="113032"/>
                  <a:pt x="1741890" y="118607"/>
                  <a:pt x="1735958" y="122264"/>
                </a:cubicBezTo>
                <a:cubicBezTo>
                  <a:pt x="1730025" y="125919"/>
                  <a:pt x="1723716" y="127746"/>
                  <a:pt x="1717030" y="127746"/>
                </a:cubicBezTo>
                <a:cubicBezTo>
                  <a:pt x="1705768" y="127746"/>
                  <a:pt x="1696763" y="123497"/>
                  <a:pt x="1690018" y="114997"/>
                </a:cubicBezTo>
                <a:cubicBezTo>
                  <a:pt x="1683272" y="106495"/>
                  <a:pt x="1679899" y="96276"/>
                  <a:pt x="1679899" y="84339"/>
                </a:cubicBezTo>
                <a:cubicBezTo>
                  <a:pt x="1679899" y="72822"/>
                  <a:pt x="1682971" y="62693"/>
                  <a:pt x="1689114" y="53952"/>
                </a:cubicBezTo>
                <a:cubicBezTo>
                  <a:pt x="1696522" y="43401"/>
                  <a:pt x="1706731" y="38125"/>
                  <a:pt x="1719741" y="38125"/>
                </a:cubicBezTo>
                <a:cubicBezTo>
                  <a:pt x="1728474" y="38125"/>
                  <a:pt x="1735416" y="40330"/>
                  <a:pt x="1740565" y="44740"/>
                </a:cubicBezTo>
                <a:cubicBezTo>
                  <a:pt x="1745715" y="49148"/>
                  <a:pt x="1748290" y="54070"/>
                  <a:pt x="1748290" y="59506"/>
                </a:cubicBezTo>
                <a:cubicBezTo>
                  <a:pt x="1748290" y="62948"/>
                  <a:pt x="1747251" y="65696"/>
                  <a:pt x="1745173" y="67750"/>
                </a:cubicBezTo>
                <a:cubicBezTo>
                  <a:pt x="1743095" y="69803"/>
                  <a:pt x="1740369" y="70830"/>
                  <a:pt x="1736997" y="70830"/>
                </a:cubicBezTo>
                <a:cubicBezTo>
                  <a:pt x="1733443" y="70830"/>
                  <a:pt x="1730507" y="69651"/>
                  <a:pt x="1728188" y="67295"/>
                </a:cubicBezTo>
                <a:cubicBezTo>
                  <a:pt x="1725869" y="64937"/>
                  <a:pt x="1724439" y="60736"/>
                  <a:pt x="1723897" y="54692"/>
                </a:cubicBezTo>
                <a:cubicBezTo>
                  <a:pt x="1723535" y="50884"/>
                  <a:pt x="1722662" y="48225"/>
                  <a:pt x="1721277" y="46714"/>
                </a:cubicBezTo>
                <a:cubicBezTo>
                  <a:pt x="1719891" y="45204"/>
                  <a:pt x="1718265" y="44449"/>
                  <a:pt x="1716398" y="44449"/>
                </a:cubicBezTo>
                <a:cubicBezTo>
                  <a:pt x="1713507" y="44449"/>
                  <a:pt x="1711038" y="45985"/>
                  <a:pt x="1708990" y="49057"/>
                </a:cubicBezTo>
                <a:cubicBezTo>
                  <a:pt x="1705858" y="53694"/>
                  <a:pt x="1704292" y="60802"/>
                  <a:pt x="1704292" y="70378"/>
                </a:cubicBezTo>
                <a:cubicBezTo>
                  <a:pt x="1704292" y="78328"/>
                  <a:pt x="1705557" y="85932"/>
                  <a:pt x="1708086" y="93190"/>
                </a:cubicBezTo>
                <a:cubicBezTo>
                  <a:pt x="1710616" y="100448"/>
                  <a:pt x="1714079" y="105853"/>
                  <a:pt x="1718476" y="109407"/>
                </a:cubicBezTo>
                <a:cubicBezTo>
                  <a:pt x="1721789" y="111996"/>
                  <a:pt x="1725704" y="113291"/>
                  <a:pt x="1730221" y="113291"/>
                </a:cubicBezTo>
                <a:cubicBezTo>
                  <a:pt x="1733172" y="113291"/>
                  <a:pt x="1735973" y="112601"/>
                  <a:pt x="1738623" y="111219"/>
                </a:cubicBezTo>
                <a:cubicBezTo>
                  <a:pt x="1741273" y="109836"/>
                  <a:pt x="1744405" y="107220"/>
                  <a:pt x="1748019" y="103373"/>
                </a:cubicBezTo>
                <a:close/>
                <a:moveTo>
                  <a:pt x="1842080" y="40655"/>
                </a:moveTo>
                <a:lnTo>
                  <a:pt x="1842080" y="106787"/>
                </a:lnTo>
                <a:cubicBezTo>
                  <a:pt x="1842080" y="113271"/>
                  <a:pt x="1842683" y="117315"/>
                  <a:pt x="1843887" y="118921"/>
                </a:cubicBezTo>
                <a:cubicBezTo>
                  <a:pt x="1845092" y="120526"/>
                  <a:pt x="1847531" y="121541"/>
                  <a:pt x="1851205" y="121964"/>
                </a:cubicBezTo>
                <a:lnTo>
                  <a:pt x="1851205" y="125217"/>
                </a:lnTo>
                <a:lnTo>
                  <a:pt x="1816784" y="125217"/>
                </a:lnTo>
                <a:lnTo>
                  <a:pt x="1816784" y="113924"/>
                </a:lnTo>
                <a:cubicBezTo>
                  <a:pt x="1812749" y="118742"/>
                  <a:pt x="1808713" y="122251"/>
                  <a:pt x="1804678" y="124449"/>
                </a:cubicBezTo>
                <a:cubicBezTo>
                  <a:pt x="1800642" y="126647"/>
                  <a:pt x="1796125" y="127746"/>
                  <a:pt x="1791126" y="127746"/>
                </a:cubicBezTo>
                <a:cubicBezTo>
                  <a:pt x="1786368" y="127746"/>
                  <a:pt x="1782137" y="126286"/>
                  <a:pt x="1778433" y="123365"/>
                </a:cubicBezTo>
                <a:cubicBezTo>
                  <a:pt x="1774729" y="120444"/>
                  <a:pt x="1772244" y="117026"/>
                  <a:pt x="1770980" y="113111"/>
                </a:cubicBezTo>
                <a:cubicBezTo>
                  <a:pt x="1769715" y="109196"/>
                  <a:pt x="1769082" y="102360"/>
                  <a:pt x="1769082" y="92603"/>
                </a:cubicBezTo>
                <a:lnTo>
                  <a:pt x="1769082" y="59085"/>
                </a:lnTo>
                <a:cubicBezTo>
                  <a:pt x="1769082" y="52624"/>
                  <a:pt x="1768495" y="48600"/>
                  <a:pt x="1767321" y="47016"/>
                </a:cubicBezTo>
                <a:cubicBezTo>
                  <a:pt x="1766146" y="45431"/>
                  <a:pt x="1763692" y="44395"/>
                  <a:pt x="1759958" y="43907"/>
                </a:cubicBezTo>
                <a:lnTo>
                  <a:pt x="1759958" y="40655"/>
                </a:lnTo>
                <a:lnTo>
                  <a:pt x="1794379" y="40655"/>
                </a:lnTo>
                <a:lnTo>
                  <a:pt x="1794379" y="98455"/>
                </a:lnTo>
                <a:cubicBezTo>
                  <a:pt x="1794379" y="104486"/>
                  <a:pt x="1794665" y="108375"/>
                  <a:pt x="1795237" y="110124"/>
                </a:cubicBezTo>
                <a:cubicBezTo>
                  <a:pt x="1795809" y="111872"/>
                  <a:pt x="1796713" y="113199"/>
                  <a:pt x="1797947" y="114105"/>
                </a:cubicBezTo>
                <a:cubicBezTo>
                  <a:pt x="1799182" y="115008"/>
                  <a:pt x="1800612" y="115460"/>
                  <a:pt x="1802239" y="115460"/>
                </a:cubicBezTo>
                <a:cubicBezTo>
                  <a:pt x="1804407" y="115460"/>
                  <a:pt x="1806364" y="114887"/>
                  <a:pt x="1808111" y="113743"/>
                </a:cubicBezTo>
                <a:cubicBezTo>
                  <a:pt x="1810520" y="112177"/>
                  <a:pt x="1813411" y="109015"/>
                  <a:pt x="1816784" y="104257"/>
                </a:cubicBezTo>
                <a:lnTo>
                  <a:pt x="1816784" y="59085"/>
                </a:lnTo>
                <a:cubicBezTo>
                  <a:pt x="1816784" y="52624"/>
                  <a:pt x="1816197" y="48600"/>
                  <a:pt x="1815022" y="47016"/>
                </a:cubicBezTo>
                <a:cubicBezTo>
                  <a:pt x="1813848" y="45431"/>
                  <a:pt x="1811393" y="44395"/>
                  <a:pt x="1807659" y="43907"/>
                </a:cubicBezTo>
                <a:lnTo>
                  <a:pt x="1807659" y="40655"/>
                </a:lnTo>
                <a:lnTo>
                  <a:pt x="1842080" y="40655"/>
                </a:lnTo>
                <a:close/>
                <a:moveTo>
                  <a:pt x="1897446" y="9576"/>
                </a:moveTo>
                <a:lnTo>
                  <a:pt x="1897446" y="40655"/>
                </a:lnTo>
                <a:lnTo>
                  <a:pt x="1917503" y="40655"/>
                </a:lnTo>
                <a:lnTo>
                  <a:pt x="1917503" y="49509"/>
                </a:lnTo>
                <a:lnTo>
                  <a:pt x="1897446" y="49509"/>
                </a:lnTo>
                <a:lnTo>
                  <a:pt x="1897446" y="101778"/>
                </a:lnTo>
                <a:cubicBezTo>
                  <a:pt x="1897446" y="106670"/>
                  <a:pt x="1897672" y="109825"/>
                  <a:pt x="1898124" y="111245"/>
                </a:cubicBezTo>
                <a:cubicBezTo>
                  <a:pt x="1898576" y="112664"/>
                  <a:pt x="1899374" y="113812"/>
                  <a:pt x="1900518" y="114689"/>
                </a:cubicBezTo>
                <a:cubicBezTo>
                  <a:pt x="1901663" y="115564"/>
                  <a:pt x="1902717" y="116002"/>
                  <a:pt x="1903680" y="116002"/>
                </a:cubicBezTo>
                <a:cubicBezTo>
                  <a:pt x="1907595" y="116002"/>
                  <a:pt x="1911299" y="112990"/>
                  <a:pt x="1914793" y="106967"/>
                </a:cubicBezTo>
                <a:lnTo>
                  <a:pt x="1917503" y="108975"/>
                </a:lnTo>
                <a:cubicBezTo>
                  <a:pt x="1912624" y="120646"/>
                  <a:pt x="1904704" y="126482"/>
                  <a:pt x="1893742" y="126482"/>
                </a:cubicBezTo>
                <a:cubicBezTo>
                  <a:pt x="1888382" y="126482"/>
                  <a:pt x="1883850" y="124986"/>
                  <a:pt x="1880146" y="121995"/>
                </a:cubicBezTo>
                <a:cubicBezTo>
                  <a:pt x="1876441" y="119003"/>
                  <a:pt x="1874077" y="115663"/>
                  <a:pt x="1873054" y="111976"/>
                </a:cubicBezTo>
                <a:cubicBezTo>
                  <a:pt x="1872451" y="109920"/>
                  <a:pt x="1872150" y="104360"/>
                  <a:pt x="1872150" y="95293"/>
                </a:cubicBezTo>
                <a:lnTo>
                  <a:pt x="1872150" y="49509"/>
                </a:lnTo>
                <a:lnTo>
                  <a:pt x="1861128" y="49509"/>
                </a:lnTo>
                <a:lnTo>
                  <a:pt x="1861128" y="46338"/>
                </a:lnTo>
                <a:cubicBezTo>
                  <a:pt x="1868717" y="40966"/>
                  <a:pt x="1875177" y="35323"/>
                  <a:pt x="1880507" y="29407"/>
                </a:cubicBezTo>
                <a:cubicBezTo>
                  <a:pt x="1885837" y="23491"/>
                  <a:pt x="1890490" y="16881"/>
                  <a:pt x="1894465" y="9576"/>
                </a:cubicBezTo>
                <a:lnTo>
                  <a:pt x="1897446" y="9576"/>
                </a:lnTo>
                <a:close/>
                <a:moveTo>
                  <a:pt x="1945869" y="0"/>
                </a:moveTo>
                <a:cubicBezTo>
                  <a:pt x="1949784" y="0"/>
                  <a:pt x="1953097" y="1375"/>
                  <a:pt x="1955807" y="4125"/>
                </a:cubicBezTo>
                <a:cubicBezTo>
                  <a:pt x="1958518" y="6873"/>
                  <a:pt x="1959873" y="10181"/>
                  <a:pt x="1959873" y="14048"/>
                </a:cubicBezTo>
                <a:cubicBezTo>
                  <a:pt x="1959873" y="17916"/>
                  <a:pt x="1958502" y="21210"/>
                  <a:pt x="1955762" y="23930"/>
                </a:cubicBezTo>
                <a:cubicBezTo>
                  <a:pt x="1953022" y="26648"/>
                  <a:pt x="1949724" y="28007"/>
                  <a:pt x="1945869" y="28007"/>
                </a:cubicBezTo>
                <a:cubicBezTo>
                  <a:pt x="1942015" y="28007"/>
                  <a:pt x="1938732" y="26648"/>
                  <a:pt x="1936022" y="23930"/>
                </a:cubicBezTo>
                <a:cubicBezTo>
                  <a:pt x="1933312" y="21210"/>
                  <a:pt x="1931956" y="17916"/>
                  <a:pt x="1931956" y="14048"/>
                </a:cubicBezTo>
                <a:cubicBezTo>
                  <a:pt x="1931956" y="10181"/>
                  <a:pt x="1933312" y="6873"/>
                  <a:pt x="1936022" y="4125"/>
                </a:cubicBezTo>
                <a:cubicBezTo>
                  <a:pt x="1938732" y="1375"/>
                  <a:pt x="1942015" y="0"/>
                  <a:pt x="1945869" y="0"/>
                </a:cubicBezTo>
                <a:moveTo>
                  <a:pt x="1958518" y="40655"/>
                </a:moveTo>
                <a:lnTo>
                  <a:pt x="1958518" y="107690"/>
                </a:lnTo>
                <a:cubicBezTo>
                  <a:pt x="1958518" y="113653"/>
                  <a:pt x="1959210" y="117462"/>
                  <a:pt x="1960595" y="119119"/>
                </a:cubicBezTo>
                <a:cubicBezTo>
                  <a:pt x="1961981" y="120775"/>
                  <a:pt x="1964691" y="121724"/>
                  <a:pt x="1968726" y="121964"/>
                </a:cubicBezTo>
                <a:lnTo>
                  <a:pt x="1968726" y="125217"/>
                </a:lnTo>
                <a:lnTo>
                  <a:pt x="1923103" y="125217"/>
                </a:lnTo>
                <a:lnTo>
                  <a:pt x="1923103" y="121964"/>
                </a:lnTo>
                <a:cubicBezTo>
                  <a:pt x="1926837" y="121844"/>
                  <a:pt x="1929607" y="120760"/>
                  <a:pt x="1931414" y="118712"/>
                </a:cubicBezTo>
                <a:cubicBezTo>
                  <a:pt x="1932619" y="117327"/>
                  <a:pt x="1933221" y="113653"/>
                  <a:pt x="1933221" y="107690"/>
                </a:cubicBezTo>
                <a:lnTo>
                  <a:pt x="1933221" y="58362"/>
                </a:lnTo>
                <a:cubicBezTo>
                  <a:pt x="1933221" y="52324"/>
                  <a:pt x="1932529" y="48467"/>
                  <a:pt x="1931143" y="46790"/>
                </a:cubicBezTo>
                <a:cubicBezTo>
                  <a:pt x="1929758" y="45113"/>
                  <a:pt x="1927078" y="44152"/>
                  <a:pt x="1923103" y="43907"/>
                </a:cubicBezTo>
                <a:lnTo>
                  <a:pt x="1923103" y="40655"/>
                </a:lnTo>
                <a:lnTo>
                  <a:pt x="1958518" y="40655"/>
                </a:lnTo>
                <a:close/>
                <a:moveTo>
                  <a:pt x="2016822" y="38125"/>
                </a:moveTo>
                <a:cubicBezTo>
                  <a:pt x="2024170" y="38125"/>
                  <a:pt x="2031006" y="40024"/>
                  <a:pt x="2037330" y="43822"/>
                </a:cubicBezTo>
                <a:cubicBezTo>
                  <a:pt x="2043654" y="47621"/>
                  <a:pt x="2048457" y="53017"/>
                  <a:pt x="2051740" y="60011"/>
                </a:cubicBezTo>
                <a:cubicBezTo>
                  <a:pt x="2055022" y="67005"/>
                  <a:pt x="2056664" y="74662"/>
                  <a:pt x="2056664" y="82981"/>
                </a:cubicBezTo>
                <a:cubicBezTo>
                  <a:pt x="2056664" y="94978"/>
                  <a:pt x="2053622" y="105016"/>
                  <a:pt x="2047539" y="113097"/>
                </a:cubicBezTo>
                <a:cubicBezTo>
                  <a:pt x="2040191" y="122863"/>
                  <a:pt x="2030042" y="127746"/>
                  <a:pt x="2017093" y="127746"/>
                </a:cubicBezTo>
                <a:cubicBezTo>
                  <a:pt x="2004384" y="127746"/>
                  <a:pt x="1994597" y="123285"/>
                  <a:pt x="1987731" y="114361"/>
                </a:cubicBezTo>
                <a:cubicBezTo>
                  <a:pt x="1980865" y="105438"/>
                  <a:pt x="1977432" y="95098"/>
                  <a:pt x="1977432" y="83342"/>
                </a:cubicBezTo>
                <a:cubicBezTo>
                  <a:pt x="1977432" y="71225"/>
                  <a:pt x="1980940" y="60659"/>
                  <a:pt x="1987957" y="51646"/>
                </a:cubicBezTo>
                <a:cubicBezTo>
                  <a:pt x="1994974" y="42632"/>
                  <a:pt x="2004595" y="38125"/>
                  <a:pt x="2016822" y="38125"/>
                </a:cubicBezTo>
                <a:moveTo>
                  <a:pt x="2017183" y="44449"/>
                </a:moveTo>
                <a:cubicBezTo>
                  <a:pt x="2014111" y="44449"/>
                  <a:pt x="2011476" y="45611"/>
                  <a:pt x="2009278" y="47933"/>
                </a:cubicBezTo>
                <a:cubicBezTo>
                  <a:pt x="2007080" y="50254"/>
                  <a:pt x="2005634" y="54836"/>
                  <a:pt x="2004942" y="61680"/>
                </a:cubicBezTo>
                <a:cubicBezTo>
                  <a:pt x="2004249" y="68523"/>
                  <a:pt x="2003903" y="78036"/>
                  <a:pt x="2003903" y="90217"/>
                </a:cubicBezTo>
                <a:cubicBezTo>
                  <a:pt x="2003903" y="96669"/>
                  <a:pt x="2004324" y="102700"/>
                  <a:pt x="2005167" y="108308"/>
                </a:cubicBezTo>
                <a:cubicBezTo>
                  <a:pt x="2005830" y="112588"/>
                  <a:pt x="2007245" y="115845"/>
                  <a:pt x="2009414" y="118077"/>
                </a:cubicBezTo>
                <a:cubicBezTo>
                  <a:pt x="2011582" y="120307"/>
                  <a:pt x="2014051" y="121422"/>
                  <a:pt x="2016822" y="121422"/>
                </a:cubicBezTo>
                <a:cubicBezTo>
                  <a:pt x="2019532" y="121422"/>
                  <a:pt x="2021791" y="120669"/>
                  <a:pt x="2023598" y="119161"/>
                </a:cubicBezTo>
                <a:cubicBezTo>
                  <a:pt x="2025947" y="117111"/>
                  <a:pt x="2027513" y="114247"/>
                  <a:pt x="2028296" y="110567"/>
                </a:cubicBezTo>
                <a:cubicBezTo>
                  <a:pt x="2029500" y="104840"/>
                  <a:pt x="2030102" y="93262"/>
                  <a:pt x="2030102" y="75835"/>
                </a:cubicBezTo>
                <a:cubicBezTo>
                  <a:pt x="2030102" y="65585"/>
                  <a:pt x="2029530" y="58546"/>
                  <a:pt x="2028386" y="54717"/>
                </a:cubicBezTo>
                <a:cubicBezTo>
                  <a:pt x="2027241" y="50887"/>
                  <a:pt x="2025555" y="48098"/>
                  <a:pt x="2023327" y="46349"/>
                </a:cubicBezTo>
                <a:cubicBezTo>
                  <a:pt x="2021761" y="45083"/>
                  <a:pt x="2019713" y="44449"/>
                  <a:pt x="2017183" y="44449"/>
                </a:cubicBezTo>
                <a:close/>
                <a:moveTo>
                  <a:pt x="2103263" y="40655"/>
                </a:moveTo>
                <a:lnTo>
                  <a:pt x="2103263" y="51677"/>
                </a:lnTo>
                <a:cubicBezTo>
                  <a:pt x="2107600" y="46947"/>
                  <a:pt x="2111756" y="43506"/>
                  <a:pt x="2115731" y="41355"/>
                </a:cubicBezTo>
                <a:cubicBezTo>
                  <a:pt x="2119706" y="39202"/>
                  <a:pt x="2123982" y="38125"/>
                  <a:pt x="2128560" y="38125"/>
                </a:cubicBezTo>
                <a:cubicBezTo>
                  <a:pt x="2134040" y="38125"/>
                  <a:pt x="2138588" y="39648"/>
                  <a:pt x="2142202" y="42693"/>
                </a:cubicBezTo>
                <a:cubicBezTo>
                  <a:pt x="2145815" y="45739"/>
                  <a:pt x="2148224" y="49523"/>
                  <a:pt x="2149429" y="54045"/>
                </a:cubicBezTo>
                <a:cubicBezTo>
                  <a:pt x="2150393" y="57484"/>
                  <a:pt x="2150875" y="64089"/>
                  <a:pt x="2150875" y="73859"/>
                </a:cubicBezTo>
                <a:lnTo>
                  <a:pt x="2150875" y="106787"/>
                </a:lnTo>
                <a:cubicBezTo>
                  <a:pt x="2150875" y="113291"/>
                  <a:pt x="2151462" y="117342"/>
                  <a:pt x="2152636" y="118938"/>
                </a:cubicBezTo>
                <a:cubicBezTo>
                  <a:pt x="2153811" y="120534"/>
                  <a:pt x="2156265" y="121543"/>
                  <a:pt x="2159999" y="121964"/>
                </a:cubicBezTo>
                <a:lnTo>
                  <a:pt x="2159999" y="125217"/>
                </a:lnTo>
                <a:lnTo>
                  <a:pt x="2117267" y="125217"/>
                </a:lnTo>
                <a:lnTo>
                  <a:pt x="2117267" y="121964"/>
                </a:lnTo>
                <a:cubicBezTo>
                  <a:pt x="2120459" y="121543"/>
                  <a:pt x="2122747" y="120218"/>
                  <a:pt x="2124133" y="117989"/>
                </a:cubicBezTo>
                <a:cubicBezTo>
                  <a:pt x="2125096" y="116484"/>
                  <a:pt x="2125578" y="112749"/>
                  <a:pt x="2125578" y="106787"/>
                </a:cubicBezTo>
                <a:lnTo>
                  <a:pt x="2125578" y="69204"/>
                </a:lnTo>
                <a:cubicBezTo>
                  <a:pt x="2125578" y="62277"/>
                  <a:pt x="2125307" y="57911"/>
                  <a:pt x="2124765" y="56104"/>
                </a:cubicBezTo>
                <a:cubicBezTo>
                  <a:pt x="2124223" y="54297"/>
                  <a:pt x="2123305" y="52896"/>
                  <a:pt x="2122010" y="51903"/>
                </a:cubicBezTo>
                <a:cubicBezTo>
                  <a:pt x="2120715" y="50909"/>
                  <a:pt x="2119284" y="50412"/>
                  <a:pt x="2117718" y="50412"/>
                </a:cubicBezTo>
                <a:cubicBezTo>
                  <a:pt x="2112539" y="50412"/>
                  <a:pt x="2107720" y="54146"/>
                  <a:pt x="2103263" y="61615"/>
                </a:cubicBezTo>
                <a:lnTo>
                  <a:pt x="2103263" y="106787"/>
                </a:lnTo>
                <a:cubicBezTo>
                  <a:pt x="2103263" y="113111"/>
                  <a:pt x="2103851" y="117116"/>
                  <a:pt x="2105025" y="118802"/>
                </a:cubicBezTo>
                <a:cubicBezTo>
                  <a:pt x="2106199" y="120489"/>
                  <a:pt x="2108383" y="121543"/>
                  <a:pt x="2111575" y="121964"/>
                </a:cubicBezTo>
                <a:lnTo>
                  <a:pt x="2111575" y="125217"/>
                </a:lnTo>
                <a:lnTo>
                  <a:pt x="2068842" y="125217"/>
                </a:lnTo>
                <a:lnTo>
                  <a:pt x="2068842" y="121964"/>
                </a:lnTo>
                <a:cubicBezTo>
                  <a:pt x="2072396" y="121603"/>
                  <a:pt x="2074925" y="120459"/>
                  <a:pt x="2076431" y="118531"/>
                </a:cubicBezTo>
                <a:cubicBezTo>
                  <a:pt x="2077455" y="117206"/>
                  <a:pt x="2077967" y="113291"/>
                  <a:pt x="2077967" y="106787"/>
                </a:cubicBezTo>
                <a:lnTo>
                  <a:pt x="2077967" y="59085"/>
                </a:lnTo>
                <a:cubicBezTo>
                  <a:pt x="2077967" y="52624"/>
                  <a:pt x="2077380" y="48600"/>
                  <a:pt x="2076205" y="47016"/>
                </a:cubicBezTo>
                <a:cubicBezTo>
                  <a:pt x="2075031" y="45431"/>
                  <a:pt x="2072576" y="44395"/>
                  <a:pt x="2068842" y="43907"/>
                </a:cubicBezTo>
                <a:lnTo>
                  <a:pt x="2068842" y="40655"/>
                </a:lnTo>
                <a:lnTo>
                  <a:pt x="2103263" y="40655"/>
                </a:lnTo>
                <a:close/>
                <a:moveTo>
                  <a:pt x="2225572" y="38487"/>
                </a:moveTo>
                <a:lnTo>
                  <a:pt x="2226928" y="67397"/>
                </a:lnTo>
                <a:lnTo>
                  <a:pt x="2223856" y="67397"/>
                </a:lnTo>
                <a:cubicBezTo>
                  <a:pt x="2220182" y="58774"/>
                  <a:pt x="2216372" y="52885"/>
                  <a:pt x="2212427" y="49729"/>
                </a:cubicBezTo>
                <a:cubicBezTo>
                  <a:pt x="2208482" y="46570"/>
                  <a:pt x="2204552" y="44991"/>
                  <a:pt x="2200637" y="44991"/>
                </a:cubicBezTo>
                <a:cubicBezTo>
                  <a:pt x="2198168" y="44991"/>
                  <a:pt x="2196060" y="45819"/>
                  <a:pt x="2194313" y="47476"/>
                </a:cubicBezTo>
                <a:cubicBezTo>
                  <a:pt x="2192567" y="49132"/>
                  <a:pt x="2191693" y="51044"/>
                  <a:pt x="2191693" y="53213"/>
                </a:cubicBezTo>
                <a:cubicBezTo>
                  <a:pt x="2191693" y="54839"/>
                  <a:pt x="2192296" y="56405"/>
                  <a:pt x="2193500" y="57911"/>
                </a:cubicBezTo>
                <a:cubicBezTo>
                  <a:pt x="2195428" y="60380"/>
                  <a:pt x="2200818" y="64611"/>
                  <a:pt x="2209672" y="70604"/>
                </a:cubicBezTo>
                <a:cubicBezTo>
                  <a:pt x="2218526" y="76597"/>
                  <a:pt x="2224353" y="81686"/>
                  <a:pt x="2227153" y="85872"/>
                </a:cubicBezTo>
                <a:cubicBezTo>
                  <a:pt x="2229954" y="90058"/>
                  <a:pt x="2231354" y="94741"/>
                  <a:pt x="2231354" y="99920"/>
                </a:cubicBezTo>
                <a:cubicBezTo>
                  <a:pt x="2231354" y="104618"/>
                  <a:pt x="2230180" y="109226"/>
                  <a:pt x="2227831" y="113743"/>
                </a:cubicBezTo>
                <a:cubicBezTo>
                  <a:pt x="2225482" y="118260"/>
                  <a:pt x="2222169" y="121724"/>
                  <a:pt x="2217893" y="124133"/>
                </a:cubicBezTo>
                <a:cubicBezTo>
                  <a:pt x="2213617" y="126542"/>
                  <a:pt x="2208889" y="127746"/>
                  <a:pt x="2203709" y="127746"/>
                </a:cubicBezTo>
                <a:cubicBezTo>
                  <a:pt x="2199674" y="127746"/>
                  <a:pt x="2194283" y="126458"/>
                  <a:pt x="2187538" y="123881"/>
                </a:cubicBezTo>
                <a:cubicBezTo>
                  <a:pt x="2185731" y="123206"/>
                  <a:pt x="2184496" y="122868"/>
                  <a:pt x="2183833" y="122868"/>
                </a:cubicBezTo>
                <a:cubicBezTo>
                  <a:pt x="2181846" y="122868"/>
                  <a:pt x="2180190" y="124374"/>
                  <a:pt x="2178865" y="127385"/>
                </a:cubicBezTo>
                <a:lnTo>
                  <a:pt x="2175883" y="127385"/>
                </a:lnTo>
                <a:lnTo>
                  <a:pt x="2174438" y="97029"/>
                </a:lnTo>
                <a:lnTo>
                  <a:pt x="2177509" y="97029"/>
                </a:lnTo>
                <a:cubicBezTo>
                  <a:pt x="2180220" y="104980"/>
                  <a:pt x="2183939" y="110942"/>
                  <a:pt x="2188667" y="114918"/>
                </a:cubicBezTo>
                <a:cubicBezTo>
                  <a:pt x="2193395" y="118893"/>
                  <a:pt x="2197867" y="120880"/>
                  <a:pt x="2202083" y="120880"/>
                </a:cubicBezTo>
                <a:cubicBezTo>
                  <a:pt x="2204974" y="120880"/>
                  <a:pt x="2207338" y="119992"/>
                  <a:pt x="2209175" y="118215"/>
                </a:cubicBezTo>
                <a:cubicBezTo>
                  <a:pt x="2211012" y="116438"/>
                  <a:pt x="2211930" y="114285"/>
                  <a:pt x="2211930" y="111756"/>
                </a:cubicBezTo>
                <a:cubicBezTo>
                  <a:pt x="2211930" y="108865"/>
                  <a:pt x="2211027" y="106365"/>
                  <a:pt x="2209220" y="104257"/>
                </a:cubicBezTo>
                <a:cubicBezTo>
                  <a:pt x="2207413" y="102149"/>
                  <a:pt x="2203378" y="98957"/>
                  <a:pt x="2197114" y="94681"/>
                </a:cubicBezTo>
                <a:cubicBezTo>
                  <a:pt x="2187899" y="88296"/>
                  <a:pt x="2181936" y="83418"/>
                  <a:pt x="2179226" y="80045"/>
                </a:cubicBezTo>
                <a:cubicBezTo>
                  <a:pt x="2175251" y="75106"/>
                  <a:pt x="2173263" y="69655"/>
                  <a:pt x="2173263" y="63693"/>
                </a:cubicBezTo>
                <a:cubicBezTo>
                  <a:pt x="2173263" y="57188"/>
                  <a:pt x="2175507" y="51300"/>
                  <a:pt x="2179994" y="46030"/>
                </a:cubicBezTo>
                <a:cubicBezTo>
                  <a:pt x="2184481" y="40760"/>
                  <a:pt x="2190971" y="38125"/>
                  <a:pt x="2199463" y="38125"/>
                </a:cubicBezTo>
                <a:cubicBezTo>
                  <a:pt x="2204040" y="38125"/>
                  <a:pt x="2208467" y="39283"/>
                  <a:pt x="2212744" y="41598"/>
                </a:cubicBezTo>
                <a:cubicBezTo>
                  <a:pt x="2214370" y="42535"/>
                  <a:pt x="2215695" y="43004"/>
                  <a:pt x="2216719" y="43004"/>
                </a:cubicBezTo>
                <a:cubicBezTo>
                  <a:pt x="2217803" y="43004"/>
                  <a:pt x="2218676" y="42778"/>
                  <a:pt x="2219339" y="42326"/>
                </a:cubicBezTo>
                <a:cubicBezTo>
                  <a:pt x="2220001" y="41874"/>
                  <a:pt x="2221055" y="40595"/>
                  <a:pt x="2222501" y="38487"/>
                </a:cubicBezTo>
                <a:lnTo>
                  <a:pt x="2225572" y="384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1e99ce3e542f6"/>
          <a:stretch xmlns:a="http://schemas.openxmlformats.org/drawingml/2006/main"/>
        </p:blipFill>
        <p:spPr>
          <a:xfrm xmlns:a="http://schemas.openxmlformats.org/drawingml/2006/main">
            <a:off x="6690380" y="273934"/>
            <a:ext cx="814046" cy="814046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f84e3910745bc"/>
          <a:stretch xmlns:a="http://schemas.openxmlformats.org/drawingml/2006/main"/>
        </p:blipFill>
        <p:spPr>
          <a:xfrm xmlns:a="http://schemas.openxmlformats.org/drawingml/2006/main">
            <a:off x="6690380" y="564666"/>
            <a:ext cx="814044" cy="114252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b7569c10d4798"/>
          <a:stretch xmlns:a="http://schemas.openxmlformats.org/drawingml/2006/main"/>
        </p:blipFill>
        <p:spPr>
          <a:xfrm xmlns:a="http://schemas.openxmlformats.org/drawingml/2006/main">
            <a:off x="11758861" y="2645147"/>
            <a:ext cx="554621" cy="540400"/>
          </a:xfrm>
          <a:prstGeom xmlns:a="http://schemas.openxmlformats.org/drawingml/2006/main" prst="rect">
            <a:avLst/>
          </a:prstGeom>
        </p:spPr>
      </p:pic>
      <p:sp>
        <p:nvSpPr>
          <p:cNvPr id="47" name="Text Bif">
            <a:extLst xmlns:a="http://schemas.openxmlformats.org/drawingml/2006/main">
              <a:ext uri="{FF2B5EF4-FFF2-40B4-BE49-F238E27FC236}">
                <a16:creationId xmlns:a16="http://schemas.microsoft.com/office/drawing/2014/main" id="{0121BDFF-9055-4F52-97CB-69267BF4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752" y="3337647"/>
            <a:ext cx="246311" cy="125217"/>
          </a:xfrm>
          <a:custGeom xmlns:a="http://schemas.openxmlformats.org/drawingml/2006/main">
            <a:pathLst>
              <a:path w="246311" h="125217">
                <a:moveTo>
                  <a:pt x="78419" y="60259"/>
                </a:moveTo>
                <a:cubicBezTo>
                  <a:pt x="90043" y="62970"/>
                  <a:pt x="98204" y="66252"/>
                  <a:pt x="102902" y="70107"/>
                </a:cubicBezTo>
                <a:cubicBezTo>
                  <a:pt x="109648" y="75588"/>
                  <a:pt x="113020" y="82695"/>
                  <a:pt x="113020" y="91428"/>
                </a:cubicBezTo>
                <a:cubicBezTo>
                  <a:pt x="113020" y="100643"/>
                  <a:pt x="109316" y="108262"/>
                  <a:pt x="101908" y="114285"/>
                </a:cubicBezTo>
                <a:cubicBezTo>
                  <a:pt x="92813" y="121573"/>
                  <a:pt x="79593" y="125217"/>
                  <a:pt x="62247" y="125217"/>
                </a:cubicBezTo>
                <a:lnTo>
                  <a:pt x="0" y="125217"/>
                </a:lnTo>
                <a:lnTo>
                  <a:pt x="0" y="121964"/>
                </a:lnTo>
                <a:cubicBezTo>
                  <a:pt x="5662" y="121964"/>
                  <a:pt x="9501" y="121435"/>
                  <a:pt x="11519" y="120375"/>
                </a:cubicBezTo>
                <a:cubicBezTo>
                  <a:pt x="13537" y="119315"/>
                  <a:pt x="14952" y="117938"/>
                  <a:pt x="15765" y="116245"/>
                </a:cubicBezTo>
                <a:cubicBezTo>
                  <a:pt x="16578" y="114551"/>
                  <a:pt x="16985" y="110374"/>
                  <a:pt x="16985" y="103715"/>
                </a:cubicBezTo>
                <a:lnTo>
                  <a:pt x="16985" y="24212"/>
                </a:lnTo>
                <a:cubicBezTo>
                  <a:pt x="16985" y="17553"/>
                  <a:pt x="16578" y="13362"/>
                  <a:pt x="15765" y="11637"/>
                </a:cubicBezTo>
                <a:cubicBezTo>
                  <a:pt x="14952" y="9911"/>
                  <a:pt x="13521" y="8535"/>
                  <a:pt x="11474" y="7507"/>
                </a:cubicBezTo>
                <a:cubicBezTo>
                  <a:pt x="9426" y="6477"/>
                  <a:pt x="5601" y="5963"/>
                  <a:pt x="0" y="5963"/>
                </a:cubicBezTo>
                <a:lnTo>
                  <a:pt x="0" y="2710"/>
                </a:lnTo>
                <a:lnTo>
                  <a:pt x="58724" y="2710"/>
                </a:lnTo>
                <a:cubicBezTo>
                  <a:pt x="72757" y="2710"/>
                  <a:pt x="82695" y="3960"/>
                  <a:pt x="88537" y="6460"/>
                </a:cubicBezTo>
                <a:cubicBezTo>
                  <a:pt x="94379" y="8959"/>
                  <a:pt x="98987" y="12693"/>
                  <a:pt x="102360" y="17662"/>
                </a:cubicBezTo>
                <a:cubicBezTo>
                  <a:pt x="105733" y="22631"/>
                  <a:pt x="107419" y="27916"/>
                  <a:pt x="107419" y="33518"/>
                </a:cubicBezTo>
                <a:cubicBezTo>
                  <a:pt x="107419" y="39420"/>
                  <a:pt x="105281" y="44675"/>
                  <a:pt x="101005" y="49283"/>
                </a:cubicBezTo>
                <a:cubicBezTo>
                  <a:pt x="96728" y="53890"/>
                  <a:pt x="89200" y="57549"/>
                  <a:pt x="78419" y="60259"/>
                </a:cubicBezTo>
                <a:moveTo>
                  <a:pt x="45533" y="57820"/>
                </a:moveTo>
                <a:cubicBezTo>
                  <a:pt x="54086" y="57820"/>
                  <a:pt x="60395" y="56857"/>
                  <a:pt x="64460" y="54929"/>
                </a:cubicBezTo>
                <a:cubicBezTo>
                  <a:pt x="68526" y="53002"/>
                  <a:pt x="71643" y="50292"/>
                  <a:pt x="73811" y="46798"/>
                </a:cubicBezTo>
                <a:cubicBezTo>
                  <a:pt x="75979" y="43305"/>
                  <a:pt x="77063" y="38848"/>
                  <a:pt x="77063" y="33427"/>
                </a:cubicBezTo>
                <a:cubicBezTo>
                  <a:pt x="77063" y="28007"/>
                  <a:pt x="75994" y="23565"/>
                  <a:pt x="73856" y="20102"/>
                </a:cubicBezTo>
                <a:cubicBezTo>
                  <a:pt x="71718" y="16638"/>
                  <a:pt x="68661" y="14003"/>
                  <a:pt x="64686" y="12196"/>
                </a:cubicBezTo>
                <a:cubicBezTo>
                  <a:pt x="60711" y="10390"/>
                  <a:pt x="54327" y="9516"/>
                  <a:pt x="45533" y="9576"/>
                </a:cubicBezTo>
                <a:lnTo>
                  <a:pt x="45533" y="57820"/>
                </a:lnTo>
                <a:moveTo>
                  <a:pt x="45533" y="64867"/>
                </a:moveTo>
                <a:lnTo>
                  <a:pt x="45533" y="104167"/>
                </a:lnTo>
                <a:lnTo>
                  <a:pt x="45443" y="108627"/>
                </a:lnTo>
                <a:cubicBezTo>
                  <a:pt x="45443" y="111838"/>
                  <a:pt x="46271" y="114262"/>
                  <a:pt x="47928" y="115897"/>
                </a:cubicBezTo>
                <a:cubicBezTo>
                  <a:pt x="49584" y="117533"/>
                  <a:pt x="52038" y="118351"/>
                  <a:pt x="55291" y="118351"/>
                </a:cubicBezTo>
                <a:cubicBezTo>
                  <a:pt x="60109" y="118351"/>
                  <a:pt x="64551" y="117285"/>
                  <a:pt x="68616" y="115155"/>
                </a:cubicBezTo>
                <a:cubicBezTo>
                  <a:pt x="72682" y="113024"/>
                  <a:pt x="75799" y="109933"/>
                  <a:pt x="77967" y="105880"/>
                </a:cubicBezTo>
                <a:cubicBezTo>
                  <a:pt x="80135" y="101828"/>
                  <a:pt x="81219" y="97311"/>
                  <a:pt x="81219" y="92329"/>
                </a:cubicBezTo>
                <a:cubicBezTo>
                  <a:pt x="81219" y="86628"/>
                  <a:pt x="79894" y="81511"/>
                  <a:pt x="77244" y="76979"/>
                </a:cubicBezTo>
                <a:cubicBezTo>
                  <a:pt x="74594" y="72446"/>
                  <a:pt x="70950" y="69280"/>
                  <a:pt x="66313" y="67479"/>
                </a:cubicBezTo>
                <a:cubicBezTo>
                  <a:pt x="61675" y="65677"/>
                  <a:pt x="54748" y="64807"/>
                  <a:pt x="45533" y="64867"/>
                </a:cubicBezTo>
                <a:close/>
                <a:moveTo>
                  <a:pt x="146087" y="0"/>
                </a:moveTo>
                <a:cubicBezTo>
                  <a:pt x="150002" y="0"/>
                  <a:pt x="153315" y="1375"/>
                  <a:pt x="156025" y="4125"/>
                </a:cubicBezTo>
                <a:cubicBezTo>
                  <a:pt x="158735" y="6873"/>
                  <a:pt x="160091" y="10181"/>
                  <a:pt x="160091" y="14048"/>
                </a:cubicBezTo>
                <a:cubicBezTo>
                  <a:pt x="160091" y="17916"/>
                  <a:pt x="158720" y="21210"/>
                  <a:pt x="155980" y="23930"/>
                </a:cubicBezTo>
                <a:cubicBezTo>
                  <a:pt x="153239" y="26648"/>
                  <a:pt x="149942" y="28007"/>
                  <a:pt x="146087" y="28007"/>
                </a:cubicBezTo>
                <a:cubicBezTo>
                  <a:pt x="142233" y="28007"/>
                  <a:pt x="138950" y="26648"/>
                  <a:pt x="136240" y="23930"/>
                </a:cubicBezTo>
                <a:cubicBezTo>
                  <a:pt x="133529" y="21210"/>
                  <a:pt x="132174" y="17916"/>
                  <a:pt x="132174" y="14048"/>
                </a:cubicBezTo>
                <a:cubicBezTo>
                  <a:pt x="132174" y="10181"/>
                  <a:pt x="133529" y="6873"/>
                  <a:pt x="136240" y="4125"/>
                </a:cubicBezTo>
                <a:cubicBezTo>
                  <a:pt x="138950" y="1375"/>
                  <a:pt x="142233" y="0"/>
                  <a:pt x="146087" y="0"/>
                </a:cubicBezTo>
                <a:moveTo>
                  <a:pt x="158735" y="40655"/>
                </a:moveTo>
                <a:lnTo>
                  <a:pt x="158735" y="107690"/>
                </a:lnTo>
                <a:cubicBezTo>
                  <a:pt x="158735" y="113653"/>
                  <a:pt x="159428" y="117462"/>
                  <a:pt x="160813" y="119119"/>
                </a:cubicBezTo>
                <a:cubicBezTo>
                  <a:pt x="162199" y="120775"/>
                  <a:pt x="164909" y="121724"/>
                  <a:pt x="168944" y="121964"/>
                </a:cubicBezTo>
                <a:lnTo>
                  <a:pt x="168944" y="125217"/>
                </a:lnTo>
                <a:lnTo>
                  <a:pt x="123321" y="125217"/>
                </a:lnTo>
                <a:lnTo>
                  <a:pt x="123321" y="121964"/>
                </a:lnTo>
                <a:cubicBezTo>
                  <a:pt x="127055" y="121844"/>
                  <a:pt x="129825" y="120760"/>
                  <a:pt x="131632" y="118712"/>
                </a:cubicBezTo>
                <a:cubicBezTo>
                  <a:pt x="132837" y="117327"/>
                  <a:pt x="133439" y="113653"/>
                  <a:pt x="133439" y="107690"/>
                </a:cubicBezTo>
                <a:lnTo>
                  <a:pt x="133439" y="58362"/>
                </a:lnTo>
                <a:cubicBezTo>
                  <a:pt x="133439" y="52324"/>
                  <a:pt x="132746" y="48467"/>
                  <a:pt x="131361" y="46790"/>
                </a:cubicBezTo>
                <a:cubicBezTo>
                  <a:pt x="129976" y="45113"/>
                  <a:pt x="127296" y="44152"/>
                  <a:pt x="123321" y="43907"/>
                </a:cubicBezTo>
                <a:lnTo>
                  <a:pt x="123321" y="40655"/>
                </a:lnTo>
                <a:lnTo>
                  <a:pt x="158735" y="40655"/>
                </a:lnTo>
                <a:close/>
                <a:moveTo>
                  <a:pt x="214239" y="49509"/>
                </a:moveTo>
                <a:lnTo>
                  <a:pt x="214239" y="108232"/>
                </a:lnTo>
                <a:cubicBezTo>
                  <a:pt x="214239" y="113894"/>
                  <a:pt x="214841" y="117447"/>
                  <a:pt x="216046" y="118893"/>
                </a:cubicBezTo>
                <a:cubicBezTo>
                  <a:pt x="217973" y="121121"/>
                  <a:pt x="221527" y="122145"/>
                  <a:pt x="226706" y="121964"/>
                </a:cubicBezTo>
                <a:lnTo>
                  <a:pt x="226706" y="125217"/>
                </a:lnTo>
                <a:lnTo>
                  <a:pt x="176927" y="125217"/>
                </a:lnTo>
                <a:lnTo>
                  <a:pt x="176927" y="121964"/>
                </a:lnTo>
                <a:cubicBezTo>
                  <a:pt x="180721" y="121904"/>
                  <a:pt x="183417" y="121468"/>
                  <a:pt x="185013" y="120654"/>
                </a:cubicBezTo>
                <a:cubicBezTo>
                  <a:pt x="186609" y="119841"/>
                  <a:pt x="187708" y="118712"/>
                  <a:pt x="188310" y="117267"/>
                </a:cubicBezTo>
                <a:cubicBezTo>
                  <a:pt x="188913" y="115821"/>
                  <a:pt x="189214" y="112810"/>
                  <a:pt x="189214" y="108232"/>
                </a:cubicBezTo>
                <a:lnTo>
                  <a:pt x="189214" y="49509"/>
                </a:lnTo>
                <a:lnTo>
                  <a:pt x="176927" y="49509"/>
                </a:lnTo>
                <a:lnTo>
                  <a:pt x="176927" y="40655"/>
                </a:lnTo>
                <a:lnTo>
                  <a:pt x="189214" y="40655"/>
                </a:lnTo>
                <a:lnTo>
                  <a:pt x="189214" y="34449"/>
                </a:lnTo>
                <a:lnTo>
                  <a:pt x="189123" y="30220"/>
                </a:lnTo>
                <a:cubicBezTo>
                  <a:pt x="189123" y="21587"/>
                  <a:pt x="192300" y="14392"/>
                  <a:pt x="198655" y="8636"/>
                </a:cubicBezTo>
                <a:cubicBezTo>
                  <a:pt x="205009" y="2879"/>
                  <a:pt x="213607" y="0"/>
                  <a:pt x="224448" y="0"/>
                </a:cubicBezTo>
                <a:cubicBezTo>
                  <a:pt x="231856" y="0"/>
                  <a:pt x="237352" y="1391"/>
                  <a:pt x="240936" y="4173"/>
                </a:cubicBezTo>
                <a:cubicBezTo>
                  <a:pt x="244519" y="6953"/>
                  <a:pt x="246311" y="10036"/>
                  <a:pt x="246311" y="13422"/>
                </a:cubicBezTo>
                <a:cubicBezTo>
                  <a:pt x="246311" y="16143"/>
                  <a:pt x="245197" y="18502"/>
                  <a:pt x="242968" y="20497"/>
                </a:cubicBezTo>
                <a:cubicBezTo>
                  <a:pt x="240740" y="22492"/>
                  <a:pt x="237789" y="23489"/>
                  <a:pt x="234115" y="23489"/>
                </a:cubicBezTo>
                <a:cubicBezTo>
                  <a:pt x="230983" y="23489"/>
                  <a:pt x="228498" y="22676"/>
                  <a:pt x="226661" y="21050"/>
                </a:cubicBezTo>
                <a:cubicBezTo>
                  <a:pt x="224824" y="19424"/>
                  <a:pt x="223906" y="17617"/>
                  <a:pt x="223906" y="15630"/>
                </a:cubicBezTo>
                <a:cubicBezTo>
                  <a:pt x="223906" y="15087"/>
                  <a:pt x="224086" y="13973"/>
                  <a:pt x="224448" y="12287"/>
                </a:cubicBezTo>
                <a:cubicBezTo>
                  <a:pt x="224689" y="11263"/>
                  <a:pt x="224809" y="10299"/>
                  <a:pt x="224809" y="9396"/>
                </a:cubicBezTo>
                <a:cubicBezTo>
                  <a:pt x="224809" y="8131"/>
                  <a:pt x="224448" y="7197"/>
                  <a:pt x="223725" y="6595"/>
                </a:cubicBezTo>
                <a:cubicBezTo>
                  <a:pt x="222761" y="5692"/>
                  <a:pt x="221587" y="5240"/>
                  <a:pt x="220202" y="5240"/>
                </a:cubicBezTo>
                <a:cubicBezTo>
                  <a:pt x="218455" y="5240"/>
                  <a:pt x="216994" y="5957"/>
                  <a:pt x="215820" y="7391"/>
                </a:cubicBezTo>
                <a:cubicBezTo>
                  <a:pt x="214646" y="8825"/>
                  <a:pt x="214058" y="11126"/>
                  <a:pt x="214058" y="14294"/>
                </a:cubicBezTo>
                <a:lnTo>
                  <a:pt x="214239" y="29986"/>
                </a:lnTo>
                <a:lnTo>
                  <a:pt x="214239" y="40655"/>
                </a:lnTo>
                <a:lnTo>
                  <a:pt x="226706" y="40655"/>
                </a:lnTo>
                <a:lnTo>
                  <a:pt x="226706" y="49509"/>
                </a:lnTo>
                <a:lnTo>
                  <a:pt x="214239" y="4950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urcationPoint">
            <a:extLst xmlns:a="http://schemas.openxmlformats.org/drawingml/2006/main">
              <a:ext uri="{FF2B5EF4-FFF2-40B4-BE49-F238E27FC236}">
                <a16:creationId xmlns:a16="http://schemas.microsoft.com/office/drawing/2014/main" id="{7C680207-7D65-4CE3-988B-FD8DAB00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021" y="3337647"/>
            <a:ext cx="1126887" cy="127746"/>
          </a:xfrm>
          <a:custGeom xmlns:a="http://schemas.openxmlformats.org/drawingml/2006/main">
            <a:pathLst>
              <a:path w="1126887" h="127746">
                <a:moveTo>
                  <a:pt x="82123" y="40655"/>
                </a:moveTo>
                <a:lnTo>
                  <a:pt x="82123" y="106787"/>
                </a:lnTo>
                <a:cubicBezTo>
                  <a:pt x="82123" y="113271"/>
                  <a:pt x="82725" y="117315"/>
                  <a:pt x="83930" y="118921"/>
                </a:cubicBezTo>
                <a:cubicBezTo>
                  <a:pt x="85134" y="120526"/>
                  <a:pt x="87573" y="121541"/>
                  <a:pt x="91247" y="121964"/>
                </a:cubicBezTo>
                <a:lnTo>
                  <a:pt x="91247" y="125217"/>
                </a:lnTo>
                <a:lnTo>
                  <a:pt x="56826" y="125217"/>
                </a:lnTo>
                <a:lnTo>
                  <a:pt x="56826" y="113924"/>
                </a:lnTo>
                <a:cubicBezTo>
                  <a:pt x="52791" y="118742"/>
                  <a:pt x="48756" y="122251"/>
                  <a:pt x="44720" y="124449"/>
                </a:cubicBezTo>
                <a:cubicBezTo>
                  <a:pt x="40685" y="126647"/>
                  <a:pt x="36168" y="127746"/>
                  <a:pt x="31169" y="127746"/>
                </a:cubicBezTo>
                <a:cubicBezTo>
                  <a:pt x="26411" y="127746"/>
                  <a:pt x="22179" y="126286"/>
                  <a:pt x="18475" y="123365"/>
                </a:cubicBezTo>
                <a:cubicBezTo>
                  <a:pt x="14771" y="120444"/>
                  <a:pt x="12287" y="117026"/>
                  <a:pt x="11022" y="113111"/>
                </a:cubicBezTo>
                <a:cubicBezTo>
                  <a:pt x="9757" y="109196"/>
                  <a:pt x="9125" y="102360"/>
                  <a:pt x="9125" y="92603"/>
                </a:cubicBezTo>
                <a:lnTo>
                  <a:pt x="9125" y="59085"/>
                </a:lnTo>
                <a:cubicBezTo>
                  <a:pt x="9125" y="52624"/>
                  <a:pt x="8538" y="48600"/>
                  <a:pt x="7363" y="47016"/>
                </a:cubicBezTo>
                <a:cubicBezTo>
                  <a:pt x="6189" y="45431"/>
                  <a:pt x="3734" y="44395"/>
                  <a:pt x="0" y="43907"/>
                </a:cubicBezTo>
                <a:lnTo>
                  <a:pt x="0" y="40655"/>
                </a:lnTo>
                <a:lnTo>
                  <a:pt x="34421" y="40655"/>
                </a:lnTo>
                <a:lnTo>
                  <a:pt x="34421" y="98455"/>
                </a:lnTo>
                <a:cubicBezTo>
                  <a:pt x="34421" y="104486"/>
                  <a:pt x="34707" y="108375"/>
                  <a:pt x="35279" y="110124"/>
                </a:cubicBezTo>
                <a:cubicBezTo>
                  <a:pt x="35852" y="111872"/>
                  <a:pt x="36755" y="113199"/>
                  <a:pt x="37990" y="114105"/>
                </a:cubicBezTo>
                <a:cubicBezTo>
                  <a:pt x="39224" y="115008"/>
                  <a:pt x="40655" y="115460"/>
                  <a:pt x="42281" y="115460"/>
                </a:cubicBezTo>
                <a:cubicBezTo>
                  <a:pt x="44449" y="115460"/>
                  <a:pt x="46407" y="114887"/>
                  <a:pt x="48153" y="113743"/>
                </a:cubicBezTo>
                <a:cubicBezTo>
                  <a:pt x="50563" y="112177"/>
                  <a:pt x="53454" y="109015"/>
                  <a:pt x="56826" y="104257"/>
                </a:cubicBezTo>
                <a:lnTo>
                  <a:pt x="56826" y="59085"/>
                </a:lnTo>
                <a:cubicBezTo>
                  <a:pt x="56826" y="52624"/>
                  <a:pt x="56239" y="48600"/>
                  <a:pt x="55065" y="47016"/>
                </a:cubicBezTo>
                <a:cubicBezTo>
                  <a:pt x="53890" y="45431"/>
                  <a:pt x="51436" y="44395"/>
                  <a:pt x="47702" y="43907"/>
                </a:cubicBezTo>
                <a:lnTo>
                  <a:pt x="47702" y="40655"/>
                </a:lnTo>
                <a:lnTo>
                  <a:pt x="82123" y="40655"/>
                </a:lnTo>
                <a:close/>
                <a:moveTo>
                  <a:pt x="139395" y="40655"/>
                </a:moveTo>
                <a:lnTo>
                  <a:pt x="139395" y="59808"/>
                </a:lnTo>
                <a:cubicBezTo>
                  <a:pt x="144996" y="51074"/>
                  <a:pt x="149905" y="45277"/>
                  <a:pt x="154121" y="42417"/>
                </a:cubicBezTo>
                <a:cubicBezTo>
                  <a:pt x="158337" y="39556"/>
                  <a:pt x="162402" y="38125"/>
                  <a:pt x="166317" y="38125"/>
                </a:cubicBezTo>
                <a:cubicBezTo>
                  <a:pt x="169690" y="38125"/>
                  <a:pt x="172385" y="39168"/>
                  <a:pt x="174403" y="41253"/>
                </a:cubicBezTo>
                <a:cubicBezTo>
                  <a:pt x="176421" y="43339"/>
                  <a:pt x="177429" y="46285"/>
                  <a:pt x="177429" y="50093"/>
                </a:cubicBezTo>
                <a:cubicBezTo>
                  <a:pt x="177429" y="54143"/>
                  <a:pt x="176451" y="57288"/>
                  <a:pt x="174493" y="59525"/>
                </a:cubicBezTo>
                <a:cubicBezTo>
                  <a:pt x="172536" y="61761"/>
                  <a:pt x="170172" y="62879"/>
                  <a:pt x="167401" y="62879"/>
                </a:cubicBezTo>
                <a:cubicBezTo>
                  <a:pt x="164209" y="62879"/>
                  <a:pt x="161438" y="61856"/>
                  <a:pt x="159090" y="59808"/>
                </a:cubicBezTo>
                <a:cubicBezTo>
                  <a:pt x="156741" y="57760"/>
                  <a:pt x="155355" y="56616"/>
                  <a:pt x="154934" y="56375"/>
                </a:cubicBezTo>
                <a:cubicBezTo>
                  <a:pt x="154331" y="56013"/>
                  <a:pt x="153639" y="55833"/>
                  <a:pt x="152856" y="55833"/>
                </a:cubicBezTo>
                <a:cubicBezTo>
                  <a:pt x="151109" y="55833"/>
                  <a:pt x="149453" y="56495"/>
                  <a:pt x="147887" y="57820"/>
                </a:cubicBezTo>
                <a:cubicBezTo>
                  <a:pt x="145417" y="59868"/>
                  <a:pt x="143550" y="62789"/>
                  <a:pt x="142286" y="66584"/>
                </a:cubicBezTo>
                <a:cubicBezTo>
                  <a:pt x="140358" y="72426"/>
                  <a:pt x="139395" y="78870"/>
                  <a:pt x="139395" y="85917"/>
                </a:cubicBezTo>
                <a:lnTo>
                  <a:pt x="139395" y="105341"/>
                </a:lnTo>
                <a:lnTo>
                  <a:pt x="139485" y="110400"/>
                </a:lnTo>
                <a:cubicBezTo>
                  <a:pt x="139485" y="113833"/>
                  <a:pt x="139696" y="116032"/>
                  <a:pt x="140117" y="116996"/>
                </a:cubicBezTo>
                <a:cubicBezTo>
                  <a:pt x="140840" y="118622"/>
                  <a:pt x="141909" y="119811"/>
                  <a:pt x="143324" y="120564"/>
                </a:cubicBezTo>
                <a:cubicBezTo>
                  <a:pt x="144740" y="121317"/>
                  <a:pt x="147134" y="121784"/>
                  <a:pt x="150507" y="121964"/>
                </a:cubicBezTo>
                <a:lnTo>
                  <a:pt x="150507" y="125217"/>
                </a:lnTo>
                <a:lnTo>
                  <a:pt x="104883" y="125217"/>
                </a:lnTo>
                <a:lnTo>
                  <a:pt x="104883" y="121964"/>
                </a:lnTo>
                <a:cubicBezTo>
                  <a:pt x="108557" y="121663"/>
                  <a:pt x="111042" y="120654"/>
                  <a:pt x="112336" y="118938"/>
                </a:cubicBezTo>
                <a:cubicBezTo>
                  <a:pt x="113631" y="117221"/>
                  <a:pt x="114279" y="112689"/>
                  <a:pt x="114279" y="105341"/>
                </a:cubicBezTo>
                <a:lnTo>
                  <a:pt x="114279" y="58543"/>
                </a:lnTo>
                <a:cubicBezTo>
                  <a:pt x="114279" y="53694"/>
                  <a:pt x="114038" y="50604"/>
                  <a:pt x="113556" y="49271"/>
                </a:cubicBezTo>
                <a:cubicBezTo>
                  <a:pt x="112954" y="47574"/>
                  <a:pt x="112081" y="46331"/>
                  <a:pt x="110936" y="45545"/>
                </a:cubicBezTo>
                <a:cubicBezTo>
                  <a:pt x="109792" y="44756"/>
                  <a:pt x="107774" y="44210"/>
                  <a:pt x="104883" y="43907"/>
                </a:cubicBezTo>
                <a:lnTo>
                  <a:pt x="104883" y="40655"/>
                </a:lnTo>
                <a:lnTo>
                  <a:pt x="139395" y="40655"/>
                </a:lnTo>
                <a:close/>
                <a:moveTo>
                  <a:pt x="254684" y="103373"/>
                </a:moveTo>
                <a:lnTo>
                  <a:pt x="257484" y="105539"/>
                </a:lnTo>
                <a:cubicBezTo>
                  <a:pt x="253509" y="113032"/>
                  <a:pt x="248555" y="118607"/>
                  <a:pt x="242623" y="122264"/>
                </a:cubicBezTo>
                <a:cubicBezTo>
                  <a:pt x="236690" y="125919"/>
                  <a:pt x="230381" y="127746"/>
                  <a:pt x="223696" y="127746"/>
                </a:cubicBezTo>
                <a:cubicBezTo>
                  <a:pt x="212433" y="127746"/>
                  <a:pt x="203429" y="123497"/>
                  <a:pt x="196683" y="114997"/>
                </a:cubicBezTo>
                <a:cubicBezTo>
                  <a:pt x="189937" y="106495"/>
                  <a:pt x="186564" y="96276"/>
                  <a:pt x="186564" y="84339"/>
                </a:cubicBezTo>
                <a:cubicBezTo>
                  <a:pt x="186564" y="72822"/>
                  <a:pt x="189636" y="62693"/>
                  <a:pt x="195779" y="53952"/>
                </a:cubicBezTo>
                <a:cubicBezTo>
                  <a:pt x="203188" y="43401"/>
                  <a:pt x="213396" y="38125"/>
                  <a:pt x="226406" y="38125"/>
                </a:cubicBezTo>
                <a:cubicBezTo>
                  <a:pt x="235139" y="38125"/>
                  <a:pt x="242081" y="40330"/>
                  <a:pt x="247230" y="44740"/>
                </a:cubicBezTo>
                <a:cubicBezTo>
                  <a:pt x="252380" y="49148"/>
                  <a:pt x="254955" y="54070"/>
                  <a:pt x="254955" y="59506"/>
                </a:cubicBezTo>
                <a:cubicBezTo>
                  <a:pt x="254955" y="62948"/>
                  <a:pt x="253916" y="65696"/>
                  <a:pt x="251838" y="67750"/>
                </a:cubicBezTo>
                <a:cubicBezTo>
                  <a:pt x="249760" y="69803"/>
                  <a:pt x="247035" y="70830"/>
                  <a:pt x="243662" y="70830"/>
                </a:cubicBezTo>
                <a:cubicBezTo>
                  <a:pt x="240108" y="70830"/>
                  <a:pt x="237172" y="69651"/>
                  <a:pt x="234853" y="67295"/>
                </a:cubicBezTo>
                <a:cubicBezTo>
                  <a:pt x="232534" y="64937"/>
                  <a:pt x="231104" y="60736"/>
                  <a:pt x="230562" y="54692"/>
                </a:cubicBezTo>
                <a:cubicBezTo>
                  <a:pt x="230200" y="50884"/>
                  <a:pt x="229327" y="48225"/>
                  <a:pt x="227942" y="46714"/>
                </a:cubicBezTo>
                <a:cubicBezTo>
                  <a:pt x="226557" y="45204"/>
                  <a:pt x="224930" y="44449"/>
                  <a:pt x="223063" y="44449"/>
                </a:cubicBezTo>
                <a:cubicBezTo>
                  <a:pt x="220172" y="44449"/>
                  <a:pt x="217703" y="45985"/>
                  <a:pt x="215655" y="49057"/>
                </a:cubicBezTo>
                <a:cubicBezTo>
                  <a:pt x="212523" y="53694"/>
                  <a:pt x="210957" y="60802"/>
                  <a:pt x="210957" y="70378"/>
                </a:cubicBezTo>
                <a:cubicBezTo>
                  <a:pt x="210957" y="78328"/>
                  <a:pt x="212222" y="85932"/>
                  <a:pt x="214752" y="93190"/>
                </a:cubicBezTo>
                <a:cubicBezTo>
                  <a:pt x="217281" y="100448"/>
                  <a:pt x="220744" y="105853"/>
                  <a:pt x="225141" y="109407"/>
                </a:cubicBezTo>
                <a:cubicBezTo>
                  <a:pt x="228454" y="111996"/>
                  <a:pt x="232369" y="113291"/>
                  <a:pt x="236886" y="113291"/>
                </a:cubicBezTo>
                <a:cubicBezTo>
                  <a:pt x="239837" y="113291"/>
                  <a:pt x="242638" y="112601"/>
                  <a:pt x="245288" y="111219"/>
                </a:cubicBezTo>
                <a:cubicBezTo>
                  <a:pt x="247938" y="109836"/>
                  <a:pt x="251070" y="107220"/>
                  <a:pt x="254684" y="103373"/>
                </a:cubicBezTo>
                <a:close/>
                <a:moveTo>
                  <a:pt x="313779" y="112749"/>
                </a:moveTo>
                <a:cubicBezTo>
                  <a:pt x="303480" y="121904"/>
                  <a:pt x="294234" y="126482"/>
                  <a:pt x="286043" y="126482"/>
                </a:cubicBezTo>
                <a:cubicBezTo>
                  <a:pt x="281225" y="126482"/>
                  <a:pt x="277220" y="124896"/>
                  <a:pt x="274028" y="121724"/>
                </a:cubicBezTo>
                <a:cubicBezTo>
                  <a:pt x="270835" y="118551"/>
                  <a:pt x="269239" y="114578"/>
                  <a:pt x="269239" y="109805"/>
                </a:cubicBezTo>
                <a:cubicBezTo>
                  <a:pt x="269239" y="103338"/>
                  <a:pt x="272010" y="97521"/>
                  <a:pt x="277551" y="92354"/>
                </a:cubicBezTo>
                <a:cubicBezTo>
                  <a:pt x="283092" y="87188"/>
                  <a:pt x="295168" y="80314"/>
                  <a:pt x="313779" y="71733"/>
                </a:cubicBezTo>
                <a:lnTo>
                  <a:pt x="313779" y="63241"/>
                </a:lnTo>
                <a:cubicBezTo>
                  <a:pt x="313779" y="56857"/>
                  <a:pt x="313433" y="52836"/>
                  <a:pt x="312740" y="51180"/>
                </a:cubicBezTo>
                <a:cubicBezTo>
                  <a:pt x="312047" y="49524"/>
                  <a:pt x="310737" y="48078"/>
                  <a:pt x="308810" y="46843"/>
                </a:cubicBezTo>
                <a:cubicBezTo>
                  <a:pt x="306883" y="45609"/>
                  <a:pt x="304714" y="44991"/>
                  <a:pt x="302305" y="44991"/>
                </a:cubicBezTo>
                <a:cubicBezTo>
                  <a:pt x="298390" y="44991"/>
                  <a:pt x="295168" y="45865"/>
                  <a:pt x="292638" y="47611"/>
                </a:cubicBezTo>
                <a:cubicBezTo>
                  <a:pt x="291072" y="48695"/>
                  <a:pt x="290289" y="49960"/>
                  <a:pt x="290289" y="51406"/>
                </a:cubicBezTo>
                <a:cubicBezTo>
                  <a:pt x="290289" y="52671"/>
                  <a:pt x="291133" y="54237"/>
                  <a:pt x="292819" y="56104"/>
                </a:cubicBezTo>
                <a:cubicBezTo>
                  <a:pt x="295108" y="58694"/>
                  <a:pt x="296252" y="61193"/>
                  <a:pt x="296252" y="63602"/>
                </a:cubicBezTo>
                <a:cubicBezTo>
                  <a:pt x="296252" y="66553"/>
                  <a:pt x="295153" y="69068"/>
                  <a:pt x="292955" y="71146"/>
                </a:cubicBezTo>
                <a:cubicBezTo>
                  <a:pt x="290756" y="73224"/>
                  <a:pt x="287880" y="74263"/>
                  <a:pt x="284327" y="74263"/>
                </a:cubicBezTo>
                <a:cubicBezTo>
                  <a:pt x="280532" y="74263"/>
                  <a:pt x="277355" y="73118"/>
                  <a:pt x="274795" y="70830"/>
                </a:cubicBezTo>
                <a:cubicBezTo>
                  <a:pt x="272236" y="68541"/>
                  <a:pt x="270956" y="65861"/>
                  <a:pt x="270956" y="62789"/>
                </a:cubicBezTo>
                <a:cubicBezTo>
                  <a:pt x="270956" y="58453"/>
                  <a:pt x="272672" y="54312"/>
                  <a:pt x="276105" y="50367"/>
                </a:cubicBezTo>
                <a:cubicBezTo>
                  <a:pt x="279539" y="46422"/>
                  <a:pt x="284327" y="43395"/>
                  <a:pt x="290470" y="41287"/>
                </a:cubicBezTo>
                <a:cubicBezTo>
                  <a:pt x="296614" y="39179"/>
                  <a:pt x="302998" y="38125"/>
                  <a:pt x="309623" y="38125"/>
                </a:cubicBezTo>
                <a:cubicBezTo>
                  <a:pt x="317634" y="38125"/>
                  <a:pt x="323973" y="39831"/>
                  <a:pt x="328640" y="43244"/>
                </a:cubicBezTo>
                <a:cubicBezTo>
                  <a:pt x="333308" y="46654"/>
                  <a:pt x="336335" y="50352"/>
                  <a:pt x="337720" y="54336"/>
                </a:cubicBezTo>
                <a:cubicBezTo>
                  <a:pt x="338563" y="56872"/>
                  <a:pt x="338985" y="62697"/>
                  <a:pt x="338985" y="71812"/>
                </a:cubicBezTo>
                <a:lnTo>
                  <a:pt x="338985" y="104683"/>
                </a:lnTo>
                <a:cubicBezTo>
                  <a:pt x="338985" y="108547"/>
                  <a:pt x="339135" y="110978"/>
                  <a:pt x="339437" y="111976"/>
                </a:cubicBezTo>
                <a:cubicBezTo>
                  <a:pt x="339738" y="112971"/>
                  <a:pt x="340189" y="113711"/>
                  <a:pt x="340792" y="114195"/>
                </a:cubicBezTo>
                <a:cubicBezTo>
                  <a:pt x="341394" y="114677"/>
                  <a:pt x="342087" y="114918"/>
                  <a:pt x="342870" y="114918"/>
                </a:cubicBezTo>
                <a:cubicBezTo>
                  <a:pt x="344436" y="114918"/>
                  <a:pt x="346032" y="113803"/>
                  <a:pt x="347658" y="111575"/>
                </a:cubicBezTo>
                <a:lnTo>
                  <a:pt x="350368" y="113743"/>
                </a:lnTo>
                <a:cubicBezTo>
                  <a:pt x="347357" y="118200"/>
                  <a:pt x="344240" y="121437"/>
                  <a:pt x="341018" y="123455"/>
                </a:cubicBezTo>
                <a:cubicBezTo>
                  <a:pt x="337795" y="125473"/>
                  <a:pt x="334136" y="126482"/>
                  <a:pt x="330041" y="126482"/>
                </a:cubicBezTo>
                <a:cubicBezTo>
                  <a:pt x="325222" y="126482"/>
                  <a:pt x="321458" y="125345"/>
                  <a:pt x="318748" y="123071"/>
                </a:cubicBezTo>
                <a:cubicBezTo>
                  <a:pt x="316038" y="120797"/>
                  <a:pt x="314381" y="117357"/>
                  <a:pt x="313779" y="112749"/>
                </a:cubicBezTo>
                <a:moveTo>
                  <a:pt x="313779" y="106064"/>
                </a:moveTo>
                <a:lnTo>
                  <a:pt x="313779" y="77803"/>
                </a:lnTo>
                <a:cubicBezTo>
                  <a:pt x="306491" y="82100"/>
                  <a:pt x="301071" y="86700"/>
                  <a:pt x="297517" y="91603"/>
                </a:cubicBezTo>
                <a:cubicBezTo>
                  <a:pt x="295168" y="94871"/>
                  <a:pt x="293994" y="98169"/>
                  <a:pt x="293994" y="101499"/>
                </a:cubicBezTo>
                <a:cubicBezTo>
                  <a:pt x="293994" y="104282"/>
                  <a:pt x="294987" y="106734"/>
                  <a:pt x="296975" y="108853"/>
                </a:cubicBezTo>
                <a:cubicBezTo>
                  <a:pt x="298481" y="110487"/>
                  <a:pt x="300589" y="111304"/>
                  <a:pt x="303299" y="111304"/>
                </a:cubicBezTo>
                <a:cubicBezTo>
                  <a:pt x="306310" y="111304"/>
                  <a:pt x="309804" y="109557"/>
                  <a:pt x="313779" y="106064"/>
                </a:cubicBezTo>
                <a:close/>
                <a:moveTo>
                  <a:pt x="394301" y="9576"/>
                </a:moveTo>
                <a:lnTo>
                  <a:pt x="394301" y="40655"/>
                </a:lnTo>
                <a:lnTo>
                  <a:pt x="414357" y="40655"/>
                </a:lnTo>
                <a:lnTo>
                  <a:pt x="414357" y="49509"/>
                </a:lnTo>
                <a:lnTo>
                  <a:pt x="394301" y="49509"/>
                </a:lnTo>
                <a:lnTo>
                  <a:pt x="394301" y="101778"/>
                </a:lnTo>
                <a:cubicBezTo>
                  <a:pt x="394301" y="106670"/>
                  <a:pt x="394527" y="109825"/>
                  <a:pt x="394978" y="111245"/>
                </a:cubicBezTo>
                <a:cubicBezTo>
                  <a:pt x="395430" y="112664"/>
                  <a:pt x="396228" y="113812"/>
                  <a:pt x="397372" y="114689"/>
                </a:cubicBezTo>
                <a:cubicBezTo>
                  <a:pt x="398517" y="115564"/>
                  <a:pt x="399571" y="116002"/>
                  <a:pt x="400534" y="116002"/>
                </a:cubicBezTo>
                <a:cubicBezTo>
                  <a:pt x="404449" y="116002"/>
                  <a:pt x="408153" y="112990"/>
                  <a:pt x="411647" y="106967"/>
                </a:cubicBezTo>
                <a:lnTo>
                  <a:pt x="414357" y="108975"/>
                </a:lnTo>
                <a:cubicBezTo>
                  <a:pt x="409479" y="120646"/>
                  <a:pt x="401558" y="126482"/>
                  <a:pt x="390597" y="126482"/>
                </a:cubicBezTo>
                <a:cubicBezTo>
                  <a:pt x="385236" y="126482"/>
                  <a:pt x="380704" y="124986"/>
                  <a:pt x="377000" y="121995"/>
                </a:cubicBezTo>
                <a:cubicBezTo>
                  <a:pt x="373296" y="119003"/>
                  <a:pt x="370932" y="115663"/>
                  <a:pt x="369908" y="111976"/>
                </a:cubicBezTo>
                <a:cubicBezTo>
                  <a:pt x="369306" y="109920"/>
                  <a:pt x="369004" y="104360"/>
                  <a:pt x="369004" y="95293"/>
                </a:cubicBezTo>
                <a:lnTo>
                  <a:pt x="369004" y="49509"/>
                </a:lnTo>
                <a:lnTo>
                  <a:pt x="357982" y="49509"/>
                </a:lnTo>
                <a:lnTo>
                  <a:pt x="357982" y="46338"/>
                </a:lnTo>
                <a:cubicBezTo>
                  <a:pt x="365571" y="40966"/>
                  <a:pt x="372031" y="35323"/>
                  <a:pt x="377361" y="29407"/>
                </a:cubicBezTo>
                <a:cubicBezTo>
                  <a:pt x="382692" y="23491"/>
                  <a:pt x="387344" y="16881"/>
                  <a:pt x="391319" y="9576"/>
                </a:cubicBezTo>
                <a:lnTo>
                  <a:pt x="394301" y="9576"/>
                </a:lnTo>
                <a:close/>
                <a:moveTo>
                  <a:pt x="442724" y="0"/>
                </a:moveTo>
                <a:cubicBezTo>
                  <a:pt x="446639" y="0"/>
                  <a:pt x="449951" y="1375"/>
                  <a:pt x="452662" y="4125"/>
                </a:cubicBezTo>
                <a:cubicBezTo>
                  <a:pt x="455372" y="6873"/>
                  <a:pt x="456727" y="10181"/>
                  <a:pt x="456727" y="14048"/>
                </a:cubicBezTo>
                <a:cubicBezTo>
                  <a:pt x="456727" y="17916"/>
                  <a:pt x="455357" y="21210"/>
                  <a:pt x="452617" y="23930"/>
                </a:cubicBezTo>
                <a:cubicBezTo>
                  <a:pt x="449876" y="26648"/>
                  <a:pt x="446579" y="28007"/>
                  <a:pt x="442724" y="28007"/>
                </a:cubicBezTo>
                <a:cubicBezTo>
                  <a:pt x="438869" y="28007"/>
                  <a:pt x="435587" y="26648"/>
                  <a:pt x="432876" y="23930"/>
                </a:cubicBezTo>
                <a:cubicBezTo>
                  <a:pt x="430166" y="21210"/>
                  <a:pt x="428811" y="17916"/>
                  <a:pt x="428811" y="14048"/>
                </a:cubicBezTo>
                <a:cubicBezTo>
                  <a:pt x="428811" y="10181"/>
                  <a:pt x="430166" y="6873"/>
                  <a:pt x="432876" y="4125"/>
                </a:cubicBezTo>
                <a:cubicBezTo>
                  <a:pt x="435587" y="1375"/>
                  <a:pt x="438869" y="0"/>
                  <a:pt x="442724" y="0"/>
                </a:cubicBezTo>
                <a:moveTo>
                  <a:pt x="455372" y="40655"/>
                </a:moveTo>
                <a:lnTo>
                  <a:pt x="455372" y="107690"/>
                </a:lnTo>
                <a:cubicBezTo>
                  <a:pt x="455372" y="113653"/>
                  <a:pt x="456065" y="117462"/>
                  <a:pt x="457450" y="119119"/>
                </a:cubicBezTo>
                <a:cubicBezTo>
                  <a:pt x="458835" y="120775"/>
                  <a:pt x="461546" y="121724"/>
                  <a:pt x="465581" y="121964"/>
                </a:cubicBezTo>
                <a:lnTo>
                  <a:pt x="465581" y="125217"/>
                </a:lnTo>
                <a:lnTo>
                  <a:pt x="419957" y="125217"/>
                </a:lnTo>
                <a:lnTo>
                  <a:pt x="419957" y="121964"/>
                </a:lnTo>
                <a:cubicBezTo>
                  <a:pt x="423691" y="121844"/>
                  <a:pt x="426462" y="120760"/>
                  <a:pt x="428269" y="118712"/>
                </a:cubicBezTo>
                <a:cubicBezTo>
                  <a:pt x="429473" y="117327"/>
                  <a:pt x="430076" y="113653"/>
                  <a:pt x="430076" y="107690"/>
                </a:cubicBezTo>
                <a:lnTo>
                  <a:pt x="430076" y="58362"/>
                </a:lnTo>
                <a:cubicBezTo>
                  <a:pt x="430076" y="52324"/>
                  <a:pt x="429383" y="48467"/>
                  <a:pt x="427998" y="46790"/>
                </a:cubicBezTo>
                <a:cubicBezTo>
                  <a:pt x="426613" y="45113"/>
                  <a:pt x="423932" y="44152"/>
                  <a:pt x="419957" y="43907"/>
                </a:cubicBezTo>
                <a:lnTo>
                  <a:pt x="419957" y="40655"/>
                </a:lnTo>
                <a:lnTo>
                  <a:pt x="455372" y="40655"/>
                </a:lnTo>
                <a:close/>
                <a:moveTo>
                  <a:pt x="511641" y="38125"/>
                </a:moveTo>
                <a:cubicBezTo>
                  <a:pt x="518989" y="38125"/>
                  <a:pt x="525825" y="40024"/>
                  <a:pt x="532149" y="43822"/>
                </a:cubicBezTo>
                <a:cubicBezTo>
                  <a:pt x="538473" y="47621"/>
                  <a:pt x="543277" y="53017"/>
                  <a:pt x="546559" y="60011"/>
                </a:cubicBezTo>
                <a:cubicBezTo>
                  <a:pt x="549842" y="67005"/>
                  <a:pt x="551483" y="74662"/>
                  <a:pt x="551483" y="82981"/>
                </a:cubicBezTo>
                <a:cubicBezTo>
                  <a:pt x="551483" y="94978"/>
                  <a:pt x="548441" y="105016"/>
                  <a:pt x="542358" y="113097"/>
                </a:cubicBezTo>
                <a:cubicBezTo>
                  <a:pt x="535010" y="122863"/>
                  <a:pt x="524862" y="127746"/>
                  <a:pt x="511912" y="127746"/>
                </a:cubicBezTo>
                <a:cubicBezTo>
                  <a:pt x="499204" y="127746"/>
                  <a:pt x="489417" y="123285"/>
                  <a:pt x="482550" y="114361"/>
                </a:cubicBezTo>
                <a:cubicBezTo>
                  <a:pt x="475684" y="105438"/>
                  <a:pt x="472251" y="95098"/>
                  <a:pt x="472251" y="83342"/>
                </a:cubicBezTo>
                <a:cubicBezTo>
                  <a:pt x="472251" y="71225"/>
                  <a:pt x="475760" y="60659"/>
                  <a:pt x="482776" y="51646"/>
                </a:cubicBezTo>
                <a:cubicBezTo>
                  <a:pt x="489793" y="42632"/>
                  <a:pt x="499415" y="38125"/>
                  <a:pt x="511641" y="38125"/>
                </a:cubicBezTo>
                <a:moveTo>
                  <a:pt x="512003" y="44449"/>
                </a:moveTo>
                <a:cubicBezTo>
                  <a:pt x="508931" y="44449"/>
                  <a:pt x="506296" y="45611"/>
                  <a:pt x="504098" y="47933"/>
                </a:cubicBezTo>
                <a:cubicBezTo>
                  <a:pt x="501899" y="50254"/>
                  <a:pt x="500454" y="54836"/>
                  <a:pt x="499761" y="61680"/>
                </a:cubicBezTo>
                <a:cubicBezTo>
                  <a:pt x="499068" y="68523"/>
                  <a:pt x="498722" y="78036"/>
                  <a:pt x="498722" y="90217"/>
                </a:cubicBezTo>
                <a:cubicBezTo>
                  <a:pt x="498722" y="96669"/>
                  <a:pt x="499144" y="102700"/>
                  <a:pt x="499987" y="108308"/>
                </a:cubicBezTo>
                <a:cubicBezTo>
                  <a:pt x="500649" y="112588"/>
                  <a:pt x="502065" y="115845"/>
                  <a:pt x="504233" y="118077"/>
                </a:cubicBezTo>
                <a:cubicBezTo>
                  <a:pt x="506401" y="120307"/>
                  <a:pt x="508871" y="121422"/>
                  <a:pt x="511641" y="121422"/>
                </a:cubicBezTo>
                <a:cubicBezTo>
                  <a:pt x="514352" y="121422"/>
                  <a:pt x="516610" y="120669"/>
                  <a:pt x="518417" y="119161"/>
                </a:cubicBezTo>
                <a:cubicBezTo>
                  <a:pt x="520766" y="117111"/>
                  <a:pt x="522332" y="114247"/>
                  <a:pt x="523115" y="110567"/>
                </a:cubicBezTo>
                <a:cubicBezTo>
                  <a:pt x="524320" y="104840"/>
                  <a:pt x="524922" y="93262"/>
                  <a:pt x="524922" y="75835"/>
                </a:cubicBezTo>
                <a:cubicBezTo>
                  <a:pt x="524922" y="65585"/>
                  <a:pt x="524350" y="58546"/>
                  <a:pt x="523205" y="54717"/>
                </a:cubicBezTo>
                <a:cubicBezTo>
                  <a:pt x="522061" y="50887"/>
                  <a:pt x="520375" y="48098"/>
                  <a:pt x="518146" y="46349"/>
                </a:cubicBezTo>
                <a:cubicBezTo>
                  <a:pt x="516580" y="45083"/>
                  <a:pt x="514532" y="44449"/>
                  <a:pt x="512003" y="44449"/>
                </a:cubicBezTo>
                <a:close/>
                <a:moveTo>
                  <a:pt x="599933" y="40655"/>
                </a:moveTo>
                <a:lnTo>
                  <a:pt x="599933" y="51677"/>
                </a:lnTo>
                <a:cubicBezTo>
                  <a:pt x="604269" y="46947"/>
                  <a:pt x="608425" y="43506"/>
                  <a:pt x="612400" y="41355"/>
                </a:cubicBezTo>
                <a:cubicBezTo>
                  <a:pt x="616376" y="39202"/>
                  <a:pt x="620652" y="38125"/>
                  <a:pt x="625229" y="38125"/>
                </a:cubicBezTo>
                <a:cubicBezTo>
                  <a:pt x="630710" y="38125"/>
                  <a:pt x="635257" y="39648"/>
                  <a:pt x="638871" y="42693"/>
                </a:cubicBezTo>
                <a:cubicBezTo>
                  <a:pt x="642485" y="45739"/>
                  <a:pt x="644894" y="49523"/>
                  <a:pt x="646099" y="54045"/>
                </a:cubicBezTo>
                <a:cubicBezTo>
                  <a:pt x="647062" y="57484"/>
                  <a:pt x="647544" y="64089"/>
                  <a:pt x="647544" y="73859"/>
                </a:cubicBezTo>
                <a:lnTo>
                  <a:pt x="647544" y="106787"/>
                </a:lnTo>
                <a:cubicBezTo>
                  <a:pt x="647544" y="113291"/>
                  <a:pt x="648131" y="117342"/>
                  <a:pt x="649306" y="118938"/>
                </a:cubicBezTo>
                <a:cubicBezTo>
                  <a:pt x="650480" y="120534"/>
                  <a:pt x="652935" y="121543"/>
                  <a:pt x="656669" y="121964"/>
                </a:cubicBezTo>
                <a:lnTo>
                  <a:pt x="656669" y="125217"/>
                </a:lnTo>
                <a:lnTo>
                  <a:pt x="613936" y="125217"/>
                </a:lnTo>
                <a:lnTo>
                  <a:pt x="613936" y="121964"/>
                </a:lnTo>
                <a:cubicBezTo>
                  <a:pt x="617128" y="121543"/>
                  <a:pt x="619417" y="120218"/>
                  <a:pt x="620802" y="117989"/>
                </a:cubicBezTo>
                <a:cubicBezTo>
                  <a:pt x="621766" y="116484"/>
                  <a:pt x="622248" y="112749"/>
                  <a:pt x="622248" y="106787"/>
                </a:cubicBezTo>
                <a:lnTo>
                  <a:pt x="622248" y="69204"/>
                </a:lnTo>
                <a:cubicBezTo>
                  <a:pt x="622248" y="62277"/>
                  <a:pt x="621977" y="57911"/>
                  <a:pt x="621435" y="56104"/>
                </a:cubicBezTo>
                <a:cubicBezTo>
                  <a:pt x="620893" y="54297"/>
                  <a:pt x="619974" y="52896"/>
                  <a:pt x="618679" y="51903"/>
                </a:cubicBezTo>
                <a:cubicBezTo>
                  <a:pt x="617384" y="50909"/>
                  <a:pt x="615954" y="50412"/>
                  <a:pt x="614388" y="50412"/>
                </a:cubicBezTo>
                <a:cubicBezTo>
                  <a:pt x="609208" y="50412"/>
                  <a:pt x="604390" y="54146"/>
                  <a:pt x="599933" y="61615"/>
                </a:cubicBezTo>
                <a:lnTo>
                  <a:pt x="599933" y="106787"/>
                </a:lnTo>
                <a:cubicBezTo>
                  <a:pt x="599933" y="113111"/>
                  <a:pt x="600520" y="117116"/>
                  <a:pt x="601695" y="118802"/>
                </a:cubicBezTo>
                <a:cubicBezTo>
                  <a:pt x="602869" y="120489"/>
                  <a:pt x="605052" y="121543"/>
                  <a:pt x="608245" y="121964"/>
                </a:cubicBezTo>
                <a:lnTo>
                  <a:pt x="608245" y="125217"/>
                </a:lnTo>
                <a:lnTo>
                  <a:pt x="565512" y="125217"/>
                </a:lnTo>
                <a:lnTo>
                  <a:pt x="565512" y="121964"/>
                </a:lnTo>
                <a:cubicBezTo>
                  <a:pt x="569065" y="121603"/>
                  <a:pt x="571595" y="120459"/>
                  <a:pt x="573101" y="118531"/>
                </a:cubicBezTo>
                <a:cubicBezTo>
                  <a:pt x="574125" y="117206"/>
                  <a:pt x="574637" y="113291"/>
                  <a:pt x="574637" y="106787"/>
                </a:cubicBezTo>
                <a:lnTo>
                  <a:pt x="574637" y="59085"/>
                </a:lnTo>
                <a:cubicBezTo>
                  <a:pt x="574637" y="52624"/>
                  <a:pt x="574049" y="48600"/>
                  <a:pt x="572875" y="47016"/>
                </a:cubicBezTo>
                <a:cubicBezTo>
                  <a:pt x="571700" y="45431"/>
                  <a:pt x="569246" y="44395"/>
                  <a:pt x="565512" y="43907"/>
                </a:cubicBezTo>
                <a:lnTo>
                  <a:pt x="565512" y="40655"/>
                </a:lnTo>
                <a:lnTo>
                  <a:pt x="599933" y="40655"/>
                </a:lnTo>
                <a:close/>
                <a:moveTo>
                  <a:pt x="756983" y="69746"/>
                </a:moveTo>
                <a:lnTo>
                  <a:pt x="756983" y="103715"/>
                </a:lnTo>
                <a:cubicBezTo>
                  <a:pt x="756983" y="110374"/>
                  <a:pt x="757390" y="114567"/>
                  <a:pt x="758203" y="116293"/>
                </a:cubicBezTo>
                <a:cubicBezTo>
                  <a:pt x="759016" y="118017"/>
                  <a:pt x="760462" y="119393"/>
                  <a:pt x="762540" y="120423"/>
                </a:cubicBezTo>
                <a:cubicBezTo>
                  <a:pt x="764617" y="121451"/>
                  <a:pt x="768427" y="121964"/>
                  <a:pt x="773968" y="121964"/>
                </a:cubicBezTo>
                <a:lnTo>
                  <a:pt x="773968" y="125217"/>
                </a:lnTo>
                <a:lnTo>
                  <a:pt x="711721" y="125217"/>
                </a:lnTo>
                <a:lnTo>
                  <a:pt x="711721" y="121964"/>
                </a:lnTo>
                <a:cubicBezTo>
                  <a:pt x="717383" y="121964"/>
                  <a:pt x="721222" y="121435"/>
                  <a:pt x="723240" y="120375"/>
                </a:cubicBezTo>
                <a:cubicBezTo>
                  <a:pt x="725258" y="119315"/>
                  <a:pt x="726673" y="117938"/>
                  <a:pt x="727486" y="116245"/>
                </a:cubicBezTo>
                <a:cubicBezTo>
                  <a:pt x="728299" y="114551"/>
                  <a:pt x="728706" y="110374"/>
                  <a:pt x="728706" y="103715"/>
                </a:cubicBezTo>
                <a:lnTo>
                  <a:pt x="728706" y="24212"/>
                </a:lnTo>
                <a:cubicBezTo>
                  <a:pt x="728706" y="17553"/>
                  <a:pt x="728299" y="13362"/>
                  <a:pt x="727486" y="11637"/>
                </a:cubicBezTo>
                <a:cubicBezTo>
                  <a:pt x="726673" y="9911"/>
                  <a:pt x="725242" y="8535"/>
                  <a:pt x="723195" y="7507"/>
                </a:cubicBezTo>
                <a:cubicBezTo>
                  <a:pt x="721147" y="6477"/>
                  <a:pt x="717322" y="5963"/>
                  <a:pt x="711721" y="5963"/>
                </a:cubicBezTo>
                <a:lnTo>
                  <a:pt x="711721" y="2710"/>
                </a:lnTo>
                <a:lnTo>
                  <a:pt x="765114" y="2710"/>
                </a:lnTo>
                <a:cubicBezTo>
                  <a:pt x="782701" y="2710"/>
                  <a:pt x="795319" y="5842"/>
                  <a:pt x="802968" y="12106"/>
                </a:cubicBezTo>
                <a:cubicBezTo>
                  <a:pt x="810618" y="18370"/>
                  <a:pt x="814442" y="26200"/>
                  <a:pt x="814442" y="35596"/>
                </a:cubicBezTo>
                <a:cubicBezTo>
                  <a:pt x="814442" y="43546"/>
                  <a:pt x="811973" y="50352"/>
                  <a:pt x="807034" y="56013"/>
                </a:cubicBezTo>
                <a:cubicBezTo>
                  <a:pt x="802095" y="61675"/>
                  <a:pt x="795289" y="65530"/>
                  <a:pt x="786616" y="67577"/>
                </a:cubicBezTo>
                <a:cubicBezTo>
                  <a:pt x="780774" y="69023"/>
                  <a:pt x="770896" y="69746"/>
                  <a:pt x="756983" y="69746"/>
                </a:cubicBezTo>
                <a:moveTo>
                  <a:pt x="756983" y="9757"/>
                </a:moveTo>
                <a:lnTo>
                  <a:pt x="756983" y="62699"/>
                </a:lnTo>
                <a:cubicBezTo>
                  <a:pt x="758971" y="62819"/>
                  <a:pt x="760477" y="62879"/>
                  <a:pt x="761501" y="62879"/>
                </a:cubicBezTo>
                <a:cubicBezTo>
                  <a:pt x="768849" y="62879"/>
                  <a:pt x="774510" y="60696"/>
                  <a:pt x="778485" y="56329"/>
                </a:cubicBezTo>
                <a:cubicBezTo>
                  <a:pt x="782460" y="51963"/>
                  <a:pt x="784448" y="45202"/>
                  <a:pt x="784448" y="36047"/>
                </a:cubicBezTo>
                <a:cubicBezTo>
                  <a:pt x="784448" y="26953"/>
                  <a:pt x="782460" y="20297"/>
                  <a:pt x="778485" y="16081"/>
                </a:cubicBezTo>
                <a:cubicBezTo>
                  <a:pt x="774510" y="11865"/>
                  <a:pt x="768578" y="9757"/>
                  <a:pt x="760687" y="9757"/>
                </a:cubicBezTo>
                <a:lnTo>
                  <a:pt x="756983" y="9757"/>
                </a:lnTo>
                <a:close/>
                <a:moveTo>
                  <a:pt x="866148" y="38125"/>
                </a:moveTo>
                <a:cubicBezTo>
                  <a:pt x="873496" y="38125"/>
                  <a:pt x="880332" y="40024"/>
                  <a:pt x="886656" y="43822"/>
                </a:cubicBezTo>
                <a:cubicBezTo>
                  <a:pt x="892980" y="47621"/>
                  <a:pt x="897784" y="53017"/>
                  <a:pt x="901066" y="60011"/>
                </a:cubicBezTo>
                <a:cubicBezTo>
                  <a:pt x="904349" y="67005"/>
                  <a:pt x="905990" y="74662"/>
                  <a:pt x="905990" y="82981"/>
                </a:cubicBezTo>
                <a:cubicBezTo>
                  <a:pt x="905990" y="94978"/>
                  <a:pt x="902948" y="105016"/>
                  <a:pt x="896865" y="113097"/>
                </a:cubicBezTo>
                <a:cubicBezTo>
                  <a:pt x="889517" y="122863"/>
                  <a:pt x="879368" y="127746"/>
                  <a:pt x="866419" y="127746"/>
                </a:cubicBezTo>
                <a:cubicBezTo>
                  <a:pt x="853711" y="127746"/>
                  <a:pt x="843924" y="123285"/>
                  <a:pt x="837057" y="114361"/>
                </a:cubicBezTo>
                <a:cubicBezTo>
                  <a:pt x="830191" y="105438"/>
                  <a:pt x="826758" y="95098"/>
                  <a:pt x="826758" y="83342"/>
                </a:cubicBezTo>
                <a:cubicBezTo>
                  <a:pt x="826758" y="71225"/>
                  <a:pt x="830266" y="60659"/>
                  <a:pt x="837283" y="51646"/>
                </a:cubicBezTo>
                <a:cubicBezTo>
                  <a:pt x="844300" y="42632"/>
                  <a:pt x="853922" y="38125"/>
                  <a:pt x="866148" y="38125"/>
                </a:cubicBezTo>
                <a:moveTo>
                  <a:pt x="866510" y="44449"/>
                </a:moveTo>
                <a:cubicBezTo>
                  <a:pt x="863438" y="44449"/>
                  <a:pt x="860803" y="45611"/>
                  <a:pt x="858604" y="47933"/>
                </a:cubicBezTo>
                <a:cubicBezTo>
                  <a:pt x="856406" y="50254"/>
                  <a:pt x="854961" y="54836"/>
                  <a:pt x="854268" y="61680"/>
                </a:cubicBezTo>
                <a:cubicBezTo>
                  <a:pt x="853575" y="68523"/>
                  <a:pt x="853229" y="78036"/>
                  <a:pt x="853229" y="90217"/>
                </a:cubicBezTo>
                <a:cubicBezTo>
                  <a:pt x="853229" y="96669"/>
                  <a:pt x="853651" y="102700"/>
                  <a:pt x="854494" y="108308"/>
                </a:cubicBezTo>
                <a:cubicBezTo>
                  <a:pt x="855156" y="112588"/>
                  <a:pt x="856572" y="115845"/>
                  <a:pt x="858740" y="118077"/>
                </a:cubicBezTo>
                <a:cubicBezTo>
                  <a:pt x="860908" y="120307"/>
                  <a:pt x="863378" y="121422"/>
                  <a:pt x="866148" y="121422"/>
                </a:cubicBezTo>
                <a:cubicBezTo>
                  <a:pt x="868858" y="121422"/>
                  <a:pt x="871117" y="120669"/>
                  <a:pt x="872924" y="119161"/>
                </a:cubicBezTo>
                <a:cubicBezTo>
                  <a:pt x="875273" y="117111"/>
                  <a:pt x="876839" y="114247"/>
                  <a:pt x="877622" y="110567"/>
                </a:cubicBezTo>
                <a:cubicBezTo>
                  <a:pt x="878826" y="104840"/>
                  <a:pt x="879429" y="93262"/>
                  <a:pt x="879429" y="75835"/>
                </a:cubicBezTo>
                <a:cubicBezTo>
                  <a:pt x="879429" y="65585"/>
                  <a:pt x="878857" y="58546"/>
                  <a:pt x="877712" y="54717"/>
                </a:cubicBezTo>
                <a:cubicBezTo>
                  <a:pt x="876568" y="50887"/>
                  <a:pt x="874881" y="48098"/>
                  <a:pt x="872653" y="46349"/>
                </a:cubicBezTo>
                <a:cubicBezTo>
                  <a:pt x="871087" y="45083"/>
                  <a:pt x="869039" y="44449"/>
                  <a:pt x="866510" y="44449"/>
                </a:cubicBezTo>
                <a:close/>
                <a:moveTo>
                  <a:pt x="940627" y="0"/>
                </a:moveTo>
                <a:cubicBezTo>
                  <a:pt x="944542" y="0"/>
                  <a:pt x="947855" y="1375"/>
                  <a:pt x="950565" y="4125"/>
                </a:cubicBezTo>
                <a:cubicBezTo>
                  <a:pt x="953275" y="6873"/>
                  <a:pt x="954631" y="10181"/>
                  <a:pt x="954631" y="14048"/>
                </a:cubicBezTo>
                <a:cubicBezTo>
                  <a:pt x="954631" y="17916"/>
                  <a:pt x="953260" y="21210"/>
                  <a:pt x="950520" y="23930"/>
                </a:cubicBezTo>
                <a:cubicBezTo>
                  <a:pt x="947780" y="26648"/>
                  <a:pt x="944482" y="28007"/>
                  <a:pt x="940627" y="28007"/>
                </a:cubicBezTo>
                <a:cubicBezTo>
                  <a:pt x="936773" y="28007"/>
                  <a:pt x="933490" y="26648"/>
                  <a:pt x="930780" y="23930"/>
                </a:cubicBezTo>
                <a:cubicBezTo>
                  <a:pt x="928069" y="21210"/>
                  <a:pt x="926714" y="17916"/>
                  <a:pt x="926714" y="14048"/>
                </a:cubicBezTo>
                <a:cubicBezTo>
                  <a:pt x="926714" y="10181"/>
                  <a:pt x="928069" y="6873"/>
                  <a:pt x="930780" y="4125"/>
                </a:cubicBezTo>
                <a:cubicBezTo>
                  <a:pt x="933490" y="1375"/>
                  <a:pt x="936773" y="0"/>
                  <a:pt x="940627" y="0"/>
                </a:cubicBezTo>
                <a:moveTo>
                  <a:pt x="953275" y="40655"/>
                </a:moveTo>
                <a:lnTo>
                  <a:pt x="953275" y="107690"/>
                </a:lnTo>
                <a:cubicBezTo>
                  <a:pt x="953275" y="113653"/>
                  <a:pt x="953968" y="117462"/>
                  <a:pt x="955353" y="119119"/>
                </a:cubicBezTo>
                <a:cubicBezTo>
                  <a:pt x="956739" y="120775"/>
                  <a:pt x="959449" y="121724"/>
                  <a:pt x="963484" y="121964"/>
                </a:cubicBezTo>
                <a:lnTo>
                  <a:pt x="963484" y="125217"/>
                </a:lnTo>
                <a:lnTo>
                  <a:pt x="917861" y="125217"/>
                </a:lnTo>
                <a:lnTo>
                  <a:pt x="917861" y="121964"/>
                </a:lnTo>
                <a:cubicBezTo>
                  <a:pt x="921595" y="121844"/>
                  <a:pt x="924365" y="120760"/>
                  <a:pt x="926172" y="118712"/>
                </a:cubicBezTo>
                <a:cubicBezTo>
                  <a:pt x="927377" y="117327"/>
                  <a:pt x="927979" y="113653"/>
                  <a:pt x="927979" y="107690"/>
                </a:cubicBezTo>
                <a:lnTo>
                  <a:pt x="927979" y="58362"/>
                </a:lnTo>
                <a:cubicBezTo>
                  <a:pt x="927979" y="52324"/>
                  <a:pt x="927286" y="48467"/>
                  <a:pt x="925901" y="46790"/>
                </a:cubicBezTo>
                <a:cubicBezTo>
                  <a:pt x="924516" y="45113"/>
                  <a:pt x="921836" y="44152"/>
                  <a:pt x="917861" y="43907"/>
                </a:cubicBezTo>
                <a:lnTo>
                  <a:pt x="917861" y="40655"/>
                </a:lnTo>
                <a:lnTo>
                  <a:pt x="953275" y="40655"/>
                </a:lnTo>
                <a:close/>
                <a:moveTo>
                  <a:pt x="1006248" y="40655"/>
                </a:moveTo>
                <a:lnTo>
                  <a:pt x="1006248" y="51677"/>
                </a:lnTo>
                <a:cubicBezTo>
                  <a:pt x="1010584" y="46947"/>
                  <a:pt x="1014740" y="43506"/>
                  <a:pt x="1018715" y="41355"/>
                </a:cubicBezTo>
                <a:cubicBezTo>
                  <a:pt x="1022690" y="39202"/>
                  <a:pt x="1026967" y="38125"/>
                  <a:pt x="1031544" y="38125"/>
                </a:cubicBezTo>
                <a:cubicBezTo>
                  <a:pt x="1037025" y="38125"/>
                  <a:pt x="1041572" y="39648"/>
                  <a:pt x="1045186" y="42693"/>
                </a:cubicBezTo>
                <a:cubicBezTo>
                  <a:pt x="1048800" y="45739"/>
                  <a:pt x="1051209" y="49523"/>
                  <a:pt x="1052414" y="54045"/>
                </a:cubicBezTo>
                <a:cubicBezTo>
                  <a:pt x="1053377" y="57484"/>
                  <a:pt x="1053859" y="64089"/>
                  <a:pt x="1053859" y="73859"/>
                </a:cubicBezTo>
                <a:lnTo>
                  <a:pt x="1053859" y="106787"/>
                </a:lnTo>
                <a:cubicBezTo>
                  <a:pt x="1053859" y="113291"/>
                  <a:pt x="1054446" y="117342"/>
                  <a:pt x="1055621" y="118938"/>
                </a:cubicBezTo>
                <a:cubicBezTo>
                  <a:pt x="1056795" y="120534"/>
                  <a:pt x="1059250" y="121543"/>
                  <a:pt x="1062984" y="121964"/>
                </a:cubicBezTo>
                <a:lnTo>
                  <a:pt x="1062984" y="125217"/>
                </a:lnTo>
                <a:lnTo>
                  <a:pt x="1020251" y="125217"/>
                </a:lnTo>
                <a:lnTo>
                  <a:pt x="1020251" y="121964"/>
                </a:lnTo>
                <a:cubicBezTo>
                  <a:pt x="1023443" y="121543"/>
                  <a:pt x="1025732" y="120218"/>
                  <a:pt x="1027117" y="117989"/>
                </a:cubicBezTo>
                <a:cubicBezTo>
                  <a:pt x="1028081" y="116484"/>
                  <a:pt x="1028563" y="112749"/>
                  <a:pt x="1028563" y="106787"/>
                </a:cubicBezTo>
                <a:lnTo>
                  <a:pt x="1028563" y="69204"/>
                </a:lnTo>
                <a:cubicBezTo>
                  <a:pt x="1028563" y="62277"/>
                  <a:pt x="1028292" y="57911"/>
                  <a:pt x="1027750" y="56104"/>
                </a:cubicBezTo>
                <a:cubicBezTo>
                  <a:pt x="1027208" y="54297"/>
                  <a:pt x="1026289" y="52896"/>
                  <a:pt x="1024994" y="51903"/>
                </a:cubicBezTo>
                <a:cubicBezTo>
                  <a:pt x="1023699" y="50909"/>
                  <a:pt x="1022269" y="50412"/>
                  <a:pt x="1020703" y="50412"/>
                </a:cubicBezTo>
                <a:cubicBezTo>
                  <a:pt x="1015523" y="50412"/>
                  <a:pt x="1010705" y="54146"/>
                  <a:pt x="1006248" y="61615"/>
                </a:cubicBezTo>
                <a:lnTo>
                  <a:pt x="1006248" y="106787"/>
                </a:lnTo>
                <a:cubicBezTo>
                  <a:pt x="1006248" y="113111"/>
                  <a:pt x="1006835" y="117116"/>
                  <a:pt x="1008009" y="118802"/>
                </a:cubicBezTo>
                <a:cubicBezTo>
                  <a:pt x="1009184" y="120489"/>
                  <a:pt x="1011367" y="121543"/>
                  <a:pt x="1014559" y="121964"/>
                </a:cubicBezTo>
                <a:lnTo>
                  <a:pt x="1014559" y="125217"/>
                </a:lnTo>
                <a:lnTo>
                  <a:pt x="971827" y="125217"/>
                </a:lnTo>
                <a:lnTo>
                  <a:pt x="971827" y="121964"/>
                </a:lnTo>
                <a:cubicBezTo>
                  <a:pt x="975380" y="121603"/>
                  <a:pt x="977910" y="120459"/>
                  <a:pt x="979416" y="118531"/>
                </a:cubicBezTo>
                <a:cubicBezTo>
                  <a:pt x="980439" y="117206"/>
                  <a:pt x="980951" y="113291"/>
                  <a:pt x="980951" y="106787"/>
                </a:cubicBezTo>
                <a:lnTo>
                  <a:pt x="980951" y="59085"/>
                </a:lnTo>
                <a:cubicBezTo>
                  <a:pt x="980951" y="52624"/>
                  <a:pt x="980364" y="48600"/>
                  <a:pt x="979190" y="47016"/>
                </a:cubicBezTo>
                <a:cubicBezTo>
                  <a:pt x="978015" y="45431"/>
                  <a:pt x="975561" y="44395"/>
                  <a:pt x="971827" y="43907"/>
                </a:cubicBezTo>
                <a:lnTo>
                  <a:pt x="971827" y="40655"/>
                </a:lnTo>
                <a:lnTo>
                  <a:pt x="1006248" y="40655"/>
                </a:lnTo>
                <a:close/>
                <a:moveTo>
                  <a:pt x="1106831" y="9576"/>
                </a:moveTo>
                <a:lnTo>
                  <a:pt x="1106831" y="40655"/>
                </a:lnTo>
                <a:lnTo>
                  <a:pt x="1126887" y="40655"/>
                </a:lnTo>
                <a:lnTo>
                  <a:pt x="1126887" y="49509"/>
                </a:lnTo>
                <a:lnTo>
                  <a:pt x="1106831" y="49509"/>
                </a:lnTo>
                <a:lnTo>
                  <a:pt x="1106831" y="101778"/>
                </a:lnTo>
                <a:cubicBezTo>
                  <a:pt x="1106831" y="106670"/>
                  <a:pt x="1107057" y="109825"/>
                  <a:pt x="1107509" y="111245"/>
                </a:cubicBezTo>
                <a:cubicBezTo>
                  <a:pt x="1107960" y="112664"/>
                  <a:pt x="1108758" y="113812"/>
                  <a:pt x="1109903" y="114689"/>
                </a:cubicBezTo>
                <a:cubicBezTo>
                  <a:pt x="1111047" y="115564"/>
                  <a:pt x="1112101" y="116002"/>
                  <a:pt x="1113065" y="116002"/>
                </a:cubicBezTo>
                <a:cubicBezTo>
                  <a:pt x="1116980" y="116002"/>
                  <a:pt x="1120684" y="112990"/>
                  <a:pt x="1124177" y="106967"/>
                </a:cubicBezTo>
                <a:lnTo>
                  <a:pt x="1126887" y="108975"/>
                </a:lnTo>
                <a:cubicBezTo>
                  <a:pt x="1122009" y="120646"/>
                  <a:pt x="1114089" y="126482"/>
                  <a:pt x="1103127" y="126482"/>
                </a:cubicBezTo>
                <a:cubicBezTo>
                  <a:pt x="1097766" y="126482"/>
                  <a:pt x="1093234" y="124986"/>
                  <a:pt x="1089530" y="121995"/>
                </a:cubicBezTo>
                <a:cubicBezTo>
                  <a:pt x="1085826" y="119003"/>
                  <a:pt x="1083462" y="115663"/>
                  <a:pt x="1082438" y="111976"/>
                </a:cubicBezTo>
                <a:cubicBezTo>
                  <a:pt x="1081836" y="109920"/>
                  <a:pt x="1081535" y="104360"/>
                  <a:pt x="1081535" y="95293"/>
                </a:cubicBezTo>
                <a:lnTo>
                  <a:pt x="1081535" y="49509"/>
                </a:lnTo>
                <a:lnTo>
                  <a:pt x="1070513" y="49509"/>
                </a:lnTo>
                <a:lnTo>
                  <a:pt x="1070513" y="46338"/>
                </a:lnTo>
                <a:cubicBezTo>
                  <a:pt x="1078102" y="40966"/>
                  <a:pt x="1084561" y="35323"/>
                  <a:pt x="1089891" y="29407"/>
                </a:cubicBezTo>
                <a:cubicBezTo>
                  <a:pt x="1095222" y="23491"/>
                  <a:pt x="1099874" y="16881"/>
                  <a:pt x="1103850" y="9576"/>
                </a:cubicBezTo>
                <a:lnTo>
                  <a:pt x="1106831" y="957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2E65A-69C3-493A-B6D0-25DF9A7A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696" y="1845529"/>
            <a:ext cx="582827" cy="711720"/>
          </a:xfrm>
          <a:custGeom xmlns:a="http://schemas.openxmlformats.org/drawingml/2006/main">
            <a:pathLst>
              <a:path w="582827" h="711720">
                <a:moveTo>
                  <a:pt x="148020" y="711720"/>
                </a:moveTo>
                <a:lnTo>
                  <a:pt x="145758" y="160973"/>
                </a:lnTo>
                <a:lnTo>
                  <a:pt x="0" y="161592"/>
                </a:lnTo>
                <a:lnTo>
                  <a:pt x="290694" y="0"/>
                </a:lnTo>
                <a:lnTo>
                  <a:pt x="582827" y="159127"/>
                </a:lnTo>
                <a:lnTo>
                  <a:pt x="437069" y="159746"/>
                </a:lnTo>
                <a:lnTo>
                  <a:pt x="439331" y="710507"/>
                </a:lnTo>
                <a:lnTo>
                  <a:pt x="148020" y="711720"/>
                </a:lnTo>
              </a:path>
            </a:pathLst>
          </a:custGeom>
          <a:solidFill xmlns:a="http://schemas.openxmlformats.org/drawingml/2006/main">
            <a:srgbClr val="DEDE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C5B86-AD08-49B5-9DB0-0DFC7BA5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976" y="2078722"/>
            <a:ext cx="995640" cy="284685"/>
          </a:xfrm>
          <a:custGeom xmlns:a="http://schemas.openxmlformats.org/drawingml/2006/main">
            <a:pathLst>
              <a:path w="995640" h="284685">
                <a:moveTo>
                  <a:pt x="0" y="284685"/>
                </a:moveTo>
                <a:lnTo>
                  <a:pt x="0" y="0"/>
                </a:lnTo>
                <a:lnTo>
                  <a:pt x="995640" y="0"/>
                </a:lnTo>
                <a:lnTo>
                  <a:pt x="995640" y="284685"/>
                </a:lnTo>
                <a:lnTo>
                  <a:pt x="0" y="284685"/>
                </a:lnTo>
                <a:close/>
              </a:path>
            </a:pathLst>
          </a:custGeom>
          <a:solidFill xmlns:a="http://schemas.openxmlformats.org/drawingml/2006/main">
            <a:srgbClr val="693E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V">
            <a:extLst xmlns:a="http://schemas.openxmlformats.org/drawingml/2006/main">
              <a:ext uri="{FF2B5EF4-FFF2-40B4-BE49-F238E27FC236}">
                <a16:creationId xmlns:a16="http://schemas.microsoft.com/office/drawing/2014/main" id="{EBAC1C39-E020-4075-895D-40A85EE1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1488" y="2148066"/>
            <a:ext cx="134674" cy="138573"/>
          </a:xfrm>
          <a:custGeom xmlns:a="http://schemas.openxmlformats.org/drawingml/2006/main">
            <a:pathLst>
              <a:path w="134674" h="138573">
                <a:moveTo>
                  <a:pt x="7699" y="138573"/>
                </a:moveTo>
                <a:lnTo>
                  <a:pt x="12098" y="25286"/>
                </a:lnTo>
                <a:cubicBezTo>
                  <a:pt x="12298" y="18693"/>
                  <a:pt x="12398" y="15229"/>
                  <a:pt x="12398" y="14894"/>
                </a:cubicBezTo>
                <a:cubicBezTo>
                  <a:pt x="12398" y="11197"/>
                  <a:pt x="11514" y="8474"/>
                  <a:pt x="9748" y="6727"/>
                </a:cubicBezTo>
                <a:cubicBezTo>
                  <a:pt x="7982" y="4977"/>
                  <a:pt x="4732" y="3935"/>
                  <a:pt x="0" y="3599"/>
                </a:cubicBezTo>
                <a:lnTo>
                  <a:pt x="1200" y="0"/>
                </a:lnTo>
                <a:lnTo>
                  <a:pt x="58189" y="0"/>
                </a:lnTo>
                <a:lnTo>
                  <a:pt x="57089" y="3599"/>
                </a:lnTo>
                <a:cubicBezTo>
                  <a:pt x="52223" y="3599"/>
                  <a:pt x="48541" y="5079"/>
                  <a:pt x="46041" y="8039"/>
                </a:cubicBezTo>
                <a:cubicBezTo>
                  <a:pt x="43542" y="10997"/>
                  <a:pt x="42092" y="17115"/>
                  <a:pt x="41692" y="26395"/>
                </a:cubicBezTo>
                <a:lnTo>
                  <a:pt x="38493" y="96906"/>
                </a:lnTo>
                <a:lnTo>
                  <a:pt x="91382" y="35556"/>
                </a:lnTo>
                <a:cubicBezTo>
                  <a:pt x="98248" y="27609"/>
                  <a:pt x="102480" y="22100"/>
                  <a:pt x="104080" y="19028"/>
                </a:cubicBezTo>
                <a:cubicBezTo>
                  <a:pt x="105680" y="15955"/>
                  <a:pt x="106479" y="13284"/>
                  <a:pt x="106479" y="11014"/>
                </a:cubicBezTo>
                <a:cubicBezTo>
                  <a:pt x="106479" y="9343"/>
                  <a:pt x="105746" y="7857"/>
                  <a:pt x="104280" y="6555"/>
                </a:cubicBezTo>
                <a:cubicBezTo>
                  <a:pt x="102814" y="5253"/>
                  <a:pt x="100014" y="4268"/>
                  <a:pt x="95882" y="3599"/>
                </a:cubicBezTo>
                <a:lnTo>
                  <a:pt x="97281" y="0"/>
                </a:lnTo>
                <a:lnTo>
                  <a:pt x="134674" y="0"/>
                </a:lnTo>
                <a:lnTo>
                  <a:pt x="134674" y="3599"/>
                </a:lnTo>
                <a:cubicBezTo>
                  <a:pt x="131475" y="4403"/>
                  <a:pt x="128875" y="5575"/>
                  <a:pt x="126876" y="7114"/>
                </a:cubicBezTo>
                <a:cubicBezTo>
                  <a:pt x="123943" y="9324"/>
                  <a:pt x="119410" y="14013"/>
                  <a:pt x="113278" y="21180"/>
                </a:cubicBezTo>
                <a:lnTo>
                  <a:pt x="12098" y="138573"/>
                </a:lnTo>
                <a:lnTo>
                  <a:pt x="7699" y="1385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oting">
            <a:extLst xmlns:a="http://schemas.openxmlformats.org/drawingml/2006/main">
              <a:ext uri="{FF2B5EF4-FFF2-40B4-BE49-F238E27FC236}">
                <a16:creationId xmlns:a16="http://schemas.microsoft.com/office/drawing/2014/main" id="{0D8EDE9A-59D6-4DCC-996B-F72EB91F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0202" y="2145067"/>
            <a:ext cx="431568" cy="182765"/>
          </a:xfrm>
          <a:custGeom xmlns:a="http://schemas.openxmlformats.org/drawingml/2006/main">
            <a:pathLst>
              <a:path w="431568" h="182765">
                <a:moveTo>
                  <a:pt x="62288" y="45791"/>
                </a:moveTo>
                <a:cubicBezTo>
                  <a:pt x="67554" y="45791"/>
                  <a:pt x="72503" y="47009"/>
                  <a:pt x="77135" y="49444"/>
                </a:cubicBezTo>
                <a:cubicBezTo>
                  <a:pt x="81768" y="51879"/>
                  <a:pt x="85267" y="55265"/>
                  <a:pt x="87633" y="59604"/>
                </a:cubicBezTo>
                <a:cubicBezTo>
                  <a:pt x="89999" y="63941"/>
                  <a:pt x="91182" y="68744"/>
                  <a:pt x="91182" y="74014"/>
                </a:cubicBezTo>
                <a:cubicBezTo>
                  <a:pt x="91182" y="84824"/>
                  <a:pt x="88166" y="95635"/>
                  <a:pt x="82134" y="106445"/>
                </a:cubicBezTo>
                <a:cubicBezTo>
                  <a:pt x="76102" y="117253"/>
                  <a:pt x="68154" y="125777"/>
                  <a:pt x="58289" y="132015"/>
                </a:cubicBezTo>
                <a:cubicBezTo>
                  <a:pt x="48424" y="138254"/>
                  <a:pt x="38493" y="141373"/>
                  <a:pt x="28495" y="141373"/>
                </a:cubicBezTo>
                <a:cubicBezTo>
                  <a:pt x="19430" y="141373"/>
                  <a:pt x="12414" y="138671"/>
                  <a:pt x="7449" y="133268"/>
                </a:cubicBezTo>
                <a:cubicBezTo>
                  <a:pt x="2483" y="127863"/>
                  <a:pt x="0" y="121257"/>
                  <a:pt x="0" y="113450"/>
                </a:cubicBezTo>
                <a:cubicBezTo>
                  <a:pt x="0" y="104175"/>
                  <a:pt x="1850" y="95484"/>
                  <a:pt x="5549" y="87377"/>
                </a:cubicBezTo>
                <a:cubicBezTo>
                  <a:pt x="9248" y="79270"/>
                  <a:pt x="13947" y="72198"/>
                  <a:pt x="19646" y="66159"/>
                </a:cubicBezTo>
                <a:cubicBezTo>
                  <a:pt x="25345" y="60121"/>
                  <a:pt x="31894" y="55216"/>
                  <a:pt x="39292" y="51446"/>
                </a:cubicBezTo>
                <a:cubicBezTo>
                  <a:pt x="46691" y="47676"/>
                  <a:pt x="54356" y="45791"/>
                  <a:pt x="62288" y="45791"/>
                </a:cubicBezTo>
                <a:moveTo>
                  <a:pt x="58189" y="51190"/>
                </a:moveTo>
                <a:cubicBezTo>
                  <a:pt x="54656" y="51190"/>
                  <a:pt x="51723" y="52222"/>
                  <a:pt x="49390" y="54286"/>
                </a:cubicBezTo>
                <a:cubicBezTo>
                  <a:pt x="44725" y="58479"/>
                  <a:pt x="39459" y="68283"/>
                  <a:pt x="33594" y="83696"/>
                </a:cubicBezTo>
                <a:cubicBezTo>
                  <a:pt x="27728" y="99108"/>
                  <a:pt x="24795" y="113005"/>
                  <a:pt x="24795" y="125388"/>
                </a:cubicBezTo>
                <a:cubicBezTo>
                  <a:pt x="24795" y="128450"/>
                  <a:pt x="25728" y="130980"/>
                  <a:pt x="27595" y="132977"/>
                </a:cubicBezTo>
                <a:cubicBezTo>
                  <a:pt x="29461" y="134975"/>
                  <a:pt x="31661" y="135974"/>
                  <a:pt x="34193" y="135974"/>
                </a:cubicBezTo>
                <a:cubicBezTo>
                  <a:pt x="36793" y="135974"/>
                  <a:pt x="39092" y="135175"/>
                  <a:pt x="41092" y="133577"/>
                </a:cubicBezTo>
                <a:cubicBezTo>
                  <a:pt x="44025" y="131180"/>
                  <a:pt x="47624" y="125804"/>
                  <a:pt x="51890" y="117449"/>
                </a:cubicBezTo>
                <a:cubicBezTo>
                  <a:pt x="56156" y="109095"/>
                  <a:pt x="59655" y="99874"/>
                  <a:pt x="62388" y="89789"/>
                </a:cubicBezTo>
                <a:cubicBezTo>
                  <a:pt x="65121" y="79701"/>
                  <a:pt x="66487" y="70463"/>
                  <a:pt x="66487" y="62076"/>
                </a:cubicBezTo>
                <a:cubicBezTo>
                  <a:pt x="66487" y="58614"/>
                  <a:pt x="65654" y="55934"/>
                  <a:pt x="63988" y="54036"/>
                </a:cubicBezTo>
                <a:cubicBezTo>
                  <a:pt x="62321" y="52139"/>
                  <a:pt x="60388" y="51190"/>
                  <a:pt x="58189" y="51190"/>
                </a:cubicBezTo>
                <a:close/>
                <a:moveTo>
                  <a:pt x="154843" y="21396"/>
                </a:moveTo>
                <a:lnTo>
                  <a:pt x="146844" y="48591"/>
                </a:lnTo>
                <a:lnTo>
                  <a:pt x="159942" y="48591"/>
                </a:lnTo>
                <a:lnTo>
                  <a:pt x="156442" y="60188"/>
                </a:lnTo>
                <a:lnTo>
                  <a:pt x="143545" y="60188"/>
                </a:lnTo>
                <a:lnTo>
                  <a:pt x="126848" y="118165"/>
                </a:lnTo>
                <a:cubicBezTo>
                  <a:pt x="125782" y="121764"/>
                  <a:pt x="125248" y="124497"/>
                  <a:pt x="125248" y="126363"/>
                </a:cubicBezTo>
                <a:cubicBezTo>
                  <a:pt x="125248" y="127234"/>
                  <a:pt x="125548" y="127987"/>
                  <a:pt x="126148" y="128622"/>
                </a:cubicBezTo>
                <a:cubicBezTo>
                  <a:pt x="126748" y="129257"/>
                  <a:pt x="127415" y="129575"/>
                  <a:pt x="128148" y="129575"/>
                </a:cubicBezTo>
                <a:cubicBezTo>
                  <a:pt x="129281" y="129575"/>
                  <a:pt x="130447" y="129108"/>
                  <a:pt x="131647" y="128175"/>
                </a:cubicBezTo>
                <a:cubicBezTo>
                  <a:pt x="134713" y="125842"/>
                  <a:pt x="138279" y="121777"/>
                  <a:pt x="142345" y="115978"/>
                </a:cubicBezTo>
                <a:lnTo>
                  <a:pt x="145844" y="118177"/>
                </a:lnTo>
                <a:cubicBezTo>
                  <a:pt x="141245" y="126176"/>
                  <a:pt x="136180" y="132041"/>
                  <a:pt x="130647" y="135774"/>
                </a:cubicBezTo>
                <a:cubicBezTo>
                  <a:pt x="125115" y="139506"/>
                  <a:pt x="119683" y="141373"/>
                  <a:pt x="114350" y="141373"/>
                </a:cubicBezTo>
                <a:cubicBezTo>
                  <a:pt x="109818" y="141373"/>
                  <a:pt x="106302" y="140223"/>
                  <a:pt x="103802" y="137923"/>
                </a:cubicBezTo>
                <a:cubicBezTo>
                  <a:pt x="101303" y="135624"/>
                  <a:pt x="100053" y="132708"/>
                  <a:pt x="100053" y="129175"/>
                </a:cubicBezTo>
                <a:cubicBezTo>
                  <a:pt x="100053" y="125309"/>
                  <a:pt x="100920" y="120343"/>
                  <a:pt x="102653" y="114278"/>
                </a:cubicBezTo>
                <a:lnTo>
                  <a:pt x="118450" y="60188"/>
                </a:lnTo>
                <a:lnTo>
                  <a:pt x="104852" y="60188"/>
                </a:lnTo>
                <a:lnTo>
                  <a:pt x="106852" y="52771"/>
                </a:lnTo>
                <a:cubicBezTo>
                  <a:pt x="115384" y="49630"/>
                  <a:pt x="122582" y="45955"/>
                  <a:pt x="128448" y="41745"/>
                </a:cubicBezTo>
                <a:cubicBezTo>
                  <a:pt x="134313" y="37535"/>
                  <a:pt x="141379" y="30752"/>
                  <a:pt x="149644" y="21396"/>
                </a:cubicBezTo>
                <a:lnTo>
                  <a:pt x="154843" y="21396"/>
                </a:lnTo>
                <a:close/>
                <a:moveTo>
                  <a:pt x="199068" y="0"/>
                </a:moveTo>
                <a:cubicBezTo>
                  <a:pt x="203201" y="0"/>
                  <a:pt x="206683" y="1443"/>
                  <a:pt x="209516" y="4330"/>
                </a:cubicBezTo>
                <a:cubicBezTo>
                  <a:pt x="212349" y="7215"/>
                  <a:pt x="213765" y="10704"/>
                  <a:pt x="213765" y="14797"/>
                </a:cubicBezTo>
                <a:cubicBezTo>
                  <a:pt x="213765" y="18890"/>
                  <a:pt x="212332" y="22380"/>
                  <a:pt x="209466" y="25267"/>
                </a:cubicBezTo>
                <a:cubicBezTo>
                  <a:pt x="206600" y="28152"/>
                  <a:pt x="203134" y="29594"/>
                  <a:pt x="199068" y="29594"/>
                </a:cubicBezTo>
                <a:cubicBezTo>
                  <a:pt x="195069" y="29594"/>
                  <a:pt x="191636" y="28152"/>
                  <a:pt x="188770" y="25267"/>
                </a:cubicBezTo>
                <a:cubicBezTo>
                  <a:pt x="185904" y="22380"/>
                  <a:pt x="184471" y="18890"/>
                  <a:pt x="184471" y="14797"/>
                </a:cubicBezTo>
                <a:cubicBezTo>
                  <a:pt x="184471" y="10704"/>
                  <a:pt x="185887" y="7215"/>
                  <a:pt x="188720" y="4330"/>
                </a:cubicBezTo>
                <a:cubicBezTo>
                  <a:pt x="191553" y="1443"/>
                  <a:pt x="195002" y="0"/>
                  <a:pt x="199068" y="0"/>
                </a:cubicBezTo>
                <a:moveTo>
                  <a:pt x="205267" y="45791"/>
                </a:moveTo>
                <a:lnTo>
                  <a:pt x="184771" y="116393"/>
                </a:lnTo>
                <a:cubicBezTo>
                  <a:pt x="183638" y="120432"/>
                  <a:pt x="183071" y="123080"/>
                  <a:pt x="183071" y="124339"/>
                </a:cubicBezTo>
                <a:cubicBezTo>
                  <a:pt x="183071" y="125101"/>
                  <a:pt x="183371" y="125811"/>
                  <a:pt x="183971" y="126469"/>
                </a:cubicBezTo>
                <a:cubicBezTo>
                  <a:pt x="184571" y="127125"/>
                  <a:pt x="185204" y="127454"/>
                  <a:pt x="185871" y="127454"/>
                </a:cubicBezTo>
                <a:cubicBezTo>
                  <a:pt x="187004" y="127454"/>
                  <a:pt x="188137" y="126934"/>
                  <a:pt x="189270" y="125894"/>
                </a:cubicBezTo>
                <a:cubicBezTo>
                  <a:pt x="192269" y="123332"/>
                  <a:pt x="195869" y="118694"/>
                  <a:pt x="200068" y="111978"/>
                </a:cubicBezTo>
                <a:lnTo>
                  <a:pt x="203467" y="114056"/>
                </a:lnTo>
                <a:cubicBezTo>
                  <a:pt x="193403" y="132267"/>
                  <a:pt x="182705" y="141373"/>
                  <a:pt x="171373" y="141373"/>
                </a:cubicBezTo>
                <a:cubicBezTo>
                  <a:pt x="167041" y="141373"/>
                  <a:pt x="163592" y="140156"/>
                  <a:pt x="161025" y="137723"/>
                </a:cubicBezTo>
                <a:cubicBezTo>
                  <a:pt x="158459" y="135291"/>
                  <a:pt x="157176" y="132208"/>
                  <a:pt x="157176" y="128475"/>
                </a:cubicBezTo>
                <a:cubicBezTo>
                  <a:pt x="157176" y="126009"/>
                  <a:pt x="157743" y="122876"/>
                  <a:pt x="158876" y="119077"/>
                </a:cubicBezTo>
                <a:lnTo>
                  <a:pt x="172773" y="71286"/>
                </a:lnTo>
                <a:cubicBezTo>
                  <a:pt x="174106" y="66687"/>
                  <a:pt x="174773" y="63221"/>
                  <a:pt x="174773" y="60888"/>
                </a:cubicBezTo>
                <a:cubicBezTo>
                  <a:pt x="174773" y="59422"/>
                  <a:pt x="174140" y="58122"/>
                  <a:pt x="172873" y="56989"/>
                </a:cubicBezTo>
                <a:cubicBezTo>
                  <a:pt x="171607" y="55856"/>
                  <a:pt x="169874" y="55289"/>
                  <a:pt x="167674" y="55289"/>
                </a:cubicBezTo>
                <a:cubicBezTo>
                  <a:pt x="166674" y="55289"/>
                  <a:pt x="165475" y="55323"/>
                  <a:pt x="164075" y="55389"/>
                </a:cubicBezTo>
                <a:lnTo>
                  <a:pt x="165375" y="51390"/>
                </a:lnTo>
                <a:lnTo>
                  <a:pt x="199268" y="45791"/>
                </a:lnTo>
                <a:lnTo>
                  <a:pt x="205267" y="45791"/>
                </a:lnTo>
                <a:close/>
                <a:moveTo>
                  <a:pt x="266532" y="45791"/>
                </a:moveTo>
                <a:lnTo>
                  <a:pt x="254134" y="88730"/>
                </a:lnTo>
                <a:cubicBezTo>
                  <a:pt x="262466" y="76184"/>
                  <a:pt x="268698" y="67610"/>
                  <a:pt x="272831" y="63007"/>
                </a:cubicBezTo>
                <a:cubicBezTo>
                  <a:pt x="278896" y="56335"/>
                  <a:pt x="284128" y="51798"/>
                  <a:pt x="288528" y="49397"/>
                </a:cubicBezTo>
                <a:cubicBezTo>
                  <a:pt x="292927" y="46993"/>
                  <a:pt x="297059" y="45791"/>
                  <a:pt x="300925" y="45791"/>
                </a:cubicBezTo>
                <a:cubicBezTo>
                  <a:pt x="304391" y="45791"/>
                  <a:pt x="307357" y="47084"/>
                  <a:pt x="309823" y="49669"/>
                </a:cubicBezTo>
                <a:cubicBezTo>
                  <a:pt x="312290" y="52251"/>
                  <a:pt x="313523" y="55623"/>
                  <a:pt x="313523" y="59782"/>
                </a:cubicBezTo>
                <a:cubicBezTo>
                  <a:pt x="313523" y="63529"/>
                  <a:pt x="312723" y="68080"/>
                  <a:pt x="311123" y="73433"/>
                </a:cubicBezTo>
                <a:lnTo>
                  <a:pt x="298326" y="116293"/>
                </a:lnTo>
                <a:cubicBezTo>
                  <a:pt x="297259" y="120040"/>
                  <a:pt x="296726" y="122483"/>
                  <a:pt x="296726" y="123620"/>
                </a:cubicBezTo>
                <a:cubicBezTo>
                  <a:pt x="296726" y="124286"/>
                  <a:pt x="296976" y="124886"/>
                  <a:pt x="297476" y="125420"/>
                </a:cubicBezTo>
                <a:cubicBezTo>
                  <a:pt x="297976" y="125953"/>
                  <a:pt x="298492" y="126219"/>
                  <a:pt x="299026" y="126219"/>
                </a:cubicBezTo>
                <a:cubicBezTo>
                  <a:pt x="299692" y="126219"/>
                  <a:pt x="300392" y="125953"/>
                  <a:pt x="301125" y="125420"/>
                </a:cubicBezTo>
                <a:cubicBezTo>
                  <a:pt x="303458" y="123497"/>
                  <a:pt x="305824" y="120795"/>
                  <a:pt x="308224" y="117315"/>
                </a:cubicBezTo>
                <a:cubicBezTo>
                  <a:pt x="308824" y="116396"/>
                  <a:pt x="309790" y="115017"/>
                  <a:pt x="311123" y="113178"/>
                </a:cubicBezTo>
                <a:lnTo>
                  <a:pt x="314922" y="115443"/>
                </a:lnTo>
                <a:cubicBezTo>
                  <a:pt x="305124" y="131663"/>
                  <a:pt x="294826" y="139773"/>
                  <a:pt x="284028" y="139773"/>
                </a:cubicBezTo>
                <a:cubicBezTo>
                  <a:pt x="279896" y="139773"/>
                  <a:pt x="276663" y="138707"/>
                  <a:pt x="274330" y="136574"/>
                </a:cubicBezTo>
                <a:cubicBezTo>
                  <a:pt x="271997" y="134441"/>
                  <a:pt x="270831" y="131775"/>
                  <a:pt x="270831" y="128575"/>
                </a:cubicBezTo>
                <a:cubicBezTo>
                  <a:pt x="270831" y="125767"/>
                  <a:pt x="271631" y="121589"/>
                  <a:pt x="273231" y="116040"/>
                </a:cubicBezTo>
                <a:lnTo>
                  <a:pt x="285728" y="73214"/>
                </a:lnTo>
                <a:cubicBezTo>
                  <a:pt x="286595" y="70406"/>
                  <a:pt x="287028" y="68334"/>
                  <a:pt x="287028" y="66996"/>
                </a:cubicBezTo>
                <a:cubicBezTo>
                  <a:pt x="287028" y="66261"/>
                  <a:pt x="286728" y="65609"/>
                  <a:pt x="286128" y="65041"/>
                </a:cubicBezTo>
                <a:cubicBezTo>
                  <a:pt x="285528" y="64472"/>
                  <a:pt x="284828" y="64188"/>
                  <a:pt x="284028" y="64188"/>
                </a:cubicBezTo>
                <a:cubicBezTo>
                  <a:pt x="281496" y="64188"/>
                  <a:pt x="278430" y="65928"/>
                  <a:pt x="274830" y="69408"/>
                </a:cubicBezTo>
                <a:cubicBezTo>
                  <a:pt x="265632" y="78246"/>
                  <a:pt x="256734" y="91403"/>
                  <a:pt x="248135" y="108879"/>
                </a:cubicBezTo>
                <a:lnTo>
                  <a:pt x="239937" y="138573"/>
                </a:lnTo>
                <a:lnTo>
                  <a:pt x="214442" y="138573"/>
                </a:lnTo>
                <a:lnTo>
                  <a:pt x="233138" y="74392"/>
                </a:lnTo>
                <a:cubicBezTo>
                  <a:pt x="234938" y="68045"/>
                  <a:pt x="235838" y="63541"/>
                  <a:pt x="235838" y="60879"/>
                </a:cubicBezTo>
                <a:cubicBezTo>
                  <a:pt x="235838" y="59748"/>
                  <a:pt x="235571" y="58800"/>
                  <a:pt x="235038" y="58036"/>
                </a:cubicBezTo>
                <a:cubicBezTo>
                  <a:pt x="234505" y="57269"/>
                  <a:pt x="233638" y="56670"/>
                  <a:pt x="232438" y="56239"/>
                </a:cubicBezTo>
                <a:cubicBezTo>
                  <a:pt x="231239" y="55806"/>
                  <a:pt x="228972" y="55589"/>
                  <a:pt x="225640" y="55589"/>
                </a:cubicBezTo>
                <a:lnTo>
                  <a:pt x="226739" y="51790"/>
                </a:lnTo>
                <a:lnTo>
                  <a:pt x="260433" y="45791"/>
                </a:lnTo>
                <a:lnTo>
                  <a:pt x="266532" y="45791"/>
                </a:lnTo>
                <a:close/>
                <a:moveTo>
                  <a:pt x="404974" y="51790"/>
                </a:moveTo>
                <a:lnTo>
                  <a:pt x="431568" y="51790"/>
                </a:lnTo>
                <a:lnTo>
                  <a:pt x="428369" y="62788"/>
                </a:lnTo>
                <a:lnTo>
                  <a:pt x="414572" y="62788"/>
                </a:lnTo>
                <a:cubicBezTo>
                  <a:pt x="416705" y="66764"/>
                  <a:pt x="417771" y="70538"/>
                  <a:pt x="417771" y="74111"/>
                </a:cubicBezTo>
                <a:cubicBezTo>
                  <a:pt x="417771" y="80243"/>
                  <a:pt x="416121" y="85904"/>
                  <a:pt x="412822" y="91095"/>
                </a:cubicBezTo>
                <a:cubicBezTo>
                  <a:pt x="409523" y="96284"/>
                  <a:pt x="404657" y="100429"/>
                  <a:pt x="398225" y="103530"/>
                </a:cubicBezTo>
                <a:cubicBezTo>
                  <a:pt x="391793" y="106629"/>
                  <a:pt x="384644" y="108179"/>
                  <a:pt x="376779" y="108179"/>
                </a:cubicBezTo>
                <a:cubicBezTo>
                  <a:pt x="374713" y="108179"/>
                  <a:pt x="372430" y="108021"/>
                  <a:pt x="369930" y="107704"/>
                </a:cubicBezTo>
                <a:cubicBezTo>
                  <a:pt x="367431" y="107386"/>
                  <a:pt x="364715" y="106944"/>
                  <a:pt x="361782" y="106379"/>
                </a:cubicBezTo>
                <a:cubicBezTo>
                  <a:pt x="357383" y="108623"/>
                  <a:pt x="354617" y="110404"/>
                  <a:pt x="353484" y="111722"/>
                </a:cubicBezTo>
                <a:cubicBezTo>
                  <a:pt x="352684" y="112645"/>
                  <a:pt x="352284" y="113601"/>
                  <a:pt x="352284" y="114590"/>
                </a:cubicBezTo>
                <a:cubicBezTo>
                  <a:pt x="352284" y="115778"/>
                  <a:pt x="352784" y="116800"/>
                  <a:pt x="353783" y="117659"/>
                </a:cubicBezTo>
                <a:cubicBezTo>
                  <a:pt x="355516" y="119175"/>
                  <a:pt x="358083" y="120297"/>
                  <a:pt x="361482" y="121024"/>
                </a:cubicBezTo>
                <a:cubicBezTo>
                  <a:pt x="375079" y="123925"/>
                  <a:pt x="384044" y="126276"/>
                  <a:pt x="388377" y="128075"/>
                </a:cubicBezTo>
                <a:cubicBezTo>
                  <a:pt x="394309" y="130541"/>
                  <a:pt x="398791" y="133708"/>
                  <a:pt x="401824" y="137573"/>
                </a:cubicBezTo>
                <a:cubicBezTo>
                  <a:pt x="404857" y="141439"/>
                  <a:pt x="406373" y="146105"/>
                  <a:pt x="406373" y="151571"/>
                </a:cubicBezTo>
                <a:cubicBezTo>
                  <a:pt x="406373" y="159903"/>
                  <a:pt x="402541" y="167184"/>
                  <a:pt x="394876" y="173417"/>
                </a:cubicBezTo>
                <a:cubicBezTo>
                  <a:pt x="387210" y="179649"/>
                  <a:pt x="375346" y="182765"/>
                  <a:pt x="359282" y="182765"/>
                </a:cubicBezTo>
                <a:cubicBezTo>
                  <a:pt x="343086" y="182765"/>
                  <a:pt x="331154" y="180105"/>
                  <a:pt x="323489" y="174785"/>
                </a:cubicBezTo>
                <a:cubicBezTo>
                  <a:pt x="317957" y="170927"/>
                  <a:pt x="315191" y="166339"/>
                  <a:pt x="315191" y="161019"/>
                </a:cubicBezTo>
                <a:cubicBezTo>
                  <a:pt x="315191" y="156963"/>
                  <a:pt x="317007" y="153207"/>
                  <a:pt x="320640" y="149749"/>
                </a:cubicBezTo>
                <a:cubicBezTo>
                  <a:pt x="324272" y="146292"/>
                  <a:pt x="332054" y="143233"/>
                  <a:pt x="343985" y="140573"/>
                </a:cubicBezTo>
                <a:cubicBezTo>
                  <a:pt x="339919" y="138307"/>
                  <a:pt x="337187" y="136240"/>
                  <a:pt x="335787" y="134374"/>
                </a:cubicBezTo>
                <a:cubicBezTo>
                  <a:pt x="333854" y="131841"/>
                  <a:pt x="332887" y="129208"/>
                  <a:pt x="332887" y="126476"/>
                </a:cubicBezTo>
                <a:cubicBezTo>
                  <a:pt x="332887" y="122010"/>
                  <a:pt x="334670" y="118077"/>
                  <a:pt x="338236" y="114678"/>
                </a:cubicBezTo>
                <a:cubicBezTo>
                  <a:pt x="341802" y="111279"/>
                  <a:pt x="347785" y="107913"/>
                  <a:pt x="356183" y="104580"/>
                </a:cubicBezTo>
                <a:cubicBezTo>
                  <a:pt x="349651" y="101972"/>
                  <a:pt x="344935" y="98611"/>
                  <a:pt x="342036" y="94497"/>
                </a:cubicBezTo>
                <a:cubicBezTo>
                  <a:pt x="339136" y="90384"/>
                  <a:pt x="337687" y="85585"/>
                  <a:pt x="337687" y="80100"/>
                </a:cubicBezTo>
                <a:cubicBezTo>
                  <a:pt x="337687" y="74283"/>
                  <a:pt x="339436" y="68749"/>
                  <a:pt x="342936" y="63500"/>
                </a:cubicBezTo>
                <a:cubicBezTo>
                  <a:pt x="346435" y="58249"/>
                  <a:pt x="351601" y="53985"/>
                  <a:pt x="358433" y="50709"/>
                </a:cubicBezTo>
                <a:cubicBezTo>
                  <a:pt x="365265" y="47430"/>
                  <a:pt x="373113" y="45791"/>
                  <a:pt x="381978" y="45791"/>
                </a:cubicBezTo>
                <a:cubicBezTo>
                  <a:pt x="387644" y="45791"/>
                  <a:pt x="392676" y="46414"/>
                  <a:pt x="397075" y="47660"/>
                </a:cubicBezTo>
                <a:cubicBezTo>
                  <a:pt x="399341" y="48316"/>
                  <a:pt x="401974" y="49692"/>
                  <a:pt x="404974" y="51790"/>
                </a:cubicBezTo>
                <a:moveTo>
                  <a:pt x="384078" y="50790"/>
                </a:moveTo>
                <a:cubicBezTo>
                  <a:pt x="380812" y="50790"/>
                  <a:pt x="378045" y="51857"/>
                  <a:pt x="375779" y="53990"/>
                </a:cubicBezTo>
                <a:cubicBezTo>
                  <a:pt x="372180" y="57256"/>
                  <a:pt x="369031" y="62721"/>
                  <a:pt x="366331" y="70386"/>
                </a:cubicBezTo>
                <a:cubicBezTo>
                  <a:pt x="363632" y="78052"/>
                  <a:pt x="362282" y="85317"/>
                  <a:pt x="362282" y="92182"/>
                </a:cubicBezTo>
                <a:cubicBezTo>
                  <a:pt x="362282" y="95448"/>
                  <a:pt x="363232" y="98031"/>
                  <a:pt x="365131" y="99931"/>
                </a:cubicBezTo>
                <a:cubicBezTo>
                  <a:pt x="367031" y="101830"/>
                  <a:pt x="369380" y="102780"/>
                  <a:pt x="372180" y="102780"/>
                </a:cubicBezTo>
                <a:cubicBezTo>
                  <a:pt x="374913" y="102780"/>
                  <a:pt x="377279" y="101847"/>
                  <a:pt x="379279" y="99981"/>
                </a:cubicBezTo>
                <a:cubicBezTo>
                  <a:pt x="383078" y="96315"/>
                  <a:pt x="386377" y="90466"/>
                  <a:pt x="389177" y="82434"/>
                </a:cubicBezTo>
                <a:cubicBezTo>
                  <a:pt x="391976" y="74402"/>
                  <a:pt x="393376" y="67120"/>
                  <a:pt x="393376" y="60588"/>
                </a:cubicBezTo>
                <a:cubicBezTo>
                  <a:pt x="393376" y="57656"/>
                  <a:pt x="392476" y="55289"/>
                  <a:pt x="390676" y="53490"/>
                </a:cubicBezTo>
                <a:cubicBezTo>
                  <a:pt x="388877" y="51690"/>
                  <a:pt x="386677" y="50790"/>
                  <a:pt x="384078" y="50790"/>
                </a:cubicBezTo>
                <a:moveTo>
                  <a:pt x="349584" y="142860"/>
                </a:moveTo>
                <a:cubicBezTo>
                  <a:pt x="343252" y="145314"/>
                  <a:pt x="338936" y="147965"/>
                  <a:pt x="336637" y="150815"/>
                </a:cubicBezTo>
                <a:cubicBezTo>
                  <a:pt x="334337" y="153664"/>
                  <a:pt x="333187" y="156747"/>
                  <a:pt x="333187" y="160063"/>
                </a:cubicBezTo>
                <a:cubicBezTo>
                  <a:pt x="333187" y="164370"/>
                  <a:pt x="335470" y="168264"/>
                  <a:pt x="340036" y="171745"/>
                </a:cubicBezTo>
                <a:cubicBezTo>
                  <a:pt x="344602" y="175226"/>
                  <a:pt x="351884" y="176966"/>
                  <a:pt x="361882" y="176966"/>
                </a:cubicBezTo>
                <a:cubicBezTo>
                  <a:pt x="370214" y="176966"/>
                  <a:pt x="376246" y="175455"/>
                  <a:pt x="379978" y="172432"/>
                </a:cubicBezTo>
                <a:cubicBezTo>
                  <a:pt x="383711" y="169412"/>
                  <a:pt x="385577" y="165876"/>
                  <a:pt x="385577" y="161825"/>
                </a:cubicBezTo>
                <a:cubicBezTo>
                  <a:pt x="385577" y="158238"/>
                  <a:pt x="383861" y="155316"/>
                  <a:pt x="380428" y="153058"/>
                </a:cubicBezTo>
                <a:cubicBezTo>
                  <a:pt x="376996" y="150800"/>
                  <a:pt x="370414" y="148454"/>
                  <a:pt x="360682" y="146019"/>
                </a:cubicBezTo>
                <a:cubicBezTo>
                  <a:pt x="356150" y="144834"/>
                  <a:pt x="352450" y="143781"/>
                  <a:pt x="349584" y="1428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Vote-basedRanking">
            <a:extLst xmlns:a="http://schemas.openxmlformats.org/drawingml/2006/main">
              <a:ext uri="{FF2B5EF4-FFF2-40B4-BE49-F238E27FC236}">
                <a16:creationId xmlns:a16="http://schemas.microsoft.com/office/drawing/2014/main" id="{A02C7416-0160-40D0-B310-FD5D6159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010" y="1601911"/>
            <a:ext cx="1603816" cy="165149"/>
          </a:xfrm>
          <a:custGeom xmlns:a="http://schemas.openxmlformats.org/drawingml/2006/main">
            <a:pathLst>
              <a:path w="1603816" h="165149">
                <a:moveTo>
                  <a:pt x="130276" y="2710"/>
                </a:moveTo>
                <a:lnTo>
                  <a:pt x="130276" y="5963"/>
                </a:lnTo>
                <a:cubicBezTo>
                  <a:pt x="125819" y="6685"/>
                  <a:pt x="121844" y="9066"/>
                  <a:pt x="118351" y="13106"/>
                </a:cubicBezTo>
                <a:cubicBezTo>
                  <a:pt x="115821" y="16117"/>
                  <a:pt x="112057" y="23198"/>
                  <a:pt x="107058" y="34348"/>
                </a:cubicBezTo>
                <a:lnTo>
                  <a:pt x="64867" y="127927"/>
                </a:lnTo>
                <a:lnTo>
                  <a:pt x="61886" y="127927"/>
                </a:lnTo>
                <a:lnTo>
                  <a:pt x="19876" y="30573"/>
                </a:lnTo>
                <a:cubicBezTo>
                  <a:pt x="14816" y="18811"/>
                  <a:pt x="11429" y="11905"/>
                  <a:pt x="9712" y="9853"/>
                </a:cubicBezTo>
                <a:cubicBezTo>
                  <a:pt x="7995" y="7802"/>
                  <a:pt x="4758" y="6505"/>
                  <a:pt x="0" y="5963"/>
                </a:cubicBezTo>
                <a:lnTo>
                  <a:pt x="0" y="2710"/>
                </a:lnTo>
                <a:lnTo>
                  <a:pt x="58724" y="2710"/>
                </a:lnTo>
                <a:lnTo>
                  <a:pt x="58724" y="5963"/>
                </a:lnTo>
                <a:lnTo>
                  <a:pt x="56736" y="5963"/>
                </a:lnTo>
                <a:cubicBezTo>
                  <a:pt x="51436" y="5963"/>
                  <a:pt x="47822" y="6630"/>
                  <a:pt x="45895" y="7964"/>
                </a:cubicBezTo>
                <a:cubicBezTo>
                  <a:pt x="44509" y="8873"/>
                  <a:pt x="43817" y="10207"/>
                  <a:pt x="43817" y="11965"/>
                </a:cubicBezTo>
                <a:cubicBezTo>
                  <a:pt x="43817" y="13057"/>
                  <a:pt x="44058" y="14345"/>
                  <a:pt x="44540" y="15830"/>
                </a:cubicBezTo>
                <a:cubicBezTo>
                  <a:pt x="45021" y="17315"/>
                  <a:pt x="46648" y="21284"/>
                  <a:pt x="49418" y="27738"/>
                </a:cubicBezTo>
                <a:lnTo>
                  <a:pt x="75528" y="88656"/>
                </a:lnTo>
                <a:lnTo>
                  <a:pt x="99740" y="34398"/>
                </a:lnTo>
                <a:cubicBezTo>
                  <a:pt x="102631" y="27837"/>
                  <a:pt x="104408" y="23439"/>
                  <a:pt x="105070" y="21203"/>
                </a:cubicBezTo>
                <a:cubicBezTo>
                  <a:pt x="105733" y="18965"/>
                  <a:pt x="106064" y="17059"/>
                  <a:pt x="106064" y="15486"/>
                </a:cubicBezTo>
                <a:cubicBezTo>
                  <a:pt x="106064" y="13673"/>
                  <a:pt x="105582" y="12071"/>
                  <a:pt x="104618" y="10680"/>
                </a:cubicBezTo>
                <a:cubicBezTo>
                  <a:pt x="103655" y="9289"/>
                  <a:pt x="102239" y="8231"/>
                  <a:pt x="100372" y="7504"/>
                </a:cubicBezTo>
                <a:cubicBezTo>
                  <a:pt x="97782" y="6477"/>
                  <a:pt x="94349" y="5963"/>
                  <a:pt x="90073" y="5963"/>
                </a:cubicBezTo>
                <a:lnTo>
                  <a:pt x="90073" y="2710"/>
                </a:lnTo>
                <a:lnTo>
                  <a:pt x="130276" y="2710"/>
                </a:lnTo>
                <a:close/>
                <a:moveTo>
                  <a:pt x="178218" y="38125"/>
                </a:moveTo>
                <a:cubicBezTo>
                  <a:pt x="185566" y="38125"/>
                  <a:pt x="192402" y="40024"/>
                  <a:pt x="198726" y="43822"/>
                </a:cubicBezTo>
                <a:cubicBezTo>
                  <a:pt x="205050" y="47621"/>
                  <a:pt x="209853" y="53017"/>
                  <a:pt x="213136" y="60011"/>
                </a:cubicBezTo>
                <a:cubicBezTo>
                  <a:pt x="216418" y="67005"/>
                  <a:pt x="218060" y="74662"/>
                  <a:pt x="218060" y="82981"/>
                </a:cubicBezTo>
                <a:cubicBezTo>
                  <a:pt x="218060" y="94978"/>
                  <a:pt x="215018" y="105016"/>
                  <a:pt x="208935" y="113097"/>
                </a:cubicBezTo>
                <a:cubicBezTo>
                  <a:pt x="201587" y="122863"/>
                  <a:pt x="191438" y="127746"/>
                  <a:pt x="178489" y="127746"/>
                </a:cubicBezTo>
                <a:cubicBezTo>
                  <a:pt x="165780" y="127746"/>
                  <a:pt x="155993" y="123285"/>
                  <a:pt x="149127" y="114361"/>
                </a:cubicBezTo>
                <a:cubicBezTo>
                  <a:pt x="142261" y="105438"/>
                  <a:pt x="138828" y="95098"/>
                  <a:pt x="138828" y="83342"/>
                </a:cubicBezTo>
                <a:cubicBezTo>
                  <a:pt x="138828" y="71225"/>
                  <a:pt x="142336" y="60659"/>
                  <a:pt x="149353" y="51646"/>
                </a:cubicBezTo>
                <a:cubicBezTo>
                  <a:pt x="156370" y="42632"/>
                  <a:pt x="165991" y="38125"/>
                  <a:pt x="178218" y="38125"/>
                </a:cubicBezTo>
                <a:moveTo>
                  <a:pt x="178579" y="44449"/>
                </a:moveTo>
                <a:cubicBezTo>
                  <a:pt x="175507" y="44449"/>
                  <a:pt x="172872" y="45611"/>
                  <a:pt x="170674" y="47933"/>
                </a:cubicBezTo>
                <a:cubicBezTo>
                  <a:pt x="168476" y="50254"/>
                  <a:pt x="167030" y="54836"/>
                  <a:pt x="166338" y="61680"/>
                </a:cubicBezTo>
                <a:cubicBezTo>
                  <a:pt x="165645" y="68523"/>
                  <a:pt x="165299" y="78036"/>
                  <a:pt x="165299" y="90217"/>
                </a:cubicBezTo>
                <a:cubicBezTo>
                  <a:pt x="165299" y="96669"/>
                  <a:pt x="165720" y="102700"/>
                  <a:pt x="166563" y="108308"/>
                </a:cubicBezTo>
                <a:cubicBezTo>
                  <a:pt x="167226" y="112588"/>
                  <a:pt x="168641" y="115845"/>
                  <a:pt x="170810" y="118077"/>
                </a:cubicBezTo>
                <a:cubicBezTo>
                  <a:pt x="172978" y="120307"/>
                  <a:pt x="175447" y="121422"/>
                  <a:pt x="178218" y="121422"/>
                </a:cubicBezTo>
                <a:cubicBezTo>
                  <a:pt x="180928" y="121422"/>
                  <a:pt x="183187" y="120669"/>
                  <a:pt x="184994" y="119161"/>
                </a:cubicBezTo>
                <a:cubicBezTo>
                  <a:pt x="187343" y="117111"/>
                  <a:pt x="188909" y="114247"/>
                  <a:pt x="189691" y="110567"/>
                </a:cubicBezTo>
                <a:cubicBezTo>
                  <a:pt x="190896" y="104840"/>
                  <a:pt x="191498" y="93262"/>
                  <a:pt x="191498" y="75835"/>
                </a:cubicBezTo>
                <a:cubicBezTo>
                  <a:pt x="191498" y="65585"/>
                  <a:pt x="190926" y="58546"/>
                  <a:pt x="189782" y="54717"/>
                </a:cubicBezTo>
                <a:cubicBezTo>
                  <a:pt x="188637" y="50887"/>
                  <a:pt x="186951" y="48098"/>
                  <a:pt x="184723" y="46349"/>
                </a:cubicBezTo>
                <a:cubicBezTo>
                  <a:pt x="183157" y="45083"/>
                  <a:pt x="181109" y="44449"/>
                  <a:pt x="178579" y="44449"/>
                </a:cubicBezTo>
                <a:close/>
                <a:moveTo>
                  <a:pt x="265146" y="9576"/>
                </a:moveTo>
                <a:lnTo>
                  <a:pt x="265146" y="40655"/>
                </a:lnTo>
                <a:lnTo>
                  <a:pt x="285202" y="40655"/>
                </a:lnTo>
                <a:lnTo>
                  <a:pt x="285202" y="49509"/>
                </a:lnTo>
                <a:lnTo>
                  <a:pt x="265146" y="49509"/>
                </a:lnTo>
                <a:lnTo>
                  <a:pt x="265146" y="101778"/>
                </a:lnTo>
                <a:cubicBezTo>
                  <a:pt x="265146" y="106670"/>
                  <a:pt x="265372" y="109825"/>
                  <a:pt x="265824" y="111245"/>
                </a:cubicBezTo>
                <a:cubicBezTo>
                  <a:pt x="266275" y="112664"/>
                  <a:pt x="267073" y="113812"/>
                  <a:pt x="268218" y="114689"/>
                </a:cubicBezTo>
                <a:cubicBezTo>
                  <a:pt x="269362" y="115564"/>
                  <a:pt x="270416" y="116002"/>
                  <a:pt x="271380" y="116002"/>
                </a:cubicBezTo>
                <a:cubicBezTo>
                  <a:pt x="275295" y="116002"/>
                  <a:pt x="278999" y="112990"/>
                  <a:pt x="282492" y="106967"/>
                </a:cubicBezTo>
                <a:lnTo>
                  <a:pt x="285202" y="108975"/>
                </a:lnTo>
                <a:cubicBezTo>
                  <a:pt x="280324" y="120646"/>
                  <a:pt x="272404" y="126482"/>
                  <a:pt x="261442" y="126482"/>
                </a:cubicBezTo>
                <a:cubicBezTo>
                  <a:pt x="256081" y="126482"/>
                  <a:pt x="251549" y="124986"/>
                  <a:pt x="247845" y="121995"/>
                </a:cubicBezTo>
                <a:cubicBezTo>
                  <a:pt x="244141" y="119003"/>
                  <a:pt x="241777" y="115663"/>
                  <a:pt x="240753" y="111976"/>
                </a:cubicBezTo>
                <a:cubicBezTo>
                  <a:pt x="240151" y="109920"/>
                  <a:pt x="239850" y="104360"/>
                  <a:pt x="239850" y="95293"/>
                </a:cubicBezTo>
                <a:lnTo>
                  <a:pt x="239850" y="49509"/>
                </a:lnTo>
                <a:lnTo>
                  <a:pt x="228828" y="49509"/>
                </a:lnTo>
                <a:lnTo>
                  <a:pt x="228828" y="46338"/>
                </a:lnTo>
                <a:cubicBezTo>
                  <a:pt x="236417" y="40966"/>
                  <a:pt x="242876" y="35323"/>
                  <a:pt x="248206" y="29407"/>
                </a:cubicBezTo>
                <a:cubicBezTo>
                  <a:pt x="253537" y="23491"/>
                  <a:pt x="258189" y="16881"/>
                  <a:pt x="262165" y="9576"/>
                </a:cubicBezTo>
                <a:lnTo>
                  <a:pt x="265146" y="9576"/>
                </a:lnTo>
                <a:close/>
                <a:moveTo>
                  <a:pt x="364794" y="79864"/>
                </a:moveTo>
                <a:lnTo>
                  <a:pt x="318447" y="79864"/>
                </a:lnTo>
                <a:cubicBezTo>
                  <a:pt x="318989" y="91097"/>
                  <a:pt x="321971" y="99974"/>
                  <a:pt x="327391" y="106496"/>
                </a:cubicBezTo>
                <a:cubicBezTo>
                  <a:pt x="331547" y="111508"/>
                  <a:pt x="336546" y="114014"/>
                  <a:pt x="342389" y="114014"/>
                </a:cubicBezTo>
                <a:cubicBezTo>
                  <a:pt x="346002" y="114014"/>
                  <a:pt x="349285" y="113005"/>
                  <a:pt x="352236" y="110988"/>
                </a:cubicBezTo>
                <a:cubicBezTo>
                  <a:pt x="355187" y="108970"/>
                  <a:pt x="358349" y="105341"/>
                  <a:pt x="361722" y="100101"/>
                </a:cubicBezTo>
                <a:lnTo>
                  <a:pt x="364794" y="102089"/>
                </a:lnTo>
                <a:cubicBezTo>
                  <a:pt x="360216" y="111424"/>
                  <a:pt x="355157" y="118034"/>
                  <a:pt x="349616" y="121919"/>
                </a:cubicBezTo>
                <a:cubicBezTo>
                  <a:pt x="344075" y="125804"/>
                  <a:pt x="337661" y="127746"/>
                  <a:pt x="330373" y="127746"/>
                </a:cubicBezTo>
                <a:cubicBezTo>
                  <a:pt x="317845" y="127746"/>
                  <a:pt x="308359" y="122923"/>
                  <a:pt x="301914" y="113277"/>
                </a:cubicBezTo>
                <a:cubicBezTo>
                  <a:pt x="296735" y="105500"/>
                  <a:pt x="294145" y="95854"/>
                  <a:pt x="294145" y="84339"/>
                </a:cubicBezTo>
                <a:cubicBezTo>
                  <a:pt x="294145" y="70230"/>
                  <a:pt x="297954" y="59001"/>
                  <a:pt x="305573" y="50652"/>
                </a:cubicBezTo>
                <a:cubicBezTo>
                  <a:pt x="313192" y="42301"/>
                  <a:pt x="322121" y="38125"/>
                  <a:pt x="332360" y="38125"/>
                </a:cubicBezTo>
                <a:cubicBezTo>
                  <a:pt x="340913" y="38125"/>
                  <a:pt x="348336" y="41634"/>
                  <a:pt x="354630" y="48650"/>
                </a:cubicBezTo>
                <a:cubicBezTo>
                  <a:pt x="360924" y="55667"/>
                  <a:pt x="364312" y="66072"/>
                  <a:pt x="364794" y="79864"/>
                </a:cubicBezTo>
                <a:moveTo>
                  <a:pt x="342569" y="73901"/>
                </a:moveTo>
                <a:cubicBezTo>
                  <a:pt x="342569" y="64204"/>
                  <a:pt x="342042" y="57549"/>
                  <a:pt x="340988" y="53935"/>
                </a:cubicBezTo>
                <a:cubicBezTo>
                  <a:pt x="339934" y="50322"/>
                  <a:pt x="338293" y="47581"/>
                  <a:pt x="336065" y="45714"/>
                </a:cubicBezTo>
                <a:cubicBezTo>
                  <a:pt x="334800" y="44630"/>
                  <a:pt x="333113" y="44088"/>
                  <a:pt x="331005" y="44088"/>
                </a:cubicBezTo>
                <a:cubicBezTo>
                  <a:pt x="327873" y="44088"/>
                  <a:pt x="325314" y="45624"/>
                  <a:pt x="323326" y="48695"/>
                </a:cubicBezTo>
                <a:cubicBezTo>
                  <a:pt x="319772" y="54056"/>
                  <a:pt x="317996" y="61404"/>
                  <a:pt x="317996" y="70739"/>
                </a:cubicBezTo>
                <a:lnTo>
                  <a:pt x="317996" y="73901"/>
                </a:lnTo>
                <a:lnTo>
                  <a:pt x="342569" y="73901"/>
                </a:lnTo>
                <a:close/>
                <a:moveTo>
                  <a:pt x="425792" y="91970"/>
                </a:moveTo>
                <a:lnTo>
                  <a:pt x="373122" y="91970"/>
                </a:lnTo>
                <a:lnTo>
                  <a:pt x="373122" y="73179"/>
                </a:lnTo>
                <a:lnTo>
                  <a:pt x="425792" y="73179"/>
                </a:lnTo>
                <a:lnTo>
                  <a:pt x="425792" y="91970"/>
                </a:lnTo>
                <a:close/>
                <a:moveTo>
                  <a:pt x="469156" y="2710"/>
                </a:moveTo>
                <a:lnTo>
                  <a:pt x="469156" y="49147"/>
                </a:lnTo>
                <a:cubicBezTo>
                  <a:pt x="476263" y="41799"/>
                  <a:pt x="484033" y="38125"/>
                  <a:pt x="492465" y="38125"/>
                </a:cubicBezTo>
                <a:cubicBezTo>
                  <a:pt x="498247" y="38125"/>
                  <a:pt x="503697" y="39829"/>
                  <a:pt x="508817" y="43235"/>
                </a:cubicBezTo>
                <a:cubicBezTo>
                  <a:pt x="513936" y="46642"/>
                  <a:pt x="517942" y="51480"/>
                  <a:pt x="520833" y="57750"/>
                </a:cubicBezTo>
                <a:cubicBezTo>
                  <a:pt x="523724" y="64019"/>
                  <a:pt x="525169" y="71254"/>
                  <a:pt x="525169" y="79455"/>
                </a:cubicBezTo>
                <a:cubicBezTo>
                  <a:pt x="525169" y="88679"/>
                  <a:pt x="523332" y="97060"/>
                  <a:pt x="519658" y="104596"/>
                </a:cubicBezTo>
                <a:cubicBezTo>
                  <a:pt x="515984" y="112132"/>
                  <a:pt x="511075" y="117874"/>
                  <a:pt x="504932" y="121823"/>
                </a:cubicBezTo>
                <a:cubicBezTo>
                  <a:pt x="498789" y="125772"/>
                  <a:pt x="491772" y="127746"/>
                  <a:pt x="483882" y="127746"/>
                </a:cubicBezTo>
                <a:cubicBezTo>
                  <a:pt x="479305" y="127746"/>
                  <a:pt x="475239" y="127024"/>
                  <a:pt x="471685" y="125578"/>
                </a:cubicBezTo>
                <a:cubicBezTo>
                  <a:pt x="468132" y="124133"/>
                  <a:pt x="464639" y="121784"/>
                  <a:pt x="461206" y="118531"/>
                </a:cubicBezTo>
                <a:lnTo>
                  <a:pt x="447202" y="127746"/>
                </a:lnTo>
                <a:lnTo>
                  <a:pt x="444131" y="127746"/>
                </a:lnTo>
                <a:lnTo>
                  <a:pt x="444131" y="20237"/>
                </a:lnTo>
                <a:cubicBezTo>
                  <a:pt x="444131" y="15326"/>
                  <a:pt x="443920" y="12296"/>
                  <a:pt x="443498" y="11146"/>
                </a:cubicBezTo>
                <a:cubicBezTo>
                  <a:pt x="442896" y="9448"/>
                  <a:pt x="441947" y="8190"/>
                  <a:pt x="440652" y="7372"/>
                </a:cubicBezTo>
                <a:cubicBezTo>
                  <a:pt x="439357" y="6553"/>
                  <a:pt x="437174" y="6083"/>
                  <a:pt x="434102" y="5963"/>
                </a:cubicBezTo>
                <a:lnTo>
                  <a:pt x="434102" y="2710"/>
                </a:lnTo>
                <a:lnTo>
                  <a:pt x="469156" y="2710"/>
                </a:lnTo>
                <a:moveTo>
                  <a:pt x="469156" y="57199"/>
                </a:moveTo>
                <a:lnTo>
                  <a:pt x="469156" y="94827"/>
                </a:lnTo>
                <a:cubicBezTo>
                  <a:pt x="469156" y="102486"/>
                  <a:pt x="469337" y="107371"/>
                  <a:pt x="469698" y="109483"/>
                </a:cubicBezTo>
                <a:cubicBezTo>
                  <a:pt x="470300" y="113040"/>
                  <a:pt x="471746" y="115920"/>
                  <a:pt x="474034" y="118122"/>
                </a:cubicBezTo>
                <a:cubicBezTo>
                  <a:pt x="476323" y="120322"/>
                  <a:pt x="479244" y="121422"/>
                  <a:pt x="482798" y="121422"/>
                </a:cubicBezTo>
                <a:cubicBezTo>
                  <a:pt x="485870" y="121422"/>
                  <a:pt x="488505" y="120548"/>
                  <a:pt x="490703" y="118800"/>
                </a:cubicBezTo>
                <a:cubicBezTo>
                  <a:pt x="492901" y="117051"/>
                  <a:pt x="494738" y="113584"/>
                  <a:pt x="496214" y="108399"/>
                </a:cubicBezTo>
                <a:cubicBezTo>
                  <a:pt x="497690" y="103211"/>
                  <a:pt x="498427" y="93864"/>
                  <a:pt x="498427" y="80355"/>
                </a:cubicBezTo>
                <a:cubicBezTo>
                  <a:pt x="498427" y="67389"/>
                  <a:pt x="496801" y="58494"/>
                  <a:pt x="493549" y="53670"/>
                </a:cubicBezTo>
                <a:cubicBezTo>
                  <a:pt x="491200" y="50173"/>
                  <a:pt x="488038" y="48424"/>
                  <a:pt x="484063" y="48424"/>
                </a:cubicBezTo>
                <a:cubicBezTo>
                  <a:pt x="478883" y="48424"/>
                  <a:pt x="473914" y="51349"/>
                  <a:pt x="469156" y="57199"/>
                </a:cubicBezTo>
                <a:close/>
                <a:moveTo>
                  <a:pt x="586498" y="112749"/>
                </a:moveTo>
                <a:cubicBezTo>
                  <a:pt x="576199" y="121904"/>
                  <a:pt x="566954" y="126482"/>
                  <a:pt x="558762" y="126482"/>
                </a:cubicBezTo>
                <a:cubicBezTo>
                  <a:pt x="553944" y="126482"/>
                  <a:pt x="549939" y="124896"/>
                  <a:pt x="546747" y="121724"/>
                </a:cubicBezTo>
                <a:cubicBezTo>
                  <a:pt x="543555" y="118551"/>
                  <a:pt x="541958" y="114578"/>
                  <a:pt x="541958" y="109805"/>
                </a:cubicBezTo>
                <a:cubicBezTo>
                  <a:pt x="541958" y="103338"/>
                  <a:pt x="544729" y="97521"/>
                  <a:pt x="550270" y="92354"/>
                </a:cubicBezTo>
                <a:cubicBezTo>
                  <a:pt x="555811" y="87188"/>
                  <a:pt x="567887" y="80314"/>
                  <a:pt x="586498" y="71733"/>
                </a:cubicBezTo>
                <a:lnTo>
                  <a:pt x="586498" y="63241"/>
                </a:lnTo>
                <a:cubicBezTo>
                  <a:pt x="586498" y="56857"/>
                  <a:pt x="586152" y="52836"/>
                  <a:pt x="585459" y="51180"/>
                </a:cubicBezTo>
                <a:cubicBezTo>
                  <a:pt x="584766" y="49524"/>
                  <a:pt x="583456" y="48078"/>
                  <a:pt x="581529" y="46843"/>
                </a:cubicBezTo>
                <a:cubicBezTo>
                  <a:pt x="579602" y="45609"/>
                  <a:pt x="577434" y="44991"/>
                  <a:pt x="575024" y="44991"/>
                </a:cubicBezTo>
                <a:cubicBezTo>
                  <a:pt x="571109" y="44991"/>
                  <a:pt x="567887" y="45865"/>
                  <a:pt x="565358" y="47611"/>
                </a:cubicBezTo>
                <a:cubicBezTo>
                  <a:pt x="563792" y="48695"/>
                  <a:pt x="563009" y="49960"/>
                  <a:pt x="563009" y="51406"/>
                </a:cubicBezTo>
                <a:cubicBezTo>
                  <a:pt x="563009" y="52671"/>
                  <a:pt x="563852" y="54237"/>
                  <a:pt x="565538" y="56104"/>
                </a:cubicBezTo>
                <a:cubicBezTo>
                  <a:pt x="567827" y="58694"/>
                  <a:pt x="568971" y="61193"/>
                  <a:pt x="568971" y="63602"/>
                </a:cubicBezTo>
                <a:cubicBezTo>
                  <a:pt x="568971" y="66553"/>
                  <a:pt x="567872" y="69068"/>
                  <a:pt x="565674" y="71146"/>
                </a:cubicBezTo>
                <a:cubicBezTo>
                  <a:pt x="563475" y="73224"/>
                  <a:pt x="560599" y="74263"/>
                  <a:pt x="557046" y="74263"/>
                </a:cubicBezTo>
                <a:cubicBezTo>
                  <a:pt x="553251" y="74263"/>
                  <a:pt x="550074" y="73118"/>
                  <a:pt x="547515" y="70830"/>
                </a:cubicBezTo>
                <a:cubicBezTo>
                  <a:pt x="544955" y="68541"/>
                  <a:pt x="543675" y="65861"/>
                  <a:pt x="543675" y="62789"/>
                </a:cubicBezTo>
                <a:cubicBezTo>
                  <a:pt x="543675" y="58453"/>
                  <a:pt x="545392" y="54312"/>
                  <a:pt x="548825" y="50367"/>
                </a:cubicBezTo>
                <a:cubicBezTo>
                  <a:pt x="552258" y="46422"/>
                  <a:pt x="557046" y="43395"/>
                  <a:pt x="563189" y="41287"/>
                </a:cubicBezTo>
                <a:cubicBezTo>
                  <a:pt x="569333" y="39179"/>
                  <a:pt x="575717" y="38125"/>
                  <a:pt x="582342" y="38125"/>
                </a:cubicBezTo>
                <a:cubicBezTo>
                  <a:pt x="590353" y="38125"/>
                  <a:pt x="596692" y="39831"/>
                  <a:pt x="601360" y="43244"/>
                </a:cubicBezTo>
                <a:cubicBezTo>
                  <a:pt x="606027" y="46654"/>
                  <a:pt x="609054" y="50352"/>
                  <a:pt x="610439" y="54336"/>
                </a:cubicBezTo>
                <a:cubicBezTo>
                  <a:pt x="611282" y="56872"/>
                  <a:pt x="611704" y="62697"/>
                  <a:pt x="611704" y="71812"/>
                </a:cubicBezTo>
                <a:lnTo>
                  <a:pt x="611704" y="104683"/>
                </a:lnTo>
                <a:cubicBezTo>
                  <a:pt x="611704" y="108547"/>
                  <a:pt x="611855" y="110978"/>
                  <a:pt x="612156" y="111976"/>
                </a:cubicBezTo>
                <a:cubicBezTo>
                  <a:pt x="612457" y="112971"/>
                  <a:pt x="612909" y="113711"/>
                  <a:pt x="613511" y="114195"/>
                </a:cubicBezTo>
                <a:cubicBezTo>
                  <a:pt x="614113" y="114677"/>
                  <a:pt x="614806" y="114918"/>
                  <a:pt x="615589" y="114918"/>
                </a:cubicBezTo>
                <a:cubicBezTo>
                  <a:pt x="617155" y="114918"/>
                  <a:pt x="618751" y="113803"/>
                  <a:pt x="620377" y="111575"/>
                </a:cubicBezTo>
                <a:lnTo>
                  <a:pt x="623087" y="113743"/>
                </a:lnTo>
                <a:cubicBezTo>
                  <a:pt x="620076" y="118200"/>
                  <a:pt x="616959" y="121437"/>
                  <a:pt x="613737" y="123455"/>
                </a:cubicBezTo>
                <a:cubicBezTo>
                  <a:pt x="610515" y="125473"/>
                  <a:pt x="606856" y="126482"/>
                  <a:pt x="602760" y="126482"/>
                </a:cubicBezTo>
                <a:cubicBezTo>
                  <a:pt x="597942" y="126482"/>
                  <a:pt x="594177" y="125345"/>
                  <a:pt x="591467" y="123071"/>
                </a:cubicBezTo>
                <a:cubicBezTo>
                  <a:pt x="588757" y="120797"/>
                  <a:pt x="587100" y="117357"/>
                  <a:pt x="586498" y="112749"/>
                </a:cubicBezTo>
                <a:moveTo>
                  <a:pt x="586498" y="106064"/>
                </a:moveTo>
                <a:lnTo>
                  <a:pt x="586498" y="77803"/>
                </a:lnTo>
                <a:cubicBezTo>
                  <a:pt x="579210" y="82100"/>
                  <a:pt x="573790" y="86700"/>
                  <a:pt x="570236" y="91603"/>
                </a:cubicBezTo>
                <a:cubicBezTo>
                  <a:pt x="567887" y="94871"/>
                  <a:pt x="566713" y="98169"/>
                  <a:pt x="566713" y="101499"/>
                </a:cubicBezTo>
                <a:cubicBezTo>
                  <a:pt x="566713" y="104282"/>
                  <a:pt x="567707" y="106734"/>
                  <a:pt x="569694" y="108853"/>
                </a:cubicBezTo>
                <a:cubicBezTo>
                  <a:pt x="571200" y="110487"/>
                  <a:pt x="573308" y="111304"/>
                  <a:pt x="576018" y="111304"/>
                </a:cubicBezTo>
                <a:cubicBezTo>
                  <a:pt x="579030" y="111304"/>
                  <a:pt x="582523" y="109557"/>
                  <a:pt x="586498" y="106064"/>
                </a:cubicBezTo>
                <a:close/>
                <a:moveTo>
                  <a:pt x="684491" y="38487"/>
                </a:moveTo>
                <a:lnTo>
                  <a:pt x="685846" y="67397"/>
                </a:lnTo>
                <a:lnTo>
                  <a:pt x="682774" y="67397"/>
                </a:lnTo>
                <a:cubicBezTo>
                  <a:pt x="679100" y="58774"/>
                  <a:pt x="675291" y="52885"/>
                  <a:pt x="671346" y="49729"/>
                </a:cubicBezTo>
                <a:cubicBezTo>
                  <a:pt x="667401" y="46570"/>
                  <a:pt x="663471" y="44991"/>
                  <a:pt x="659556" y="44991"/>
                </a:cubicBezTo>
                <a:cubicBezTo>
                  <a:pt x="657087" y="44991"/>
                  <a:pt x="654979" y="45819"/>
                  <a:pt x="653232" y="47476"/>
                </a:cubicBezTo>
                <a:cubicBezTo>
                  <a:pt x="651485" y="49132"/>
                  <a:pt x="650612" y="51044"/>
                  <a:pt x="650612" y="53213"/>
                </a:cubicBezTo>
                <a:cubicBezTo>
                  <a:pt x="650612" y="54839"/>
                  <a:pt x="651214" y="56405"/>
                  <a:pt x="652419" y="57911"/>
                </a:cubicBezTo>
                <a:cubicBezTo>
                  <a:pt x="654346" y="60380"/>
                  <a:pt x="659737" y="64611"/>
                  <a:pt x="668590" y="70604"/>
                </a:cubicBezTo>
                <a:cubicBezTo>
                  <a:pt x="677444" y="76597"/>
                  <a:pt x="683271" y="81686"/>
                  <a:pt x="686072" y="85872"/>
                </a:cubicBezTo>
                <a:cubicBezTo>
                  <a:pt x="688873" y="90058"/>
                  <a:pt x="690273" y="94741"/>
                  <a:pt x="690273" y="99920"/>
                </a:cubicBezTo>
                <a:cubicBezTo>
                  <a:pt x="690273" y="104618"/>
                  <a:pt x="689099" y="109226"/>
                  <a:pt x="686750" y="113743"/>
                </a:cubicBezTo>
                <a:cubicBezTo>
                  <a:pt x="684401" y="118260"/>
                  <a:pt x="681088" y="121724"/>
                  <a:pt x="676812" y="124133"/>
                </a:cubicBezTo>
                <a:cubicBezTo>
                  <a:pt x="672535" y="126542"/>
                  <a:pt x="667807" y="127746"/>
                  <a:pt x="662628" y="127746"/>
                </a:cubicBezTo>
                <a:cubicBezTo>
                  <a:pt x="658592" y="127746"/>
                  <a:pt x="653202" y="126458"/>
                  <a:pt x="646456" y="123881"/>
                </a:cubicBezTo>
                <a:cubicBezTo>
                  <a:pt x="644649" y="123206"/>
                  <a:pt x="643415" y="122868"/>
                  <a:pt x="642752" y="122868"/>
                </a:cubicBezTo>
                <a:cubicBezTo>
                  <a:pt x="640764" y="122868"/>
                  <a:pt x="639108" y="124374"/>
                  <a:pt x="637783" y="127385"/>
                </a:cubicBezTo>
                <a:lnTo>
                  <a:pt x="634802" y="127385"/>
                </a:lnTo>
                <a:lnTo>
                  <a:pt x="633356" y="97029"/>
                </a:lnTo>
                <a:lnTo>
                  <a:pt x="636428" y="97029"/>
                </a:lnTo>
                <a:cubicBezTo>
                  <a:pt x="639138" y="104980"/>
                  <a:pt x="642857" y="110942"/>
                  <a:pt x="647585" y="114918"/>
                </a:cubicBezTo>
                <a:cubicBezTo>
                  <a:pt x="652313" y="118893"/>
                  <a:pt x="656785" y="120880"/>
                  <a:pt x="661002" y="120880"/>
                </a:cubicBezTo>
                <a:cubicBezTo>
                  <a:pt x="663893" y="120880"/>
                  <a:pt x="666257" y="119992"/>
                  <a:pt x="668094" y="118215"/>
                </a:cubicBezTo>
                <a:cubicBezTo>
                  <a:pt x="669931" y="116438"/>
                  <a:pt x="670849" y="114285"/>
                  <a:pt x="670849" y="111756"/>
                </a:cubicBezTo>
                <a:cubicBezTo>
                  <a:pt x="670849" y="108865"/>
                  <a:pt x="669946" y="106365"/>
                  <a:pt x="668139" y="104257"/>
                </a:cubicBezTo>
                <a:cubicBezTo>
                  <a:pt x="666332" y="102149"/>
                  <a:pt x="662296" y="98957"/>
                  <a:pt x="656033" y="94681"/>
                </a:cubicBezTo>
                <a:cubicBezTo>
                  <a:pt x="646818" y="88296"/>
                  <a:pt x="640855" y="83418"/>
                  <a:pt x="638144" y="80045"/>
                </a:cubicBezTo>
                <a:cubicBezTo>
                  <a:pt x="634169" y="75106"/>
                  <a:pt x="632182" y="69655"/>
                  <a:pt x="632182" y="63693"/>
                </a:cubicBezTo>
                <a:cubicBezTo>
                  <a:pt x="632182" y="57188"/>
                  <a:pt x="634425" y="51300"/>
                  <a:pt x="638912" y="46030"/>
                </a:cubicBezTo>
                <a:cubicBezTo>
                  <a:pt x="643400" y="40760"/>
                  <a:pt x="649889" y="38125"/>
                  <a:pt x="658382" y="38125"/>
                </a:cubicBezTo>
                <a:cubicBezTo>
                  <a:pt x="662959" y="38125"/>
                  <a:pt x="667386" y="39283"/>
                  <a:pt x="671662" y="41598"/>
                </a:cubicBezTo>
                <a:cubicBezTo>
                  <a:pt x="673288" y="42535"/>
                  <a:pt x="674613" y="43004"/>
                  <a:pt x="675637" y="43004"/>
                </a:cubicBezTo>
                <a:cubicBezTo>
                  <a:pt x="676721" y="43004"/>
                  <a:pt x="677595" y="42778"/>
                  <a:pt x="678257" y="42326"/>
                </a:cubicBezTo>
                <a:cubicBezTo>
                  <a:pt x="678920" y="41874"/>
                  <a:pt x="679974" y="40595"/>
                  <a:pt x="681419" y="38487"/>
                </a:cubicBezTo>
                <a:lnTo>
                  <a:pt x="684491" y="38487"/>
                </a:lnTo>
                <a:close/>
                <a:moveTo>
                  <a:pt x="774623" y="79864"/>
                </a:moveTo>
                <a:lnTo>
                  <a:pt x="728277" y="79864"/>
                </a:lnTo>
                <a:cubicBezTo>
                  <a:pt x="728819" y="91097"/>
                  <a:pt x="731800" y="99974"/>
                  <a:pt x="737221" y="106496"/>
                </a:cubicBezTo>
                <a:cubicBezTo>
                  <a:pt x="741377" y="111508"/>
                  <a:pt x="746376" y="114014"/>
                  <a:pt x="752218" y="114014"/>
                </a:cubicBezTo>
                <a:cubicBezTo>
                  <a:pt x="755832" y="114014"/>
                  <a:pt x="759114" y="113005"/>
                  <a:pt x="762065" y="110988"/>
                </a:cubicBezTo>
                <a:cubicBezTo>
                  <a:pt x="765017" y="108970"/>
                  <a:pt x="768179" y="105341"/>
                  <a:pt x="771551" y="100101"/>
                </a:cubicBezTo>
                <a:lnTo>
                  <a:pt x="774623" y="102089"/>
                </a:lnTo>
                <a:cubicBezTo>
                  <a:pt x="770046" y="111424"/>
                  <a:pt x="764986" y="118034"/>
                  <a:pt x="759445" y="121919"/>
                </a:cubicBezTo>
                <a:cubicBezTo>
                  <a:pt x="753904" y="125804"/>
                  <a:pt x="747490" y="127746"/>
                  <a:pt x="740202" y="127746"/>
                </a:cubicBezTo>
                <a:cubicBezTo>
                  <a:pt x="727674" y="127746"/>
                  <a:pt x="718188" y="122923"/>
                  <a:pt x="711744" y="113277"/>
                </a:cubicBezTo>
                <a:cubicBezTo>
                  <a:pt x="706564" y="105500"/>
                  <a:pt x="703974" y="95854"/>
                  <a:pt x="703974" y="84339"/>
                </a:cubicBezTo>
                <a:cubicBezTo>
                  <a:pt x="703974" y="70230"/>
                  <a:pt x="707784" y="59001"/>
                  <a:pt x="715403" y="50652"/>
                </a:cubicBezTo>
                <a:cubicBezTo>
                  <a:pt x="723022" y="42301"/>
                  <a:pt x="731951" y="38125"/>
                  <a:pt x="742190" y="38125"/>
                </a:cubicBezTo>
                <a:cubicBezTo>
                  <a:pt x="750742" y="38125"/>
                  <a:pt x="758165" y="41634"/>
                  <a:pt x="764459" y="48650"/>
                </a:cubicBezTo>
                <a:cubicBezTo>
                  <a:pt x="770753" y="55667"/>
                  <a:pt x="774141" y="66072"/>
                  <a:pt x="774623" y="79864"/>
                </a:cubicBezTo>
                <a:moveTo>
                  <a:pt x="752398" y="73901"/>
                </a:moveTo>
                <a:cubicBezTo>
                  <a:pt x="752398" y="64204"/>
                  <a:pt x="751871" y="57549"/>
                  <a:pt x="750817" y="53935"/>
                </a:cubicBezTo>
                <a:cubicBezTo>
                  <a:pt x="749763" y="50322"/>
                  <a:pt x="748122" y="47581"/>
                  <a:pt x="745894" y="45714"/>
                </a:cubicBezTo>
                <a:cubicBezTo>
                  <a:pt x="744629" y="44630"/>
                  <a:pt x="742942" y="44088"/>
                  <a:pt x="740834" y="44088"/>
                </a:cubicBezTo>
                <a:cubicBezTo>
                  <a:pt x="737703" y="44088"/>
                  <a:pt x="735143" y="45624"/>
                  <a:pt x="733155" y="48695"/>
                </a:cubicBezTo>
                <a:cubicBezTo>
                  <a:pt x="729602" y="54056"/>
                  <a:pt x="727825" y="61404"/>
                  <a:pt x="727825" y="70739"/>
                </a:cubicBezTo>
                <a:lnTo>
                  <a:pt x="727825" y="73901"/>
                </a:lnTo>
                <a:lnTo>
                  <a:pt x="752398" y="73901"/>
                </a:lnTo>
                <a:close/>
                <a:moveTo>
                  <a:pt x="868454" y="2710"/>
                </a:moveTo>
                <a:lnTo>
                  <a:pt x="868454" y="99920"/>
                </a:lnTo>
                <a:cubicBezTo>
                  <a:pt x="868454" y="106420"/>
                  <a:pt x="868634" y="110265"/>
                  <a:pt x="868996" y="111456"/>
                </a:cubicBezTo>
                <a:cubicBezTo>
                  <a:pt x="869478" y="113425"/>
                  <a:pt x="870396" y="114887"/>
                  <a:pt x="871751" y="115841"/>
                </a:cubicBezTo>
                <a:cubicBezTo>
                  <a:pt x="873107" y="116793"/>
                  <a:pt x="875470" y="117389"/>
                  <a:pt x="878843" y="117628"/>
                </a:cubicBezTo>
                <a:lnTo>
                  <a:pt x="878843" y="120880"/>
                </a:lnTo>
                <a:lnTo>
                  <a:pt x="843157" y="127746"/>
                </a:lnTo>
                <a:lnTo>
                  <a:pt x="843157" y="114376"/>
                </a:lnTo>
                <a:cubicBezTo>
                  <a:pt x="838881" y="119555"/>
                  <a:pt x="835072" y="123079"/>
                  <a:pt x="831729" y="124946"/>
                </a:cubicBezTo>
                <a:cubicBezTo>
                  <a:pt x="828386" y="126813"/>
                  <a:pt x="824607" y="127746"/>
                  <a:pt x="820391" y="127746"/>
                </a:cubicBezTo>
                <a:cubicBezTo>
                  <a:pt x="809610" y="127746"/>
                  <a:pt x="801087" y="122923"/>
                  <a:pt x="794823" y="113277"/>
                </a:cubicBezTo>
                <a:cubicBezTo>
                  <a:pt x="789764" y="105440"/>
                  <a:pt x="787234" y="95824"/>
                  <a:pt x="787234" y="84429"/>
                </a:cubicBezTo>
                <a:cubicBezTo>
                  <a:pt x="787234" y="75325"/>
                  <a:pt x="788800" y="67171"/>
                  <a:pt x="791932" y="59966"/>
                </a:cubicBezTo>
                <a:cubicBezTo>
                  <a:pt x="795064" y="52761"/>
                  <a:pt x="799356" y="47320"/>
                  <a:pt x="804806" y="43642"/>
                </a:cubicBezTo>
                <a:cubicBezTo>
                  <a:pt x="810257" y="39964"/>
                  <a:pt x="816114" y="38125"/>
                  <a:pt x="822378" y="38125"/>
                </a:cubicBezTo>
                <a:cubicBezTo>
                  <a:pt x="826414" y="38125"/>
                  <a:pt x="829997" y="38915"/>
                  <a:pt x="833129" y="40494"/>
                </a:cubicBezTo>
                <a:cubicBezTo>
                  <a:pt x="836261" y="42073"/>
                  <a:pt x="839604" y="44837"/>
                  <a:pt x="843157" y="48786"/>
                </a:cubicBezTo>
                <a:lnTo>
                  <a:pt x="843157" y="23309"/>
                </a:lnTo>
                <a:cubicBezTo>
                  <a:pt x="843157" y="16864"/>
                  <a:pt x="842886" y="12979"/>
                  <a:pt x="842344" y="11654"/>
                </a:cubicBezTo>
                <a:cubicBezTo>
                  <a:pt x="841622" y="9908"/>
                  <a:pt x="840537" y="8613"/>
                  <a:pt x="839092" y="7770"/>
                </a:cubicBezTo>
                <a:cubicBezTo>
                  <a:pt x="837646" y="6926"/>
                  <a:pt x="834936" y="6505"/>
                  <a:pt x="830961" y="6505"/>
                </a:cubicBezTo>
                <a:lnTo>
                  <a:pt x="830961" y="2710"/>
                </a:lnTo>
                <a:lnTo>
                  <a:pt x="868454" y="2710"/>
                </a:lnTo>
                <a:moveTo>
                  <a:pt x="843157" y="59808"/>
                </a:moveTo>
                <a:cubicBezTo>
                  <a:pt x="838700" y="51376"/>
                  <a:pt x="833250" y="47160"/>
                  <a:pt x="826805" y="47160"/>
                </a:cubicBezTo>
                <a:cubicBezTo>
                  <a:pt x="824577" y="47160"/>
                  <a:pt x="822740" y="47762"/>
                  <a:pt x="821294" y="48966"/>
                </a:cubicBezTo>
                <a:cubicBezTo>
                  <a:pt x="819066" y="50834"/>
                  <a:pt x="817244" y="54116"/>
                  <a:pt x="815828" y="58814"/>
                </a:cubicBezTo>
                <a:cubicBezTo>
                  <a:pt x="814413" y="63512"/>
                  <a:pt x="813705" y="70709"/>
                  <a:pt x="813705" y="80406"/>
                </a:cubicBezTo>
                <a:cubicBezTo>
                  <a:pt x="813705" y="91067"/>
                  <a:pt x="814488" y="98957"/>
                  <a:pt x="816054" y="104076"/>
                </a:cubicBezTo>
                <a:cubicBezTo>
                  <a:pt x="817620" y="109196"/>
                  <a:pt x="819758" y="112900"/>
                  <a:pt x="822469" y="115189"/>
                </a:cubicBezTo>
                <a:cubicBezTo>
                  <a:pt x="823854" y="116333"/>
                  <a:pt x="825751" y="116905"/>
                  <a:pt x="828160" y="116905"/>
                </a:cubicBezTo>
                <a:cubicBezTo>
                  <a:pt x="833461" y="116905"/>
                  <a:pt x="838460" y="112736"/>
                  <a:pt x="843157" y="104398"/>
                </a:cubicBezTo>
                <a:lnTo>
                  <a:pt x="843157" y="59808"/>
                </a:lnTo>
                <a:close/>
                <a:moveTo>
                  <a:pt x="977082" y="69384"/>
                </a:moveTo>
                <a:lnTo>
                  <a:pt x="977082" y="103896"/>
                </a:lnTo>
                <a:cubicBezTo>
                  <a:pt x="977082" y="110487"/>
                  <a:pt x="977488" y="114637"/>
                  <a:pt x="978301" y="116346"/>
                </a:cubicBezTo>
                <a:cubicBezTo>
                  <a:pt x="979114" y="118053"/>
                  <a:pt x="980545" y="119417"/>
                  <a:pt x="982593" y="120437"/>
                </a:cubicBezTo>
                <a:cubicBezTo>
                  <a:pt x="984640" y="121455"/>
                  <a:pt x="988465" y="121964"/>
                  <a:pt x="994066" y="121964"/>
                </a:cubicBezTo>
                <a:lnTo>
                  <a:pt x="994066" y="125217"/>
                </a:lnTo>
                <a:lnTo>
                  <a:pt x="931367" y="125217"/>
                </a:lnTo>
                <a:lnTo>
                  <a:pt x="931367" y="121964"/>
                </a:lnTo>
                <a:cubicBezTo>
                  <a:pt x="937029" y="121964"/>
                  <a:pt x="940869" y="121440"/>
                  <a:pt x="942886" y="120392"/>
                </a:cubicBezTo>
                <a:cubicBezTo>
                  <a:pt x="944904" y="119344"/>
                  <a:pt x="946319" y="117980"/>
                  <a:pt x="947132" y="116301"/>
                </a:cubicBezTo>
                <a:cubicBezTo>
                  <a:pt x="947946" y="114622"/>
                  <a:pt x="948352" y="110487"/>
                  <a:pt x="948352" y="103896"/>
                </a:cubicBezTo>
                <a:lnTo>
                  <a:pt x="948352" y="24032"/>
                </a:lnTo>
                <a:cubicBezTo>
                  <a:pt x="948352" y="17440"/>
                  <a:pt x="947946" y="13291"/>
                  <a:pt x="947132" y="11584"/>
                </a:cubicBezTo>
                <a:cubicBezTo>
                  <a:pt x="946319" y="9875"/>
                  <a:pt x="944889" y="8511"/>
                  <a:pt x="942841" y="7493"/>
                </a:cubicBezTo>
                <a:cubicBezTo>
                  <a:pt x="940793" y="6473"/>
                  <a:pt x="936969" y="5963"/>
                  <a:pt x="931367" y="5963"/>
                </a:cubicBezTo>
                <a:lnTo>
                  <a:pt x="931367" y="2710"/>
                </a:lnTo>
                <a:lnTo>
                  <a:pt x="988284" y="2710"/>
                </a:lnTo>
                <a:cubicBezTo>
                  <a:pt x="1003101" y="2710"/>
                  <a:pt x="1013942" y="3733"/>
                  <a:pt x="1020808" y="5779"/>
                </a:cubicBezTo>
                <a:cubicBezTo>
                  <a:pt x="1027674" y="7825"/>
                  <a:pt x="1033276" y="11601"/>
                  <a:pt x="1037612" y="17106"/>
                </a:cubicBezTo>
                <a:cubicBezTo>
                  <a:pt x="1041949" y="22611"/>
                  <a:pt x="1044117" y="29064"/>
                  <a:pt x="1044117" y="36465"/>
                </a:cubicBezTo>
                <a:cubicBezTo>
                  <a:pt x="1044117" y="45492"/>
                  <a:pt x="1040864" y="52954"/>
                  <a:pt x="1034360" y="58851"/>
                </a:cubicBezTo>
                <a:cubicBezTo>
                  <a:pt x="1030204" y="62581"/>
                  <a:pt x="1024392" y="65379"/>
                  <a:pt x="1016923" y="67244"/>
                </a:cubicBezTo>
                <a:lnTo>
                  <a:pt x="1046375" y="108814"/>
                </a:lnTo>
                <a:cubicBezTo>
                  <a:pt x="1050230" y="114121"/>
                  <a:pt x="1052971" y="117431"/>
                  <a:pt x="1054597" y="118743"/>
                </a:cubicBezTo>
                <a:cubicBezTo>
                  <a:pt x="1057066" y="120591"/>
                  <a:pt x="1059927" y="121605"/>
                  <a:pt x="1063179" y="121784"/>
                </a:cubicBezTo>
                <a:lnTo>
                  <a:pt x="1063179" y="125217"/>
                </a:lnTo>
                <a:lnTo>
                  <a:pt x="1024602" y="125217"/>
                </a:lnTo>
                <a:lnTo>
                  <a:pt x="985122" y="69384"/>
                </a:lnTo>
                <a:lnTo>
                  <a:pt x="977082" y="69384"/>
                </a:lnTo>
                <a:moveTo>
                  <a:pt x="977082" y="9576"/>
                </a:moveTo>
                <a:lnTo>
                  <a:pt x="977082" y="62879"/>
                </a:lnTo>
                <a:lnTo>
                  <a:pt x="982231" y="62879"/>
                </a:lnTo>
                <a:cubicBezTo>
                  <a:pt x="990603" y="62879"/>
                  <a:pt x="996867" y="62117"/>
                  <a:pt x="1001023" y="60593"/>
                </a:cubicBezTo>
                <a:cubicBezTo>
                  <a:pt x="1005179" y="59066"/>
                  <a:pt x="1008446" y="56314"/>
                  <a:pt x="1010825" y="52337"/>
                </a:cubicBezTo>
                <a:cubicBezTo>
                  <a:pt x="1013204" y="48359"/>
                  <a:pt x="1014394" y="43168"/>
                  <a:pt x="1014394" y="36767"/>
                </a:cubicBezTo>
                <a:cubicBezTo>
                  <a:pt x="1014394" y="27494"/>
                  <a:pt x="1012210" y="20644"/>
                  <a:pt x="1007844" y="16217"/>
                </a:cubicBezTo>
                <a:cubicBezTo>
                  <a:pt x="1003477" y="11790"/>
                  <a:pt x="996445" y="9576"/>
                  <a:pt x="986748" y="9576"/>
                </a:cubicBezTo>
                <a:lnTo>
                  <a:pt x="977082" y="9576"/>
                </a:lnTo>
                <a:close/>
                <a:moveTo>
                  <a:pt x="1114372" y="112749"/>
                </a:moveTo>
                <a:cubicBezTo>
                  <a:pt x="1104073" y="121904"/>
                  <a:pt x="1094827" y="126482"/>
                  <a:pt x="1086636" y="126482"/>
                </a:cubicBezTo>
                <a:cubicBezTo>
                  <a:pt x="1081818" y="126482"/>
                  <a:pt x="1077813" y="124896"/>
                  <a:pt x="1074620" y="121724"/>
                </a:cubicBezTo>
                <a:cubicBezTo>
                  <a:pt x="1071428" y="118551"/>
                  <a:pt x="1069832" y="114578"/>
                  <a:pt x="1069832" y="109805"/>
                </a:cubicBezTo>
                <a:cubicBezTo>
                  <a:pt x="1069832" y="103338"/>
                  <a:pt x="1072603" y="97521"/>
                  <a:pt x="1078144" y="92354"/>
                </a:cubicBezTo>
                <a:cubicBezTo>
                  <a:pt x="1083685" y="87188"/>
                  <a:pt x="1095761" y="80314"/>
                  <a:pt x="1114372" y="71733"/>
                </a:cubicBezTo>
                <a:lnTo>
                  <a:pt x="1114372" y="63241"/>
                </a:lnTo>
                <a:cubicBezTo>
                  <a:pt x="1114372" y="56857"/>
                  <a:pt x="1114025" y="52836"/>
                  <a:pt x="1113333" y="51180"/>
                </a:cubicBezTo>
                <a:cubicBezTo>
                  <a:pt x="1112640" y="49524"/>
                  <a:pt x="1111330" y="48078"/>
                  <a:pt x="1109403" y="46843"/>
                </a:cubicBezTo>
                <a:cubicBezTo>
                  <a:pt x="1107475" y="45609"/>
                  <a:pt x="1105307" y="44991"/>
                  <a:pt x="1102898" y="44991"/>
                </a:cubicBezTo>
                <a:cubicBezTo>
                  <a:pt x="1098983" y="44991"/>
                  <a:pt x="1095761" y="45865"/>
                  <a:pt x="1093231" y="47611"/>
                </a:cubicBezTo>
                <a:cubicBezTo>
                  <a:pt x="1091665" y="48695"/>
                  <a:pt x="1090882" y="49960"/>
                  <a:pt x="1090882" y="51406"/>
                </a:cubicBezTo>
                <a:cubicBezTo>
                  <a:pt x="1090882" y="52671"/>
                  <a:pt x="1091726" y="54237"/>
                  <a:pt x="1093412" y="56104"/>
                </a:cubicBezTo>
                <a:cubicBezTo>
                  <a:pt x="1095701" y="58694"/>
                  <a:pt x="1096845" y="61193"/>
                  <a:pt x="1096845" y="63602"/>
                </a:cubicBezTo>
                <a:cubicBezTo>
                  <a:pt x="1096845" y="66553"/>
                  <a:pt x="1095746" y="69068"/>
                  <a:pt x="1093547" y="71146"/>
                </a:cubicBezTo>
                <a:cubicBezTo>
                  <a:pt x="1091349" y="73224"/>
                  <a:pt x="1088473" y="74263"/>
                  <a:pt x="1084920" y="74263"/>
                </a:cubicBezTo>
                <a:cubicBezTo>
                  <a:pt x="1081125" y="74263"/>
                  <a:pt x="1077948" y="73118"/>
                  <a:pt x="1075388" y="70830"/>
                </a:cubicBezTo>
                <a:cubicBezTo>
                  <a:pt x="1072829" y="68541"/>
                  <a:pt x="1071549" y="65861"/>
                  <a:pt x="1071549" y="62789"/>
                </a:cubicBezTo>
                <a:cubicBezTo>
                  <a:pt x="1071549" y="58453"/>
                  <a:pt x="1073265" y="54312"/>
                  <a:pt x="1076698" y="50367"/>
                </a:cubicBezTo>
                <a:cubicBezTo>
                  <a:pt x="1080131" y="46422"/>
                  <a:pt x="1084920" y="43395"/>
                  <a:pt x="1091063" y="41287"/>
                </a:cubicBezTo>
                <a:cubicBezTo>
                  <a:pt x="1097206" y="39179"/>
                  <a:pt x="1103591" y="38125"/>
                  <a:pt x="1110216" y="38125"/>
                </a:cubicBezTo>
                <a:cubicBezTo>
                  <a:pt x="1118226" y="38125"/>
                  <a:pt x="1124566" y="39831"/>
                  <a:pt x="1129233" y="43244"/>
                </a:cubicBezTo>
                <a:cubicBezTo>
                  <a:pt x="1133901" y="46654"/>
                  <a:pt x="1136928" y="50352"/>
                  <a:pt x="1138313" y="54336"/>
                </a:cubicBezTo>
                <a:cubicBezTo>
                  <a:pt x="1139156" y="56872"/>
                  <a:pt x="1139578" y="62697"/>
                  <a:pt x="1139578" y="71812"/>
                </a:cubicBezTo>
                <a:lnTo>
                  <a:pt x="1139578" y="104683"/>
                </a:lnTo>
                <a:cubicBezTo>
                  <a:pt x="1139578" y="108547"/>
                  <a:pt x="1139728" y="110978"/>
                  <a:pt x="1140029" y="111976"/>
                </a:cubicBezTo>
                <a:cubicBezTo>
                  <a:pt x="1140331" y="112971"/>
                  <a:pt x="1140782" y="113711"/>
                  <a:pt x="1141385" y="114195"/>
                </a:cubicBezTo>
                <a:cubicBezTo>
                  <a:pt x="1141987" y="114677"/>
                  <a:pt x="1142680" y="114918"/>
                  <a:pt x="1143463" y="114918"/>
                </a:cubicBezTo>
                <a:cubicBezTo>
                  <a:pt x="1145028" y="114918"/>
                  <a:pt x="1146625" y="113803"/>
                  <a:pt x="1148251" y="111575"/>
                </a:cubicBezTo>
                <a:lnTo>
                  <a:pt x="1150961" y="113743"/>
                </a:lnTo>
                <a:cubicBezTo>
                  <a:pt x="1147950" y="118200"/>
                  <a:pt x="1144833" y="121437"/>
                  <a:pt x="1141610" y="123455"/>
                </a:cubicBezTo>
                <a:cubicBezTo>
                  <a:pt x="1138388" y="125473"/>
                  <a:pt x="1134729" y="126482"/>
                  <a:pt x="1130634" y="126482"/>
                </a:cubicBezTo>
                <a:cubicBezTo>
                  <a:pt x="1125815" y="126482"/>
                  <a:pt x="1122051" y="125345"/>
                  <a:pt x="1119341" y="123071"/>
                </a:cubicBezTo>
                <a:cubicBezTo>
                  <a:pt x="1116630" y="120797"/>
                  <a:pt x="1114974" y="117357"/>
                  <a:pt x="1114372" y="112749"/>
                </a:cubicBezTo>
                <a:moveTo>
                  <a:pt x="1114372" y="106064"/>
                </a:moveTo>
                <a:lnTo>
                  <a:pt x="1114372" y="77803"/>
                </a:lnTo>
                <a:cubicBezTo>
                  <a:pt x="1107084" y="82100"/>
                  <a:pt x="1101663" y="86700"/>
                  <a:pt x="1098110" y="91603"/>
                </a:cubicBezTo>
                <a:cubicBezTo>
                  <a:pt x="1095761" y="94871"/>
                  <a:pt x="1094586" y="98169"/>
                  <a:pt x="1094586" y="101499"/>
                </a:cubicBezTo>
                <a:cubicBezTo>
                  <a:pt x="1094586" y="104282"/>
                  <a:pt x="1095580" y="106734"/>
                  <a:pt x="1097568" y="108853"/>
                </a:cubicBezTo>
                <a:cubicBezTo>
                  <a:pt x="1099073" y="110487"/>
                  <a:pt x="1101182" y="111304"/>
                  <a:pt x="1103892" y="111304"/>
                </a:cubicBezTo>
                <a:cubicBezTo>
                  <a:pt x="1106903" y="111304"/>
                  <a:pt x="1110397" y="109557"/>
                  <a:pt x="1114372" y="106064"/>
                </a:cubicBezTo>
                <a:close/>
                <a:moveTo>
                  <a:pt x="1195519" y="40655"/>
                </a:moveTo>
                <a:lnTo>
                  <a:pt x="1195519" y="51677"/>
                </a:lnTo>
                <a:cubicBezTo>
                  <a:pt x="1199856" y="46947"/>
                  <a:pt x="1204012" y="43506"/>
                  <a:pt x="1207987" y="41355"/>
                </a:cubicBezTo>
                <a:cubicBezTo>
                  <a:pt x="1211962" y="39202"/>
                  <a:pt x="1216238" y="38125"/>
                  <a:pt x="1220816" y="38125"/>
                </a:cubicBezTo>
                <a:cubicBezTo>
                  <a:pt x="1226297" y="38125"/>
                  <a:pt x="1230844" y="39648"/>
                  <a:pt x="1234458" y="42693"/>
                </a:cubicBezTo>
                <a:cubicBezTo>
                  <a:pt x="1238071" y="45739"/>
                  <a:pt x="1240481" y="49523"/>
                  <a:pt x="1241685" y="54045"/>
                </a:cubicBezTo>
                <a:cubicBezTo>
                  <a:pt x="1242649" y="57484"/>
                  <a:pt x="1243131" y="64089"/>
                  <a:pt x="1243131" y="73859"/>
                </a:cubicBezTo>
                <a:lnTo>
                  <a:pt x="1243131" y="106787"/>
                </a:lnTo>
                <a:cubicBezTo>
                  <a:pt x="1243131" y="113291"/>
                  <a:pt x="1243718" y="117342"/>
                  <a:pt x="1244892" y="118938"/>
                </a:cubicBezTo>
                <a:cubicBezTo>
                  <a:pt x="1246067" y="120534"/>
                  <a:pt x="1248521" y="121543"/>
                  <a:pt x="1252255" y="121964"/>
                </a:cubicBezTo>
                <a:lnTo>
                  <a:pt x="1252255" y="125217"/>
                </a:lnTo>
                <a:lnTo>
                  <a:pt x="1209523" y="125217"/>
                </a:lnTo>
                <a:lnTo>
                  <a:pt x="1209523" y="121964"/>
                </a:lnTo>
                <a:cubicBezTo>
                  <a:pt x="1212715" y="121543"/>
                  <a:pt x="1215004" y="120218"/>
                  <a:pt x="1216389" y="117989"/>
                </a:cubicBezTo>
                <a:cubicBezTo>
                  <a:pt x="1217352" y="116484"/>
                  <a:pt x="1217834" y="112749"/>
                  <a:pt x="1217834" y="106787"/>
                </a:cubicBezTo>
                <a:lnTo>
                  <a:pt x="1217834" y="69204"/>
                </a:lnTo>
                <a:cubicBezTo>
                  <a:pt x="1217834" y="62277"/>
                  <a:pt x="1217563" y="57911"/>
                  <a:pt x="1217021" y="56104"/>
                </a:cubicBezTo>
                <a:cubicBezTo>
                  <a:pt x="1216479" y="54297"/>
                  <a:pt x="1215561" y="52896"/>
                  <a:pt x="1214266" y="51903"/>
                </a:cubicBezTo>
                <a:cubicBezTo>
                  <a:pt x="1212971" y="50909"/>
                  <a:pt x="1211540" y="50412"/>
                  <a:pt x="1209974" y="50412"/>
                </a:cubicBezTo>
                <a:cubicBezTo>
                  <a:pt x="1204795" y="50412"/>
                  <a:pt x="1199976" y="54146"/>
                  <a:pt x="1195519" y="61615"/>
                </a:cubicBezTo>
                <a:lnTo>
                  <a:pt x="1195519" y="106787"/>
                </a:lnTo>
                <a:cubicBezTo>
                  <a:pt x="1195519" y="113111"/>
                  <a:pt x="1196107" y="117116"/>
                  <a:pt x="1197281" y="118802"/>
                </a:cubicBezTo>
                <a:cubicBezTo>
                  <a:pt x="1198455" y="120489"/>
                  <a:pt x="1200639" y="121543"/>
                  <a:pt x="1203831" y="121964"/>
                </a:cubicBezTo>
                <a:lnTo>
                  <a:pt x="1203831" y="125217"/>
                </a:lnTo>
                <a:lnTo>
                  <a:pt x="1161098" y="125217"/>
                </a:lnTo>
                <a:lnTo>
                  <a:pt x="1161098" y="121964"/>
                </a:lnTo>
                <a:cubicBezTo>
                  <a:pt x="1164652" y="121603"/>
                  <a:pt x="1167181" y="120459"/>
                  <a:pt x="1168687" y="118531"/>
                </a:cubicBezTo>
                <a:cubicBezTo>
                  <a:pt x="1169711" y="117206"/>
                  <a:pt x="1170223" y="113291"/>
                  <a:pt x="1170223" y="106787"/>
                </a:cubicBezTo>
                <a:lnTo>
                  <a:pt x="1170223" y="59085"/>
                </a:lnTo>
                <a:cubicBezTo>
                  <a:pt x="1170223" y="52624"/>
                  <a:pt x="1169636" y="48600"/>
                  <a:pt x="1168461" y="47016"/>
                </a:cubicBezTo>
                <a:cubicBezTo>
                  <a:pt x="1167287" y="45431"/>
                  <a:pt x="1164832" y="44395"/>
                  <a:pt x="1161098" y="43907"/>
                </a:cubicBezTo>
                <a:lnTo>
                  <a:pt x="1161098" y="40655"/>
                </a:lnTo>
                <a:lnTo>
                  <a:pt x="1195519" y="40655"/>
                </a:lnTo>
                <a:close/>
                <a:moveTo>
                  <a:pt x="1298768" y="2710"/>
                </a:moveTo>
                <a:lnTo>
                  <a:pt x="1298768" y="83365"/>
                </a:lnTo>
                <a:lnTo>
                  <a:pt x="1318373" y="64091"/>
                </a:lnTo>
                <a:cubicBezTo>
                  <a:pt x="1322408" y="60164"/>
                  <a:pt x="1324923" y="57316"/>
                  <a:pt x="1325916" y="55545"/>
                </a:cubicBezTo>
                <a:cubicBezTo>
                  <a:pt x="1326910" y="53774"/>
                  <a:pt x="1327407" y="52063"/>
                  <a:pt x="1327407" y="50412"/>
                </a:cubicBezTo>
                <a:cubicBezTo>
                  <a:pt x="1327407" y="48763"/>
                  <a:pt x="1326745" y="47389"/>
                  <a:pt x="1325420" y="46290"/>
                </a:cubicBezTo>
                <a:cubicBezTo>
                  <a:pt x="1324095" y="45191"/>
                  <a:pt x="1321505" y="44397"/>
                  <a:pt x="1317650" y="43907"/>
                </a:cubicBezTo>
                <a:lnTo>
                  <a:pt x="1317650" y="40655"/>
                </a:lnTo>
                <a:lnTo>
                  <a:pt x="1355504" y="40655"/>
                </a:lnTo>
                <a:lnTo>
                  <a:pt x="1355504" y="43907"/>
                </a:lnTo>
                <a:cubicBezTo>
                  <a:pt x="1351890" y="44090"/>
                  <a:pt x="1348728" y="44957"/>
                  <a:pt x="1346018" y="46510"/>
                </a:cubicBezTo>
                <a:cubicBezTo>
                  <a:pt x="1343308" y="48063"/>
                  <a:pt x="1338008" y="52736"/>
                  <a:pt x="1330117" y="60530"/>
                </a:cubicBezTo>
                <a:lnTo>
                  <a:pt x="1320902" y="69641"/>
                </a:lnTo>
                <a:lnTo>
                  <a:pt x="1340778" y="98664"/>
                </a:lnTo>
                <a:cubicBezTo>
                  <a:pt x="1348789" y="110465"/>
                  <a:pt x="1353547" y="117088"/>
                  <a:pt x="1355052" y="118531"/>
                </a:cubicBezTo>
                <a:cubicBezTo>
                  <a:pt x="1357100" y="120579"/>
                  <a:pt x="1359690" y="121724"/>
                  <a:pt x="1362822" y="121964"/>
                </a:cubicBezTo>
                <a:lnTo>
                  <a:pt x="1362822" y="125217"/>
                </a:lnTo>
                <a:lnTo>
                  <a:pt x="1319186" y="125217"/>
                </a:lnTo>
                <a:lnTo>
                  <a:pt x="1319186" y="121964"/>
                </a:lnTo>
                <a:cubicBezTo>
                  <a:pt x="1321113" y="121964"/>
                  <a:pt x="1322514" y="121603"/>
                  <a:pt x="1323387" y="120880"/>
                </a:cubicBezTo>
                <a:cubicBezTo>
                  <a:pt x="1324260" y="120156"/>
                  <a:pt x="1324697" y="119372"/>
                  <a:pt x="1324697" y="118529"/>
                </a:cubicBezTo>
                <a:cubicBezTo>
                  <a:pt x="1324697" y="117141"/>
                  <a:pt x="1323432" y="114579"/>
                  <a:pt x="1320902" y="110841"/>
                </a:cubicBezTo>
                <a:lnTo>
                  <a:pt x="1304189" y="86332"/>
                </a:lnTo>
                <a:lnTo>
                  <a:pt x="1298768" y="91699"/>
                </a:lnTo>
                <a:lnTo>
                  <a:pt x="1298768" y="106787"/>
                </a:lnTo>
                <a:cubicBezTo>
                  <a:pt x="1298768" y="113271"/>
                  <a:pt x="1299370" y="117315"/>
                  <a:pt x="1300575" y="118921"/>
                </a:cubicBezTo>
                <a:cubicBezTo>
                  <a:pt x="1301780" y="120526"/>
                  <a:pt x="1304249" y="121541"/>
                  <a:pt x="1307983" y="121964"/>
                </a:cubicBezTo>
                <a:lnTo>
                  <a:pt x="1307983" y="125217"/>
                </a:lnTo>
                <a:lnTo>
                  <a:pt x="1264347" y="125217"/>
                </a:lnTo>
                <a:lnTo>
                  <a:pt x="1264347" y="121964"/>
                </a:lnTo>
                <a:cubicBezTo>
                  <a:pt x="1267901" y="121601"/>
                  <a:pt x="1270430" y="120450"/>
                  <a:pt x="1271936" y="118512"/>
                </a:cubicBezTo>
                <a:cubicBezTo>
                  <a:pt x="1272960" y="117179"/>
                  <a:pt x="1273472" y="113271"/>
                  <a:pt x="1273472" y="106787"/>
                </a:cubicBezTo>
                <a:lnTo>
                  <a:pt x="1273472" y="21141"/>
                </a:lnTo>
                <a:cubicBezTo>
                  <a:pt x="1273472" y="14679"/>
                  <a:pt x="1272885" y="10656"/>
                  <a:pt x="1271710" y="9071"/>
                </a:cubicBezTo>
                <a:cubicBezTo>
                  <a:pt x="1270536" y="7486"/>
                  <a:pt x="1268081" y="6450"/>
                  <a:pt x="1264347" y="5963"/>
                </a:cubicBezTo>
                <a:lnTo>
                  <a:pt x="1264347" y="2710"/>
                </a:lnTo>
                <a:lnTo>
                  <a:pt x="1298768" y="2710"/>
                </a:lnTo>
                <a:close/>
                <a:moveTo>
                  <a:pt x="1385972" y="0"/>
                </a:moveTo>
                <a:cubicBezTo>
                  <a:pt x="1389887" y="0"/>
                  <a:pt x="1393200" y="1375"/>
                  <a:pt x="1395910" y="4125"/>
                </a:cubicBezTo>
                <a:cubicBezTo>
                  <a:pt x="1398620" y="6873"/>
                  <a:pt x="1399975" y="10181"/>
                  <a:pt x="1399975" y="14048"/>
                </a:cubicBezTo>
                <a:cubicBezTo>
                  <a:pt x="1399975" y="17916"/>
                  <a:pt x="1398605" y="21210"/>
                  <a:pt x="1395865" y="23930"/>
                </a:cubicBezTo>
                <a:cubicBezTo>
                  <a:pt x="1393124" y="26648"/>
                  <a:pt x="1389827" y="28007"/>
                  <a:pt x="1385972" y="28007"/>
                </a:cubicBezTo>
                <a:cubicBezTo>
                  <a:pt x="1382117" y="28007"/>
                  <a:pt x="1378835" y="26648"/>
                  <a:pt x="1376125" y="23930"/>
                </a:cubicBezTo>
                <a:cubicBezTo>
                  <a:pt x="1373414" y="21210"/>
                  <a:pt x="1372059" y="17916"/>
                  <a:pt x="1372059" y="14048"/>
                </a:cubicBezTo>
                <a:cubicBezTo>
                  <a:pt x="1372059" y="10181"/>
                  <a:pt x="1373414" y="6873"/>
                  <a:pt x="1376125" y="4125"/>
                </a:cubicBezTo>
                <a:cubicBezTo>
                  <a:pt x="1378835" y="1375"/>
                  <a:pt x="1382117" y="0"/>
                  <a:pt x="1385972" y="0"/>
                </a:cubicBezTo>
                <a:moveTo>
                  <a:pt x="1398620" y="40655"/>
                </a:moveTo>
                <a:lnTo>
                  <a:pt x="1398620" y="107690"/>
                </a:lnTo>
                <a:cubicBezTo>
                  <a:pt x="1398620" y="113653"/>
                  <a:pt x="1399313" y="117462"/>
                  <a:pt x="1400698" y="119119"/>
                </a:cubicBezTo>
                <a:cubicBezTo>
                  <a:pt x="1402083" y="120775"/>
                  <a:pt x="1404794" y="121724"/>
                  <a:pt x="1408829" y="121964"/>
                </a:cubicBezTo>
                <a:lnTo>
                  <a:pt x="1408829" y="125217"/>
                </a:lnTo>
                <a:lnTo>
                  <a:pt x="1363205" y="125217"/>
                </a:lnTo>
                <a:lnTo>
                  <a:pt x="1363205" y="121964"/>
                </a:lnTo>
                <a:cubicBezTo>
                  <a:pt x="1366940" y="121844"/>
                  <a:pt x="1369710" y="120760"/>
                  <a:pt x="1371517" y="118712"/>
                </a:cubicBezTo>
                <a:cubicBezTo>
                  <a:pt x="1372722" y="117327"/>
                  <a:pt x="1373324" y="113653"/>
                  <a:pt x="1373324" y="107690"/>
                </a:cubicBezTo>
                <a:lnTo>
                  <a:pt x="1373324" y="58362"/>
                </a:lnTo>
                <a:cubicBezTo>
                  <a:pt x="1373324" y="52324"/>
                  <a:pt x="1372631" y="48467"/>
                  <a:pt x="1371246" y="46790"/>
                </a:cubicBezTo>
                <a:cubicBezTo>
                  <a:pt x="1369861" y="45113"/>
                  <a:pt x="1367180" y="44152"/>
                  <a:pt x="1363205" y="43907"/>
                </a:cubicBezTo>
                <a:lnTo>
                  <a:pt x="1363205" y="40655"/>
                </a:lnTo>
                <a:lnTo>
                  <a:pt x="1398620" y="40655"/>
                </a:lnTo>
                <a:close/>
                <a:moveTo>
                  <a:pt x="1451592" y="40655"/>
                </a:moveTo>
                <a:lnTo>
                  <a:pt x="1451592" y="51677"/>
                </a:lnTo>
                <a:cubicBezTo>
                  <a:pt x="1455929" y="46947"/>
                  <a:pt x="1460085" y="43506"/>
                  <a:pt x="1464060" y="41355"/>
                </a:cubicBezTo>
                <a:cubicBezTo>
                  <a:pt x="1468035" y="39202"/>
                  <a:pt x="1472311" y="38125"/>
                  <a:pt x="1476889" y="38125"/>
                </a:cubicBezTo>
                <a:cubicBezTo>
                  <a:pt x="1482370" y="38125"/>
                  <a:pt x="1486917" y="39648"/>
                  <a:pt x="1490531" y="42693"/>
                </a:cubicBezTo>
                <a:cubicBezTo>
                  <a:pt x="1494144" y="45739"/>
                  <a:pt x="1496554" y="49523"/>
                  <a:pt x="1497758" y="54045"/>
                </a:cubicBezTo>
                <a:cubicBezTo>
                  <a:pt x="1498722" y="57484"/>
                  <a:pt x="1499204" y="64089"/>
                  <a:pt x="1499204" y="73859"/>
                </a:cubicBezTo>
                <a:lnTo>
                  <a:pt x="1499204" y="106787"/>
                </a:lnTo>
                <a:cubicBezTo>
                  <a:pt x="1499204" y="113291"/>
                  <a:pt x="1499791" y="117342"/>
                  <a:pt x="1500965" y="118938"/>
                </a:cubicBezTo>
                <a:cubicBezTo>
                  <a:pt x="1502140" y="120534"/>
                  <a:pt x="1504594" y="121543"/>
                  <a:pt x="1508329" y="121964"/>
                </a:cubicBezTo>
                <a:lnTo>
                  <a:pt x="1508329" y="125217"/>
                </a:lnTo>
                <a:lnTo>
                  <a:pt x="1465596" y="125217"/>
                </a:lnTo>
                <a:lnTo>
                  <a:pt x="1465596" y="121964"/>
                </a:lnTo>
                <a:cubicBezTo>
                  <a:pt x="1468788" y="121543"/>
                  <a:pt x="1471077" y="120218"/>
                  <a:pt x="1472462" y="117989"/>
                </a:cubicBezTo>
                <a:cubicBezTo>
                  <a:pt x="1473426" y="116484"/>
                  <a:pt x="1473907" y="112749"/>
                  <a:pt x="1473907" y="106787"/>
                </a:cubicBezTo>
                <a:lnTo>
                  <a:pt x="1473907" y="69204"/>
                </a:lnTo>
                <a:cubicBezTo>
                  <a:pt x="1473907" y="62277"/>
                  <a:pt x="1473636" y="57911"/>
                  <a:pt x="1473094" y="56104"/>
                </a:cubicBezTo>
                <a:cubicBezTo>
                  <a:pt x="1472552" y="54297"/>
                  <a:pt x="1471634" y="52896"/>
                  <a:pt x="1470339" y="51903"/>
                </a:cubicBezTo>
                <a:cubicBezTo>
                  <a:pt x="1469044" y="50909"/>
                  <a:pt x="1467613" y="50412"/>
                  <a:pt x="1466047" y="50412"/>
                </a:cubicBezTo>
                <a:cubicBezTo>
                  <a:pt x="1460868" y="50412"/>
                  <a:pt x="1456049" y="54146"/>
                  <a:pt x="1451592" y="61615"/>
                </a:cubicBezTo>
                <a:lnTo>
                  <a:pt x="1451592" y="106787"/>
                </a:lnTo>
                <a:cubicBezTo>
                  <a:pt x="1451592" y="113111"/>
                  <a:pt x="1452180" y="117116"/>
                  <a:pt x="1453354" y="118802"/>
                </a:cubicBezTo>
                <a:cubicBezTo>
                  <a:pt x="1454529" y="120489"/>
                  <a:pt x="1456712" y="121543"/>
                  <a:pt x="1459904" y="121964"/>
                </a:cubicBezTo>
                <a:lnTo>
                  <a:pt x="1459904" y="125217"/>
                </a:lnTo>
                <a:lnTo>
                  <a:pt x="1417171" y="125217"/>
                </a:lnTo>
                <a:lnTo>
                  <a:pt x="1417171" y="121964"/>
                </a:lnTo>
                <a:cubicBezTo>
                  <a:pt x="1420725" y="121603"/>
                  <a:pt x="1423255" y="120459"/>
                  <a:pt x="1424760" y="118531"/>
                </a:cubicBezTo>
                <a:cubicBezTo>
                  <a:pt x="1425784" y="117206"/>
                  <a:pt x="1426296" y="113291"/>
                  <a:pt x="1426296" y="106787"/>
                </a:cubicBezTo>
                <a:lnTo>
                  <a:pt x="1426296" y="59085"/>
                </a:lnTo>
                <a:cubicBezTo>
                  <a:pt x="1426296" y="52624"/>
                  <a:pt x="1425709" y="48600"/>
                  <a:pt x="1424534" y="47016"/>
                </a:cubicBezTo>
                <a:cubicBezTo>
                  <a:pt x="1423360" y="45431"/>
                  <a:pt x="1420906" y="44395"/>
                  <a:pt x="1417171" y="43907"/>
                </a:cubicBezTo>
                <a:lnTo>
                  <a:pt x="1417171" y="40655"/>
                </a:lnTo>
                <a:lnTo>
                  <a:pt x="1451592" y="40655"/>
                </a:lnTo>
                <a:close/>
                <a:moveTo>
                  <a:pt x="1575086" y="41739"/>
                </a:moveTo>
                <a:lnTo>
                  <a:pt x="1603545" y="41739"/>
                </a:lnTo>
                <a:lnTo>
                  <a:pt x="1603545" y="51677"/>
                </a:lnTo>
                <a:lnTo>
                  <a:pt x="1587373" y="51677"/>
                </a:lnTo>
                <a:cubicBezTo>
                  <a:pt x="1590324" y="54628"/>
                  <a:pt x="1592372" y="57308"/>
                  <a:pt x="1593517" y="59717"/>
                </a:cubicBezTo>
                <a:cubicBezTo>
                  <a:pt x="1594962" y="62970"/>
                  <a:pt x="1595685" y="66373"/>
                  <a:pt x="1595685" y="69926"/>
                </a:cubicBezTo>
                <a:cubicBezTo>
                  <a:pt x="1595685" y="75949"/>
                  <a:pt x="1594014" y="81174"/>
                  <a:pt x="1590671" y="85601"/>
                </a:cubicBezTo>
                <a:cubicBezTo>
                  <a:pt x="1587328" y="90028"/>
                  <a:pt x="1582781" y="93491"/>
                  <a:pt x="1577029" y="95991"/>
                </a:cubicBezTo>
                <a:cubicBezTo>
                  <a:pt x="1571277" y="98490"/>
                  <a:pt x="1566172" y="99740"/>
                  <a:pt x="1561716" y="99740"/>
                </a:cubicBezTo>
                <a:cubicBezTo>
                  <a:pt x="1561354" y="99740"/>
                  <a:pt x="1557740" y="99589"/>
                  <a:pt x="1550874" y="99288"/>
                </a:cubicBezTo>
                <a:cubicBezTo>
                  <a:pt x="1548164" y="99288"/>
                  <a:pt x="1545890" y="100172"/>
                  <a:pt x="1544053" y="101939"/>
                </a:cubicBezTo>
                <a:cubicBezTo>
                  <a:pt x="1542216" y="103706"/>
                  <a:pt x="1541298" y="105817"/>
                  <a:pt x="1541298" y="108272"/>
                </a:cubicBezTo>
                <a:cubicBezTo>
                  <a:pt x="1541298" y="110429"/>
                  <a:pt x="1542126" y="112196"/>
                  <a:pt x="1543782" y="113574"/>
                </a:cubicBezTo>
                <a:cubicBezTo>
                  <a:pt x="1545439" y="114951"/>
                  <a:pt x="1548134" y="115640"/>
                  <a:pt x="1551868" y="115640"/>
                </a:cubicBezTo>
                <a:lnTo>
                  <a:pt x="1567498" y="115460"/>
                </a:lnTo>
                <a:cubicBezTo>
                  <a:pt x="1580146" y="115460"/>
                  <a:pt x="1588849" y="116848"/>
                  <a:pt x="1593607" y="119624"/>
                </a:cubicBezTo>
                <a:cubicBezTo>
                  <a:pt x="1600413" y="123484"/>
                  <a:pt x="1603816" y="129427"/>
                  <a:pt x="1603816" y="137453"/>
                </a:cubicBezTo>
                <a:cubicBezTo>
                  <a:pt x="1603816" y="142582"/>
                  <a:pt x="1602250" y="147243"/>
                  <a:pt x="1599118" y="151436"/>
                </a:cubicBezTo>
                <a:cubicBezTo>
                  <a:pt x="1595986" y="155630"/>
                  <a:pt x="1591860" y="158722"/>
                  <a:pt x="1586741" y="160714"/>
                </a:cubicBezTo>
                <a:cubicBezTo>
                  <a:pt x="1578971" y="163670"/>
                  <a:pt x="1570027" y="165149"/>
                  <a:pt x="1559909" y="165149"/>
                </a:cubicBezTo>
                <a:cubicBezTo>
                  <a:pt x="1552320" y="165149"/>
                  <a:pt x="1545393" y="164411"/>
                  <a:pt x="1539130" y="162935"/>
                </a:cubicBezTo>
                <a:cubicBezTo>
                  <a:pt x="1532866" y="161460"/>
                  <a:pt x="1528379" y="159411"/>
                  <a:pt x="1525668" y="156789"/>
                </a:cubicBezTo>
                <a:cubicBezTo>
                  <a:pt x="1522958" y="154169"/>
                  <a:pt x="1521603" y="151413"/>
                  <a:pt x="1521603" y="148520"/>
                </a:cubicBezTo>
                <a:cubicBezTo>
                  <a:pt x="1521603" y="145749"/>
                  <a:pt x="1522642" y="143264"/>
                  <a:pt x="1524720" y="141064"/>
                </a:cubicBezTo>
                <a:cubicBezTo>
                  <a:pt x="1526798" y="138865"/>
                  <a:pt x="1530667" y="137013"/>
                  <a:pt x="1536329" y="135508"/>
                </a:cubicBezTo>
                <a:cubicBezTo>
                  <a:pt x="1528499" y="131653"/>
                  <a:pt x="1524584" y="126293"/>
                  <a:pt x="1524584" y="119429"/>
                </a:cubicBezTo>
                <a:cubicBezTo>
                  <a:pt x="1524584" y="115273"/>
                  <a:pt x="1526180" y="111239"/>
                  <a:pt x="1529372" y="107326"/>
                </a:cubicBezTo>
                <a:cubicBezTo>
                  <a:pt x="1532565" y="103411"/>
                  <a:pt x="1537624" y="100008"/>
                  <a:pt x="1544550" y="97117"/>
                </a:cubicBezTo>
                <a:cubicBezTo>
                  <a:pt x="1536479" y="94162"/>
                  <a:pt x="1530637" y="90272"/>
                  <a:pt x="1527023" y="85446"/>
                </a:cubicBezTo>
                <a:cubicBezTo>
                  <a:pt x="1523410" y="80620"/>
                  <a:pt x="1521603" y="75040"/>
                  <a:pt x="1521603" y="68707"/>
                </a:cubicBezTo>
                <a:cubicBezTo>
                  <a:pt x="1521603" y="60444"/>
                  <a:pt x="1524976" y="53281"/>
                  <a:pt x="1531721" y="47219"/>
                </a:cubicBezTo>
                <a:cubicBezTo>
                  <a:pt x="1538467" y="41156"/>
                  <a:pt x="1547140" y="38125"/>
                  <a:pt x="1557740" y="38125"/>
                </a:cubicBezTo>
                <a:cubicBezTo>
                  <a:pt x="1563342" y="38125"/>
                  <a:pt x="1569124" y="39330"/>
                  <a:pt x="1575086" y="41739"/>
                </a:cubicBezTo>
                <a:moveTo>
                  <a:pt x="1559457" y="43907"/>
                </a:moveTo>
                <a:cubicBezTo>
                  <a:pt x="1555964" y="43907"/>
                  <a:pt x="1553012" y="45666"/>
                  <a:pt x="1550603" y="49184"/>
                </a:cubicBezTo>
                <a:cubicBezTo>
                  <a:pt x="1548194" y="52700"/>
                  <a:pt x="1546989" y="59989"/>
                  <a:pt x="1546989" y="71053"/>
                </a:cubicBezTo>
                <a:cubicBezTo>
                  <a:pt x="1546989" y="80010"/>
                  <a:pt x="1548179" y="86157"/>
                  <a:pt x="1550558" y="89494"/>
                </a:cubicBezTo>
                <a:cubicBezTo>
                  <a:pt x="1552937" y="92831"/>
                  <a:pt x="1555753" y="94500"/>
                  <a:pt x="1559005" y="94500"/>
                </a:cubicBezTo>
                <a:cubicBezTo>
                  <a:pt x="1562619" y="94500"/>
                  <a:pt x="1565630" y="92846"/>
                  <a:pt x="1568040" y="89539"/>
                </a:cubicBezTo>
                <a:cubicBezTo>
                  <a:pt x="1570449" y="86232"/>
                  <a:pt x="1571653" y="79799"/>
                  <a:pt x="1571653" y="70240"/>
                </a:cubicBezTo>
                <a:cubicBezTo>
                  <a:pt x="1571653" y="59479"/>
                  <a:pt x="1570298" y="52144"/>
                  <a:pt x="1567588" y="48235"/>
                </a:cubicBezTo>
                <a:cubicBezTo>
                  <a:pt x="1565661" y="45350"/>
                  <a:pt x="1562950" y="43907"/>
                  <a:pt x="1559457" y="43907"/>
                </a:cubicBezTo>
                <a:moveTo>
                  <a:pt x="1554127" y="137684"/>
                </a:moveTo>
                <a:cubicBezTo>
                  <a:pt x="1547983" y="137684"/>
                  <a:pt x="1543918" y="138194"/>
                  <a:pt x="1541930" y="139215"/>
                </a:cubicBezTo>
                <a:cubicBezTo>
                  <a:pt x="1538497" y="141072"/>
                  <a:pt x="1536781" y="143591"/>
                  <a:pt x="1536781" y="146770"/>
                </a:cubicBezTo>
                <a:cubicBezTo>
                  <a:pt x="1536781" y="149828"/>
                  <a:pt x="1538557" y="152601"/>
                  <a:pt x="1542111" y="155090"/>
                </a:cubicBezTo>
                <a:cubicBezTo>
                  <a:pt x="1545664" y="157580"/>
                  <a:pt x="1552350" y="158825"/>
                  <a:pt x="1562167" y="158825"/>
                </a:cubicBezTo>
                <a:cubicBezTo>
                  <a:pt x="1570539" y="158825"/>
                  <a:pt x="1577119" y="157715"/>
                  <a:pt x="1581907" y="155496"/>
                </a:cubicBezTo>
                <a:cubicBezTo>
                  <a:pt x="1586696" y="153277"/>
                  <a:pt x="1589090" y="150158"/>
                  <a:pt x="1589090" y="146140"/>
                </a:cubicBezTo>
                <a:cubicBezTo>
                  <a:pt x="1589090" y="144642"/>
                  <a:pt x="1588638" y="143383"/>
                  <a:pt x="1587735" y="142362"/>
                </a:cubicBezTo>
                <a:cubicBezTo>
                  <a:pt x="1586108" y="140563"/>
                  <a:pt x="1583654" y="139333"/>
                  <a:pt x="1580372" y="138672"/>
                </a:cubicBezTo>
                <a:cubicBezTo>
                  <a:pt x="1577089" y="138014"/>
                  <a:pt x="1568341" y="137684"/>
                  <a:pt x="1554127" y="137684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64116-C0B3-4070-BE19-E94DB044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408" y="1279985"/>
            <a:ext cx="489904" cy="245034"/>
          </a:xfrm>
          <a:custGeom xmlns:a="http://schemas.openxmlformats.org/drawingml/2006/main">
            <a:pathLst>
              <a:path w="489904" h="245034">
                <a:moveTo>
                  <a:pt x="367377" y="245034"/>
                </a:moveTo>
                <a:lnTo>
                  <a:pt x="122527" y="245034"/>
                </a:lnTo>
                <a:lnTo>
                  <a:pt x="122527" y="160355"/>
                </a:lnTo>
                <a:lnTo>
                  <a:pt x="0" y="160355"/>
                </a:lnTo>
                <a:lnTo>
                  <a:pt x="244849" y="0"/>
                </a:lnTo>
                <a:lnTo>
                  <a:pt x="489904" y="160355"/>
                </a:lnTo>
                <a:lnTo>
                  <a:pt x="367377" y="160355"/>
                </a:lnTo>
                <a:lnTo>
                  <a:pt x="367377" y="245034"/>
                </a:lnTo>
              </a:path>
            </a:pathLst>
          </a:custGeom>
          <a:solidFill xmlns:a="http://schemas.openxmlformats.org/drawingml/2006/main">
            <a:srgbClr val="DEDE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81478-8028-4FB9-8932-B3F58BCC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5" y="1554130"/>
            <a:ext cx="728438" cy="212449"/>
          </a:xfrm>
          <a:custGeom xmlns:a="http://schemas.openxmlformats.org/drawingml/2006/main">
            <a:pathLst>
              <a:path w="728438" h="212449">
                <a:moveTo>
                  <a:pt x="0" y="212449"/>
                </a:moveTo>
                <a:lnTo>
                  <a:pt x="0" y="0"/>
                </a:lnTo>
                <a:lnTo>
                  <a:pt x="728438" y="0"/>
                </a:lnTo>
                <a:lnTo>
                  <a:pt x="728438" y="212449"/>
                </a:lnTo>
                <a:lnTo>
                  <a:pt x="0" y="212449"/>
                </a:lnTo>
                <a:close/>
              </a:path>
            </a:pathLst>
          </a:custGeom>
          <a:solidFill xmlns:a="http://schemas.openxmlformats.org/drawingml/2006/main">
            <a:srgbClr val="FFD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Phase-1">
            <a:extLst xmlns:a="http://schemas.openxmlformats.org/drawingml/2006/main">
              <a:ext uri="{FF2B5EF4-FFF2-40B4-BE49-F238E27FC236}">
                <a16:creationId xmlns:a16="http://schemas.microsoft.com/office/drawing/2014/main" id="{936E4C52-472E-4263-AD2C-EF8A08F0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50" y="1599167"/>
            <a:ext cx="531541" cy="113959"/>
          </a:xfrm>
          <a:custGeom xmlns:a="http://schemas.openxmlformats.org/drawingml/2006/main">
            <a:pathLst>
              <a:path w="531541" h="113959">
                <a:moveTo>
                  <a:pt x="40434" y="62145"/>
                </a:moveTo>
                <a:lnTo>
                  <a:pt x="40434" y="92491"/>
                </a:lnTo>
                <a:cubicBezTo>
                  <a:pt x="40434" y="98439"/>
                  <a:pt x="40798" y="102185"/>
                  <a:pt x="41524" y="103727"/>
                </a:cubicBezTo>
                <a:cubicBezTo>
                  <a:pt x="42250" y="105267"/>
                  <a:pt x="43542" y="106497"/>
                  <a:pt x="45398" y="107416"/>
                </a:cubicBezTo>
                <a:cubicBezTo>
                  <a:pt x="47254" y="108334"/>
                  <a:pt x="50657" y="108793"/>
                  <a:pt x="55607" y="108793"/>
                </a:cubicBezTo>
                <a:lnTo>
                  <a:pt x="55607" y="111699"/>
                </a:lnTo>
                <a:lnTo>
                  <a:pt x="0" y="111699"/>
                </a:lnTo>
                <a:lnTo>
                  <a:pt x="0" y="108793"/>
                </a:lnTo>
                <a:cubicBezTo>
                  <a:pt x="5058" y="108793"/>
                  <a:pt x="8488" y="108320"/>
                  <a:pt x="10290" y="107374"/>
                </a:cubicBezTo>
                <a:cubicBezTo>
                  <a:pt x="12093" y="106427"/>
                  <a:pt x="13357" y="105197"/>
                  <a:pt x="14083" y="103684"/>
                </a:cubicBezTo>
                <a:cubicBezTo>
                  <a:pt x="14810" y="102170"/>
                  <a:pt x="15173" y="98439"/>
                  <a:pt x="15173" y="92491"/>
                </a:cubicBezTo>
                <a:lnTo>
                  <a:pt x="15173" y="21468"/>
                </a:lnTo>
                <a:cubicBezTo>
                  <a:pt x="15173" y="15519"/>
                  <a:pt x="14810" y="11775"/>
                  <a:pt x="14083" y="10235"/>
                </a:cubicBezTo>
                <a:cubicBezTo>
                  <a:pt x="13357" y="8693"/>
                  <a:pt x="12079" y="7463"/>
                  <a:pt x="10250" y="6545"/>
                </a:cubicBezTo>
                <a:cubicBezTo>
                  <a:pt x="8420" y="5625"/>
                  <a:pt x="5004" y="5165"/>
                  <a:pt x="0" y="5165"/>
                </a:cubicBezTo>
                <a:lnTo>
                  <a:pt x="0" y="2260"/>
                </a:lnTo>
                <a:lnTo>
                  <a:pt x="47698" y="2260"/>
                </a:lnTo>
                <a:cubicBezTo>
                  <a:pt x="63409" y="2260"/>
                  <a:pt x="74681" y="5058"/>
                  <a:pt x="81514" y="10653"/>
                </a:cubicBezTo>
                <a:cubicBezTo>
                  <a:pt x="88348" y="16249"/>
                  <a:pt x="91764" y="23244"/>
                  <a:pt x="91764" y="31637"/>
                </a:cubicBezTo>
                <a:cubicBezTo>
                  <a:pt x="91764" y="38740"/>
                  <a:pt x="89558" y="44819"/>
                  <a:pt x="85146" y="49877"/>
                </a:cubicBezTo>
                <a:cubicBezTo>
                  <a:pt x="80734" y="54935"/>
                  <a:pt x="74654" y="58378"/>
                  <a:pt x="66906" y="60208"/>
                </a:cubicBezTo>
                <a:cubicBezTo>
                  <a:pt x="61687" y="61499"/>
                  <a:pt x="52863" y="62145"/>
                  <a:pt x="40434" y="62145"/>
                </a:cubicBezTo>
                <a:moveTo>
                  <a:pt x="40434" y="8555"/>
                </a:moveTo>
                <a:lnTo>
                  <a:pt x="40434" y="55849"/>
                </a:lnTo>
                <a:cubicBezTo>
                  <a:pt x="42210" y="55957"/>
                  <a:pt x="43555" y="56011"/>
                  <a:pt x="44470" y="56011"/>
                </a:cubicBezTo>
                <a:cubicBezTo>
                  <a:pt x="51034" y="56011"/>
                  <a:pt x="56092" y="54060"/>
                  <a:pt x="59643" y="50160"/>
                </a:cubicBezTo>
                <a:cubicBezTo>
                  <a:pt x="63194" y="46259"/>
                  <a:pt x="64969" y="40219"/>
                  <a:pt x="64969" y="32041"/>
                </a:cubicBezTo>
                <a:cubicBezTo>
                  <a:pt x="64969" y="23916"/>
                  <a:pt x="63194" y="17971"/>
                  <a:pt x="59643" y="14204"/>
                </a:cubicBezTo>
                <a:cubicBezTo>
                  <a:pt x="56092" y="10438"/>
                  <a:pt x="50792" y="8555"/>
                  <a:pt x="43743" y="8555"/>
                </a:cubicBezTo>
                <a:lnTo>
                  <a:pt x="40434" y="8555"/>
                </a:lnTo>
                <a:close/>
                <a:moveTo>
                  <a:pt x="133194" y="2260"/>
                </a:moveTo>
                <a:lnTo>
                  <a:pt x="133194" y="45922"/>
                </a:lnTo>
                <a:cubicBezTo>
                  <a:pt x="137337" y="41534"/>
                  <a:pt x="141130" y="38433"/>
                  <a:pt x="144573" y="36618"/>
                </a:cubicBezTo>
                <a:cubicBezTo>
                  <a:pt x="148017" y="34804"/>
                  <a:pt x="151595" y="33897"/>
                  <a:pt x="155307" y="33897"/>
                </a:cubicBezTo>
                <a:cubicBezTo>
                  <a:pt x="160042" y="33897"/>
                  <a:pt x="164091" y="35242"/>
                  <a:pt x="167454" y="37932"/>
                </a:cubicBezTo>
                <a:cubicBezTo>
                  <a:pt x="170817" y="40623"/>
                  <a:pt x="173050" y="43784"/>
                  <a:pt x="174153" y="47416"/>
                </a:cubicBezTo>
                <a:cubicBezTo>
                  <a:pt x="175256" y="51047"/>
                  <a:pt x="175807" y="57168"/>
                  <a:pt x="175807" y="65776"/>
                </a:cubicBezTo>
                <a:lnTo>
                  <a:pt x="175807" y="95235"/>
                </a:lnTo>
                <a:cubicBezTo>
                  <a:pt x="175807" y="101027"/>
                  <a:pt x="176345" y="104640"/>
                  <a:pt x="177421" y="106075"/>
                </a:cubicBezTo>
                <a:cubicBezTo>
                  <a:pt x="178497" y="107509"/>
                  <a:pt x="180676" y="108415"/>
                  <a:pt x="183958" y="108793"/>
                </a:cubicBezTo>
                <a:lnTo>
                  <a:pt x="183958" y="111699"/>
                </a:lnTo>
                <a:lnTo>
                  <a:pt x="145703" y="111699"/>
                </a:lnTo>
                <a:lnTo>
                  <a:pt x="145703" y="108793"/>
                </a:lnTo>
                <a:cubicBezTo>
                  <a:pt x="148393" y="108415"/>
                  <a:pt x="150411" y="107332"/>
                  <a:pt x="151756" y="105545"/>
                </a:cubicBezTo>
                <a:cubicBezTo>
                  <a:pt x="152725" y="104138"/>
                  <a:pt x="153209" y="100701"/>
                  <a:pt x="153209" y="95235"/>
                </a:cubicBezTo>
                <a:lnTo>
                  <a:pt x="153209" y="61633"/>
                </a:lnTo>
                <a:cubicBezTo>
                  <a:pt x="153209" y="55401"/>
                  <a:pt x="152967" y="51494"/>
                  <a:pt x="152483" y="49910"/>
                </a:cubicBezTo>
                <a:cubicBezTo>
                  <a:pt x="151998" y="48324"/>
                  <a:pt x="151178" y="47089"/>
                  <a:pt x="150021" y="46202"/>
                </a:cubicBezTo>
                <a:cubicBezTo>
                  <a:pt x="148864" y="45316"/>
                  <a:pt x="147559" y="44873"/>
                  <a:pt x="146107" y="44873"/>
                </a:cubicBezTo>
                <a:cubicBezTo>
                  <a:pt x="143955" y="44873"/>
                  <a:pt x="141856" y="45613"/>
                  <a:pt x="139812" y="47093"/>
                </a:cubicBezTo>
                <a:cubicBezTo>
                  <a:pt x="137767" y="48572"/>
                  <a:pt x="135561" y="51168"/>
                  <a:pt x="133194" y="54881"/>
                </a:cubicBezTo>
                <a:lnTo>
                  <a:pt x="133194" y="95235"/>
                </a:lnTo>
                <a:cubicBezTo>
                  <a:pt x="133194" y="100647"/>
                  <a:pt x="133597" y="104030"/>
                  <a:pt x="134404" y="105384"/>
                </a:cubicBezTo>
                <a:cubicBezTo>
                  <a:pt x="135426" y="107223"/>
                  <a:pt x="137525" y="108360"/>
                  <a:pt x="140699" y="108793"/>
                </a:cubicBezTo>
                <a:lnTo>
                  <a:pt x="140699" y="111699"/>
                </a:lnTo>
                <a:lnTo>
                  <a:pt x="102444" y="111699"/>
                </a:lnTo>
                <a:lnTo>
                  <a:pt x="102444" y="108793"/>
                </a:lnTo>
                <a:cubicBezTo>
                  <a:pt x="105619" y="108469"/>
                  <a:pt x="107878" y="107441"/>
                  <a:pt x="109223" y="105709"/>
                </a:cubicBezTo>
                <a:cubicBezTo>
                  <a:pt x="110138" y="104519"/>
                  <a:pt x="110595" y="101027"/>
                  <a:pt x="110595" y="95235"/>
                </a:cubicBezTo>
                <a:lnTo>
                  <a:pt x="110595" y="18724"/>
                </a:lnTo>
                <a:cubicBezTo>
                  <a:pt x="110595" y="12952"/>
                  <a:pt x="110071" y="9358"/>
                  <a:pt x="109022" y="7942"/>
                </a:cubicBezTo>
                <a:cubicBezTo>
                  <a:pt x="107973" y="6526"/>
                  <a:pt x="105780" y="5601"/>
                  <a:pt x="102444" y="5165"/>
                </a:cubicBezTo>
                <a:lnTo>
                  <a:pt x="102444" y="2260"/>
                </a:lnTo>
                <a:lnTo>
                  <a:pt x="133194" y="2260"/>
                </a:lnTo>
                <a:close/>
                <a:moveTo>
                  <a:pt x="235909" y="100561"/>
                </a:moveTo>
                <a:cubicBezTo>
                  <a:pt x="226708" y="108740"/>
                  <a:pt x="218449" y="112829"/>
                  <a:pt x="211132" y="112829"/>
                </a:cubicBezTo>
                <a:cubicBezTo>
                  <a:pt x="206827" y="112829"/>
                  <a:pt x="203249" y="111412"/>
                  <a:pt x="200398" y="108579"/>
                </a:cubicBezTo>
                <a:cubicBezTo>
                  <a:pt x="197546" y="105744"/>
                  <a:pt x="196120" y="102195"/>
                  <a:pt x="196120" y="97931"/>
                </a:cubicBezTo>
                <a:cubicBezTo>
                  <a:pt x="196120" y="92153"/>
                  <a:pt x="198595" y="86957"/>
                  <a:pt x="203545" y="82342"/>
                </a:cubicBezTo>
                <a:cubicBezTo>
                  <a:pt x="208495" y="77726"/>
                  <a:pt x="219283" y="71586"/>
                  <a:pt x="235909" y="63920"/>
                </a:cubicBezTo>
                <a:lnTo>
                  <a:pt x="235909" y="56334"/>
                </a:lnTo>
                <a:cubicBezTo>
                  <a:pt x="235909" y="50630"/>
                  <a:pt x="235599" y="47039"/>
                  <a:pt x="234981" y="45559"/>
                </a:cubicBezTo>
                <a:cubicBezTo>
                  <a:pt x="234362" y="44080"/>
                  <a:pt x="233192" y="42788"/>
                  <a:pt x="231470" y="41685"/>
                </a:cubicBezTo>
                <a:cubicBezTo>
                  <a:pt x="229748" y="40582"/>
                  <a:pt x="227811" y="40031"/>
                  <a:pt x="225659" y="40031"/>
                </a:cubicBezTo>
                <a:cubicBezTo>
                  <a:pt x="222162" y="40031"/>
                  <a:pt x="219283" y="40811"/>
                  <a:pt x="217023" y="42371"/>
                </a:cubicBezTo>
                <a:cubicBezTo>
                  <a:pt x="215624" y="43340"/>
                  <a:pt x="214925" y="44470"/>
                  <a:pt x="214925" y="45761"/>
                </a:cubicBezTo>
                <a:cubicBezTo>
                  <a:pt x="214925" y="46891"/>
                  <a:pt x="215678" y="48290"/>
                  <a:pt x="217185" y="49958"/>
                </a:cubicBezTo>
                <a:cubicBezTo>
                  <a:pt x="219229" y="52271"/>
                  <a:pt x="220252" y="54504"/>
                  <a:pt x="220252" y="56657"/>
                </a:cubicBezTo>
                <a:cubicBezTo>
                  <a:pt x="220252" y="59293"/>
                  <a:pt x="219270" y="61539"/>
                  <a:pt x="217306" y="63396"/>
                </a:cubicBezTo>
                <a:cubicBezTo>
                  <a:pt x="215342" y="65252"/>
                  <a:pt x="212773" y="66180"/>
                  <a:pt x="209598" y="66180"/>
                </a:cubicBezTo>
                <a:cubicBezTo>
                  <a:pt x="206208" y="66180"/>
                  <a:pt x="203370" y="65158"/>
                  <a:pt x="201084" y="63113"/>
                </a:cubicBezTo>
                <a:cubicBezTo>
                  <a:pt x="198797" y="61069"/>
                  <a:pt x="197654" y="58674"/>
                  <a:pt x="197654" y="55930"/>
                </a:cubicBezTo>
                <a:cubicBezTo>
                  <a:pt x="197654" y="52056"/>
                  <a:pt x="199187" y="48357"/>
                  <a:pt x="202254" y="44833"/>
                </a:cubicBezTo>
                <a:cubicBezTo>
                  <a:pt x="205321" y="41309"/>
                  <a:pt x="209598" y="38605"/>
                  <a:pt x="215086" y="36722"/>
                </a:cubicBezTo>
                <a:cubicBezTo>
                  <a:pt x="220574" y="34839"/>
                  <a:pt x="226278" y="33897"/>
                  <a:pt x="232196" y="33897"/>
                </a:cubicBezTo>
                <a:cubicBezTo>
                  <a:pt x="239352" y="33897"/>
                  <a:pt x="245015" y="35421"/>
                  <a:pt x="249185" y="38470"/>
                </a:cubicBezTo>
                <a:cubicBezTo>
                  <a:pt x="253355" y="41516"/>
                  <a:pt x="256059" y="44819"/>
                  <a:pt x="257296" y="48379"/>
                </a:cubicBezTo>
                <a:cubicBezTo>
                  <a:pt x="258049" y="50644"/>
                  <a:pt x="258426" y="55848"/>
                  <a:pt x="258426" y="63991"/>
                </a:cubicBezTo>
                <a:lnTo>
                  <a:pt x="258426" y="93356"/>
                </a:lnTo>
                <a:cubicBezTo>
                  <a:pt x="258426" y="96808"/>
                  <a:pt x="258561" y="98979"/>
                  <a:pt x="258830" y="99870"/>
                </a:cubicBezTo>
                <a:cubicBezTo>
                  <a:pt x="259099" y="100760"/>
                  <a:pt x="259502" y="101421"/>
                  <a:pt x="260040" y="101853"/>
                </a:cubicBezTo>
                <a:cubicBezTo>
                  <a:pt x="260578" y="102283"/>
                  <a:pt x="261197" y="102498"/>
                  <a:pt x="261897" y="102498"/>
                </a:cubicBezTo>
                <a:cubicBezTo>
                  <a:pt x="263295" y="102498"/>
                  <a:pt x="264721" y="101503"/>
                  <a:pt x="266174" y="99512"/>
                </a:cubicBezTo>
                <a:lnTo>
                  <a:pt x="268595" y="101449"/>
                </a:lnTo>
                <a:cubicBezTo>
                  <a:pt x="265905" y="105431"/>
                  <a:pt x="263121" y="108323"/>
                  <a:pt x="260242" y="110125"/>
                </a:cubicBezTo>
                <a:cubicBezTo>
                  <a:pt x="257363" y="111928"/>
                  <a:pt x="254095" y="112829"/>
                  <a:pt x="250436" y="112829"/>
                </a:cubicBezTo>
                <a:cubicBezTo>
                  <a:pt x="246132" y="112829"/>
                  <a:pt x="242769" y="111813"/>
                  <a:pt x="240348" y="109782"/>
                </a:cubicBezTo>
                <a:cubicBezTo>
                  <a:pt x="237926" y="107751"/>
                  <a:pt x="236447" y="104677"/>
                  <a:pt x="235909" y="100561"/>
                </a:cubicBezTo>
                <a:moveTo>
                  <a:pt x="235909" y="94589"/>
                </a:moveTo>
                <a:lnTo>
                  <a:pt x="235909" y="69343"/>
                </a:lnTo>
                <a:cubicBezTo>
                  <a:pt x="229398" y="73181"/>
                  <a:pt x="224556" y="77291"/>
                  <a:pt x="221381" y="81671"/>
                </a:cubicBezTo>
                <a:cubicBezTo>
                  <a:pt x="219283" y="84590"/>
                  <a:pt x="218234" y="87536"/>
                  <a:pt x="218234" y="90511"/>
                </a:cubicBezTo>
                <a:cubicBezTo>
                  <a:pt x="218234" y="92998"/>
                  <a:pt x="219122" y="95188"/>
                  <a:pt x="220897" y="97081"/>
                </a:cubicBezTo>
                <a:cubicBezTo>
                  <a:pt x="222242" y="98540"/>
                  <a:pt x="224126" y="99270"/>
                  <a:pt x="226547" y="99270"/>
                </a:cubicBezTo>
                <a:cubicBezTo>
                  <a:pt x="229237" y="99270"/>
                  <a:pt x="232358" y="97710"/>
                  <a:pt x="235909" y="94589"/>
                </a:cubicBezTo>
                <a:close/>
                <a:moveTo>
                  <a:pt x="322953" y="34220"/>
                </a:moveTo>
                <a:lnTo>
                  <a:pt x="324164" y="60046"/>
                </a:lnTo>
                <a:lnTo>
                  <a:pt x="321420" y="60046"/>
                </a:lnTo>
                <a:cubicBezTo>
                  <a:pt x="318138" y="52344"/>
                  <a:pt x="314735" y="47083"/>
                  <a:pt x="311210" y="44263"/>
                </a:cubicBezTo>
                <a:cubicBezTo>
                  <a:pt x="307686" y="41442"/>
                  <a:pt x="304175" y="40031"/>
                  <a:pt x="300678" y="40031"/>
                </a:cubicBezTo>
                <a:cubicBezTo>
                  <a:pt x="298472" y="40031"/>
                  <a:pt x="296589" y="40771"/>
                  <a:pt x="295029" y="42250"/>
                </a:cubicBezTo>
                <a:cubicBezTo>
                  <a:pt x="293468" y="43730"/>
                  <a:pt x="292688" y="45438"/>
                  <a:pt x="292688" y="47375"/>
                </a:cubicBezTo>
                <a:cubicBezTo>
                  <a:pt x="292688" y="48828"/>
                  <a:pt x="293226" y="50227"/>
                  <a:pt x="294302" y="51572"/>
                </a:cubicBezTo>
                <a:cubicBezTo>
                  <a:pt x="296024" y="53778"/>
                  <a:pt x="300839" y="57558"/>
                  <a:pt x="308749" y="62911"/>
                </a:cubicBezTo>
                <a:cubicBezTo>
                  <a:pt x="316658" y="68265"/>
                  <a:pt x="321864" y="72811"/>
                  <a:pt x="324366" y="76551"/>
                </a:cubicBezTo>
                <a:cubicBezTo>
                  <a:pt x="326868" y="80290"/>
                  <a:pt x="328119" y="84474"/>
                  <a:pt x="328119" y="89101"/>
                </a:cubicBezTo>
                <a:cubicBezTo>
                  <a:pt x="328119" y="93298"/>
                  <a:pt x="327069" y="97414"/>
                  <a:pt x="324971" y="101449"/>
                </a:cubicBezTo>
                <a:cubicBezTo>
                  <a:pt x="322873" y="105484"/>
                  <a:pt x="319913" y="108578"/>
                  <a:pt x="316093" y="110730"/>
                </a:cubicBezTo>
                <a:cubicBezTo>
                  <a:pt x="312273" y="112883"/>
                  <a:pt x="308049" y="113959"/>
                  <a:pt x="303422" y="113959"/>
                </a:cubicBezTo>
                <a:cubicBezTo>
                  <a:pt x="299817" y="113959"/>
                  <a:pt x="295002" y="112808"/>
                  <a:pt x="288975" y="110506"/>
                </a:cubicBezTo>
                <a:cubicBezTo>
                  <a:pt x="287361" y="109902"/>
                  <a:pt x="286258" y="109601"/>
                  <a:pt x="285666" y="109601"/>
                </a:cubicBezTo>
                <a:cubicBezTo>
                  <a:pt x="283891" y="109601"/>
                  <a:pt x="282411" y="110946"/>
                  <a:pt x="281228" y="113636"/>
                </a:cubicBezTo>
                <a:lnTo>
                  <a:pt x="278564" y="113636"/>
                </a:lnTo>
                <a:lnTo>
                  <a:pt x="277273" y="86518"/>
                </a:lnTo>
                <a:lnTo>
                  <a:pt x="280017" y="86518"/>
                </a:lnTo>
                <a:cubicBezTo>
                  <a:pt x="282438" y="93621"/>
                  <a:pt x="285761" y="98947"/>
                  <a:pt x="289984" y="102498"/>
                </a:cubicBezTo>
                <a:cubicBezTo>
                  <a:pt x="294208" y="106049"/>
                  <a:pt x="298203" y="107825"/>
                  <a:pt x="301969" y="107825"/>
                </a:cubicBezTo>
                <a:cubicBezTo>
                  <a:pt x="304552" y="107825"/>
                  <a:pt x="306664" y="107031"/>
                  <a:pt x="308305" y="105444"/>
                </a:cubicBezTo>
                <a:cubicBezTo>
                  <a:pt x="309946" y="103857"/>
                  <a:pt x="310766" y="101933"/>
                  <a:pt x="310766" y="99674"/>
                </a:cubicBezTo>
                <a:cubicBezTo>
                  <a:pt x="310766" y="97091"/>
                  <a:pt x="309959" y="94858"/>
                  <a:pt x="308345" y="92975"/>
                </a:cubicBezTo>
                <a:cubicBezTo>
                  <a:pt x="306731" y="91092"/>
                  <a:pt x="303126" y="88240"/>
                  <a:pt x="297530" y="84420"/>
                </a:cubicBezTo>
                <a:cubicBezTo>
                  <a:pt x="289298" y="78717"/>
                  <a:pt x="283972" y="74358"/>
                  <a:pt x="281550" y="71345"/>
                </a:cubicBezTo>
                <a:cubicBezTo>
                  <a:pt x="277999" y="66933"/>
                  <a:pt x="276224" y="62064"/>
                  <a:pt x="276224" y="56737"/>
                </a:cubicBezTo>
                <a:cubicBezTo>
                  <a:pt x="276224" y="50926"/>
                  <a:pt x="278228" y="45667"/>
                  <a:pt x="282236" y="40959"/>
                </a:cubicBezTo>
                <a:cubicBezTo>
                  <a:pt x="286245" y="36251"/>
                  <a:pt x="292042" y="33897"/>
                  <a:pt x="299629" y="33897"/>
                </a:cubicBezTo>
                <a:cubicBezTo>
                  <a:pt x="303718" y="33897"/>
                  <a:pt x="307673" y="34931"/>
                  <a:pt x="311493" y="36999"/>
                </a:cubicBezTo>
                <a:cubicBezTo>
                  <a:pt x="312946" y="37837"/>
                  <a:pt x="314129" y="38255"/>
                  <a:pt x="315044" y="38255"/>
                </a:cubicBezTo>
                <a:cubicBezTo>
                  <a:pt x="316012" y="38255"/>
                  <a:pt x="316793" y="38054"/>
                  <a:pt x="317384" y="37650"/>
                </a:cubicBezTo>
                <a:cubicBezTo>
                  <a:pt x="317976" y="37246"/>
                  <a:pt x="318918" y="36103"/>
                  <a:pt x="320209" y="34220"/>
                </a:cubicBezTo>
                <a:lnTo>
                  <a:pt x="322953" y="34220"/>
                </a:lnTo>
                <a:close/>
                <a:moveTo>
                  <a:pt x="403473" y="71184"/>
                </a:moveTo>
                <a:lnTo>
                  <a:pt x="362070" y="71184"/>
                </a:lnTo>
                <a:cubicBezTo>
                  <a:pt x="362554" y="81218"/>
                  <a:pt x="365217" y="89149"/>
                  <a:pt x="370060" y="94975"/>
                </a:cubicBezTo>
                <a:cubicBezTo>
                  <a:pt x="373772" y="99452"/>
                  <a:pt x="378238" y="101691"/>
                  <a:pt x="383457" y="101691"/>
                </a:cubicBezTo>
                <a:cubicBezTo>
                  <a:pt x="386686" y="101691"/>
                  <a:pt x="389618" y="100790"/>
                  <a:pt x="392254" y="98988"/>
                </a:cubicBezTo>
                <a:cubicBezTo>
                  <a:pt x="394891" y="97185"/>
                  <a:pt x="397716" y="93943"/>
                  <a:pt x="400729" y="89262"/>
                </a:cubicBezTo>
                <a:lnTo>
                  <a:pt x="403473" y="91038"/>
                </a:lnTo>
                <a:cubicBezTo>
                  <a:pt x="399384" y="99378"/>
                  <a:pt x="394864" y="105283"/>
                  <a:pt x="389914" y="108753"/>
                </a:cubicBezTo>
                <a:cubicBezTo>
                  <a:pt x="384964" y="112224"/>
                  <a:pt x="379234" y="113959"/>
                  <a:pt x="372723" y="113959"/>
                </a:cubicBezTo>
                <a:cubicBezTo>
                  <a:pt x="361532" y="113959"/>
                  <a:pt x="353058" y="109650"/>
                  <a:pt x="347300" y="101033"/>
                </a:cubicBezTo>
                <a:cubicBezTo>
                  <a:pt x="342673" y="94085"/>
                  <a:pt x="340360" y="85468"/>
                  <a:pt x="340360" y="75181"/>
                </a:cubicBezTo>
                <a:cubicBezTo>
                  <a:pt x="340360" y="62578"/>
                  <a:pt x="343763" y="52546"/>
                  <a:pt x="350569" y="45088"/>
                </a:cubicBezTo>
                <a:cubicBezTo>
                  <a:pt x="357375" y="37627"/>
                  <a:pt x="365352" y="33897"/>
                  <a:pt x="374499" y="33897"/>
                </a:cubicBezTo>
                <a:cubicBezTo>
                  <a:pt x="382139" y="33897"/>
                  <a:pt x="388771" y="37031"/>
                  <a:pt x="394393" y="43299"/>
                </a:cubicBezTo>
                <a:cubicBezTo>
                  <a:pt x="400016" y="49568"/>
                  <a:pt x="403042" y="58863"/>
                  <a:pt x="403473" y="71184"/>
                </a:cubicBezTo>
                <a:moveTo>
                  <a:pt x="383619" y="65857"/>
                </a:moveTo>
                <a:cubicBezTo>
                  <a:pt x="383619" y="57195"/>
                  <a:pt x="383148" y="51249"/>
                  <a:pt x="382206" y="48021"/>
                </a:cubicBezTo>
                <a:cubicBezTo>
                  <a:pt x="381265" y="44793"/>
                  <a:pt x="379799" y="42344"/>
                  <a:pt x="377808" y="40676"/>
                </a:cubicBezTo>
                <a:cubicBezTo>
                  <a:pt x="376678" y="39708"/>
                  <a:pt x="375171" y="39224"/>
                  <a:pt x="373288" y="39224"/>
                </a:cubicBezTo>
                <a:cubicBezTo>
                  <a:pt x="370490" y="39224"/>
                  <a:pt x="368204" y="40596"/>
                  <a:pt x="366428" y="43340"/>
                </a:cubicBezTo>
                <a:cubicBezTo>
                  <a:pt x="363254" y="48128"/>
                  <a:pt x="361666" y="54693"/>
                  <a:pt x="361666" y="63032"/>
                </a:cubicBezTo>
                <a:lnTo>
                  <a:pt x="361666" y="65857"/>
                </a:lnTo>
                <a:lnTo>
                  <a:pt x="383619" y="65857"/>
                </a:lnTo>
                <a:close/>
                <a:moveTo>
                  <a:pt x="457888" y="81999"/>
                </a:moveTo>
                <a:lnTo>
                  <a:pt x="410836" y="81999"/>
                </a:lnTo>
                <a:lnTo>
                  <a:pt x="410836" y="65212"/>
                </a:lnTo>
                <a:lnTo>
                  <a:pt x="457888" y="65212"/>
                </a:lnTo>
                <a:lnTo>
                  <a:pt x="457888" y="81999"/>
                </a:lnTo>
                <a:close/>
                <a:moveTo>
                  <a:pt x="515400" y="0"/>
                </a:moveTo>
                <a:lnTo>
                  <a:pt x="515400" y="89424"/>
                </a:lnTo>
                <a:cubicBezTo>
                  <a:pt x="515400" y="96207"/>
                  <a:pt x="515696" y="100534"/>
                  <a:pt x="516288" y="102405"/>
                </a:cubicBezTo>
                <a:cubicBezTo>
                  <a:pt x="516879" y="104276"/>
                  <a:pt x="518117" y="105809"/>
                  <a:pt x="520000" y="107003"/>
                </a:cubicBezTo>
                <a:cubicBezTo>
                  <a:pt x="521883" y="108197"/>
                  <a:pt x="524896" y="108793"/>
                  <a:pt x="529039" y="108793"/>
                </a:cubicBezTo>
                <a:lnTo>
                  <a:pt x="531541" y="108793"/>
                </a:lnTo>
                <a:lnTo>
                  <a:pt x="531541" y="111699"/>
                </a:lnTo>
                <a:lnTo>
                  <a:pt x="473916" y="111699"/>
                </a:lnTo>
                <a:lnTo>
                  <a:pt x="473916" y="108793"/>
                </a:lnTo>
                <a:lnTo>
                  <a:pt x="476822" y="108793"/>
                </a:lnTo>
                <a:cubicBezTo>
                  <a:pt x="481503" y="108793"/>
                  <a:pt x="484839" y="108251"/>
                  <a:pt x="486829" y="107167"/>
                </a:cubicBezTo>
                <a:cubicBezTo>
                  <a:pt x="488820" y="106081"/>
                  <a:pt x="490165" y="104588"/>
                  <a:pt x="490865" y="102690"/>
                </a:cubicBezTo>
                <a:cubicBezTo>
                  <a:pt x="491564" y="100790"/>
                  <a:pt x="491914" y="96368"/>
                  <a:pt x="491914" y="89424"/>
                </a:cubicBezTo>
                <a:lnTo>
                  <a:pt x="491914" y="32767"/>
                </a:lnTo>
                <a:cubicBezTo>
                  <a:pt x="491914" y="27710"/>
                  <a:pt x="491672" y="24548"/>
                  <a:pt x="491188" y="23284"/>
                </a:cubicBezTo>
                <a:cubicBezTo>
                  <a:pt x="490703" y="22020"/>
                  <a:pt x="489802" y="20944"/>
                  <a:pt x="488484" y="20056"/>
                </a:cubicBezTo>
                <a:cubicBezTo>
                  <a:pt x="487166" y="19168"/>
                  <a:pt x="485646" y="18724"/>
                  <a:pt x="483924" y="18724"/>
                </a:cubicBezTo>
                <a:cubicBezTo>
                  <a:pt x="481180" y="18724"/>
                  <a:pt x="477844" y="19585"/>
                  <a:pt x="473916" y="21307"/>
                </a:cubicBezTo>
                <a:lnTo>
                  <a:pt x="472463" y="18401"/>
                </a:lnTo>
                <a:lnTo>
                  <a:pt x="512736" y="0"/>
                </a:lnTo>
                <a:lnTo>
                  <a:pt x="515400" y="0"/>
                </a:lnTo>
                <a:close/>
              </a:path>
            </a:pathLst>
          </a:custGeom>
          <a:solidFill xmlns:a="http://schemas.openxmlformats.org/drawingml/2006/main">
            <a:srgbClr val="407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4686C-CE7C-4956-8387-4BE3FC14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438" y="3604017"/>
            <a:ext cx="1562430" cy="212449"/>
          </a:xfrm>
          <a:custGeom xmlns:a="http://schemas.openxmlformats.org/drawingml/2006/main">
            <a:pathLst>
              <a:path w="1562430" h="212449">
                <a:moveTo>
                  <a:pt x="0" y="212449"/>
                </a:moveTo>
                <a:lnTo>
                  <a:pt x="0" y="0"/>
                </a:lnTo>
                <a:lnTo>
                  <a:pt x="1562430" y="0"/>
                </a:lnTo>
                <a:lnTo>
                  <a:pt x="1562430" y="212449"/>
                </a:lnTo>
                <a:lnTo>
                  <a:pt x="0" y="212449"/>
                </a:lnTo>
                <a:close/>
              </a:path>
            </a:pathLst>
          </a:custGeom>
          <a:solidFill xmlns:a="http://schemas.openxmlformats.org/drawingml/2006/main">
            <a:srgbClr val="FFD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Phase-2">
            <a:extLst xmlns:a="http://schemas.openxmlformats.org/drawingml/2006/main">
              <a:ext uri="{FF2B5EF4-FFF2-40B4-BE49-F238E27FC236}">
                <a16:creationId xmlns:a16="http://schemas.microsoft.com/office/drawing/2014/main" id="{6C18C0F2-88F2-4A38-B1E7-F3020F62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41" y="3649260"/>
            <a:ext cx="536020" cy="113959"/>
          </a:xfrm>
          <a:custGeom xmlns:a="http://schemas.openxmlformats.org/drawingml/2006/main">
            <a:pathLst>
              <a:path w="536020" h="113959">
                <a:moveTo>
                  <a:pt x="40434" y="62145"/>
                </a:moveTo>
                <a:lnTo>
                  <a:pt x="40434" y="92491"/>
                </a:lnTo>
                <a:cubicBezTo>
                  <a:pt x="40434" y="98439"/>
                  <a:pt x="40798" y="102185"/>
                  <a:pt x="41524" y="103727"/>
                </a:cubicBezTo>
                <a:cubicBezTo>
                  <a:pt x="42250" y="105267"/>
                  <a:pt x="43542" y="106497"/>
                  <a:pt x="45398" y="107416"/>
                </a:cubicBezTo>
                <a:cubicBezTo>
                  <a:pt x="47254" y="108334"/>
                  <a:pt x="50657" y="108793"/>
                  <a:pt x="55607" y="108793"/>
                </a:cubicBezTo>
                <a:lnTo>
                  <a:pt x="55607" y="111699"/>
                </a:lnTo>
                <a:lnTo>
                  <a:pt x="0" y="111699"/>
                </a:lnTo>
                <a:lnTo>
                  <a:pt x="0" y="108793"/>
                </a:lnTo>
                <a:cubicBezTo>
                  <a:pt x="5058" y="108793"/>
                  <a:pt x="8488" y="108320"/>
                  <a:pt x="10290" y="107374"/>
                </a:cubicBezTo>
                <a:cubicBezTo>
                  <a:pt x="12093" y="106427"/>
                  <a:pt x="13357" y="105197"/>
                  <a:pt x="14083" y="103684"/>
                </a:cubicBezTo>
                <a:cubicBezTo>
                  <a:pt x="14810" y="102170"/>
                  <a:pt x="15173" y="98439"/>
                  <a:pt x="15173" y="92491"/>
                </a:cubicBezTo>
                <a:lnTo>
                  <a:pt x="15173" y="21468"/>
                </a:lnTo>
                <a:cubicBezTo>
                  <a:pt x="15173" y="15519"/>
                  <a:pt x="14810" y="11775"/>
                  <a:pt x="14083" y="10235"/>
                </a:cubicBezTo>
                <a:cubicBezTo>
                  <a:pt x="13357" y="8693"/>
                  <a:pt x="12079" y="7463"/>
                  <a:pt x="10250" y="6545"/>
                </a:cubicBezTo>
                <a:cubicBezTo>
                  <a:pt x="8420" y="5625"/>
                  <a:pt x="5004" y="5165"/>
                  <a:pt x="0" y="5165"/>
                </a:cubicBezTo>
                <a:lnTo>
                  <a:pt x="0" y="2260"/>
                </a:lnTo>
                <a:lnTo>
                  <a:pt x="47698" y="2260"/>
                </a:lnTo>
                <a:cubicBezTo>
                  <a:pt x="63409" y="2260"/>
                  <a:pt x="74681" y="5058"/>
                  <a:pt x="81514" y="10653"/>
                </a:cubicBezTo>
                <a:cubicBezTo>
                  <a:pt x="88348" y="16249"/>
                  <a:pt x="91764" y="23244"/>
                  <a:pt x="91764" y="31637"/>
                </a:cubicBezTo>
                <a:cubicBezTo>
                  <a:pt x="91764" y="38740"/>
                  <a:pt x="89558" y="44819"/>
                  <a:pt x="85146" y="49877"/>
                </a:cubicBezTo>
                <a:cubicBezTo>
                  <a:pt x="80734" y="54935"/>
                  <a:pt x="74654" y="58378"/>
                  <a:pt x="66906" y="60208"/>
                </a:cubicBezTo>
                <a:cubicBezTo>
                  <a:pt x="61687" y="61499"/>
                  <a:pt x="52863" y="62145"/>
                  <a:pt x="40434" y="62145"/>
                </a:cubicBezTo>
                <a:moveTo>
                  <a:pt x="40434" y="8555"/>
                </a:moveTo>
                <a:lnTo>
                  <a:pt x="40434" y="55849"/>
                </a:lnTo>
                <a:cubicBezTo>
                  <a:pt x="42210" y="55957"/>
                  <a:pt x="43555" y="56011"/>
                  <a:pt x="44470" y="56011"/>
                </a:cubicBezTo>
                <a:cubicBezTo>
                  <a:pt x="51034" y="56011"/>
                  <a:pt x="56092" y="54060"/>
                  <a:pt x="59643" y="50160"/>
                </a:cubicBezTo>
                <a:cubicBezTo>
                  <a:pt x="63194" y="46259"/>
                  <a:pt x="64969" y="40219"/>
                  <a:pt x="64969" y="32041"/>
                </a:cubicBezTo>
                <a:cubicBezTo>
                  <a:pt x="64969" y="23916"/>
                  <a:pt x="63194" y="17971"/>
                  <a:pt x="59643" y="14204"/>
                </a:cubicBezTo>
                <a:cubicBezTo>
                  <a:pt x="56092" y="10438"/>
                  <a:pt x="50792" y="8555"/>
                  <a:pt x="43743" y="8555"/>
                </a:cubicBezTo>
                <a:lnTo>
                  <a:pt x="40434" y="8555"/>
                </a:lnTo>
                <a:close/>
                <a:moveTo>
                  <a:pt x="133194" y="2260"/>
                </a:moveTo>
                <a:lnTo>
                  <a:pt x="133194" y="45922"/>
                </a:lnTo>
                <a:cubicBezTo>
                  <a:pt x="137337" y="41534"/>
                  <a:pt x="141130" y="38433"/>
                  <a:pt x="144573" y="36618"/>
                </a:cubicBezTo>
                <a:cubicBezTo>
                  <a:pt x="148017" y="34804"/>
                  <a:pt x="151595" y="33897"/>
                  <a:pt x="155308" y="33897"/>
                </a:cubicBezTo>
                <a:cubicBezTo>
                  <a:pt x="160042" y="33897"/>
                  <a:pt x="164091" y="35242"/>
                  <a:pt x="167454" y="37932"/>
                </a:cubicBezTo>
                <a:cubicBezTo>
                  <a:pt x="170817" y="40623"/>
                  <a:pt x="173050" y="43784"/>
                  <a:pt x="174153" y="47416"/>
                </a:cubicBezTo>
                <a:cubicBezTo>
                  <a:pt x="175256" y="51047"/>
                  <a:pt x="175807" y="57168"/>
                  <a:pt x="175807" y="65776"/>
                </a:cubicBezTo>
                <a:lnTo>
                  <a:pt x="175807" y="95235"/>
                </a:lnTo>
                <a:cubicBezTo>
                  <a:pt x="175807" y="101027"/>
                  <a:pt x="176345" y="104640"/>
                  <a:pt x="177421" y="106075"/>
                </a:cubicBezTo>
                <a:cubicBezTo>
                  <a:pt x="178497" y="107509"/>
                  <a:pt x="180677" y="108415"/>
                  <a:pt x="183959" y="108793"/>
                </a:cubicBezTo>
                <a:lnTo>
                  <a:pt x="183959" y="111699"/>
                </a:lnTo>
                <a:lnTo>
                  <a:pt x="145703" y="111699"/>
                </a:lnTo>
                <a:lnTo>
                  <a:pt x="145703" y="108793"/>
                </a:lnTo>
                <a:cubicBezTo>
                  <a:pt x="148394" y="108415"/>
                  <a:pt x="150411" y="107332"/>
                  <a:pt x="151756" y="105545"/>
                </a:cubicBezTo>
                <a:cubicBezTo>
                  <a:pt x="152725" y="104138"/>
                  <a:pt x="153209" y="100701"/>
                  <a:pt x="153209" y="95235"/>
                </a:cubicBezTo>
                <a:lnTo>
                  <a:pt x="153209" y="61633"/>
                </a:lnTo>
                <a:cubicBezTo>
                  <a:pt x="153209" y="55401"/>
                  <a:pt x="152967" y="51494"/>
                  <a:pt x="152483" y="49910"/>
                </a:cubicBezTo>
                <a:cubicBezTo>
                  <a:pt x="151999" y="48324"/>
                  <a:pt x="151178" y="47089"/>
                  <a:pt x="150021" y="46202"/>
                </a:cubicBezTo>
                <a:cubicBezTo>
                  <a:pt x="148864" y="45316"/>
                  <a:pt x="147560" y="44873"/>
                  <a:pt x="146107" y="44873"/>
                </a:cubicBezTo>
                <a:cubicBezTo>
                  <a:pt x="143955" y="44873"/>
                  <a:pt x="141856" y="45613"/>
                  <a:pt x="139812" y="47093"/>
                </a:cubicBezTo>
                <a:cubicBezTo>
                  <a:pt x="137767" y="48572"/>
                  <a:pt x="135561" y="51168"/>
                  <a:pt x="133194" y="54881"/>
                </a:cubicBezTo>
                <a:lnTo>
                  <a:pt x="133194" y="95235"/>
                </a:lnTo>
                <a:cubicBezTo>
                  <a:pt x="133194" y="100647"/>
                  <a:pt x="133597" y="104030"/>
                  <a:pt x="134404" y="105384"/>
                </a:cubicBezTo>
                <a:cubicBezTo>
                  <a:pt x="135427" y="107223"/>
                  <a:pt x="137525" y="108360"/>
                  <a:pt x="140699" y="108793"/>
                </a:cubicBezTo>
                <a:lnTo>
                  <a:pt x="140699" y="111699"/>
                </a:lnTo>
                <a:lnTo>
                  <a:pt x="102444" y="111699"/>
                </a:lnTo>
                <a:lnTo>
                  <a:pt x="102444" y="108793"/>
                </a:lnTo>
                <a:cubicBezTo>
                  <a:pt x="105619" y="108469"/>
                  <a:pt x="107879" y="107441"/>
                  <a:pt x="109224" y="105709"/>
                </a:cubicBezTo>
                <a:cubicBezTo>
                  <a:pt x="110138" y="104519"/>
                  <a:pt x="110596" y="101027"/>
                  <a:pt x="110596" y="95235"/>
                </a:cubicBezTo>
                <a:lnTo>
                  <a:pt x="110596" y="18724"/>
                </a:lnTo>
                <a:cubicBezTo>
                  <a:pt x="110596" y="12952"/>
                  <a:pt x="110071" y="9358"/>
                  <a:pt x="109022" y="7942"/>
                </a:cubicBezTo>
                <a:cubicBezTo>
                  <a:pt x="107973" y="6526"/>
                  <a:pt x="105780" y="5601"/>
                  <a:pt x="102444" y="5165"/>
                </a:cubicBezTo>
                <a:lnTo>
                  <a:pt x="102444" y="2260"/>
                </a:lnTo>
                <a:lnTo>
                  <a:pt x="133194" y="2260"/>
                </a:lnTo>
                <a:close/>
                <a:moveTo>
                  <a:pt x="235909" y="100561"/>
                </a:moveTo>
                <a:cubicBezTo>
                  <a:pt x="226708" y="108740"/>
                  <a:pt x="218449" y="112829"/>
                  <a:pt x="211132" y="112829"/>
                </a:cubicBezTo>
                <a:cubicBezTo>
                  <a:pt x="206827" y="112829"/>
                  <a:pt x="203249" y="111412"/>
                  <a:pt x="200398" y="108579"/>
                </a:cubicBezTo>
                <a:cubicBezTo>
                  <a:pt x="197546" y="105744"/>
                  <a:pt x="196120" y="102195"/>
                  <a:pt x="196120" y="97931"/>
                </a:cubicBezTo>
                <a:cubicBezTo>
                  <a:pt x="196120" y="92153"/>
                  <a:pt x="198595" y="86957"/>
                  <a:pt x="203545" y="82342"/>
                </a:cubicBezTo>
                <a:cubicBezTo>
                  <a:pt x="208495" y="77726"/>
                  <a:pt x="219283" y="71586"/>
                  <a:pt x="235909" y="63920"/>
                </a:cubicBezTo>
                <a:lnTo>
                  <a:pt x="235909" y="56334"/>
                </a:lnTo>
                <a:cubicBezTo>
                  <a:pt x="235909" y="50630"/>
                  <a:pt x="235599" y="47039"/>
                  <a:pt x="234981" y="45559"/>
                </a:cubicBezTo>
                <a:cubicBezTo>
                  <a:pt x="234362" y="44080"/>
                  <a:pt x="233192" y="42788"/>
                  <a:pt x="231470" y="41685"/>
                </a:cubicBezTo>
                <a:cubicBezTo>
                  <a:pt x="229748" y="40582"/>
                  <a:pt x="227811" y="40031"/>
                  <a:pt x="225659" y="40031"/>
                </a:cubicBezTo>
                <a:cubicBezTo>
                  <a:pt x="222162" y="40031"/>
                  <a:pt x="219283" y="40811"/>
                  <a:pt x="217023" y="42371"/>
                </a:cubicBezTo>
                <a:cubicBezTo>
                  <a:pt x="215624" y="43340"/>
                  <a:pt x="214925" y="44470"/>
                  <a:pt x="214925" y="45761"/>
                </a:cubicBezTo>
                <a:cubicBezTo>
                  <a:pt x="214925" y="46891"/>
                  <a:pt x="215678" y="48290"/>
                  <a:pt x="217185" y="49958"/>
                </a:cubicBezTo>
                <a:cubicBezTo>
                  <a:pt x="219229" y="52271"/>
                  <a:pt x="220252" y="54504"/>
                  <a:pt x="220252" y="56657"/>
                </a:cubicBezTo>
                <a:cubicBezTo>
                  <a:pt x="220252" y="59293"/>
                  <a:pt x="219270" y="61539"/>
                  <a:pt x="217306" y="63396"/>
                </a:cubicBezTo>
                <a:cubicBezTo>
                  <a:pt x="215342" y="65252"/>
                  <a:pt x="212773" y="66180"/>
                  <a:pt x="209598" y="66180"/>
                </a:cubicBezTo>
                <a:cubicBezTo>
                  <a:pt x="206209" y="66180"/>
                  <a:pt x="203370" y="65158"/>
                  <a:pt x="201084" y="63113"/>
                </a:cubicBezTo>
                <a:cubicBezTo>
                  <a:pt x="198797" y="61069"/>
                  <a:pt x="197654" y="58674"/>
                  <a:pt x="197654" y="55930"/>
                </a:cubicBezTo>
                <a:cubicBezTo>
                  <a:pt x="197654" y="52056"/>
                  <a:pt x="199187" y="48357"/>
                  <a:pt x="202254" y="44833"/>
                </a:cubicBezTo>
                <a:cubicBezTo>
                  <a:pt x="205321" y="41309"/>
                  <a:pt x="209598" y="38605"/>
                  <a:pt x="215086" y="36722"/>
                </a:cubicBezTo>
                <a:cubicBezTo>
                  <a:pt x="220574" y="34839"/>
                  <a:pt x="226278" y="33897"/>
                  <a:pt x="232196" y="33897"/>
                </a:cubicBezTo>
                <a:cubicBezTo>
                  <a:pt x="239352" y="33897"/>
                  <a:pt x="245015" y="35421"/>
                  <a:pt x="249185" y="38470"/>
                </a:cubicBezTo>
                <a:cubicBezTo>
                  <a:pt x="253355" y="41516"/>
                  <a:pt x="256059" y="44819"/>
                  <a:pt x="257296" y="48379"/>
                </a:cubicBezTo>
                <a:cubicBezTo>
                  <a:pt x="258050" y="50644"/>
                  <a:pt x="258426" y="55848"/>
                  <a:pt x="258426" y="63991"/>
                </a:cubicBezTo>
                <a:lnTo>
                  <a:pt x="258426" y="93356"/>
                </a:lnTo>
                <a:cubicBezTo>
                  <a:pt x="258426" y="96808"/>
                  <a:pt x="258561" y="98979"/>
                  <a:pt x="258830" y="99870"/>
                </a:cubicBezTo>
                <a:cubicBezTo>
                  <a:pt x="259099" y="100760"/>
                  <a:pt x="259502" y="101421"/>
                  <a:pt x="260040" y="101853"/>
                </a:cubicBezTo>
                <a:cubicBezTo>
                  <a:pt x="260578" y="102283"/>
                  <a:pt x="261197" y="102498"/>
                  <a:pt x="261897" y="102498"/>
                </a:cubicBezTo>
                <a:cubicBezTo>
                  <a:pt x="263296" y="102498"/>
                  <a:pt x="264721" y="101503"/>
                  <a:pt x="266174" y="99512"/>
                </a:cubicBezTo>
                <a:lnTo>
                  <a:pt x="268595" y="101449"/>
                </a:lnTo>
                <a:cubicBezTo>
                  <a:pt x="265905" y="105431"/>
                  <a:pt x="263121" y="108323"/>
                  <a:pt x="260242" y="110125"/>
                </a:cubicBezTo>
                <a:cubicBezTo>
                  <a:pt x="257364" y="111928"/>
                  <a:pt x="254095" y="112829"/>
                  <a:pt x="250436" y="112829"/>
                </a:cubicBezTo>
                <a:cubicBezTo>
                  <a:pt x="246132" y="112829"/>
                  <a:pt x="242769" y="111813"/>
                  <a:pt x="240348" y="109782"/>
                </a:cubicBezTo>
                <a:cubicBezTo>
                  <a:pt x="237927" y="107751"/>
                  <a:pt x="236447" y="104677"/>
                  <a:pt x="235909" y="100561"/>
                </a:cubicBezTo>
                <a:moveTo>
                  <a:pt x="235909" y="94589"/>
                </a:moveTo>
                <a:lnTo>
                  <a:pt x="235909" y="69343"/>
                </a:lnTo>
                <a:cubicBezTo>
                  <a:pt x="229398" y="73181"/>
                  <a:pt x="224556" y="77291"/>
                  <a:pt x="221382" y="81671"/>
                </a:cubicBezTo>
                <a:cubicBezTo>
                  <a:pt x="219283" y="84590"/>
                  <a:pt x="218234" y="87536"/>
                  <a:pt x="218234" y="90511"/>
                </a:cubicBezTo>
                <a:cubicBezTo>
                  <a:pt x="218234" y="92998"/>
                  <a:pt x="219122" y="95188"/>
                  <a:pt x="220897" y="97081"/>
                </a:cubicBezTo>
                <a:cubicBezTo>
                  <a:pt x="222242" y="98540"/>
                  <a:pt x="224126" y="99270"/>
                  <a:pt x="226547" y="99270"/>
                </a:cubicBezTo>
                <a:cubicBezTo>
                  <a:pt x="229237" y="99270"/>
                  <a:pt x="232358" y="97710"/>
                  <a:pt x="235909" y="94589"/>
                </a:cubicBezTo>
                <a:close/>
                <a:moveTo>
                  <a:pt x="322953" y="34220"/>
                </a:moveTo>
                <a:lnTo>
                  <a:pt x="324163" y="60046"/>
                </a:lnTo>
                <a:lnTo>
                  <a:pt x="321419" y="60046"/>
                </a:lnTo>
                <a:cubicBezTo>
                  <a:pt x="318137" y="52344"/>
                  <a:pt x="314734" y="47083"/>
                  <a:pt x="311210" y="44263"/>
                </a:cubicBezTo>
                <a:cubicBezTo>
                  <a:pt x="307686" y="41442"/>
                  <a:pt x="304175" y="40031"/>
                  <a:pt x="300678" y="40031"/>
                </a:cubicBezTo>
                <a:cubicBezTo>
                  <a:pt x="298472" y="40031"/>
                  <a:pt x="296588" y="40771"/>
                  <a:pt x="295028" y="42250"/>
                </a:cubicBezTo>
                <a:cubicBezTo>
                  <a:pt x="293468" y="43730"/>
                  <a:pt x="292688" y="45438"/>
                  <a:pt x="292688" y="47375"/>
                </a:cubicBezTo>
                <a:cubicBezTo>
                  <a:pt x="292688" y="48828"/>
                  <a:pt x="293226" y="50227"/>
                  <a:pt x="294302" y="51572"/>
                </a:cubicBezTo>
                <a:cubicBezTo>
                  <a:pt x="296024" y="53778"/>
                  <a:pt x="300839" y="57558"/>
                  <a:pt x="308748" y="62911"/>
                </a:cubicBezTo>
                <a:cubicBezTo>
                  <a:pt x="316658" y="68265"/>
                  <a:pt x="321863" y="72811"/>
                  <a:pt x="324365" y="76551"/>
                </a:cubicBezTo>
                <a:cubicBezTo>
                  <a:pt x="326867" y="80290"/>
                  <a:pt x="328118" y="84474"/>
                  <a:pt x="328118" y="89101"/>
                </a:cubicBezTo>
                <a:cubicBezTo>
                  <a:pt x="328118" y="93298"/>
                  <a:pt x="327069" y="97414"/>
                  <a:pt x="324971" y="101449"/>
                </a:cubicBezTo>
                <a:cubicBezTo>
                  <a:pt x="322872" y="105484"/>
                  <a:pt x="319913" y="108578"/>
                  <a:pt x="316093" y="110730"/>
                </a:cubicBezTo>
                <a:cubicBezTo>
                  <a:pt x="312273" y="112883"/>
                  <a:pt x="308049" y="113959"/>
                  <a:pt x="303422" y="113959"/>
                </a:cubicBezTo>
                <a:cubicBezTo>
                  <a:pt x="299817" y="113959"/>
                  <a:pt x="295001" y="112808"/>
                  <a:pt x="288975" y="110506"/>
                </a:cubicBezTo>
                <a:cubicBezTo>
                  <a:pt x="287361" y="109902"/>
                  <a:pt x="286258" y="109601"/>
                  <a:pt x="285666" y="109601"/>
                </a:cubicBezTo>
                <a:cubicBezTo>
                  <a:pt x="283891" y="109601"/>
                  <a:pt x="282411" y="110946"/>
                  <a:pt x="281227" y="113636"/>
                </a:cubicBezTo>
                <a:lnTo>
                  <a:pt x="278564" y="113636"/>
                </a:lnTo>
                <a:lnTo>
                  <a:pt x="277273" y="86518"/>
                </a:lnTo>
                <a:lnTo>
                  <a:pt x="280017" y="86518"/>
                </a:lnTo>
                <a:cubicBezTo>
                  <a:pt x="282438" y="93621"/>
                  <a:pt x="285760" y="98947"/>
                  <a:pt x="289984" y="102498"/>
                </a:cubicBezTo>
                <a:cubicBezTo>
                  <a:pt x="294208" y="106049"/>
                  <a:pt x="298203" y="107825"/>
                  <a:pt x="301969" y="107825"/>
                </a:cubicBezTo>
                <a:cubicBezTo>
                  <a:pt x="304552" y="107825"/>
                  <a:pt x="306663" y="107031"/>
                  <a:pt x="308304" y="105444"/>
                </a:cubicBezTo>
                <a:cubicBezTo>
                  <a:pt x="309946" y="103857"/>
                  <a:pt x="310766" y="101933"/>
                  <a:pt x="310766" y="99674"/>
                </a:cubicBezTo>
                <a:cubicBezTo>
                  <a:pt x="310766" y="97091"/>
                  <a:pt x="309959" y="94858"/>
                  <a:pt x="308345" y="92975"/>
                </a:cubicBezTo>
                <a:cubicBezTo>
                  <a:pt x="306731" y="91092"/>
                  <a:pt x="303126" y="88240"/>
                  <a:pt x="297530" y="84420"/>
                </a:cubicBezTo>
                <a:cubicBezTo>
                  <a:pt x="289298" y="78717"/>
                  <a:pt x="283971" y="74358"/>
                  <a:pt x="281550" y="71345"/>
                </a:cubicBezTo>
                <a:cubicBezTo>
                  <a:pt x="277999" y="66933"/>
                  <a:pt x="276223" y="62064"/>
                  <a:pt x="276223" y="56737"/>
                </a:cubicBezTo>
                <a:cubicBezTo>
                  <a:pt x="276223" y="50926"/>
                  <a:pt x="278228" y="45667"/>
                  <a:pt x="282236" y="40959"/>
                </a:cubicBezTo>
                <a:cubicBezTo>
                  <a:pt x="286244" y="36251"/>
                  <a:pt x="292042" y="33897"/>
                  <a:pt x="299628" y="33897"/>
                </a:cubicBezTo>
                <a:cubicBezTo>
                  <a:pt x="303718" y="33897"/>
                  <a:pt x="307672" y="34931"/>
                  <a:pt x="311492" y="36999"/>
                </a:cubicBezTo>
                <a:cubicBezTo>
                  <a:pt x="312945" y="37837"/>
                  <a:pt x="314129" y="38255"/>
                  <a:pt x="315044" y="38255"/>
                </a:cubicBezTo>
                <a:cubicBezTo>
                  <a:pt x="316012" y="38255"/>
                  <a:pt x="316792" y="38054"/>
                  <a:pt x="317384" y="37650"/>
                </a:cubicBezTo>
                <a:cubicBezTo>
                  <a:pt x="317976" y="37246"/>
                  <a:pt x="318917" y="36103"/>
                  <a:pt x="320209" y="34220"/>
                </a:cubicBezTo>
                <a:lnTo>
                  <a:pt x="322953" y="34220"/>
                </a:lnTo>
                <a:close/>
                <a:moveTo>
                  <a:pt x="403472" y="71184"/>
                </a:moveTo>
                <a:lnTo>
                  <a:pt x="362069" y="71184"/>
                </a:lnTo>
                <a:cubicBezTo>
                  <a:pt x="362554" y="81218"/>
                  <a:pt x="365217" y="89149"/>
                  <a:pt x="370059" y="94975"/>
                </a:cubicBezTo>
                <a:cubicBezTo>
                  <a:pt x="373772" y="99452"/>
                  <a:pt x="378238" y="101691"/>
                  <a:pt x="383457" y="101691"/>
                </a:cubicBezTo>
                <a:cubicBezTo>
                  <a:pt x="386685" y="101691"/>
                  <a:pt x="389617" y="100790"/>
                  <a:pt x="392254" y="98988"/>
                </a:cubicBezTo>
                <a:cubicBezTo>
                  <a:pt x="394890" y="97185"/>
                  <a:pt x="397715" y="93943"/>
                  <a:pt x="400728" y="89262"/>
                </a:cubicBezTo>
                <a:lnTo>
                  <a:pt x="403472" y="91038"/>
                </a:lnTo>
                <a:cubicBezTo>
                  <a:pt x="399383" y="99378"/>
                  <a:pt x="394863" y="105283"/>
                  <a:pt x="389913" y="108753"/>
                </a:cubicBezTo>
                <a:cubicBezTo>
                  <a:pt x="384963" y="112224"/>
                  <a:pt x="379233" y="113959"/>
                  <a:pt x="372723" y="113959"/>
                </a:cubicBezTo>
                <a:cubicBezTo>
                  <a:pt x="361531" y="113959"/>
                  <a:pt x="353057" y="109650"/>
                  <a:pt x="347300" y="101033"/>
                </a:cubicBezTo>
                <a:cubicBezTo>
                  <a:pt x="342673" y="94085"/>
                  <a:pt x="340359" y="85468"/>
                  <a:pt x="340359" y="75181"/>
                </a:cubicBezTo>
                <a:cubicBezTo>
                  <a:pt x="340359" y="62578"/>
                  <a:pt x="343762" y="52546"/>
                  <a:pt x="350569" y="45088"/>
                </a:cubicBezTo>
                <a:cubicBezTo>
                  <a:pt x="357375" y="37627"/>
                  <a:pt x="365351" y="33897"/>
                  <a:pt x="374498" y="33897"/>
                </a:cubicBezTo>
                <a:cubicBezTo>
                  <a:pt x="382139" y="33897"/>
                  <a:pt x="388770" y="37031"/>
                  <a:pt x="394393" y="43299"/>
                </a:cubicBezTo>
                <a:cubicBezTo>
                  <a:pt x="400015" y="49568"/>
                  <a:pt x="403042" y="58863"/>
                  <a:pt x="403472" y="71184"/>
                </a:cubicBezTo>
                <a:moveTo>
                  <a:pt x="383618" y="65857"/>
                </a:moveTo>
                <a:cubicBezTo>
                  <a:pt x="383618" y="57195"/>
                  <a:pt x="383147" y="51249"/>
                  <a:pt x="382206" y="48021"/>
                </a:cubicBezTo>
                <a:cubicBezTo>
                  <a:pt x="381264" y="44793"/>
                  <a:pt x="379798" y="42344"/>
                  <a:pt x="377807" y="40676"/>
                </a:cubicBezTo>
                <a:cubicBezTo>
                  <a:pt x="376677" y="39708"/>
                  <a:pt x="375171" y="39224"/>
                  <a:pt x="373288" y="39224"/>
                </a:cubicBezTo>
                <a:cubicBezTo>
                  <a:pt x="370490" y="39224"/>
                  <a:pt x="368203" y="40596"/>
                  <a:pt x="366428" y="43340"/>
                </a:cubicBezTo>
                <a:cubicBezTo>
                  <a:pt x="363253" y="48128"/>
                  <a:pt x="361666" y="54693"/>
                  <a:pt x="361666" y="63032"/>
                </a:cubicBezTo>
                <a:lnTo>
                  <a:pt x="361666" y="65857"/>
                </a:lnTo>
                <a:lnTo>
                  <a:pt x="383618" y="65857"/>
                </a:lnTo>
                <a:close/>
                <a:moveTo>
                  <a:pt x="457847" y="81999"/>
                </a:moveTo>
                <a:lnTo>
                  <a:pt x="410795" y="81999"/>
                </a:lnTo>
                <a:lnTo>
                  <a:pt x="410795" y="65212"/>
                </a:lnTo>
                <a:lnTo>
                  <a:pt x="457847" y="65212"/>
                </a:lnTo>
                <a:lnTo>
                  <a:pt x="457847" y="81999"/>
                </a:lnTo>
                <a:close/>
                <a:moveTo>
                  <a:pt x="529886" y="111699"/>
                </a:moveTo>
                <a:lnTo>
                  <a:pt x="465482" y="111699"/>
                </a:lnTo>
                <a:lnTo>
                  <a:pt x="465482" y="109923"/>
                </a:lnTo>
                <a:cubicBezTo>
                  <a:pt x="485228" y="86431"/>
                  <a:pt x="497213" y="70626"/>
                  <a:pt x="501437" y="62510"/>
                </a:cubicBezTo>
                <a:cubicBezTo>
                  <a:pt x="505660" y="54393"/>
                  <a:pt x="507772" y="46463"/>
                  <a:pt x="507772" y="38722"/>
                </a:cubicBezTo>
                <a:cubicBezTo>
                  <a:pt x="507772" y="33077"/>
                  <a:pt x="506024" y="28387"/>
                  <a:pt x="502526" y="24651"/>
                </a:cubicBezTo>
                <a:cubicBezTo>
                  <a:pt x="499029" y="20915"/>
                  <a:pt x="494751" y="19047"/>
                  <a:pt x="489694" y="19047"/>
                </a:cubicBezTo>
                <a:cubicBezTo>
                  <a:pt x="481408" y="19047"/>
                  <a:pt x="474978" y="23184"/>
                  <a:pt x="470405" y="31458"/>
                </a:cubicBezTo>
                <a:lnTo>
                  <a:pt x="467419" y="30412"/>
                </a:lnTo>
                <a:cubicBezTo>
                  <a:pt x="470324" y="20059"/>
                  <a:pt x="474736" y="12403"/>
                  <a:pt x="480655" y="7443"/>
                </a:cubicBezTo>
                <a:cubicBezTo>
                  <a:pt x="486573" y="2481"/>
                  <a:pt x="493406" y="0"/>
                  <a:pt x="501154" y="0"/>
                </a:cubicBezTo>
                <a:cubicBezTo>
                  <a:pt x="506696" y="0"/>
                  <a:pt x="511754" y="1291"/>
                  <a:pt x="516327" y="3874"/>
                </a:cubicBezTo>
                <a:cubicBezTo>
                  <a:pt x="520901" y="6457"/>
                  <a:pt x="524479" y="9994"/>
                  <a:pt x="527061" y="14487"/>
                </a:cubicBezTo>
                <a:cubicBezTo>
                  <a:pt x="529644" y="18980"/>
                  <a:pt x="530935" y="23190"/>
                  <a:pt x="530935" y="27118"/>
                </a:cubicBezTo>
                <a:cubicBezTo>
                  <a:pt x="530935" y="34274"/>
                  <a:pt x="528945" y="41537"/>
                  <a:pt x="524963" y="48909"/>
                </a:cubicBezTo>
                <a:cubicBezTo>
                  <a:pt x="519529" y="58863"/>
                  <a:pt x="507665" y="72744"/>
                  <a:pt x="489371" y="90554"/>
                </a:cubicBezTo>
                <a:lnTo>
                  <a:pt x="513018" y="90554"/>
                </a:lnTo>
                <a:cubicBezTo>
                  <a:pt x="518829" y="90554"/>
                  <a:pt x="522609" y="90312"/>
                  <a:pt x="524358" y="89827"/>
                </a:cubicBezTo>
                <a:cubicBezTo>
                  <a:pt x="526106" y="89343"/>
                  <a:pt x="527546" y="88522"/>
                  <a:pt x="528675" y="87366"/>
                </a:cubicBezTo>
                <a:cubicBezTo>
                  <a:pt x="529805" y="86209"/>
                  <a:pt x="531285" y="83774"/>
                  <a:pt x="533114" y="80062"/>
                </a:cubicBezTo>
                <a:lnTo>
                  <a:pt x="536020" y="80062"/>
                </a:lnTo>
                <a:lnTo>
                  <a:pt x="529886" y="111699"/>
                </a:lnTo>
                <a:close/>
              </a:path>
            </a:pathLst>
          </a:custGeom>
          <a:solidFill xmlns:a="http://schemas.openxmlformats.org/drawingml/2006/main">
            <a:srgbClr val="407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EAE8D-E2A6-4017-8A36-7B274F6C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193" y="2078722"/>
            <a:ext cx="976109" cy="284685"/>
          </a:xfrm>
          <a:custGeom xmlns:a="http://schemas.openxmlformats.org/drawingml/2006/main">
            <a:pathLst>
              <a:path w="976109" h="284685">
                <a:moveTo>
                  <a:pt x="0" y="284685"/>
                </a:moveTo>
                <a:lnTo>
                  <a:pt x="0" y="0"/>
                </a:lnTo>
                <a:lnTo>
                  <a:pt x="976109" y="0"/>
                </a:lnTo>
                <a:lnTo>
                  <a:pt x="976109" y="284685"/>
                </a:lnTo>
                <a:lnTo>
                  <a:pt x="0" y="284685"/>
                </a:lnTo>
                <a:close/>
              </a:path>
            </a:pathLst>
          </a:custGeom>
          <a:solidFill xmlns:a="http://schemas.openxmlformats.org/drawingml/2006/main">
            <a:srgbClr val="FFD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Phase-3">
            <a:extLst xmlns:a="http://schemas.openxmlformats.org/drawingml/2006/main">
              <a:ext uri="{FF2B5EF4-FFF2-40B4-BE49-F238E27FC236}">
                <a16:creationId xmlns:a16="http://schemas.microsoft.com/office/drawing/2014/main" id="{98C8612A-149A-4D42-9A28-6022C790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6047" y="2159606"/>
            <a:ext cx="535178" cy="114120"/>
          </a:xfrm>
          <a:custGeom xmlns:a="http://schemas.openxmlformats.org/drawingml/2006/main">
            <a:pathLst>
              <a:path w="535178" h="114120">
                <a:moveTo>
                  <a:pt x="40434" y="62145"/>
                </a:moveTo>
                <a:lnTo>
                  <a:pt x="40434" y="92491"/>
                </a:lnTo>
                <a:cubicBezTo>
                  <a:pt x="40434" y="98439"/>
                  <a:pt x="40798" y="102185"/>
                  <a:pt x="41524" y="103727"/>
                </a:cubicBezTo>
                <a:cubicBezTo>
                  <a:pt x="42250" y="105267"/>
                  <a:pt x="43542" y="106497"/>
                  <a:pt x="45398" y="107416"/>
                </a:cubicBezTo>
                <a:cubicBezTo>
                  <a:pt x="47254" y="108334"/>
                  <a:pt x="50657" y="108793"/>
                  <a:pt x="55607" y="108793"/>
                </a:cubicBezTo>
                <a:lnTo>
                  <a:pt x="55607" y="111699"/>
                </a:lnTo>
                <a:lnTo>
                  <a:pt x="0" y="111699"/>
                </a:lnTo>
                <a:lnTo>
                  <a:pt x="0" y="108793"/>
                </a:lnTo>
                <a:cubicBezTo>
                  <a:pt x="5058" y="108793"/>
                  <a:pt x="8488" y="108320"/>
                  <a:pt x="10290" y="107374"/>
                </a:cubicBezTo>
                <a:cubicBezTo>
                  <a:pt x="12093" y="106427"/>
                  <a:pt x="13357" y="105197"/>
                  <a:pt x="14083" y="103684"/>
                </a:cubicBezTo>
                <a:cubicBezTo>
                  <a:pt x="14810" y="102170"/>
                  <a:pt x="15173" y="98439"/>
                  <a:pt x="15173" y="92491"/>
                </a:cubicBezTo>
                <a:lnTo>
                  <a:pt x="15173" y="21468"/>
                </a:lnTo>
                <a:cubicBezTo>
                  <a:pt x="15173" y="15519"/>
                  <a:pt x="14810" y="11775"/>
                  <a:pt x="14083" y="10235"/>
                </a:cubicBezTo>
                <a:cubicBezTo>
                  <a:pt x="13357" y="8693"/>
                  <a:pt x="12079" y="7463"/>
                  <a:pt x="10250" y="6545"/>
                </a:cubicBezTo>
                <a:cubicBezTo>
                  <a:pt x="8420" y="5625"/>
                  <a:pt x="5004" y="5165"/>
                  <a:pt x="0" y="5165"/>
                </a:cubicBezTo>
                <a:lnTo>
                  <a:pt x="0" y="2260"/>
                </a:lnTo>
                <a:lnTo>
                  <a:pt x="47698" y="2260"/>
                </a:lnTo>
                <a:cubicBezTo>
                  <a:pt x="63409" y="2260"/>
                  <a:pt x="74681" y="5058"/>
                  <a:pt x="81514" y="10653"/>
                </a:cubicBezTo>
                <a:cubicBezTo>
                  <a:pt x="88348" y="16249"/>
                  <a:pt x="91764" y="23244"/>
                  <a:pt x="91764" y="31637"/>
                </a:cubicBezTo>
                <a:cubicBezTo>
                  <a:pt x="91764" y="38740"/>
                  <a:pt x="89558" y="44819"/>
                  <a:pt x="85146" y="49877"/>
                </a:cubicBezTo>
                <a:cubicBezTo>
                  <a:pt x="80734" y="54935"/>
                  <a:pt x="74654" y="58378"/>
                  <a:pt x="66906" y="60208"/>
                </a:cubicBezTo>
                <a:cubicBezTo>
                  <a:pt x="61687" y="61499"/>
                  <a:pt x="52863" y="62145"/>
                  <a:pt x="40434" y="62145"/>
                </a:cubicBezTo>
                <a:moveTo>
                  <a:pt x="40434" y="8555"/>
                </a:moveTo>
                <a:lnTo>
                  <a:pt x="40434" y="55849"/>
                </a:lnTo>
                <a:cubicBezTo>
                  <a:pt x="42210" y="55957"/>
                  <a:pt x="43555" y="56011"/>
                  <a:pt x="44470" y="56011"/>
                </a:cubicBezTo>
                <a:cubicBezTo>
                  <a:pt x="51034" y="56011"/>
                  <a:pt x="56092" y="54060"/>
                  <a:pt x="59643" y="50160"/>
                </a:cubicBezTo>
                <a:cubicBezTo>
                  <a:pt x="63194" y="46259"/>
                  <a:pt x="64969" y="40219"/>
                  <a:pt x="64969" y="32041"/>
                </a:cubicBezTo>
                <a:cubicBezTo>
                  <a:pt x="64969" y="23916"/>
                  <a:pt x="63194" y="17971"/>
                  <a:pt x="59643" y="14204"/>
                </a:cubicBezTo>
                <a:cubicBezTo>
                  <a:pt x="56092" y="10438"/>
                  <a:pt x="50792" y="8555"/>
                  <a:pt x="43743" y="8555"/>
                </a:cubicBezTo>
                <a:lnTo>
                  <a:pt x="40434" y="8555"/>
                </a:lnTo>
                <a:close/>
                <a:moveTo>
                  <a:pt x="133193" y="2260"/>
                </a:moveTo>
                <a:lnTo>
                  <a:pt x="133193" y="45922"/>
                </a:lnTo>
                <a:cubicBezTo>
                  <a:pt x="137336" y="41534"/>
                  <a:pt x="141129" y="38433"/>
                  <a:pt x="144573" y="36618"/>
                </a:cubicBezTo>
                <a:cubicBezTo>
                  <a:pt x="148016" y="34804"/>
                  <a:pt x="151594" y="33897"/>
                  <a:pt x="155307" y="33897"/>
                </a:cubicBezTo>
                <a:cubicBezTo>
                  <a:pt x="160042" y="33897"/>
                  <a:pt x="164091" y="35242"/>
                  <a:pt x="167453" y="37932"/>
                </a:cubicBezTo>
                <a:cubicBezTo>
                  <a:pt x="170816" y="40623"/>
                  <a:pt x="173049" y="43784"/>
                  <a:pt x="174152" y="47416"/>
                </a:cubicBezTo>
                <a:cubicBezTo>
                  <a:pt x="175255" y="51047"/>
                  <a:pt x="175807" y="57168"/>
                  <a:pt x="175807" y="65776"/>
                </a:cubicBezTo>
                <a:lnTo>
                  <a:pt x="175807" y="95235"/>
                </a:lnTo>
                <a:cubicBezTo>
                  <a:pt x="175807" y="101027"/>
                  <a:pt x="176345" y="104640"/>
                  <a:pt x="177421" y="106075"/>
                </a:cubicBezTo>
                <a:cubicBezTo>
                  <a:pt x="178497" y="107509"/>
                  <a:pt x="180676" y="108415"/>
                  <a:pt x="183958" y="108793"/>
                </a:cubicBezTo>
                <a:lnTo>
                  <a:pt x="183958" y="111699"/>
                </a:lnTo>
                <a:lnTo>
                  <a:pt x="145703" y="111699"/>
                </a:lnTo>
                <a:lnTo>
                  <a:pt x="145703" y="108793"/>
                </a:lnTo>
                <a:cubicBezTo>
                  <a:pt x="148393" y="108415"/>
                  <a:pt x="150411" y="107332"/>
                  <a:pt x="151756" y="105545"/>
                </a:cubicBezTo>
                <a:cubicBezTo>
                  <a:pt x="152724" y="104138"/>
                  <a:pt x="153209" y="100701"/>
                  <a:pt x="153209" y="95235"/>
                </a:cubicBezTo>
                <a:lnTo>
                  <a:pt x="153209" y="61633"/>
                </a:lnTo>
                <a:cubicBezTo>
                  <a:pt x="153209" y="55401"/>
                  <a:pt x="152966" y="51494"/>
                  <a:pt x="152482" y="49910"/>
                </a:cubicBezTo>
                <a:cubicBezTo>
                  <a:pt x="151998" y="48324"/>
                  <a:pt x="151177" y="47089"/>
                  <a:pt x="150021" y="46202"/>
                </a:cubicBezTo>
                <a:cubicBezTo>
                  <a:pt x="148864" y="45316"/>
                  <a:pt x="147559" y="44873"/>
                  <a:pt x="146106" y="44873"/>
                </a:cubicBezTo>
                <a:cubicBezTo>
                  <a:pt x="143954" y="44873"/>
                  <a:pt x="141856" y="45613"/>
                  <a:pt x="139811" y="47093"/>
                </a:cubicBezTo>
                <a:cubicBezTo>
                  <a:pt x="137767" y="48572"/>
                  <a:pt x="135561" y="51168"/>
                  <a:pt x="133193" y="54881"/>
                </a:cubicBezTo>
                <a:lnTo>
                  <a:pt x="133193" y="95235"/>
                </a:lnTo>
                <a:cubicBezTo>
                  <a:pt x="133193" y="100647"/>
                  <a:pt x="133597" y="104030"/>
                  <a:pt x="134404" y="105384"/>
                </a:cubicBezTo>
                <a:cubicBezTo>
                  <a:pt x="135426" y="107223"/>
                  <a:pt x="137524" y="108360"/>
                  <a:pt x="140699" y="108793"/>
                </a:cubicBezTo>
                <a:lnTo>
                  <a:pt x="140699" y="111699"/>
                </a:lnTo>
                <a:lnTo>
                  <a:pt x="102444" y="111699"/>
                </a:lnTo>
                <a:lnTo>
                  <a:pt x="102444" y="108793"/>
                </a:lnTo>
                <a:cubicBezTo>
                  <a:pt x="105618" y="108469"/>
                  <a:pt x="107878" y="107441"/>
                  <a:pt x="109223" y="105709"/>
                </a:cubicBezTo>
                <a:cubicBezTo>
                  <a:pt x="110138" y="104519"/>
                  <a:pt x="110595" y="101027"/>
                  <a:pt x="110595" y="95235"/>
                </a:cubicBezTo>
                <a:lnTo>
                  <a:pt x="110595" y="18724"/>
                </a:lnTo>
                <a:cubicBezTo>
                  <a:pt x="110595" y="12952"/>
                  <a:pt x="110070" y="9358"/>
                  <a:pt x="109021" y="7942"/>
                </a:cubicBezTo>
                <a:cubicBezTo>
                  <a:pt x="107972" y="6526"/>
                  <a:pt x="105780" y="5601"/>
                  <a:pt x="102444" y="5165"/>
                </a:cubicBezTo>
                <a:lnTo>
                  <a:pt x="102444" y="2260"/>
                </a:lnTo>
                <a:lnTo>
                  <a:pt x="133193" y="2260"/>
                </a:lnTo>
                <a:close/>
                <a:moveTo>
                  <a:pt x="235907" y="100561"/>
                </a:moveTo>
                <a:cubicBezTo>
                  <a:pt x="226706" y="108740"/>
                  <a:pt x="218447" y="112829"/>
                  <a:pt x="211130" y="112829"/>
                </a:cubicBezTo>
                <a:cubicBezTo>
                  <a:pt x="206826" y="112829"/>
                  <a:pt x="203248" y="111412"/>
                  <a:pt x="200396" y="108579"/>
                </a:cubicBezTo>
                <a:cubicBezTo>
                  <a:pt x="197544" y="105744"/>
                  <a:pt x="196118" y="102195"/>
                  <a:pt x="196118" y="97931"/>
                </a:cubicBezTo>
                <a:cubicBezTo>
                  <a:pt x="196118" y="92153"/>
                  <a:pt x="198593" y="86957"/>
                  <a:pt x="203543" y="82342"/>
                </a:cubicBezTo>
                <a:cubicBezTo>
                  <a:pt x="208494" y="77726"/>
                  <a:pt x="219281" y="71586"/>
                  <a:pt x="235907" y="63920"/>
                </a:cubicBezTo>
                <a:lnTo>
                  <a:pt x="235907" y="56334"/>
                </a:lnTo>
                <a:cubicBezTo>
                  <a:pt x="235907" y="50630"/>
                  <a:pt x="235598" y="47039"/>
                  <a:pt x="234979" y="45559"/>
                </a:cubicBezTo>
                <a:cubicBezTo>
                  <a:pt x="234360" y="44080"/>
                  <a:pt x="233190" y="42788"/>
                  <a:pt x="231468" y="41685"/>
                </a:cubicBezTo>
                <a:cubicBezTo>
                  <a:pt x="229746" y="40582"/>
                  <a:pt x="227809" y="40031"/>
                  <a:pt x="225657" y="40031"/>
                </a:cubicBezTo>
                <a:cubicBezTo>
                  <a:pt x="222160" y="40031"/>
                  <a:pt x="219281" y="40811"/>
                  <a:pt x="217022" y="42371"/>
                </a:cubicBezTo>
                <a:cubicBezTo>
                  <a:pt x="215623" y="43340"/>
                  <a:pt x="214923" y="44470"/>
                  <a:pt x="214923" y="45761"/>
                </a:cubicBezTo>
                <a:cubicBezTo>
                  <a:pt x="214923" y="46891"/>
                  <a:pt x="215676" y="48290"/>
                  <a:pt x="217183" y="49958"/>
                </a:cubicBezTo>
                <a:cubicBezTo>
                  <a:pt x="219228" y="52271"/>
                  <a:pt x="220250" y="54504"/>
                  <a:pt x="220250" y="56657"/>
                </a:cubicBezTo>
                <a:cubicBezTo>
                  <a:pt x="220250" y="59293"/>
                  <a:pt x="219268" y="61539"/>
                  <a:pt x="217304" y="63396"/>
                </a:cubicBezTo>
                <a:cubicBezTo>
                  <a:pt x="215340" y="65252"/>
                  <a:pt x="212771" y="66180"/>
                  <a:pt x="209597" y="66180"/>
                </a:cubicBezTo>
                <a:cubicBezTo>
                  <a:pt x="206207" y="66180"/>
                  <a:pt x="203369" y="65158"/>
                  <a:pt x="201082" y="63113"/>
                </a:cubicBezTo>
                <a:cubicBezTo>
                  <a:pt x="198795" y="61069"/>
                  <a:pt x="197652" y="58674"/>
                  <a:pt x="197652" y="55930"/>
                </a:cubicBezTo>
                <a:cubicBezTo>
                  <a:pt x="197652" y="52056"/>
                  <a:pt x="199185" y="48357"/>
                  <a:pt x="202252" y="44833"/>
                </a:cubicBezTo>
                <a:cubicBezTo>
                  <a:pt x="205319" y="41309"/>
                  <a:pt x="209597" y="38605"/>
                  <a:pt x="215085" y="36722"/>
                </a:cubicBezTo>
                <a:cubicBezTo>
                  <a:pt x="220573" y="34839"/>
                  <a:pt x="226276" y="33897"/>
                  <a:pt x="232195" y="33897"/>
                </a:cubicBezTo>
                <a:cubicBezTo>
                  <a:pt x="239351" y="33897"/>
                  <a:pt x="245014" y="35421"/>
                  <a:pt x="249183" y="38470"/>
                </a:cubicBezTo>
                <a:cubicBezTo>
                  <a:pt x="253353" y="41516"/>
                  <a:pt x="256057" y="44819"/>
                  <a:pt x="257295" y="48379"/>
                </a:cubicBezTo>
                <a:cubicBezTo>
                  <a:pt x="258048" y="50644"/>
                  <a:pt x="258424" y="55848"/>
                  <a:pt x="258424" y="63991"/>
                </a:cubicBezTo>
                <a:lnTo>
                  <a:pt x="258424" y="93356"/>
                </a:lnTo>
                <a:cubicBezTo>
                  <a:pt x="258424" y="96808"/>
                  <a:pt x="258559" y="98979"/>
                  <a:pt x="258828" y="99870"/>
                </a:cubicBezTo>
                <a:cubicBezTo>
                  <a:pt x="259097" y="100760"/>
                  <a:pt x="259501" y="101421"/>
                  <a:pt x="260039" y="101853"/>
                </a:cubicBezTo>
                <a:cubicBezTo>
                  <a:pt x="260577" y="102283"/>
                  <a:pt x="261195" y="102498"/>
                  <a:pt x="261895" y="102498"/>
                </a:cubicBezTo>
                <a:cubicBezTo>
                  <a:pt x="263294" y="102498"/>
                  <a:pt x="264720" y="101503"/>
                  <a:pt x="266172" y="99512"/>
                </a:cubicBezTo>
                <a:lnTo>
                  <a:pt x="268594" y="101449"/>
                </a:lnTo>
                <a:cubicBezTo>
                  <a:pt x="265903" y="105431"/>
                  <a:pt x="263119" y="108323"/>
                  <a:pt x="260240" y="110125"/>
                </a:cubicBezTo>
                <a:cubicBezTo>
                  <a:pt x="257362" y="111928"/>
                  <a:pt x="254093" y="112829"/>
                  <a:pt x="250434" y="112829"/>
                </a:cubicBezTo>
                <a:cubicBezTo>
                  <a:pt x="246130" y="112829"/>
                  <a:pt x="242767" y="111813"/>
                  <a:pt x="240346" y="109782"/>
                </a:cubicBezTo>
                <a:cubicBezTo>
                  <a:pt x="237925" y="107751"/>
                  <a:pt x="236445" y="104677"/>
                  <a:pt x="235907" y="100561"/>
                </a:cubicBezTo>
                <a:moveTo>
                  <a:pt x="235907" y="94589"/>
                </a:moveTo>
                <a:lnTo>
                  <a:pt x="235907" y="69343"/>
                </a:lnTo>
                <a:cubicBezTo>
                  <a:pt x="229397" y="73181"/>
                  <a:pt x="224554" y="77291"/>
                  <a:pt x="221380" y="81671"/>
                </a:cubicBezTo>
                <a:cubicBezTo>
                  <a:pt x="219281" y="84590"/>
                  <a:pt x="218232" y="87536"/>
                  <a:pt x="218232" y="90511"/>
                </a:cubicBezTo>
                <a:cubicBezTo>
                  <a:pt x="218232" y="92998"/>
                  <a:pt x="219120" y="95188"/>
                  <a:pt x="220896" y="97081"/>
                </a:cubicBezTo>
                <a:cubicBezTo>
                  <a:pt x="222241" y="98540"/>
                  <a:pt x="224124" y="99270"/>
                  <a:pt x="226545" y="99270"/>
                </a:cubicBezTo>
                <a:cubicBezTo>
                  <a:pt x="229235" y="99270"/>
                  <a:pt x="232356" y="97710"/>
                  <a:pt x="235907" y="94589"/>
                </a:cubicBezTo>
                <a:close/>
                <a:moveTo>
                  <a:pt x="322953" y="34220"/>
                </a:moveTo>
                <a:lnTo>
                  <a:pt x="324164" y="60046"/>
                </a:lnTo>
                <a:lnTo>
                  <a:pt x="321420" y="60046"/>
                </a:lnTo>
                <a:cubicBezTo>
                  <a:pt x="318138" y="52344"/>
                  <a:pt x="314735" y="47083"/>
                  <a:pt x="311211" y="44263"/>
                </a:cubicBezTo>
                <a:cubicBezTo>
                  <a:pt x="307686" y="41442"/>
                  <a:pt x="304176" y="40031"/>
                  <a:pt x="300678" y="40031"/>
                </a:cubicBezTo>
                <a:cubicBezTo>
                  <a:pt x="298472" y="40031"/>
                  <a:pt x="296589" y="40771"/>
                  <a:pt x="295029" y="42250"/>
                </a:cubicBezTo>
                <a:cubicBezTo>
                  <a:pt x="293468" y="43730"/>
                  <a:pt x="292688" y="45438"/>
                  <a:pt x="292688" y="47375"/>
                </a:cubicBezTo>
                <a:cubicBezTo>
                  <a:pt x="292688" y="48828"/>
                  <a:pt x="293226" y="50227"/>
                  <a:pt x="294302" y="51572"/>
                </a:cubicBezTo>
                <a:cubicBezTo>
                  <a:pt x="296024" y="53778"/>
                  <a:pt x="300840" y="57558"/>
                  <a:pt x="308749" y="62911"/>
                </a:cubicBezTo>
                <a:cubicBezTo>
                  <a:pt x="316658" y="68265"/>
                  <a:pt x="321864" y="72811"/>
                  <a:pt x="324366" y="76551"/>
                </a:cubicBezTo>
                <a:cubicBezTo>
                  <a:pt x="326868" y="80290"/>
                  <a:pt x="328119" y="84474"/>
                  <a:pt x="328119" y="89101"/>
                </a:cubicBezTo>
                <a:cubicBezTo>
                  <a:pt x="328119" y="93298"/>
                  <a:pt x="327070" y="97414"/>
                  <a:pt x="324971" y="101449"/>
                </a:cubicBezTo>
                <a:cubicBezTo>
                  <a:pt x="322873" y="105484"/>
                  <a:pt x="319913" y="108578"/>
                  <a:pt x="316093" y="110730"/>
                </a:cubicBezTo>
                <a:cubicBezTo>
                  <a:pt x="312273" y="112883"/>
                  <a:pt x="308049" y="113959"/>
                  <a:pt x="303422" y="113959"/>
                </a:cubicBezTo>
                <a:cubicBezTo>
                  <a:pt x="299817" y="113959"/>
                  <a:pt x="295002" y="112808"/>
                  <a:pt x="288976" y="110506"/>
                </a:cubicBezTo>
                <a:cubicBezTo>
                  <a:pt x="287361" y="109902"/>
                  <a:pt x="286258" y="109601"/>
                  <a:pt x="285667" y="109601"/>
                </a:cubicBezTo>
                <a:cubicBezTo>
                  <a:pt x="283891" y="109601"/>
                  <a:pt x="282411" y="110946"/>
                  <a:pt x="281228" y="113636"/>
                </a:cubicBezTo>
                <a:lnTo>
                  <a:pt x="278564" y="113636"/>
                </a:lnTo>
                <a:lnTo>
                  <a:pt x="277273" y="86518"/>
                </a:lnTo>
                <a:lnTo>
                  <a:pt x="280017" y="86518"/>
                </a:lnTo>
                <a:cubicBezTo>
                  <a:pt x="282438" y="93621"/>
                  <a:pt x="285761" y="98947"/>
                  <a:pt x="289984" y="102498"/>
                </a:cubicBezTo>
                <a:cubicBezTo>
                  <a:pt x="294208" y="106049"/>
                  <a:pt x="298203" y="107825"/>
                  <a:pt x="301970" y="107825"/>
                </a:cubicBezTo>
                <a:cubicBezTo>
                  <a:pt x="304552" y="107825"/>
                  <a:pt x="306664" y="107031"/>
                  <a:pt x="308305" y="105444"/>
                </a:cubicBezTo>
                <a:cubicBezTo>
                  <a:pt x="309946" y="103857"/>
                  <a:pt x="310767" y="101933"/>
                  <a:pt x="310767" y="99674"/>
                </a:cubicBezTo>
                <a:cubicBezTo>
                  <a:pt x="310767" y="97091"/>
                  <a:pt x="309960" y="94858"/>
                  <a:pt x="308345" y="92975"/>
                </a:cubicBezTo>
                <a:cubicBezTo>
                  <a:pt x="306731" y="91092"/>
                  <a:pt x="303126" y="88240"/>
                  <a:pt x="297531" y="84420"/>
                </a:cubicBezTo>
                <a:cubicBezTo>
                  <a:pt x="289298" y="78717"/>
                  <a:pt x="283972" y="74358"/>
                  <a:pt x="281551" y="71345"/>
                </a:cubicBezTo>
                <a:cubicBezTo>
                  <a:pt x="277999" y="66933"/>
                  <a:pt x="276224" y="62064"/>
                  <a:pt x="276224" y="56737"/>
                </a:cubicBezTo>
                <a:cubicBezTo>
                  <a:pt x="276224" y="50926"/>
                  <a:pt x="278228" y="45667"/>
                  <a:pt x="282237" y="40959"/>
                </a:cubicBezTo>
                <a:cubicBezTo>
                  <a:pt x="286245" y="36251"/>
                  <a:pt x="292043" y="33897"/>
                  <a:pt x="299629" y="33897"/>
                </a:cubicBezTo>
                <a:cubicBezTo>
                  <a:pt x="303718" y="33897"/>
                  <a:pt x="307673" y="34931"/>
                  <a:pt x="311493" y="36999"/>
                </a:cubicBezTo>
                <a:cubicBezTo>
                  <a:pt x="312946" y="37837"/>
                  <a:pt x="314129" y="38255"/>
                  <a:pt x="315044" y="38255"/>
                </a:cubicBezTo>
                <a:cubicBezTo>
                  <a:pt x="316013" y="38255"/>
                  <a:pt x="316793" y="38054"/>
                  <a:pt x="317385" y="37650"/>
                </a:cubicBezTo>
                <a:cubicBezTo>
                  <a:pt x="317976" y="37246"/>
                  <a:pt x="318918" y="36103"/>
                  <a:pt x="320209" y="34220"/>
                </a:cubicBezTo>
                <a:lnTo>
                  <a:pt x="322953" y="34220"/>
                </a:lnTo>
                <a:close/>
                <a:moveTo>
                  <a:pt x="403473" y="71184"/>
                </a:moveTo>
                <a:lnTo>
                  <a:pt x="362070" y="71184"/>
                </a:lnTo>
                <a:cubicBezTo>
                  <a:pt x="362554" y="81218"/>
                  <a:pt x="365218" y="89149"/>
                  <a:pt x="370060" y="94975"/>
                </a:cubicBezTo>
                <a:cubicBezTo>
                  <a:pt x="373772" y="99452"/>
                  <a:pt x="378238" y="101691"/>
                  <a:pt x="383457" y="101691"/>
                </a:cubicBezTo>
                <a:cubicBezTo>
                  <a:pt x="386686" y="101691"/>
                  <a:pt x="389618" y="100790"/>
                  <a:pt x="392254" y="98988"/>
                </a:cubicBezTo>
                <a:cubicBezTo>
                  <a:pt x="394891" y="97185"/>
                  <a:pt x="397716" y="93943"/>
                  <a:pt x="400729" y="89262"/>
                </a:cubicBezTo>
                <a:lnTo>
                  <a:pt x="403473" y="91038"/>
                </a:lnTo>
                <a:cubicBezTo>
                  <a:pt x="399384" y="99378"/>
                  <a:pt x="394864" y="105283"/>
                  <a:pt x="389914" y="108753"/>
                </a:cubicBezTo>
                <a:cubicBezTo>
                  <a:pt x="384964" y="112224"/>
                  <a:pt x="379234" y="113959"/>
                  <a:pt x="372723" y="113959"/>
                </a:cubicBezTo>
                <a:cubicBezTo>
                  <a:pt x="361532" y="113959"/>
                  <a:pt x="353058" y="109650"/>
                  <a:pt x="347300" y="101033"/>
                </a:cubicBezTo>
                <a:cubicBezTo>
                  <a:pt x="342673" y="94085"/>
                  <a:pt x="340360" y="85468"/>
                  <a:pt x="340360" y="75181"/>
                </a:cubicBezTo>
                <a:cubicBezTo>
                  <a:pt x="340360" y="62578"/>
                  <a:pt x="343763" y="52546"/>
                  <a:pt x="350569" y="45088"/>
                </a:cubicBezTo>
                <a:cubicBezTo>
                  <a:pt x="357375" y="37627"/>
                  <a:pt x="365352" y="33897"/>
                  <a:pt x="374499" y="33897"/>
                </a:cubicBezTo>
                <a:cubicBezTo>
                  <a:pt x="382139" y="33897"/>
                  <a:pt x="388771" y="37031"/>
                  <a:pt x="394393" y="43299"/>
                </a:cubicBezTo>
                <a:cubicBezTo>
                  <a:pt x="400016" y="49568"/>
                  <a:pt x="403042" y="58863"/>
                  <a:pt x="403473" y="71184"/>
                </a:cubicBezTo>
                <a:moveTo>
                  <a:pt x="383619" y="65857"/>
                </a:moveTo>
                <a:cubicBezTo>
                  <a:pt x="383619" y="57195"/>
                  <a:pt x="383148" y="51249"/>
                  <a:pt x="382206" y="48021"/>
                </a:cubicBezTo>
                <a:cubicBezTo>
                  <a:pt x="381265" y="44793"/>
                  <a:pt x="379799" y="42344"/>
                  <a:pt x="377808" y="40676"/>
                </a:cubicBezTo>
                <a:cubicBezTo>
                  <a:pt x="376678" y="39708"/>
                  <a:pt x="375171" y="39224"/>
                  <a:pt x="373288" y="39224"/>
                </a:cubicBezTo>
                <a:cubicBezTo>
                  <a:pt x="370490" y="39224"/>
                  <a:pt x="368204" y="40596"/>
                  <a:pt x="366428" y="43340"/>
                </a:cubicBezTo>
                <a:cubicBezTo>
                  <a:pt x="363254" y="48128"/>
                  <a:pt x="361666" y="54693"/>
                  <a:pt x="361666" y="63032"/>
                </a:cubicBezTo>
                <a:lnTo>
                  <a:pt x="361666" y="65857"/>
                </a:lnTo>
                <a:lnTo>
                  <a:pt x="383619" y="65857"/>
                </a:lnTo>
                <a:close/>
                <a:moveTo>
                  <a:pt x="458459" y="81999"/>
                </a:moveTo>
                <a:lnTo>
                  <a:pt x="411407" y="81999"/>
                </a:lnTo>
                <a:lnTo>
                  <a:pt x="411407" y="65212"/>
                </a:lnTo>
                <a:lnTo>
                  <a:pt x="458459" y="65212"/>
                </a:lnTo>
                <a:lnTo>
                  <a:pt x="458459" y="81999"/>
                </a:lnTo>
                <a:close/>
                <a:moveTo>
                  <a:pt x="486511" y="56818"/>
                </a:moveTo>
                <a:lnTo>
                  <a:pt x="486511" y="53913"/>
                </a:lnTo>
                <a:cubicBezTo>
                  <a:pt x="492645" y="52140"/>
                  <a:pt x="496896" y="50489"/>
                  <a:pt x="499263" y="48959"/>
                </a:cubicBezTo>
                <a:cubicBezTo>
                  <a:pt x="501630" y="47429"/>
                  <a:pt x="503675" y="45094"/>
                  <a:pt x="505397" y="41953"/>
                </a:cubicBezTo>
                <a:cubicBezTo>
                  <a:pt x="507119" y="38812"/>
                  <a:pt x="507979" y="35631"/>
                  <a:pt x="507979" y="32409"/>
                </a:cubicBezTo>
                <a:cubicBezTo>
                  <a:pt x="507979" y="27953"/>
                  <a:pt x="506352" y="24128"/>
                  <a:pt x="503097" y="20933"/>
                </a:cubicBezTo>
                <a:cubicBezTo>
                  <a:pt x="499841" y="17739"/>
                  <a:pt x="495793" y="16141"/>
                  <a:pt x="490950" y="16141"/>
                </a:cubicBezTo>
                <a:cubicBezTo>
                  <a:pt x="483417" y="16141"/>
                  <a:pt x="477015" y="20150"/>
                  <a:pt x="471742" y="28167"/>
                </a:cubicBezTo>
                <a:lnTo>
                  <a:pt x="468756" y="27118"/>
                </a:lnTo>
                <a:cubicBezTo>
                  <a:pt x="472630" y="18105"/>
                  <a:pt x="477593" y="11333"/>
                  <a:pt x="483646" y="6800"/>
                </a:cubicBezTo>
                <a:cubicBezTo>
                  <a:pt x="489699" y="2267"/>
                  <a:pt x="496438" y="0"/>
                  <a:pt x="503863" y="0"/>
                </a:cubicBezTo>
                <a:cubicBezTo>
                  <a:pt x="511450" y="0"/>
                  <a:pt x="517705" y="2314"/>
                  <a:pt x="522628" y="6941"/>
                </a:cubicBezTo>
                <a:cubicBezTo>
                  <a:pt x="527551" y="11568"/>
                  <a:pt x="530012" y="16975"/>
                  <a:pt x="530012" y="23163"/>
                </a:cubicBezTo>
                <a:cubicBezTo>
                  <a:pt x="530012" y="27198"/>
                  <a:pt x="528869" y="31086"/>
                  <a:pt x="526582" y="34825"/>
                </a:cubicBezTo>
                <a:cubicBezTo>
                  <a:pt x="524296" y="38565"/>
                  <a:pt x="520704" y="41860"/>
                  <a:pt x="515808" y="44712"/>
                </a:cubicBezTo>
                <a:cubicBezTo>
                  <a:pt x="522103" y="47782"/>
                  <a:pt x="526905" y="51566"/>
                  <a:pt x="530214" y="56064"/>
                </a:cubicBezTo>
                <a:cubicBezTo>
                  <a:pt x="533523" y="60562"/>
                  <a:pt x="535178" y="66204"/>
                  <a:pt x="535178" y="72992"/>
                </a:cubicBezTo>
                <a:cubicBezTo>
                  <a:pt x="535178" y="84412"/>
                  <a:pt x="531048" y="94122"/>
                  <a:pt x="522789" y="102123"/>
                </a:cubicBezTo>
                <a:cubicBezTo>
                  <a:pt x="514530" y="110121"/>
                  <a:pt x="503460" y="114120"/>
                  <a:pt x="489578" y="114120"/>
                </a:cubicBezTo>
                <a:cubicBezTo>
                  <a:pt x="480324" y="114120"/>
                  <a:pt x="473571" y="112581"/>
                  <a:pt x="469321" y="109502"/>
                </a:cubicBezTo>
                <a:cubicBezTo>
                  <a:pt x="466254" y="107343"/>
                  <a:pt x="464720" y="104562"/>
                  <a:pt x="464720" y="101159"/>
                </a:cubicBezTo>
                <a:cubicBezTo>
                  <a:pt x="464720" y="98676"/>
                  <a:pt x="465608" y="96556"/>
                  <a:pt x="467384" y="94801"/>
                </a:cubicBezTo>
                <a:cubicBezTo>
                  <a:pt x="469159" y="93045"/>
                  <a:pt x="471204" y="92168"/>
                  <a:pt x="473517" y="92168"/>
                </a:cubicBezTo>
                <a:cubicBezTo>
                  <a:pt x="475293" y="92168"/>
                  <a:pt x="476961" y="92546"/>
                  <a:pt x="478521" y="93303"/>
                </a:cubicBezTo>
                <a:cubicBezTo>
                  <a:pt x="479382" y="93737"/>
                  <a:pt x="482436" y="96104"/>
                  <a:pt x="487682" y="100405"/>
                </a:cubicBezTo>
                <a:cubicBezTo>
                  <a:pt x="492927" y="104706"/>
                  <a:pt x="497837" y="106857"/>
                  <a:pt x="502411" y="106857"/>
                </a:cubicBezTo>
                <a:cubicBezTo>
                  <a:pt x="506392" y="106857"/>
                  <a:pt x="509809" y="105280"/>
                  <a:pt x="512660" y="102128"/>
                </a:cubicBezTo>
                <a:cubicBezTo>
                  <a:pt x="515512" y="98975"/>
                  <a:pt x="516938" y="94973"/>
                  <a:pt x="516938" y="90122"/>
                </a:cubicBezTo>
                <a:cubicBezTo>
                  <a:pt x="516938" y="82739"/>
                  <a:pt x="514355" y="75936"/>
                  <a:pt x="509190" y="69711"/>
                </a:cubicBezTo>
                <a:cubicBezTo>
                  <a:pt x="504025" y="63486"/>
                  <a:pt x="496465" y="59189"/>
                  <a:pt x="486511" y="56818"/>
                </a:cubicBezTo>
                <a:close/>
              </a:path>
            </a:pathLst>
          </a:custGeom>
          <a:solidFill xmlns:a="http://schemas.openxmlformats.org/drawingml/2006/main">
            <a:srgbClr val="407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7686B-DCF4-4D72-9D50-47DB8DDD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510" y="2544712"/>
            <a:ext cx="1165449" cy="582827"/>
          </a:xfrm>
          <a:custGeom xmlns:a="http://schemas.openxmlformats.org/drawingml/2006/main">
            <a:pathLst>
              <a:path w="1165449" h="582827">
                <a:moveTo>
                  <a:pt x="932318" y="582827"/>
                </a:moveTo>
                <a:lnTo>
                  <a:pt x="932318" y="437088"/>
                </a:lnTo>
                <a:lnTo>
                  <a:pt x="101661" y="437088"/>
                </a:lnTo>
                <a:lnTo>
                  <a:pt x="101661" y="400428"/>
                </a:lnTo>
                <a:lnTo>
                  <a:pt x="96521" y="400428"/>
                </a:lnTo>
                <a:lnTo>
                  <a:pt x="96521" y="437088"/>
                </a:lnTo>
                <a:lnTo>
                  <a:pt x="0" y="437088"/>
                </a:lnTo>
                <a:lnTo>
                  <a:pt x="0" y="145779"/>
                </a:lnTo>
                <a:lnTo>
                  <a:pt x="932318" y="145779"/>
                </a:lnTo>
                <a:lnTo>
                  <a:pt x="932318" y="0"/>
                </a:lnTo>
                <a:lnTo>
                  <a:pt x="1165449" y="291519"/>
                </a:lnTo>
                <a:lnTo>
                  <a:pt x="932318" y="582827"/>
                </a:lnTo>
                <a:moveTo>
                  <a:pt x="96521" y="338753"/>
                </a:moveTo>
                <a:lnTo>
                  <a:pt x="96521" y="385009"/>
                </a:lnTo>
                <a:lnTo>
                  <a:pt x="101661" y="385009"/>
                </a:lnTo>
                <a:lnTo>
                  <a:pt x="101661" y="338753"/>
                </a:lnTo>
                <a:lnTo>
                  <a:pt x="96521" y="338753"/>
                </a:lnTo>
                <a:moveTo>
                  <a:pt x="96521" y="277078"/>
                </a:moveTo>
                <a:lnTo>
                  <a:pt x="96521" y="323335"/>
                </a:lnTo>
                <a:lnTo>
                  <a:pt x="101661" y="323335"/>
                </a:lnTo>
                <a:lnTo>
                  <a:pt x="101661" y="277078"/>
                </a:lnTo>
                <a:lnTo>
                  <a:pt x="96521" y="277078"/>
                </a:lnTo>
                <a:moveTo>
                  <a:pt x="96521" y="215404"/>
                </a:moveTo>
                <a:lnTo>
                  <a:pt x="96521" y="261660"/>
                </a:lnTo>
                <a:lnTo>
                  <a:pt x="101661" y="261660"/>
                </a:lnTo>
                <a:lnTo>
                  <a:pt x="101661" y="215404"/>
                </a:lnTo>
                <a:lnTo>
                  <a:pt x="96521" y="215404"/>
                </a:lnTo>
                <a:moveTo>
                  <a:pt x="96521" y="153729"/>
                </a:moveTo>
                <a:lnTo>
                  <a:pt x="96521" y="199985"/>
                </a:lnTo>
                <a:lnTo>
                  <a:pt x="101661" y="199985"/>
                </a:lnTo>
                <a:lnTo>
                  <a:pt x="101661" y="153729"/>
                </a:lnTo>
                <a:lnTo>
                  <a:pt x="96521" y="153729"/>
                </a:lnTo>
              </a:path>
            </a:pathLst>
          </a:custGeom>
          <a:solidFill xmlns:a="http://schemas.openxmlformats.org/drawingml/2006/main">
            <a:srgbClr val="DEDE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B3E67-FC5B-48A4-8537-90B3986B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030" y="2698441"/>
            <a:ext cx="5140" cy="283359"/>
          </a:xfrm>
          <a:custGeom xmlns:a="http://schemas.openxmlformats.org/drawingml/2006/main">
            <a:pathLst>
              <a:path w="5140" h="283359">
                <a:moveTo>
                  <a:pt x="5140" y="283359"/>
                </a:moveTo>
                <a:lnTo>
                  <a:pt x="0" y="283359"/>
                </a:lnTo>
                <a:lnTo>
                  <a:pt x="0" y="246699"/>
                </a:lnTo>
                <a:lnTo>
                  <a:pt x="5140" y="246699"/>
                </a:lnTo>
                <a:lnTo>
                  <a:pt x="5140" y="283359"/>
                </a:lnTo>
                <a:moveTo>
                  <a:pt x="5140" y="231281"/>
                </a:moveTo>
                <a:lnTo>
                  <a:pt x="0" y="231281"/>
                </a:lnTo>
                <a:lnTo>
                  <a:pt x="0" y="185025"/>
                </a:lnTo>
                <a:lnTo>
                  <a:pt x="5140" y="185025"/>
                </a:lnTo>
                <a:lnTo>
                  <a:pt x="5140" y="231281"/>
                </a:lnTo>
                <a:moveTo>
                  <a:pt x="5140" y="169606"/>
                </a:moveTo>
                <a:lnTo>
                  <a:pt x="0" y="169606"/>
                </a:lnTo>
                <a:lnTo>
                  <a:pt x="0" y="123350"/>
                </a:lnTo>
                <a:lnTo>
                  <a:pt x="5140" y="123350"/>
                </a:lnTo>
                <a:lnTo>
                  <a:pt x="5140" y="169606"/>
                </a:lnTo>
                <a:moveTo>
                  <a:pt x="5140" y="107931"/>
                </a:moveTo>
                <a:lnTo>
                  <a:pt x="0" y="107931"/>
                </a:lnTo>
                <a:lnTo>
                  <a:pt x="0" y="61675"/>
                </a:lnTo>
                <a:lnTo>
                  <a:pt x="5140" y="61675"/>
                </a:lnTo>
                <a:lnTo>
                  <a:pt x="5140" y="107931"/>
                </a:lnTo>
                <a:moveTo>
                  <a:pt x="5140" y="46256"/>
                </a:moveTo>
                <a:lnTo>
                  <a:pt x="0" y="46256"/>
                </a:lnTo>
                <a:lnTo>
                  <a:pt x="0" y="0"/>
                </a:lnTo>
                <a:lnTo>
                  <a:pt x="5140" y="0"/>
                </a:lnTo>
                <a:lnTo>
                  <a:pt x="5140" y="46256"/>
                </a:lnTo>
              </a:path>
            </a:pathLst>
          </a:custGeom>
          <a:solidFill xmlns:a="http://schemas.openxmlformats.org/drawingml/2006/main">
            <a:srgbClr val="BBBC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Com">
            <a:extLst xmlns:a="http://schemas.openxmlformats.org/drawingml/2006/main">
              <a:ext uri="{FF2B5EF4-FFF2-40B4-BE49-F238E27FC236}">
                <a16:creationId xmlns:a16="http://schemas.microsoft.com/office/drawing/2014/main" id="{556A0B25-3C5F-4F97-9DD7-4B4B1A83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871" y="2749892"/>
            <a:ext cx="374037" cy="141573"/>
          </a:xfrm>
          <a:custGeom xmlns:a="http://schemas.openxmlformats.org/drawingml/2006/main">
            <a:pathLst>
              <a:path w="374037" h="141573">
                <a:moveTo>
                  <a:pt x="134174" y="0"/>
                </a:moveTo>
                <a:lnTo>
                  <a:pt x="124176" y="43192"/>
                </a:lnTo>
                <a:lnTo>
                  <a:pt x="120277" y="43192"/>
                </a:lnTo>
                <a:cubicBezTo>
                  <a:pt x="119810" y="31361"/>
                  <a:pt x="116927" y="22537"/>
                  <a:pt x="111628" y="16722"/>
                </a:cubicBezTo>
                <a:cubicBezTo>
                  <a:pt x="106330" y="10906"/>
                  <a:pt x="99414" y="7998"/>
                  <a:pt x="90882" y="7998"/>
                </a:cubicBezTo>
                <a:cubicBezTo>
                  <a:pt x="81684" y="7998"/>
                  <a:pt x="72519" y="11928"/>
                  <a:pt x="63388" y="19787"/>
                </a:cubicBezTo>
                <a:cubicBezTo>
                  <a:pt x="54256" y="27646"/>
                  <a:pt x="46524" y="39666"/>
                  <a:pt x="40192" y="55849"/>
                </a:cubicBezTo>
                <a:cubicBezTo>
                  <a:pt x="35060" y="68969"/>
                  <a:pt x="32494" y="81923"/>
                  <a:pt x="32494" y="94710"/>
                </a:cubicBezTo>
                <a:cubicBezTo>
                  <a:pt x="32494" y="106166"/>
                  <a:pt x="35310" y="114908"/>
                  <a:pt x="40942" y="120936"/>
                </a:cubicBezTo>
                <a:cubicBezTo>
                  <a:pt x="46574" y="126962"/>
                  <a:pt x="54290" y="129975"/>
                  <a:pt x="64088" y="129975"/>
                </a:cubicBezTo>
                <a:cubicBezTo>
                  <a:pt x="72019" y="129975"/>
                  <a:pt x="79251" y="128235"/>
                  <a:pt x="85783" y="124754"/>
                </a:cubicBezTo>
                <a:cubicBezTo>
                  <a:pt x="92316" y="121271"/>
                  <a:pt x="98914" y="115613"/>
                  <a:pt x="105580" y="107779"/>
                </a:cubicBezTo>
                <a:lnTo>
                  <a:pt x="110379" y="107779"/>
                </a:lnTo>
                <a:cubicBezTo>
                  <a:pt x="102114" y="120250"/>
                  <a:pt x="93765" y="129000"/>
                  <a:pt x="85334" y="134030"/>
                </a:cubicBezTo>
                <a:cubicBezTo>
                  <a:pt x="76902" y="139059"/>
                  <a:pt x="66587" y="141573"/>
                  <a:pt x="54390" y="141573"/>
                </a:cubicBezTo>
                <a:cubicBezTo>
                  <a:pt x="38059" y="141573"/>
                  <a:pt x="24912" y="136631"/>
                  <a:pt x="14947" y="126747"/>
                </a:cubicBezTo>
                <a:cubicBezTo>
                  <a:pt x="4982" y="116862"/>
                  <a:pt x="0" y="103965"/>
                  <a:pt x="0" y="88058"/>
                </a:cubicBezTo>
                <a:cubicBezTo>
                  <a:pt x="0" y="73148"/>
                  <a:pt x="3966" y="58922"/>
                  <a:pt x="11898" y="45379"/>
                </a:cubicBezTo>
                <a:cubicBezTo>
                  <a:pt x="19830" y="31833"/>
                  <a:pt x="31244" y="20885"/>
                  <a:pt x="46141" y="12532"/>
                </a:cubicBezTo>
                <a:cubicBezTo>
                  <a:pt x="61038" y="4177"/>
                  <a:pt x="75852" y="0"/>
                  <a:pt x="90583" y="0"/>
                </a:cubicBezTo>
                <a:cubicBezTo>
                  <a:pt x="96181" y="0"/>
                  <a:pt x="103147" y="1171"/>
                  <a:pt x="111479" y="3512"/>
                </a:cubicBezTo>
                <a:cubicBezTo>
                  <a:pt x="115744" y="4682"/>
                  <a:pt x="118710" y="5268"/>
                  <a:pt x="120377" y="5268"/>
                </a:cubicBezTo>
                <a:cubicBezTo>
                  <a:pt x="123709" y="5268"/>
                  <a:pt x="127076" y="3512"/>
                  <a:pt x="130475" y="0"/>
                </a:cubicBezTo>
                <a:lnTo>
                  <a:pt x="134174" y="0"/>
                </a:lnTo>
                <a:close/>
                <a:moveTo>
                  <a:pt x="191900" y="45791"/>
                </a:moveTo>
                <a:cubicBezTo>
                  <a:pt x="197166" y="45791"/>
                  <a:pt x="202115" y="47009"/>
                  <a:pt x="206747" y="49444"/>
                </a:cubicBezTo>
                <a:cubicBezTo>
                  <a:pt x="211380" y="51879"/>
                  <a:pt x="214879" y="55265"/>
                  <a:pt x="217245" y="59604"/>
                </a:cubicBezTo>
                <a:cubicBezTo>
                  <a:pt x="219612" y="63941"/>
                  <a:pt x="220795" y="68744"/>
                  <a:pt x="220795" y="74014"/>
                </a:cubicBezTo>
                <a:cubicBezTo>
                  <a:pt x="220795" y="84824"/>
                  <a:pt x="217779" y="95635"/>
                  <a:pt x="211746" y="106445"/>
                </a:cubicBezTo>
                <a:cubicBezTo>
                  <a:pt x="205714" y="117253"/>
                  <a:pt x="197766" y="125777"/>
                  <a:pt x="187901" y="132015"/>
                </a:cubicBezTo>
                <a:cubicBezTo>
                  <a:pt x="178036" y="138254"/>
                  <a:pt x="168105" y="141373"/>
                  <a:pt x="158107" y="141373"/>
                </a:cubicBezTo>
                <a:cubicBezTo>
                  <a:pt x="149042" y="141373"/>
                  <a:pt x="142027" y="138671"/>
                  <a:pt x="137061" y="133268"/>
                </a:cubicBezTo>
                <a:cubicBezTo>
                  <a:pt x="132095" y="127863"/>
                  <a:pt x="129612" y="121257"/>
                  <a:pt x="129612" y="113450"/>
                </a:cubicBezTo>
                <a:cubicBezTo>
                  <a:pt x="129612" y="104175"/>
                  <a:pt x="131462" y="95484"/>
                  <a:pt x="135161" y="87377"/>
                </a:cubicBezTo>
                <a:cubicBezTo>
                  <a:pt x="138861" y="79270"/>
                  <a:pt x="143560" y="72198"/>
                  <a:pt x="149259" y="66159"/>
                </a:cubicBezTo>
                <a:cubicBezTo>
                  <a:pt x="154957" y="60121"/>
                  <a:pt x="161506" y="55216"/>
                  <a:pt x="168905" y="51446"/>
                </a:cubicBezTo>
                <a:cubicBezTo>
                  <a:pt x="176303" y="47676"/>
                  <a:pt x="183968" y="45791"/>
                  <a:pt x="191900" y="45791"/>
                </a:cubicBezTo>
                <a:moveTo>
                  <a:pt x="187801" y="51190"/>
                </a:moveTo>
                <a:cubicBezTo>
                  <a:pt x="184268" y="51190"/>
                  <a:pt x="181336" y="52222"/>
                  <a:pt x="179003" y="54286"/>
                </a:cubicBezTo>
                <a:cubicBezTo>
                  <a:pt x="174337" y="58479"/>
                  <a:pt x="169071" y="68283"/>
                  <a:pt x="163206" y="83696"/>
                </a:cubicBezTo>
                <a:cubicBezTo>
                  <a:pt x="157340" y="99108"/>
                  <a:pt x="154408" y="113005"/>
                  <a:pt x="154408" y="125388"/>
                </a:cubicBezTo>
                <a:cubicBezTo>
                  <a:pt x="154408" y="128450"/>
                  <a:pt x="155341" y="130980"/>
                  <a:pt x="157207" y="132977"/>
                </a:cubicBezTo>
                <a:cubicBezTo>
                  <a:pt x="159073" y="134975"/>
                  <a:pt x="161273" y="135974"/>
                  <a:pt x="163806" y="135974"/>
                </a:cubicBezTo>
                <a:cubicBezTo>
                  <a:pt x="166405" y="135974"/>
                  <a:pt x="168705" y="135175"/>
                  <a:pt x="170704" y="133577"/>
                </a:cubicBezTo>
                <a:cubicBezTo>
                  <a:pt x="173637" y="131180"/>
                  <a:pt x="177236" y="125804"/>
                  <a:pt x="181502" y="117449"/>
                </a:cubicBezTo>
                <a:cubicBezTo>
                  <a:pt x="185768" y="109095"/>
                  <a:pt x="189267" y="99874"/>
                  <a:pt x="192000" y="89789"/>
                </a:cubicBezTo>
                <a:cubicBezTo>
                  <a:pt x="194733" y="79701"/>
                  <a:pt x="196099" y="70463"/>
                  <a:pt x="196099" y="62076"/>
                </a:cubicBezTo>
                <a:cubicBezTo>
                  <a:pt x="196099" y="58614"/>
                  <a:pt x="195266" y="55934"/>
                  <a:pt x="193600" y="54036"/>
                </a:cubicBezTo>
                <a:cubicBezTo>
                  <a:pt x="191934" y="52139"/>
                  <a:pt x="190001" y="51190"/>
                  <a:pt x="187801" y="51190"/>
                </a:cubicBezTo>
                <a:close/>
                <a:moveTo>
                  <a:pt x="280155" y="45791"/>
                </a:moveTo>
                <a:lnTo>
                  <a:pt x="267358" y="88830"/>
                </a:lnTo>
                <a:cubicBezTo>
                  <a:pt x="275956" y="75618"/>
                  <a:pt x="282222" y="66710"/>
                  <a:pt x="286154" y="62107"/>
                </a:cubicBezTo>
                <a:cubicBezTo>
                  <a:pt x="291953" y="55366"/>
                  <a:pt x="296736" y="50962"/>
                  <a:pt x="300501" y="48894"/>
                </a:cubicBezTo>
                <a:cubicBezTo>
                  <a:pt x="304267" y="46825"/>
                  <a:pt x="308050" y="45791"/>
                  <a:pt x="311849" y="45791"/>
                </a:cubicBezTo>
                <a:cubicBezTo>
                  <a:pt x="316182" y="45791"/>
                  <a:pt x="319315" y="47104"/>
                  <a:pt x="321247" y="49731"/>
                </a:cubicBezTo>
                <a:cubicBezTo>
                  <a:pt x="323180" y="52356"/>
                  <a:pt x="324147" y="55250"/>
                  <a:pt x="324147" y="58414"/>
                </a:cubicBezTo>
                <a:cubicBezTo>
                  <a:pt x="324147" y="61671"/>
                  <a:pt x="323247" y="66458"/>
                  <a:pt x="321447" y="72773"/>
                </a:cubicBezTo>
                <a:lnTo>
                  <a:pt x="316948" y="88830"/>
                </a:lnTo>
                <a:cubicBezTo>
                  <a:pt x="325613" y="75484"/>
                  <a:pt x="331845" y="66610"/>
                  <a:pt x="335645" y="62207"/>
                </a:cubicBezTo>
                <a:cubicBezTo>
                  <a:pt x="341510" y="55400"/>
                  <a:pt x="346609" y="50795"/>
                  <a:pt x="350942" y="48394"/>
                </a:cubicBezTo>
                <a:cubicBezTo>
                  <a:pt x="353941" y="46659"/>
                  <a:pt x="357141" y="45791"/>
                  <a:pt x="360540" y="45791"/>
                </a:cubicBezTo>
                <a:cubicBezTo>
                  <a:pt x="364073" y="45791"/>
                  <a:pt x="367022" y="46987"/>
                  <a:pt x="369388" y="49378"/>
                </a:cubicBezTo>
                <a:cubicBezTo>
                  <a:pt x="371754" y="51769"/>
                  <a:pt x="372938" y="54884"/>
                  <a:pt x="372938" y="58723"/>
                </a:cubicBezTo>
                <a:cubicBezTo>
                  <a:pt x="372938" y="63014"/>
                  <a:pt x="371938" y="68577"/>
                  <a:pt x="369938" y="75414"/>
                </a:cubicBezTo>
                <a:lnTo>
                  <a:pt x="358840" y="112919"/>
                </a:lnTo>
                <a:cubicBezTo>
                  <a:pt x="357174" y="118484"/>
                  <a:pt x="356341" y="122071"/>
                  <a:pt x="356341" y="123679"/>
                </a:cubicBezTo>
                <a:cubicBezTo>
                  <a:pt x="356341" y="124202"/>
                  <a:pt x="356557" y="124693"/>
                  <a:pt x="356991" y="125151"/>
                </a:cubicBezTo>
                <a:cubicBezTo>
                  <a:pt x="357424" y="125609"/>
                  <a:pt x="357907" y="125838"/>
                  <a:pt x="358440" y="125838"/>
                </a:cubicBezTo>
                <a:cubicBezTo>
                  <a:pt x="359174" y="125838"/>
                  <a:pt x="359807" y="125609"/>
                  <a:pt x="360340" y="125151"/>
                </a:cubicBezTo>
                <a:cubicBezTo>
                  <a:pt x="362739" y="123253"/>
                  <a:pt x="365272" y="120473"/>
                  <a:pt x="367938" y="116809"/>
                </a:cubicBezTo>
                <a:cubicBezTo>
                  <a:pt x="368538" y="116023"/>
                  <a:pt x="369438" y="114813"/>
                  <a:pt x="370638" y="113178"/>
                </a:cubicBezTo>
                <a:lnTo>
                  <a:pt x="374037" y="115337"/>
                </a:lnTo>
                <a:cubicBezTo>
                  <a:pt x="369438" y="123777"/>
                  <a:pt x="364389" y="129960"/>
                  <a:pt x="358890" y="133887"/>
                </a:cubicBezTo>
                <a:cubicBezTo>
                  <a:pt x="353391" y="137811"/>
                  <a:pt x="348309" y="139773"/>
                  <a:pt x="343643" y="139773"/>
                </a:cubicBezTo>
                <a:cubicBezTo>
                  <a:pt x="339577" y="139773"/>
                  <a:pt x="336311" y="138647"/>
                  <a:pt x="333845" y="136396"/>
                </a:cubicBezTo>
                <a:cubicBezTo>
                  <a:pt x="331379" y="134142"/>
                  <a:pt x="330146" y="131502"/>
                  <a:pt x="330146" y="128475"/>
                </a:cubicBezTo>
                <a:cubicBezTo>
                  <a:pt x="330146" y="125601"/>
                  <a:pt x="330979" y="121255"/>
                  <a:pt x="332645" y="115437"/>
                </a:cubicBezTo>
                <a:lnTo>
                  <a:pt x="343943" y="76323"/>
                </a:lnTo>
                <a:cubicBezTo>
                  <a:pt x="345476" y="70907"/>
                  <a:pt x="346243" y="67531"/>
                  <a:pt x="346243" y="66193"/>
                </a:cubicBezTo>
                <a:cubicBezTo>
                  <a:pt x="346243" y="65725"/>
                  <a:pt x="346009" y="65274"/>
                  <a:pt x="345543" y="64841"/>
                </a:cubicBezTo>
                <a:cubicBezTo>
                  <a:pt x="345076" y="64405"/>
                  <a:pt x="344610" y="64188"/>
                  <a:pt x="344143" y="64188"/>
                </a:cubicBezTo>
                <a:cubicBezTo>
                  <a:pt x="343277" y="64188"/>
                  <a:pt x="342410" y="64389"/>
                  <a:pt x="341544" y="64791"/>
                </a:cubicBezTo>
                <a:cubicBezTo>
                  <a:pt x="340277" y="65457"/>
                  <a:pt x="338328" y="67194"/>
                  <a:pt x="335695" y="70002"/>
                </a:cubicBezTo>
                <a:cubicBezTo>
                  <a:pt x="333062" y="72810"/>
                  <a:pt x="329279" y="77839"/>
                  <a:pt x="324347" y="85090"/>
                </a:cubicBezTo>
                <a:cubicBezTo>
                  <a:pt x="319415" y="92341"/>
                  <a:pt x="315999" y="98005"/>
                  <a:pt x="314099" y="102083"/>
                </a:cubicBezTo>
                <a:cubicBezTo>
                  <a:pt x="312199" y="106160"/>
                  <a:pt x="310316" y="111439"/>
                  <a:pt x="308450" y="117921"/>
                </a:cubicBezTo>
                <a:lnTo>
                  <a:pt x="302351" y="138573"/>
                </a:lnTo>
                <a:lnTo>
                  <a:pt x="277056" y="138573"/>
                </a:lnTo>
                <a:lnTo>
                  <a:pt x="295752" y="73373"/>
                </a:lnTo>
                <a:cubicBezTo>
                  <a:pt x="296752" y="69845"/>
                  <a:pt x="297252" y="67415"/>
                  <a:pt x="297252" y="66084"/>
                </a:cubicBezTo>
                <a:cubicBezTo>
                  <a:pt x="297252" y="65618"/>
                  <a:pt x="297035" y="65185"/>
                  <a:pt x="296602" y="64788"/>
                </a:cubicBezTo>
                <a:cubicBezTo>
                  <a:pt x="296169" y="64388"/>
                  <a:pt x="295719" y="64188"/>
                  <a:pt x="295253" y="64188"/>
                </a:cubicBezTo>
                <a:cubicBezTo>
                  <a:pt x="292786" y="64188"/>
                  <a:pt x="288887" y="67413"/>
                  <a:pt x="283555" y="73864"/>
                </a:cubicBezTo>
                <a:cubicBezTo>
                  <a:pt x="275423" y="83841"/>
                  <a:pt x="268024" y="95847"/>
                  <a:pt x="261359" y="109882"/>
                </a:cubicBezTo>
                <a:lnTo>
                  <a:pt x="253261" y="138573"/>
                </a:lnTo>
                <a:lnTo>
                  <a:pt x="227766" y="138573"/>
                </a:lnTo>
                <a:lnTo>
                  <a:pt x="246562" y="74286"/>
                </a:lnTo>
                <a:cubicBezTo>
                  <a:pt x="248428" y="67954"/>
                  <a:pt x="249361" y="63454"/>
                  <a:pt x="249361" y="60788"/>
                </a:cubicBezTo>
                <a:cubicBezTo>
                  <a:pt x="249361" y="59722"/>
                  <a:pt x="249095" y="58805"/>
                  <a:pt x="248562" y="58039"/>
                </a:cubicBezTo>
                <a:cubicBezTo>
                  <a:pt x="248028" y="57272"/>
                  <a:pt x="247162" y="56672"/>
                  <a:pt x="245962" y="56239"/>
                </a:cubicBezTo>
                <a:cubicBezTo>
                  <a:pt x="244762" y="55806"/>
                  <a:pt x="242463" y="55589"/>
                  <a:pt x="239063" y="55589"/>
                </a:cubicBezTo>
                <a:lnTo>
                  <a:pt x="240063" y="51790"/>
                </a:lnTo>
                <a:lnTo>
                  <a:pt x="274157" y="45791"/>
                </a:lnTo>
                <a:lnTo>
                  <a:pt x="280155" y="45791"/>
                </a:lnTo>
                <a:close/>
              </a:path>
            </a:pathLst>
          </a:custGeom>
          <a:solidFill xmlns:a="http://schemas.openxmlformats.org/drawingml/2006/main">
            <a:srgbClr val="13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pare">
            <a:extLst xmlns:a="http://schemas.openxmlformats.org/drawingml/2006/main">
              <a:ext uri="{FF2B5EF4-FFF2-40B4-BE49-F238E27FC236}">
                <a16:creationId xmlns:a16="http://schemas.microsoft.com/office/drawing/2014/main" id="{9778ECD2-C010-4BD9-A0C5-5F66C99E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763" y="2795683"/>
            <a:ext cx="400926" cy="136574"/>
          </a:xfrm>
          <a:custGeom xmlns:a="http://schemas.openxmlformats.org/drawingml/2006/main">
            <a:pathLst>
              <a:path w="400926" h="136574">
                <a:moveTo>
                  <a:pt x="37393" y="5599"/>
                </a:moveTo>
                <a:lnTo>
                  <a:pt x="70486" y="0"/>
                </a:lnTo>
                <a:lnTo>
                  <a:pt x="76485" y="0"/>
                </a:lnTo>
                <a:lnTo>
                  <a:pt x="71986" y="16341"/>
                </a:lnTo>
                <a:cubicBezTo>
                  <a:pt x="78985" y="9925"/>
                  <a:pt x="84717" y="5598"/>
                  <a:pt x="89183" y="3359"/>
                </a:cubicBezTo>
                <a:cubicBezTo>
                  <a:pt x="93649" y="1120"/>
                  <a:pt x="98081" y="0"/>
                  <a:pt x="102480" y="0"/>
                </a:cubicBezTo>
                <a:cubicBezTo>
                  <a:pt x="108746" y="0"/>
                  <a:pt x="113578" y="2419"/>
                  <a:pt x="116977" y="7258"/>
                </a:cubicBezTo>
                <a:cubicBezTo>
                  <a:pt x="120377" y="12095"/>
                  <a:pt x="122076" y="18015"/>
                  <a:pt x="122076" y="25020"/>
                </a:cubicBezTo>
                <a:cubicBezTo>
                  <a:pt x="122076" y="44171"/>
                  <a:pt x="115444" y="61152"/>
                  <a:pt x="102180" y="75963"/>
                </a:cubicBezTo>
                <a:cubicBezTo>
                  <a:pt x="90449" y="89042"/>
                  <a:pt x="77652" y="95582"/>
                  <a:pt x="63788" y="95582"/>
                </a:cubicBezTo>
                <a:cubicBezTo>
                  <a:pt x="61322" y="95582"/>
                  <a:pt x="59222" y="95347"/>
                  <a:pt x="57489" y="94879"/>
                </a:cubicBezTo>
                <a:cubicBezTo>
                  <a:pt x="55756" y="94412"/>
                  <a:pt x="53323" y="93377"/>
                  <a:pt x="50190" y="91773"/>
                </a:cubicBezTo>
                <a:lnTo>
                  <a:pt x="44991" y="109729"/>
                </a:lnTo>
                <a:cubicBezTo>
                  <a:pt x="43125" y="116246"/>
                  <a:pt x="42192" y="121202"/>
                  <a:pt x="42192" y="124595"/>
                </a:cubicBezTo>
                <a:cubicBezTo>
                  <a:pt x="42192" y="126723"/>
                  <a:pt x="42925" y="128402"/>
                  <a:pt x="44391" y="129631"/>
                </a:cubicBezTo>
                <a:cubicBezTo>
                  <a:pt x="45858" y="130862"/>
                  <a:pt x="49290" y="131910"/>
                  <a:pt x="54689" y="132774"/>
                </a:cubicBezTo>
                <a:lnTo>
                  <a:pt x="53790" y="136574"/>
                </a:lnTo>
                <a:lnTo>
                  <a:pt x="0" y="136574"/>
                </a:lnTo>
                <a:lnTo>
                  <a:pt x="1000" y="132774"/>
                </a:lnTo>
                <a:cubicBezTo>
                  <a:pt x="5266" y="132641"/>
                  <a:pt x="8815" y="131281"/>
                  <a:pt x="11648" y="128694"/>
                </a:cubicBezTo>
                <a:cubicBezTo>
                  <a:pt x="14481" y="126107"/>
                  <a:pt x="17130" y="120535"/>
                  <a:pt x="19596" y="111978"/>
                </a:cubicBezTo>
                <a:lnTo>
                  <a:pt x="43992" y="27895"/>
                </a:lnTo>
                <a:cubicBezTo>
                  <a:pt x="45791" y="21629"/>
                  <a:pt x="46691" y="17197"/>
                  <a:pt x="46691" y="14597"/>
                </a:cubicBezTo>
                <a:cubicBezTo>
                  <a:pt x="46691" y="13464"/>
                  <a:pt x="46424" y="12514"/>
                  <a:pt x="45891" y="11748"/>
                </a:cubicBezTo>
                <a:cubicBezTo>
                  <a:pt x="45358" y="10981"/>
                  <a:pt x="44558" y="10431"/>
                  <a:pt x="43492" y="10098"/>
                </a:cubicBezTo>
                <a:cubicBezTo>
                  <a:pt x="42425" y="9765"/>
                  <a:pt x="40026" y="9598"/>
                  <a:pt x="36293" y="9598"/>
                </a:cubicBezTo>
                <a:lnTo>
                  <a:pt x="37393" y="5599"/>
                </a:lnTo>
                <a:moveTo>
                  <a:pt x="52990" y="82328"/>
                </a:moveTo>
                <a:cubicBezTo>
                  <a:pt x="54989" y="85617"/>
                  <a:pt x="56789" y="87815"/>
                  <a:pt x="58389" y="88923"/>
                </a:cubicBezTo>
                <a:cubicBezTo>
                  <a:pt x="59988" y="90030"/>
                  <a:pt x="61855" y="90583"/>
                  <a:pt x="63988" y="90583"/>
                </a:cubicBezTo>
                <a:cubicBezTo>
                  <a:pt x="66121" y="90583"/>
                  <a:pt x="68204" y="90000"/>
                  <a:pt x="70236" y="88836"/>
                </a:cubicBezTo>
                <a:cubicBezTo>
                  <a:pt x="72269" y="87670"/>
                  <a:pt x="74786" y="85323"/>
                  <a:pt x="77785" y="81797"/>
                </a:cubicBezTo>
                <a:cubicBezTo>
                  <a:pt x="80784" y="78268"/>
                  <a:pt x="83667" y="73742"/>
                  <a:pt x="86433" y="68218"/>
                </a:cubicBezTo>
                <a:cubicBezTo>
                  <a:pt x="89199" y="62692"/>
                  <a:pt x="91416" y="56418"/>
                  <a:pt x="93082" y="49397"/>
                </a:cubicBezTo>
                <a:cubicBezTo>
                  <a:pt x="94748" y="42373"/>
                  <a:pt x="95582" y="35666"/>
                  <a:pt x="95582" y="29276"/>
                </a:cubicBezTo>
                <a:cubicBezTo>
                  <a:pt x="95582" y="24150"/>
                  <a:pt x="94665" y="20422"/>
                  <a:pt x="92832" y="18093"/>
                </a:cubicBezTo>
                <a:cubicBezTo>
                  <a:pt x="90999" y="15763"/>
                  <a:pt x="88783" y="14597"/>
                  <a:pt x="86183" y="14597"/>
                </a:cubicBezTo>
                <a:cubicBezTo>
                  <a:pt x="83851" y="14597"/>
                  <a:pt x="81651" y="15196"/>
                  <a:pt x="79585" y="16394"/>
                </a:cubicBezTo>
                <a:cubicBezTo>
                  <a:pt x="76585" y="18125"/>
                  <a:pt x="73053" y="21356"/>
                  <a:pt x="68987" y="26089"/>
                </a:cubicBezTo>
                <a:lnTo>
                  <a:pt x="52990" y="82328"/>
                </a:lnTo>
                <a:close/>
                <a:moveTo>
                  <a:pt x="226484" y="1400"/>
                </a:moveTo>
                <a:lnTo>
                  <a:pt x="207088" y="68031"/>
                </a:lnTo>
                <a:lnTo>
                  <a:pt x="205088" y="76145"/>
                </a:lnTo>
                <a:cubicBezTo>
                  <a:pt x="204888" y="77149"/>
                  <a:pt x="204788" y="77884"/>
                  <a:pt x="204788" y="78351"/>
                </a:cubicBezTo>
                <a:cubicBezTo>
                  <a:pt x="204788" y="79146"/>
                  <a:pt x="205071" y="79843"/>
                  <a:pt x="205638" y="80441"/>
                </a:cubicBezTo>
                <a:cubicBezTo>
                  <a:pt x="206204" y="81039"/>
                  <a:pt x="206788" y="81337"/>
                  <a:pt x="207387" y="81337"/>
                </a:cubicBezTo>
                <a:cubicBezTo>
                  <a:pt x="208787" y="81337"/>
                  <a:pt x="210720" y="80275"/>
                  <a:pt x="213186" y="78151"/>
                </a:cubicBezTo>
                <a:cubicBezTo>
                  <a:pt x="214186" y="77286"/>
                  <a:pt x="216586" y="74232"/>
                  <a:pt x="220385" y="68987"/>
                </a:cubicBezTo>
                <a:lnTo>
                  <a:pt x="223884" y="70780"/>
                </a:lnTo>
                <a:cubicBezTo>
                  <a:pt x="219152" y="79412"/>
                  <a:pt x="214103" y="85703"/>
                  <a:pt x="208737" y="89655"/>
                </a:cubicBezTo>
                <a:cubicBezTo>
                  <a:pt x="203372" y="93606"/>
                  <a:pt x="197589" y="95582"/>
                  <a:pt x="191391" y="95582"/>
                </a:cubicBezTo>
                <a:cubicBezTo>
                  <a:pt x="187591" y="95582"/>
                  <a:pt x="184692" y="94598"/>
                  <a:pt x="182692" y="92632"/>
                </a:cubicBezTo>
                <a:cubicBezTo>
                  <a:pt x="180693" y="90666"/>
                  <a:pt x="179693" y="88183"/>
                  <a:pt x="179693" y="85184"/>
                </a:cubicBezTo>
                <a:cubicBezTo>
                  <a:pt x="179693" y="82584"/>
                  <a:pt x="180759" y="77752"/>
                  <a:pt x="182892" y="70686"/>
                </a:cubicBezTo>
                <a:lnTo>
                  <a:pt x="185292" y="62588"/>
                </a:lnTo>
                <a:cubicBezTo>
                  <a:pt x="177560" y="75852"/>
                  <a:pt x="170128" y="85250"/>
                  <a:pt x="162996" y="90782"/>
                </a:cubicBezTo>
                <a:cubicBezTo>
                  <a:pt x="158864" y="93982"/>
                  <a:pt x="154464" y="95582"/>
                  <a:pt x="149799" y="95582"/>
                </a:cubicBezTo>
                <a:cubicBezTo>
                  <a:pt x="143666" y="95582"/>
                  <a:pt x="139234" y="93063"/>
                  <a:pt x="136501" y="88027"/>
                </a:cubicBezTo>
                <a:cubicBezTo>
                  <a:pt x="133768" y="82988"/>
                  <a:pt x="132402" y="77300"/>
                  <a:pt x="132402" y="70961"/>
                </a:cubicBezTo>
                <a:cubicBezTo>
                  <a:pt x="132402" y="61553"/>
                  <a:pt x="135268" y="50760"/>
                  <a:pt x="141000" y="38583"/>
                </a:cubicBezTo>
                <a:cubicBezTo>
                  <a:pt x="146733" y="26406"/>
                  <a:pt x="154264" y="16615"/>
                  <a:pt x="163596" y="9208"/>
                </a:cubicBezTo>
                <a:cubicBezTo>
                  <a:pt x="171261" y="3069"/>
                  <a:pt x="178460" y="0"/>
                  <a:pt x="185192" y="0"/>
                </a:cubicBezTo>
                <a:cubicBezTo>
                  <a:pt x="188924" y="0"/>
                  <a:pt x="191924" y="1084"/>
                  <a:pt x="194190" y="3252"/>
                </a:cubicBezTo>
                <a:cubicBezTo>
                  <a:pt x="196456" y="5421"/>
                  <a:pt x="198123" y="9374"/>
                  <a:pt x="199189" y="15113"/>
                </a:cubicBezTo>
                <a:lnTo>
                  <a:pt x="202788" y="2799"/>
                </a:lnTo>
                <a:lnTo>
                  <a:pt x="226484" y="1400"/>
                </a:lnTo>
                <a:moveTo>
                  <a:pt x="194490" y="20577"/>
                </a:moveTo>
                <a:cubicBezTo>
                  <a:pt x="194490" y="15185"/>
                  <a:pt x="193657" y="11291"/>
                  <a:pt x="191990" y="8895"/>
                </a:cubicBezTo>
                <a:cubicBezTo>
                  <a:pt x="190791" y="7231"/>
                  <a:pt x="189158" y="6399"/>
                  <a:pt x="187091" y="6399"/>
                </a:cubicBezTo>
                <a:cubicBezTo>
                  <a:pt x="185025" y="6399"/>
                  <a:pt x="182892" y="7398"/>
                  <a:pt x="180693" y="9395"/>
                </a:cubicBezTo>
                <a:cubicBezTo>
                  <a:pt x="176227" y="13521"/>
                  <a:pt x="171411" y="21892"/>
                  <a:pt x="166245" y="34506"/>
                </a:cubicBezTo>
                <a:cubicBezTo>
                  <a:pt x="161080" y="47118"/>
                  <a:pt x="158497" y="58017"/>
                  <a:pt x="158497" y="67203"/>
                </a:cubicBezTo>
                <a:cubicBezTo>
                  <a:pt x="158497" y="70729"/>
                  <a:pt x="159080" y="73274"/>
                  <a:pt x="160247" y="74839"/>
                </a:cubicBezTo>
                <a:cubicBezTo>
                  <a:pt x="161413" y="76403"/>
                  <a:pt x="162696" y="77185"/>
                  <a:pt x="164096" y="77185"/>
                </a:cubicBezTo>
                <a:cubicBezTo>
                  <a:pt x="167095" y="77185"/>
                  <a:pt x="170128" y="75454"/>
                  <a:pt x="173194" y="71992"/>
                </a:cubicBezTo>
                <a:cubicBezTo>
                  <a:pt x="177593" y="67068"/>
                  <a:pt x="181559" y="61046"/>
                  <a:pt x="185092" y="53924"/>
                </a:cubicBezTo>
                <a:cubicBezTo>
                  <a:pt x="191357" y="41410"/>
                  <a:pt x="194490" y="30294"/>
                  <a:pt x="194490" y="20577"/>
                </a:cubicBezTo>
                <a:close/>
                <a:moveTo>
                  <a:pt x="278043" y="0"/>
                </a:moveTo>
                <a:lnTo>
                  <a:pt x="262946" y="56249"/>
                </a:lnTo>
                <a:cubicBezTo>
                  <a:pt x="275344" y="28825"/>
                  <a:pt x="284675" y="11944"/>
                  <a:pt x="290941" y="5605"/>
                </a:cubicBezTo>
                <a:cubicBezTo>
                  <a:pt x="294607" y="1868"/>
                  <a:pt x="298473" y="0"/>
                  <a:pt x="302538" y="0"/>
                </a:cubicBezTo>
                <a:cubicBezTo>
                  <a:pt x="305338" y="0"/>
                  <a:pt x="307604" y="1016"/>
                  <a:pt x="309337" y="3049"/>
                </a:cubicBezTo>
                <a:cubicBezTo>
                  <a:pt x="311070" y="5082"/>
                  <a:pt x="311937" y="7965"/>
                  <a:pt x="311937" y="11698"/>
                </a:cubicBezTo>
                <a:cubicBezTo>
                  <a:pt x="311937" y="18163"/>
                  <a:pt x="310370" y="23595"/>
                  <a:pt x="307238" y="27995"/>
                </a:cubicBezTo>
                <a:cubicBezTo>
                  <a:pt x="305238" y="30794"/>
                  <a:pt x="303005" y="32194"/>
                  <a:pt x="300539" y="32194"/>
                </a:cubicBezTo>
                <a:cubicBezTo>
                  <a:pt x="297873" y="32194"/>
                  <a:pt x="295873" y="30975"/>
                  <a:pt x="294540" y="28538"/>
                </a:cubicBezTo>
                <a:cubicBezTo>
                  <a:pt x="293207" y="26099"/>
                  <a:pt x="292274" y="24666"/>
                  <a:pt x="291741" y="24239"/>
                </a:cubicBezTo>
                <a:cubicBezTo>
                  <a:pt x="291207" y="23810"/>
                  <a:pt x="290641" y="23595"/>
                  <a:pt x="290041" y="23595"/>
                </a:cubicBezTo>
                <a:cubicBezTo>
                  <a:pt x="289374" y="23595"/>
                  <a:pt x="288674" y="23795"/>
                  <a:pt x="287941" y="24195"/>
                </a:cubicBezTo>
                <a:cubicBezTo>
                  <a:pt x="286475" y="24995"/>
                  <a:pt x="284559" y="26945"/>
                  <a:pt x="282192" y="30044"/>
                </a:cubicBezTo>
                <a:cubicBezTo>
                  <a:pt x="279826" y="33142"/>
                  <a:pt x="276910" y="38323"/>
                  <a:pt x="273444" y="45588"/>
                </a:cubicBezTo>
                <a:cubicBezTo>
                  <a:pt x="269978" y="52851"/>
                  <a:pt x="267279" y="58999"/>
                  <a:pt x="265346" y="64031"/>
                </a:cubicBezTo>
                <a:cubicBezTo>
                  <a:pt x="263413" y="69062"/>
                  <a:pt x="260713" y="78645"/>
                  <a:pt x="257247" y="92782"/>
                </a:cubicBezTo>
                <a:lnTo>
                  <a:pt x="233052" y="92782"/>
                </a:lnTo>
                <a:lnTo>
                  <a:pt x="249549" y="26495"/>
                </a:lnTo>
                <a:cubicBezTo>
                  <a:pt x="250748" y="21563"/>
                  <a:pt x="251348" y="18296"/>
                  <a:pt x="251348" y="16697"/>
                </a:cubicBezTo>
                <a:cubicBezTo>
                  <a:pt x="251348" y="14897"/>
                  <a:pt x="251032" y="13497"/>
                  <a:pt x="250398" y="12498"/>
                </a:cubicBezTo>
                <a:cubicBezTo>
                  <a:pt x="249765" y="11498"/>
                  <a:pt x="248899" y="10765"/>
                  <a:pt x="247799" y="10298"/>
                </a:cubicBezTo>
                <a:cubicBezTo>
                  <a:pt x="246699" y="9831"/>
                  <a:pt x="244416" y="9598"/>
                  <a:pt x="240950" y="9598"/>
                </a:cubicBezTo>
                <a:lnTo>
                  <a:pt x="241850" y="6599"/>
                </a:lnTo>
                <a:lnTo>
                  <a:pt x="272044" y="0"/>
                </a:lnTo>
                <a:lnTo>
                  <a:pt x="278043" y="0"/>
                </a:lnTo>
                <a:close/>
                <a:moveTo>
                  <a:pt x="342837" y="55189"/>
                </a:moveTo>
                <a:cubicBezTo>
                  <a:pt x="342237" y="59522"/>
                  <a:pt x="341938" y="63088"/>
                  <a:pt x="341938" y="65887"/>
                </a:cubicBezTo>
                <a:cubicBezTo>
                  <a:pt x="341938" y="70886"/>
                  <a:pt x="343387" y="74886"/>
                  <a:pt x="346287" y="77885"/>
                </a:cubicBezTo>
                <a:cubicBezTo>
                  <a:pt x="349186" y="80884"/>
                  <a:pt x="353069" y="82384"/>
                  <a:pt x="357934" y="82384"/>
                </a:cubicBezTo>
                <a:cubicBezTo>
                  <a:pt x="362600" y="82384"/>
                  <a:pt x="367283" y="81392"/>
                  <a:pt x="371982" y="79407"/>
                </a:cubicBezTo>
                <a:cubicBezTo>
                  <a:pt x="376681" y="77422"/>
                  <a:pt x="382130" y="73948"/>
                  <a:pt x="388329" y="68987"/>
                </a:cubicBezTo>
                <a:lnTo>
                  <a:pt x="391328" y="71514"/>
                </a:lnTo>
                <a:cubicBezTo>
                  <a:pt x="383663" y="80192"/>
                  <a:pt x="376198" y="86373"/>
                  <a:pt x="368932" y="90058"/>
                </a:cubicBezTo>
                <a:cubicBezTo>
                  <a:pt x="361667" y="93740"/>
                  <a:pt x="353635" y="95582"/>
                  <a:pt x="344837" y="95582"/>
                </a:cubicBezTo>
                <a:cubicBezTo>
                  <a:pt x="333706" y="95582"/>
                  <a:pt x="326007" y="92913"/>
                  <a:pt x="321741" y="87577"/>
                </a:cubicBezTo>
                <a:cubicBezTo>
                  <a:pt x="317476" y="82238"/>
                  <a:pt x="315343" y="76066"/>
                  <a:pt x="315343" y="69059"/>
                </a:cubicBezTo>
                <a:cubicBezTo>
                  <a:pt x="315343" y="58117"/>
                  <a:pt x="318525" y="47175"/>
                  <a:pt x="324891" y="36234"/>
                </a:cubicBezTo>
                <a:cubicBezTo>
                  <a:pt x="331256" y="25290"/>
                  <a:pt x="339921" y="16516"/>
                  <a:pt x="350886" y="9911"/>
                </a:cubicBezTo>
                <a:cubicBezTo>
                  <a:pt x="361850" y="3304"/>
                  <a:pt x="372865" y="0"/>
                  <a:pt x="383929" y="0"/>
                </a:cubicBezTo>
                <a:cubicBezTo>
                  <a:pt x="389528" y="0"/>
                  <a:pt x="393761" y="1333"/>
                  <a:pt x="396627" y="3999"/>
                </a:cubicBezTo>
                <a:cubicBezTo>
                  <a:pt x="399493" y="6665"/>
                  <a:pt x="400926" y="10031"/>
                  <a:pt x="400926" y="14097"/>
                </a:cubicBezTo>
                <a:cubicBezTo>
                  <a:pt x="400926" y="18963"/>
                  <a:pt x="399526" y="23695"/>
                  <a:pt x="396727" y="28295"/>
                </a:cubicBezTo>
                <a:cubicBezTo>
                  <a:pt x="392861" y="34560"/>
                  <a:pt x="387995" y="39609"/>
                  <a:pt x="382130" y="43442"/>
                </a:cubicBezTo>
                <a:cubicBezTo>
                  <a:pt x="376264" y="47274"/>
                  <a:pt x="369699" y="50190"/>
                  <a:pt x="362434" y="52190"/>
                </a:cubicBezTo>
                <a:cubicBezTo>
                  <a:pt x="357568" y="53523"/>
                  <a:pt x="351036" y="54523"/>
                  <a:pt x="342837" y="55189"/>
                </a:cubicBezTo>
                <a:moveTo>
                  <a:pt x="343737" y="49990"/>
                </a:moveTo>
                <a:cubicBezTo>
                  <a:pt x="349603" y="49128"/>
                  <a:pt x="354152" y="47951"/>
                  <a:pt x="357385" y="46460"/>
                </a:cubicBezTo>
                <a:cubicBezTo>
                  <a:pt x="360617" y="44966"/>
                  <a:pt x="363783" y="42577"/>
                  <a:pt x="366883" y="39292"/>
                </a:cubicBezTo>
                <a:cubicBezTo>
                  <a:pt x="369982" y="36008"/>
                  <a:pt x="372665" y="31861"/>
                  <a:pt x="374931" y="26851"/>
                </a:cubicBezTo>
                <a:cubicBezTo>
                  <a:pt x="377197" y="21842"/>
                  <a:pt x="378331" y="17148"/>
                  <a:pt x="378331" y="12769"/>
                </a:cubicBezTo>
                <a:cubicBezTo>
                  <a:pt x="378331" y="10911"/>
                  <a:pt x="377814" y="9452"/>
                  <a:pt x="376781" y="8392"/>
                </a:cubicBezTo>
                <a:cubicBezTo>
                  <a:pt x="375748" y="7330"/>
                  <a:pt x="374431" y="6799"/>
                  <a:pt x="372832" y="6799"/>
                </a:cubicBezTo>
                <a:cubicBezTo>
                  <a:pt x="369632" y="6799"/>
                  <a:pt x="366033" y="9021"/>
                  <a:pt x="362034" y="13466"/>
                </a:cubicBezTo>
                <a:cubicBezTo>
                  <a:pt x="354702" y="21560"/>
                  <a:pt x="348603" y="33735"/>
                  <a:pt x="343737" y="49990"/>
                </a:cubicBezTo>
                <a:close/>
              </a:path>
            </a:pathLst>
          </a:custGeom>
          <a:solidFill xmlns:a="http://schemas.openxmlformats.org/drawingml/2006/main">
            <a:srgbClr val="13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358D3-00AB-495B-A18A-7D872F08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954" y="505267"/>
            <a:ext cx="1398599" cy="212449"/>
          </a:xfrm>
          <a:custGeom xmlns:a="http://schemas.openxmlformats.org/drawingml/2006/main">
            <a:pathLst>
              <a:path w="1398599" h="212449">
                <a:moveTo>
                  <a:pt x="0" y="212449"/>
                </a:moveTo>
                <a:lnTo>
                  <a:pt x="0" y="0"/>
                </a:lnTo>
                <a:lnTo>
                  <a:pt x="1398599" y="0"/>
                </a:lnTo>
                <a:lnTo>
                  <a:pt x="1398599" y="212449"/>
                </a:lnTo>
                <a:lnTo>
                  <a:pt x="0" y="212449"/>
                </a:lnTo>
                <a:close/>
              </a:path>
            </a:pathLst>
          </a:custGeom>
          <a:solidFill xmlns:a="http://schemas.openxmlformats.org/drawingml/2006/main">
            <a:srgbClr val="FFDF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Phase-4">
            <a:extLst xmlns:a="http://schemas.openxmlformats.org/drawingml/2006/main">
              <a:ext uri="{FF2B5EF4-FFF2-40B4-BE49-F238E27FC236}">
                <a16:creationId xmlns:a16="http://schemas.microsoft.com/office/drawing/2014/main" id="{D8E6349C-E88E-4911-8D62-34D0EDFE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940" y="549667"/>
            <a:ext cx="537593" cy="113959"/>
          </a:xfrm>
          <a:custGeom xmlns:a="http://schemas.openxmlformats.org/drawingml/2006/main">
            <a:pathLst>
              <a:path w="537593" h="113959">
                <a:moveTo>
                  <a:pt x="40434" y="62145"/>
                </a:moveTo>
                <a:lnTo>
                  <a:pt x="40434" y="92491"/>
                </a:lnTo>
                <a:cubicBezTo>
                  <a:pt x="40434" y="98439"/>
                  <a:pt x="40798" y="102185"/>
                  <a:pt x="41524" y="103727"/>
                </a:cubicBezTo>
                <a:cubicBezTo>
                  <a:pt x="42250" y="105267"/>
                  <a:pt x="43542" y="106497"/>
                  <a:pt x="45398" y="107416"/>
                </a:cubicBezTo>
                <a:cubicBezTo>
                  <a:pt x="47254" y="108334"/>
                  <a:pt x="50657" y="108793"/>
                  <a:pt x="55607" y="108793"/>
                </a:cubicBezTo>
                <a:lnTo>
                  <a:pt x="55607" y="111699"/>
                </a:lnTo>
                <a:lnTo>
                  <a:pt x="0" y="111699"/>
                </a:lnTo>
                <a:lnTo>
                  <a:pt x="0" y="108793"/>
                </a:lnTo>
                <a:cubicBezTo>
                  <a:pt x="5058" y="108793"/>
                  <a:pt x="8488" y="108320"/>
                  <a:pt x="10290" y="107374"/>
                </a:cubicBezTo>
                <a:cubicBezTo>
                  <a:pt x="12093" y="106427"/>
                  <a:pt x="13357" y="105197"/>
                  <a:pt x="14083" y="103684"/>
                </a:cubicBezTo>
                <a:cubicBezTo>
                  <a:pt x="14810" y="102170"/>
                  <a:pt x="15173" y="98439"/>
                  <a:pt x="15173" y="92491"/>
                </a:cubicBezTo>
                <a:lnTo>
                  <a:pt x="15173" y="21468"/>
                </a:lnTo>
                <a:cubicBezTo>
                  <a:pt x="15173" y="15519"/>
                  <a:pt x="14810" y="11775"/>
                  <a:pt x="14083" y="10235"/>
                </a:cubicBezTo>
                <a:cubicBezTo>
                  <a:pt x="13357" y="8693"/>
                  <a:pt x="12079" y="7463"/>
                  <a:pt x="10250" y="6545"/>
                </a:cubicBezTo>
                <a:cubicBezTo>
                  <a:pt x="8420" y="5625"/>
                  <a:pt x="5004" y="5165"/>
                  <a:pt x="0" y="5165"/>
                </a:cubicBezTo>
                <a:lnTo>
                  <a:pt x="0" y="2260"/>
                </a:lnTo>
                <a:lnTo>
                  <a:pt x="47698" y="2260"/>
                </a:lnTo>
                <a:cubicBezTo>
                  <a:pt x="63409" y="2260"/>
                  <a:pt x="74681" y="5058"/>
                  <a:pt x="81514" y="10653"/>
                </a:cubicBezTo>
                <a:cubicBezTo>
                  <a:pt x="88348" y="16249"/>
                  <a:pt x="91764" y="23244"/>
                  <a:pt x="91764" y="31637"/>
                </a:cubicBezTo>
                <a:cubicBezTo>
                  <a:pt x="91764" y="38740"/>
                  <a:pt x="89558" y="44819"/>
                  <a:pt x="85146" y="49877"/>
                </a:cubicBezTo>
                <a:cubicBezTo>
                  <a:pt x="80734" y="54935"/>
                  <a:pt x="74654" y="58378"/>
                  <a:pt x="66906" y="60208"/>
                </a:cubicBezTo>
                <a:cubicBezTo>
                  <a:pt x="61687" y="61499"/>
                  <a:pt x="52863" y="62145"/>
                  <a:pt x="40434" y="62145"/>
                </a:cubicBezTo>
                <a:moveTo>
                  <a:pt x="40434" y="8555"/>
                </a:moveTo>
                <a:lnTo>
                  <a:pt x="40434" y="55849"/>
                </a:lnTo>
                <a:cubicBezTo>
                  <a:pt x="42210" y="55957"/>
                  <a:pt x="43555" y="56011"/>
                  <a:pt x="44470" y="56011"/>
                </a:cubicBezTo>
                <a:cubicBezTo>
                  <a:pt x="51034" y="56011"/>
                  <a:pt x="56092" y="54060"/>
                  <a:pt x="59643" y="50160"/>
                </a:cubicBezTo>
                <a:cubicBezTo>
                  <a:pt x="63194" y="46259"/>
                  <a:pt x="64969" y="40219"/>
                  <a:pt x="64969" y="32041"/>
                </a:cubicBezTo>
                <a:cubicBezTo>
                  <a:pt x="64969" y="23916"/>
                  <a:pt x="63194" y="17971"/>
                  <a:pt x="59643" y="14204"/>
                </a:cubicBezTo>
                <a:cubicBezTo>
                  <a:pt x="56092" y="10438"/>
                  <a:pt x="50792" y="8555"/>
                  <a:pt x="43743" y="8555"/>
                </a:cubicBezTo>
                <a:lnTo>
                  <a:pt x="40434" y="8555"/>
                </a:lnTo>
                <a:close/>
                <a:moveTo>
                  <a:pt x="133194" y="2260"/>
                </a:moveTo>
                <a:lnTo>
                  <a:pt x="133194" y="45922"/>
                </a:lnTo>
                <a:cubicBezTo>
                  <a:pt x="137337" y="41534"/>
                  <a:pt x="141130" y="38433"/>
                  <a:pt x="144573" y="36618"/>
                </a:cubicBezTo>
                <a:cubicBezTo>
                  <a:pt x="148017" y="34804"/>
                  <a:pt x="151595" y="33897"/>
                  <a:pt x="155308" y="33897"/>
                </a:cubicBezTo>
                <a:cubicBezTo>
                  <a:pt x="160042" y="33897"/>
                  <a:pt x="164091" y="35242"/>
                  <a:pt x="167454" y="37932"/>
                </a:cubicBezTo>
                <a:cubicBezTo>
                  <a:pt x="170817" y="40623"/>
                  <a:pt x="173050" y="43784"/>
                  <a:pt x="174153" y="47416"/>
                </a:cubicBezTo>
                <a:cubicBezTo>
                  <a:pt x="175256" y="51047"/>
                  <a:pt x="175807" y="57168"/>
                  <a:pt x="175807" y="65776"/>
                </a:cubicBezTo>
                <a:lnTo>
                  <a:pt x="175807" y="95235"/>
                </a:lnTo>
                <a:cubicBezTo>
                  <a:pt x="175807" y="101027"/>
                  <a:pt x="176345" y="104640"/>
                  <a:pt x="177421" y="106075"/>
                </a:cubicBezTo>
                <a:cubicBezTo>
                  <a:pt x="178497" y="107509"/>
                  <a:pt x="180677" y="108415"/>
                  <a:pt x="183959" y="108793"/>
                </a:cubicBezTo>
                <a:lnTo>
                  <a:pt x="183959" y="111699"/>
                </a:lnTo>
                <a:lnTo>
                  <a:pt x="145703" y="111699"/>
                </a:lnTo>
                <a:lnTo>
                  <a:pt x="145703" y="108793"/>
                </a:lnTo>
                <a:cubicBezTo>
                  <a:pt x="148394" y="108415"/>
                  <a:pt x="150411" y="107332"/>
                  <a:pt x="151756" y="105545"/>
                </a:cubicBezTo>
                <a:cubicBezTo>
                  <a:pt x="152725" y="104138"/>
                  <a:pt x="153209" y="100701"/>
                  <a:pt x="153209" y="95235"/>
                </a:cubicBezTo>
                <a:lnTo>
                  <a:pt x="153209" y="61633"/>
                </a:lnTo>
                <a:cubicBezTo>
                  <a:pt x="153209" y="55401"/>
                  <a:pt x="152967" y="51494"/>
                  <a:pt x="152483" y="49910"/>
                </a:cubicBezTo>
                <a:cubicBezTo>
                  <a:pt x="151999" y="48324"/>
                  <a:pt x="151178" y="47089"/>
                  <a:pt x="150021" y="46202"/>
                </a:cubicBezTo>
                <a:cubicBezTo>
                  <a:pt x="148864" y="45316"/>
                  <a:pt x="147560" y="44873"/>
                  <a:pt x="146107" y="44873"/>
                </a:cubicBezTo>
                <a:cubicBezTo>
                  <a:pt x="143955" y="44873"/>
                  <a:pt x="141856" y="45613"/>
                  <a:pt x="139812" y="47093"/>
                </a:cubicBezTo>
                <a:cubicBezTo>
                  <a:pt x="137767" y="48572"/>
                  <a:pt x="135561" y="51168"/>
                  <a:pt x="133194" y="54881"/>
                </a:cubicBezTo>
                <a:lnTo>
                  <a:pt x="133194" y="95235"/>
                </a:lnTo>
                <a:cubicBezTo>
                  <a:pt x="133194" y="100647"/>
                  <a:pt x="133597" y="104030"/>
                  <a:pt x="134404" y="105384"/>
                </a:cubicBezTo>
                <a:cubicBezTo>
                  <a:pt x="135427" y="107223"/>
                  <a:pt x="137525" y="108360"/>
                  <a:pt x="140699" y="108793"/>
                </a:cubicBezTo>
                <a:lnTo>
                  <a:pt x="140699" y="111699"/>
                </a:lnTo>
                <a:lnTo>
                  <a:pt x="102444" y="111699"/>
                </a:lnTo>
                <a:lnTo>
                  <a:pt x="102444" y="108793"/>
                </a:lnTo>
                <a:cubicBezTo>
                  <a:pt x="105619" y="108469"/>
                  <a:pt x="107879" y="107441"/>
                  <a:pt x="109224" y="105709"/>
                </a:cubicBezTo>
                <a:cubicBezTo>
                  <a:pt x="110138" y="104519"/>
                  <a:pt x="110596" y="101027"/>
                  <a:pt x="110596" y="95235"/>
                </a:cubicBezTo>
                <a:lnTo>
                  <a:pt x="110596" y="18724"/>
                </a:lnTo>
                <a:cubicBezTo>
                  <a:pt x="110596" y="12952"/>
                  <a:pt x="110071" y="9358"/>
                  <a:pt x="109022" y="7942"/>
                </a:cubicBezTo>
                <a:cubicBezTo>
                  <a:pt x="107973" y="6526"/>
                  <a:pt x="105780" y="5601"/>
                  <a:pt x="102444" y="5165"/>
                </a:cubicBezTo>
                <a:lnTo>
                  <a:pt x="102444" y="2260"/>
                </a:lnTo>
                <a:lnTo>
                  <a:pt x="133194" y="2260"/>
                </a:lnTo>
                <a:close/>
                <a:moveTo>
                  <a:pt x="235909" y="100561"/>
                </a:moveTo>
                <a:cubicBezTo>
                  <a:pt x="226709" y="108740"/>
                  <a:pt x="218450" y="112829"/>
                  <a:pt x="211132" y="112829"/>
                </a:cubicBezTo>
                <a:cubicBezTo>
                  <a:pt x="206828" y="112829"/>
                  <a:pt x="203250" y="111412"/>
                  <a:pt x="200398" y="108579"/>
                </a:cubicBezTo>
                <a:cubicBezTo>
                  <a:pt x="197547" y="105744"/>
                  <a:pt x="196121" y="102195"/>
                  <a:pt x="196121" y="97931"/>
                </a:cubicBezTo>
                <a:cubicBezTo>
                  <a:pt x="196121" y="92153"/>
                  <a:pt x="198596" y="86957"/>
                  <a:pt x="203546" y="82342"/>
                </a:cubicBezTo>
                <a:cubicBezTo>
                  <a:pt x="208496" y="77726"/>
                  <a:pt x="219284" y="71586"/>
                  <a:pt x="235909" y="63920"/>
                </a:cubicBezTo>
                <a:lnTo>
                  <a:pt x="235909" y="56334"/>
                </a:lnTo>
                <a:cubicBezTo>
                  <a:pt x="235909" y="50630"/>
                  <a:pt x="235600" y="47039"/>
                  <a:pt x="234981" y="45559"/>
                </a:cubicBezTo>
                <a:cubicBezTo>
                  <a:pt x="234363" y="44080"/>
                  <a:pt x="233192" y="42788"/>
                  <a:pt x="231471" y="41685"/>
                </a:cubicBezTo>
                <a:cubicBezTo>
                  <a:pt x="229749" y="40582"/>
                  <a:pt x="227812" y="40031"/>
                  <a:pt x="225660" y="40031"/>
                </a:cubicBezTo>
                <a:cubicBezTo>
                  <a:pt x="222162" y="40031"/>
                  <a:pt x="219284" y="40811"/>
                  <a:pt x="217024" y="42371"/>
                </a:cubicBezTo>
                <a:cubicBezTo>
                  <a:pt x="215625" y="43340"/>
                  <a:pt x="214925" y="44470"/>
                  <a:pt x="214925" y="45761"/>
                </a:cubicBezTo>
                <a:cubicBezTo>
                  <a:pt x="214925" y="46891"/>
                  <a:pt x="215679" y="48290"/>
                  <a:pt x="217185" y="49958"/>
                </a:cubicBezTo>
                <a:cubicBezTo>
                  <a:pt x="219230" y="52271"/>
                  <a:pt x="220252" y="54504"/>
                  <a:pt x="220252" y="56657"/>
                </a:cubicBezTo>
                <a:cubicBezTo>
                  <a:pt x="220252" y="59293"/>
                  <a:pt x="219270" y="61539"/>
                  <a:pt x="217306" y="63396"/>
                </a:cubicBezTo>
                <a:cubicBezTo>
                  <a:pt x="215342" y="65252"/>
                  <a:pt x="212773" y="66180"/>
                  <a:pt x="209599" y="66180"/>
                </a:cubicBezTo>
                <a:cubicBezTo>
                  <a:pt x="206209" y="66180"/>
                  <a:pt x="203371" y="65158"/>
                  <a:pt x="201084" y="63113"/>
                </a:cubicBezTo>
                <a:cubicBezTo>
                  <a:pt x="198797" y="61069"/>
                  <a:pt x="197654" y="58674"/>
                  <a:pt x="197654" y="55930"/>
                </a:cubicBezTo>
                <a:cubicBezTo>
                  <a:pt x="197654" y="52056"/>
                  <a:pt x="199188" y="48357"/>
                  <a:pt x="202254" y="44833"/>
                </a:cubicBezTo>
                <a:cubicBezTo>
                  <a:pt x="205321" y="41309"/>
                  <a:pt x="209599" y="38605"/>
                  <a:pt x="215087" y="36722"/>
                </a:cubicBezTo>
                <a:cubicBezTo>
                  <a:pt x="220575" y="34839"/>
                  <a:pt x="226278" y="33897"/>
                  <a:pt x="232197" y="33897"/>
                </a:cubicBezTo>
                <a:cubicBezTo>
                  <a:pt x="239353" y="33897"/>
                  <a:pt x="245016" y="35421"/>
                  <a:pt x="249186" y="38470"/>
                </a:cubicBezTo>
                <a:cubicBezTo>
                  <a:pt x="253356" y="41516"/>
                  <a:pt x="256059" y="44819"/>
                  <a:pt x="257297" y="48379"/>
                </a:cubicBezTo>
                <a:cubicBezTo>
                  <a:pt x="258050" y="50644"/>
                  <a:pt x="258427" y="55848"/>
                  <a:pt x="258427" y="63991"/>
                </a:cubicBezTo>
                <a:lnTo>
                  <a:pt x="258427" y="93356"/>
                </a:lnTo>
                <a:cubicBezTo>
                  <a:pt x="258427" y="96808"/>
                  <a:pt x="258561" y="98979"/>
                  <a:pt x="258830" y="99870"/>
                </a:cubicBezTo>
                <a:cubicBezTo>
                  <a:pt x="259099" y="100760"/>
                  <a:pt x="259503" y="101421"/>
                  <a:pt x="260041" y="101853"/>
                </a:cubicBezTo>
                <a:cubicBezTo>
                  <a:pt x="260579" y="102283"/>
                  <a:pt x="261198" y="102498"/>
                  <a:pt x="261897" y="102498"/>
                </a:cubicBezTo>
                <a:cubicBezTo>
                  <a:pt x="263296" y="102498"/>
                  <a:pt x="264722" y="101503"/>
                  <a:pt x="266175" y="99512"/>
                </a:cubicBezTo>
                <a:lnTo>
                  <a:pt x="268596" y="101449"/>
                </a:lnTo>
                <a:cubicBezTo>
                  <a:pt x="265906" y="105431"/>
                  <a:pt x="263121" y="108323"/>
                  <a:pt x="260243" y="110125"/>
                </a:cubicBezTo>
                <a:cubicBezTo>
                  <a:pt x="257364" y="111928"/>
                  <a:pt x="254095" y="112829"/>
                  <a:pt x="250437" y="112829"/>
                </a:cubicBezTo>
                <a:cubicBezTo>
                  <a:pt x="246132" y="112829"/>
                  <a:pt x="242770" y="111813"/>
                  <a:pt x="240348" y="109782"/>
                </a:cubicBezTo>
                <a:cubicBezTo>
                  <a:pt x="237927" y="107751"/>
                  <a:pt x="236447" y="104677"/>
                  <a:pt x="235909" y="100561"/>
                </a:cubicBezTo>
                <a:moveTo>
                  <a:pt x="235909" y="94589"/>
                </a:moveTo>
                <a:lnTo>
                  <a:pt x="235909" y="69343"/>
                </a:lnTo>
                <a:cubicBezTo>
                  <a:pt x="229399" y="73181"/>
                  <a:pt x="224557" y="77291"/>
                  <a:pt x="221382" y="81671"/>
                </a:cubicBezTo>
                <a:cubicBezTo>
                  <a:pt x="219284" y="84590"/>
                  <a:pt x="218234" y="87536"/>
                  <a:pt x="218234" y="90511"/>
                </a:cubicBezTo>
                <a:cubicBezTo>
                  <a:pt x="218234" y="92998"/>
                  <a:pt x="219122" y="95188"/>
                  <a:pt x="220898" y="97081"/>
                </a:cubicBezTo>
                <a:cubicBezTo>
                  <a:pt x="222243" y="98540"/>
                  <a:pt x="224126" y="99270"/>
                  <a:pt x="226547" y="99270"/>
                </a:cubicBezTo>
                <a:cubicBezTo>
                  <a:pt x="229238" y="99270"/>
                  <a:pt x="232358" y="97710"/>
                  <a:pt x="235909" y="94589"/>
                </a:cubicBezTo>
                <a:close/>
                <a:moveTo>
                  <a:pt x="322954" y="34220"/>
                </a:moveTo>
                <a:lnTo>
                  <a:pt x="324165" y="60046"/>
                </a:lnTo>
                <a:lnTo>
                  <a:pt x="321421" y="60046"/>
                </a:lnTo>
                <a:cubicBezTo>
                  <a:pt x="318138" y="52344"/>
                  <a:pt x="314735" y="47083"/>
                  <a:pt x="311211" y="44263"/>
                </a:cubicBezTo>
                <a:cubicBezTo>
                  <a:pt x="307687" y="41442"/>
                  <a:pt x="304176" y="40031"/>
                  <a:pt x="300679" y="40031"/>
                </a:cubicBezTo>
                <a:cubicBezTo>
                  <a:pt x="298473" y="40031"/>
                  <a:pt x="296590" y="40771"/>
                  <a:pt x="295029" y="42250"/>
                </a:cubicBezTo>
                <a:cubicBezTo>
                  <a:pt x="293469" y="43730"/>
                  <a:pt x="292689" y="45438"/>
                  <a:pt x="292689" y="47375"/>
                </a:cubicBezTo>
                <a:cubicBezTo>
                  <a:pt x="292689" y="48828"/>
                  <a:pt x="293227" y="50227"/>
                  <a:pt x="294303" y="51572"/>
                </a:cubicBezTo>
                <a:cubicBezTo>
                  <a:pt x="296025" y="53778"/>
                  <a:pt x="300840" y="57558"/>
                  <a:pt x="308750" y="62911"/>
                </a:cubicBezTo>
                <a:cubicBezTo>
                  <a:pt x="316659" y="68265"/>
                  <a:pt x="321864" y="72811"/>
                  <a:pt x="324366" y="76551"/>
                </a:cubicBezTo>
                <a:cubicBezTo>
                  <a:pt x="326868" y="80290"/>
                  <a:pt x="328119" y="84474"/>
                  <a:pt x="328119" y="89101"/>
                </a:cubicBezTo>
                <a:cubicBezTo>
                  <a:pt x="328119" y="93298"/>
                  <a:pt x="327070" y="97414"/>
                  <a:pt x="324972" y="101449"/>
                </a:cubicBezTo>
                <a:cubicBezTo>
                  <a:pt x="322873" y="105484"/>
                  <a:pt x="319914" y="108578"/>
                  <a:pt x="316094" y="110730"/>
                </a:cubicBezTo>
                <a:cubicBezTo>
                  <a:pt x="312274" y="112883"/>
                  <a:pt x="308050" y="113959"/>
                  <a:pt x="303423" y="113959"/>
                </a:cubicBezTo>
                <a:cubicBezTo>
                  <a:pt x="299818" y="113959"/>
                  <a:pt x="295002" y="112808"/>
                  <a:pt x="288976" y="110506"/>
                </a:cubicBezTo>
                <a:cubicBezTo>
                  <a:pt x="287362" y="109902"/>
                  <a:pt x="286259" y="109601"/>
                  <a:pt x="285667" y="109601"/>
                </a:cubicBezTo>
                <a:cubicBezTo>
                  <a:pt x="283892" y="109601"/>
                  <a:pt x="282412" y="110946"/>
                  <a:pt x="281228" y="113636"/>
                </a:cubicBezTo>
                <a:lnTo>
                  <a:pt x="278565" y="113636"/>
                </a:lnTo>
                <a:lnTo>
                  <a:pt x="277274" y="86518"/>
                </a:lnTo>
                <a:lnTo>
                  <a:pt x="280018" y="86518"/>
                </a:lnTo>
                <a:cubicBezTo>
                  <a:pt x="282439" y="93621"/>
                  <a:pt x="285761" y="98947"/>
                  <a:pt x="289985" y="102498"/>
                </a:cubicBezTo>
                <a:cubicBezTo>
                  <a:pt x="294209" y="106049"/>
                  <a:pt x="298204" y="107825"/>
                  <a:pt x="301970" y="107825"/>
                </a:cubicBezTo>
                <a:cubicBezTo>
                  <a:pt x="304553" y="107825"/>
                  <a:pt x="306665" y="107031"/>
                  <a:pt x="308306" y="105444"/>
                </a:cubicBezTo>
                <a:cubicBezTo>
                  <a:pt x="309947" y="103857"/>
                  <a:pt x="310767" y="101933"/>
                  <a:pt x="310767" y="99674"/>
                </a:cubicBezTo>
                <a:cubicBezTo>
                  <a:pt x="310767" y="97091"/>
                  <a:pt x="309960" y="94858"/>
                  <a:pt x="308346" y="92975"/>
                </a:cubicBezTo>
                <a:cubicBezTo>
                  <a:pt x="306732" y="91092"/>
                  <a:pt x="303127" y="88240"/>
                  <a:pt x="297531" y="84420"/>
                </a:cubicBezTo>
                <a:cubicBezTo>
                  <a:pt x="289299" y="78717"/>
                  <a:pt x="283972" y="74358"/>
                  <a:pt x="281551" y="71345"/>
                </a:cubicBezTo>
                <a:cubicBezTo>
                  <a:pt x="278000" y="66933"/>
                  <a:pt x="276224" y="62064"/>
                  <a:pt x="276224" y="56737"/>
                </a:cubicBezTo>
                <a:cubicBezTo>
                  <a:pt x="276224" y="50926"/>
                  <a:pt x="278229" y="45667"/>
                  <a:pt x="282237" y="40959"/>
                </a:cubicBezTo>
                <a:cubicBezTo>
                  <a:pt x="286246" y="36251"/>
                  <a:pt x="292043" y="33897"/>
                  <a:pt x="299630" y="33897"/>
                </a:cubicBezTo>
                <a:cubicBezTo>
                  <a:pt x="303719" y="33897"/>
                  <a:pt x="307673" y="34931"/>
                  <a:pt x="311494" y="36999"/>
                </a:cubicBezTo>
                <a:cubicBezTo>
                  <a:pt x="312946" y="37837"/>
                  <a:pt x="314130" y="38255"/>
                  <a:pt x="315045" y="38255"/>
                </a:cubicBezTo>
                <a:cubicBezTo>
                  <a:pt x="316013" y="38255"/>
                  <a:pt x="316793" y="38054"/>
                  <a:pt x="317385" y="37650"/>
                </a:cubicBezTo>
                <a:cubicBezTo>
                  <a:pt x="317977" y="37246"/>
                  <a:pt x="318919" y="36103"/>
                  <a:pt x="320210" y="34220"/>
                </a:cubicBezTo>
                <a:lnTo>
                  <a:pt x="322954" y="34220"/>
                </a:lnTo>
                <a:close/>
                <a:moveTo>
                  <a:pt x="403473" y="71184"/>
                </a:moveTo>
                <a:lnTo>
                  <a:pt x="362070" y="71184"/>
                </a:lnTo>
                <a:cubicBezTo>
                  <a:pt x="362555" y="81218"/>
                  <a:pt x="365218" y="89149"/>
                  <a:pt x="370061" y="94975"/>
                </a:cubicBezTo>
                <a:cubicBezTo>
                  <a:pt x="373773" y="99452"/>
                  <a:pt x="378239" y="101691"/>
                  <a:pt x="383458" y="101691"/>
                </a:cubicBezTo>
                <a:cubicBezTo>
                  <a:pt x="386686" y="101691"/>
                  <a:pt x="389619" y="100790"/>
                  <a:pt x="392255" y="98988"/>
                </a:cubicBezTo>
                <a:cubicBezTo>
                  <a:pt x="394891" y="97185"/>
                  <a:pt x="397716" y="93943"/>
                  <a:pt x="400729" y="89262"/>
                </a:cubicBezTo>
                <a:lnTo>
                  <a:pt x="403473" y="91038"/>
                </a:lnTo>
                <a:cubicBezTo>
                  <a:pt x="399384" y="99378"/>
                  <a:pt x="394865" y="105283"/>
                  <a:pt x="389915" y="108753"/>
                </a:cubicBezTo>
                <a:cubicBezTo>
                  <a:pt x="384964" y="112224"/>
                  <a:pt x="379234" y="113959"/>
                  <a:pt x="372724" y="113959"/>
                </a:cubicBezTo>
                <a:cubicBezTo>
                  <a:pt x="361532" y="113959"/>
                  <a:pt x="353058" y="109650"/>
                  <a:pt x="347301" y="101033"/>
                </a:cubicBezTo>
                <a:cubicBezTo>
                  <a:pt x="342674" y="94085"/>
                  <a:pt x="340360" y="85468"/>
                  <a:pt x="340360" y="75181"/>
                </a:cubicBezTo>
                <a:cubicBezTo>
                  <a:pt x="340360" y="62578"/>
                  <a:pt x="343763" y="52546"/>
                  <a:pt x="350570" y="45088"/>
                </a:cubicBezTo>
                <a:cubicBezTo>
                  <a:pt x="357376" y="37627"/>
                  <a:pt x="365353" y="33897"/>
                  <a:pt x="374499" y="33897"/>
                </a:cubicBezTo>
                <a:cubicBezTo>
                  <a:pt x="382140" y="33897"/>
                  <a:pt x="388771" y="37031"/>
                  <a:pt x="394394" y="43299"/>
                </a:cubicBezTo>
                <a:cubicBezTo>
                  <a:pt x="400016" y="49568"/>
                  <a:pt x="403043" y="58863"/>
                  <a:pt x="403473" y="71184"/>
                </a:cubicBezTo>
                <a:moveTo>
                  <a:pt x="383619" y="65857"/>
                </a:moveTo>
                <a:cubicBezTo>
                  <a:pt x="383619" y="57195"/>
                  <a:pt x="383149" y="51249"/>
                  <a:pt x="382207" y="48021"/>
                </a:cubicBezTo>
                <a:cubicBezTo>
                  <a:pt x="381265" y="44793"/>
                  <a:pt x="379799" y="42344"/>
                  <a:pt x="377808" y="40676"/>
                </a:cubicBezTo>
                <a:cubicBezTo>
                  <a:pt x="376679" y="39708"/>
                  <a:pt x="375172" y="39224"/>
                  <a:pt x="373289" y="39224"/>
                </a:cubicBezTo>
                <a:cubicBezTo>
                  <a:pt x="370491" y="39224"/>
                  <a:pt x="368204" y="40596"/>
                  <a:pt x="366429" y="43340"/>
                </a:cubicBezTo>
                <a:cubicBezTo>
                  <a:pt x="363254" y="48128"/>
                  <a:pt x="361667" y="54693"/>
                  <a:pt x="361667" y="63032"/>
                </a:cubicBezTo>
                <a:lnTo>
                  <a:pt x="361667" y="65857"/>
                </a:lnTo>
                <a:lnTo>
                  <a:pt x="383619" y="65857"/>
                </a:lnTo>
                <a:close/>
                <a:moveTo>
                  <a:pt x="457847" y="81999"/>
                </a:moveTo>
                <a:lnTo>
                  <a:pt x="410795" y="81999"/>
                </a:lnTo>
                <a:lnTo>
                  <a:pt x="410795" y="65212"/>
                </a:lnTo>
                <a:lnTo>
                  <a:pt x="457847" y="65212"/>
                </a:lnTo>
                <a:lnTo>
                  <a:pt x="457847" y="81999"/>
                </a:lnTo>
                <a:close/>
                <a:moveTo>
                  <a:pt x="465763" y="70377"/>
                </a:moveTo>
                <a:lnTo>
                  <a:pt x="517739" y="0"/>
                </a:lnTo>
                <a:lnTo>
                  <a:pt x="527585" y="0"/>
                </a:lnTo>
                <a:lnTo>
                  <a:pt x="527585" y="70377"/>
                </a:lnTo>
                <a:lnTo>
                  <a:pt x="537593" y="70377"/>
                </a:lnTo>
                <a:lnTo>
                  <a:pt x="537593" y="87164"/>
                </a:lnTo>
                <a:lnTo>
                  <a:pt x="527585" y="87164"/>
                </a:lnTo>
                <a:lnTo>
                  <a:pt x="527585" y="111699"/>
                </a:lnTo>
                <a:lnTo>
                  <a:pt x="505391" y="111699"/>
                </a:lnTo>
                <a:lnTo>
                  <a:pt x="505391" y="87164"/>
                </a:lnTo>
                <a:lnTo>
                  <a:pt x="465763" y="87164"/>
                </a:lnTo>
                <a:lnTo>
                  <a:pt x="465763" y="70377"/>
                </a:lnTo>
                <a:moveTo>
                  <a:pt x="473592" y="70377"/>
                </a:moveTo>
                <a:lnTo>
                  <a:pt x="505391" y="70377"/>
                </a:lnTo>
                <a:lnTo>
                  <a:pt x="505391" y="27322"/>
                </a:lnTo>
                <a:lnTo>
                  <a:pt x="473592" y="70377"/>
                </a:lnTo>
                <a:close/>
              </a:path>
            </a:pathLst>
          </a:custGeom>
          <a:solidFill xmlns:a="http://schemas.openxmlformats.org/drawingml/2006/main">
            <a:srgbClr val="407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F">
            <a:extLst xmlns:a="http://schemas.openxmlformats.org/drawingml/2006/main">
              <a:ext uri="{FF2B5EF4-FFF2-40B4-BE49-F238E27FC236}">
                <a16:creationId xmlns:a16="http://schemas.microsoft.com/office/drawing/2014/main" id="{AC7D74CD-344B-4FD7-93A4-FF6B7D7B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733" y="844060"/>
            <a:ext cx="119447" cy="109439"/>
          </a:xfrm>
          <a:custGeom xmlns:a="http://schemas.openxmlformats.org/drawingml/2006/main">
            <a:pathLst>
              <a:path w="119447" h="109439">
                <a:moveTo>
                  <a:pt x="67633" y="6134"/>
                </a:moveTo>
                <a:lnTo>
                  <a:pt x="55527" y="47456"/>
                </a:lnTo>
                <a:cubicBezTo>
                  <a:pt x="63759" y="47348"/>
                  <a:pt x="69112" y="47025"/>
                  <a:pt x="71587" y="46487"/>
                </a:cubicBezTo>
                <a:cubicBezTo>
                  <a:pt x="75623" y="45680"/>
                  <a:pt x="79282" y="43972"/>
                  <a:pt x="82564" y="41363"/>
                </a:cubicBezTo>
                <a:cubicBezTo>
                  <a:pt x="85846" y="38753"/>
                  <a:pt x="88590" y="35135"/>
                  <a:pt x="90796" y="30507"/>
                </a:cubicBezTo>
                <a:lnTo>
                  <a:pt x="93943" y="30507"/>
                </a:lnTo>
                <a:lnTo>
                  <a:pt x="81434" y="73767"/>
                </a:lnTo>
                <a:lnTo>
                  <a:pt x="78205" y="73767"/>
                </a:lnTo>
                <a:cubicBezTo>
                  <a:pt x="78743" y="70969"/>
                  <a:pt x="79012" y="68736"/>
                  <a:pt x="79012" y="67068"/>
                </a:cubicBezTo>
                <a:cubicBezTo>
                  <a:pt x="79012" y="63732"/>
                  <a:pt x="78326" y="61069"/>
                  <a:pt x="76954" y="59078"/>
                </a:cubicBezTo>
                <a:cubicBezTo>
                  <a:pt x="75582" y="57087"/>
                  <a:pt x="73820" y="55728"/>
                  <a:pt x="71668" y="55002"/>
                </a:cubicBezTo>
                <a:cubicBezTo>
                  <a:pt x="69516" y="54276"/>
                  <a:pt x="63597" y="53805"/>
                  <a:pt x="53913" y="53590"/>
                </a:cubicBezTo>
                <a:lnTo>
                  <a:pt x="44066" y="87729"/>
                </a:lnTo>
                <a:lnTo>
                  <a:pt x="42129" y="94589"/>
                </a:lnTo>
                <a:cubicBezTo>
                  <a:pt x="41860" y="95934"/>
                  <a:pt x="41726" y="97252"/>
                  <a:pt x="41726" y="98544"/>
                </a:cubicBezTo>
                <a:cubicBezTo>
                  <a:pt x="41726" y="100427"/>
                  <a:pt x="42089" y="101906"/>
                  <a:pt x="42815" y="102983"/>
                </a:cubicBezTo>
                <a:cubicBezTo>
                  <a:pt x="43542" y="104059"/>
                  <a:pt x="44712" y="104906"/>
                  <a:pt x="46326" y="105525"/>
                </a:cubicBezTo>
                <a:cubicBezTo>
                  <a:pt x="47940" y="106144"/>
                  <a:pt x="51007" y="106480"/>
                  <a:pt x="55527" y="106534"/>
                </a:cubicBezTo>
                <a:lnTo>
                  <a:pt x="54639" y="109439"/>
                </a:lnTo>
                <a:lnTo>
                  <a:pt x="0" y="109439"/>
                </a:lnTo>
                <a:lnTo>
                  <a:pt x="888" y="106534"/>
                </a:lnTo>
                <a:cubicBezTo>
                  <a:pt x="6161" y="106534"/>
                  <a:pt x="10008" y="105547"/>
                  <a:pt x="12429" y="103573"/>
                </a:cubicBezTo>
                <a:cubicBezTo>
                  <a:pt x="14850" y="101599"/>
                  <a:pt x="17029" y="97286"/>
                  <a:pt x="18966" y="90634"/>
                </a:cubicBezTo>
                <a:lnTo>
                  <a:pt x="38497" y="23587"/>
                </a:lnTo>
                <a:cubicBezTo>
                  <a:pt x="40542" y="16532"/>
                  <a:pt x="41618" y="12008"/>
                  <a:pt x="41726" y="10015"/>
                </a:cubicBezTo>
                <a:cubicBezTo>
                  <a:pt x="41618" y="8130"/>
                  <a:pt x="40757" y="6528"/>
                  <a:pt x="39143" y="5208"/>
                </a:cubicBezTo>
                <a:cubicBezTo>
                  <a:pt x="37529" y="3888"/>
                  <a:pt x="34220" y="3121"/>
                  <a:pt x="29216" y="2905"/>
                </a:cubicBezTo>
                <a:lnTo>
                  <a:pt x="30023" y="0"/>
                </a:lnTo>
                <a:lnTo>
                  <a:pt x="119447" y="0"/>
                </a:lnTo>
                <a:lnTo>
                  <a:pt x="112102" y="28893"/>
                </a:lnTo>
                <a:lnTo>
                  <a:pt x="109116" y="28893"/>
                </a:lnTo>
                <a:cubicBezTo>
                  <a:pt x="108793" y="22867"/>
                  <a:pt x="107852" y="18388"/>
                  <a:pt x="106292" y="15455"/>
                </a:cubicBezTo>
                <a:cubicBezTo>
                  <a:pt x="104731" y="12523"/>
                  <a:pt x="102162" y="10236"/>
                  <a:pt x="98584" y="8595"/>
                </a:cubicBezTo>
                <a:cubicBezTo>
                  <a:pt x="95006" y="6954"/>
                  <a:pt x="89289" y="6134"/>
                  <a:pt x="81434" y="6134"/>
                </a:cubicBezTo>
                <a:lnTo>
                  <a:pt x="67633" y="6134"/>
                </a:lnTo>
                <a:close/>
              </a:path>
            </a:pathLst>
          </a:custGeom>
          <a:solidFill xmlns:a="http://schemas.openxmlformats.org/drawingml/2006/main">
            <a:srgbClr val="DBDC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inal">
            <a:extLst xmlns:a="http://schemas.openxmlformats.org/drawingml/2006/main">
              <a:ext uri="{FF2B5EF4-FFF2-40B4-BE49-F238E27FC236}">
                <a16:creationId xmlns:a16="http://schemas.microsoft.com/office/drawing/2014/main" id="{9B747822-549A-401D-9B4D-FBA004B2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4639" y="841638"/>
            <a:ext cx="268491" cy="114120"/>
          </a:xfrm>
          <a:custGeom xmlns:a="http://schemas.openxmlformats.org/drawingml/2006/main">
            <a:pathLst>
              <a:path w="268491" h="114120">
                <a:moveTo>
                  <a:pt x="33816" y="0"/>
                </a:moveTo>
                <a:cubicBezTo>
                  <a:pt x="37152" y="0"/>
                  <a:pt x="39964" y="1165"/>
                  <a:pt x="42250" y="3496"/>
                </a:cubicBezTo>
                <a:cubicBezTo>
                  <a:pt x="44537" y="5824"/>
                  <a:pt x="45680" y="8641"/>
                  <a:pt x="45680" y="11945"/>
                </a:cubicBezTo>
                <a:cubicBezTo>
                  <a:pt x="45680" y="15249"/>
                  <a:pt x="44524" y="18066"/>
                  <a:pt x="42210" y="20396"/>
                </a:cubicBezTo>
                <a:cubicBezTo>
                  <a:pt x="39896" y="22725"/>
                  <a:pt x="37098" y="23889"/>
                  <a:pt x="33816" y="23889"/>
                </a:cubicBezTo>
                <a:cubicBezTo>
                  <a:pt x="30588" y="23889"/>
                  <a:pt x="27817" y="22725"/>
                  <a:pt x="25504" y="20396"/>
                </a:cubicBezTo>
                <a:cubicBezTo>
                  <a:pt x="23190" y="18066"/>
                  <a:pt x="22033" y="15249"/>
                  <a:pt x="22033" y="11945"/>
                </a:cubicBezTo>
                <a:cubicBezTo>
                  <a:pt x="22033" y="8641"/>
                  <a:pt x="23176" y="5824"/>
                  <a:pt x="25463" y="3496"/>
                </a:cubicBezTo>
                <a:cubicBezTo>
                  <a:pt x="27750" y="1165"/>
                  <a:pt x="30534" y="0"/>
                  <a:pt x="33816" y="0"/>
                </a:cubicBezTo>
                <a:moveTo>
                  <a:pt x="38820" y="36964"/>
                </a:moveTo>
                <a:lnTo>
                  <a:pt x="22275" y="93956"/>
                </a:lnTo>
                <a:cubicBezTo>
                  <a:pt x="21361" y="97216"/>
                  <a:pt x="20903" y="99354"/>
                  <a:pt x="20903" y="100370"/>
                </a:cubicBezTo>
                <a:cubicBezTo>
                  <a:pt x="20903" y="100985"/>
                  <a:pt x="21145" y="101558"/>
                  <a:pt x="21630" y="102090"/>
                </a:cubicBezTo>
                <a:cubicBezTo>
                  <a:pt x="22114" y="102619"/>
                  <a:pt x="22625" y="102884"/>
                  <a:pt x="23163" y="102884"/>
                </a:cubicBezTo>
                <a:cubicBezTo>
                  <a:pt x="24078" y="102884"/>
                  <a:pt x="24992" y="102465"/>
                  <a:pt x="25907" y="101626"/>
                </a:cubicBezTo>
                <a:cubicBezTo>
                  <a:pt x="28328" y="99558"/>
                  <a:pt x="31234" y="95813"/>
                  <a:pt x="34623" y="90392"/>
                </a:cubicBezTo>
                <a:lnTo>
                  <a:pt x="37367" y="92069"/>
                </a:lnTo>
                <a:cubicBezTo>
                  <a:pt x="29243" y="106770"/>
                  <a:pt x="20607" y="114120"/>
                  <a:pt x="11460" y="114120"/>
                </a:cubicBezTo>
                <a:cubicBezTo>
                  <a:pt x="7963" y="114120"/>
                  <a:pt x="5179" y="113138"/>
                  <a:pt x="3107" y="111174"/>
                </a:cubicBezTo>
                <a:cubicBezTo>
                  <a:pt x="1036" y="109210"/>
                  <a:pt x="0" y="106722"/>
                  <a:pt x="0" y="103709"/>
                </a:cubicBezTo>
                <a:cubicBezTo>
                  <a:pt x="0" y="101718"/>
                  <a:pt x="457" y="99189"/>
                  <a:pt x="1372" y="96122"/>
                </a:cubicBezTo>
                <a:lnTo>
                  <a:pt x="12590" y="57544"/>
                </a:lnTo>
                <a:cubicBezTo>
                  <a:pt x="13666" y="53832"/>
                  <a:pt x="14204" y="51034"/>
                  <a:pt x="14204" y="49151"/>
                </a:cubicBezTo>
                <a:cubicBezTo>
                  <a:pt x="14204" y="47967"/>
                  <a:pt x="13693" y="46918"/>
                  <a:pt x="12671" y="46003"/>
                </a:cubicBezTo>
                <a:cubicBezTo>
                  <a:pt x="11649" y="45088"/>
                  <a:pt x="10250" y="44631"/>
                  <a:pt x="8474" y="44631"/>
                </a:cubicBezTo>
                <a:cubicBezTo>
                  <a:pt x="7667" y="44631"/>
                  <a:pt x="6699" y="44658"/>
                  <a:pt x="5569" y="44712"/>
                </a:cubicBezTo>
                <a:lnTo>
                  <a:pt x="6618" y="41484"/>
                </a:lnTo>
                <a:lnTo>
                  <a:pt x="33978" y="36964"/>
                </a:lnTo>
                <a:lnTo>
                  <a:pt x="38820" y="36964"/>
                </a:lnTo>
                <a:close/>
                <a:moveTo>
                  <a:pt x="87614" y="36964"/>
                </a:moveTo>
                <a:lnTo>
                  <a:pt x="77606" y="71625"/>
                </a:lnTo>
                <a:cubicBezTo>
                  <a:pt x="84332" y="61498"/>
                  <a:pt x="89363" y="54577"/>
                  <a:pt x="92699" y="50861"/>
                </a:cubicBezTo>
                <a:cubicBezTo>
                  <a:pt x="97595" y="45475"/>
                  <a:pt x="101819" y="41813"/>
                  <a:pt x="105370" y="39874"/>
                </a:cubicBezTo>
                <a:cubicBezTo>
                  <a:pt x="108921" y="37934"/>
                  <a:pt x="112257" y="36964"/>
                  <a:pt x="115377" y="36964"/>
                </a:cubicBezTo>
                <a:cubicBezTo>
                  <a:pt x="118175" y="36964"/>
                  <a:pt x="120570" y="38007"/>
                  <a:pt x="122560" y="40094"/>
                </a:cubicBezTo>
                <a:cubicBezTo>
                  <a:pt x="124551" y="42179"/>
                  <a:pt x="125546" y="44900"/>
                  <a:pt x="125546" y="48258"/>
                </a:cubicBezTo>
                <a:cubicBezTo>
                  <a:pt x="125546" y="51283"/>
                  <a:pt x="124901" y="54956"/>
                  <a:pt x="123610" y="59277"/>
                </a:cubicBezTo>
                <a:lnTo>
                  <a:pt x="113279" y="93875"/>
                </a:lnTo>
                <a:cubicBezTo>
                  <a:pt x="112418" y="96900"/>
                  <a:pt x="111988" y="98872"/>
                  <a:pt x="111988" y="99790"/>
                </a:cubicBezTo>
                <a:cubicBezTo>
                  <a:pt x="111988" y="100328"/>
                  <a:pt x="112189" y="100812"/>
                  <a:pt x="112593" y="101242"/>
                </a:cubicBezTo>
                <a:cubicBezTo>
                  <a:pt x="112997" y="101673"/>
                  <a:pt x="113413" y="101888"/>
                  <a:pt x="113844" y="101888"/>
                </a:cubicBezTo>
                <a:cubicBezTo>
                  <a:pt x="114382" y="101888"/>
                  <a:pt x="114947" y="101673"/>
                  <a:pt x="115539" y="101242"/>
                </a:cubicBezTo>
                <a:cubicBezTo>
                  <a:pt x="117422" y="99690"/>
                  <a:pt x="119332" y="97510"/>
                  <a:pt x="121269" y="94700"/>
                </a:cubicBezTo>
                <a:cubicBezTo>
                  <a:pt x="121753" y="93958"/>
                  <a:pt x="122533" y="92845"/>
                  <a:pt x="123610" y="91361"/>
                </a:cubicBezTo>
                <a:lnTo>
                  <a:pt x="126676" y="93189"/>
                </a:lnTo>
                <a:cubicBezTo>
                  <a:pt x="118767" y="106282"/>
                  <a:pt x="110454" y="112829"/>
                  <a:pt x="101738" y="112829"/>
                </a:cubicBezTo>
                <a:cubicBezTo>
                  <a:pt x="98402" y="112829"/>
                  <a:pt x="95792" y="111968"/>
                  <a:pt x="93909" y="110246"/>
                </a:cubicBezTo>
                <a:cubicBezTo>
                  <a:pt x="92026" y="108524"/>
                  <a:pt x="91084" y="106372"/>
                  <a:pt x="91084" y="103790"/>
                </a:cubicBezTo>
                <a:cubicBezTo>
                  <a:pt x="91084" y="101523"/>
                  <a:pt x="91730" y="98150"/>
                  <a:pt x="93021" y="93671"/>
                </a:cubicBezTo>
                <a:lnTo>
                  <a:pt x="103110" y="59100"/>
                </a:lnTo>
                <a:cubicBezTo>
                  <a:pt x="103809" y="56834"/>
                  <a:pt x="104159" y="55161"/>
                  <a:pt x="104159" y="54081"/>
                </a:cubicBezTo>
                <a:cubicBezTo>
                  <a:pt x="104159" y="53488"/>
                  <a:pt x="103917" y="52962"/>
                  <a:pt x="103433" y="52503"/>
                </a:cubicBezTo>
                <a:cubicBezTo>
                  <a:pt x="102948" y="52044"/>
                  <a:pt x="102383" y="51814"/>
                  <a:pt x="101738" y="51814"/>
                </a:cubicBezTo>
                <a:cubicBezTo>
                  <a:pt x="99693" y="51814"/>
                  <a:pt x="97218" y="53219"/>
                  <a:pt x="94313" y="56029"/>
                </a:cubicBezTo>
                <a:cubicBezTo>
                  <a:pt x="86888" y="63163"/>
                  <a:pt x="79705" y="73783"/>
                  <a:pt x="72764" y="87890"/>
                </a:cubicBezTo>
                <a:lnTo>
                  <a:pt x="66146" y="111860"/>
                </a:lnTo>
                <a:lnTo>
                  <a:pt x="45566" y="111860"/>
                </a:lnTo>
                <a:lnTo>
                  <a:pt x="60658" y="60051"/>
                </a:lnTo>
                <a:cubicBezTo>
                  <a:pt x="62111" y="54928"/>
                  <a:pt x="62837" y="51292"/>
                  <a:pt x="62837" y="49143"/>
                </a:cubicBezTo>
                <a:cubicBezTo>
                  <a:pt x="62837" y="48230"/>
                  <a:pt x="62622" y="47465"/>
                  <a:pt x="62191" y="46848"/>
                </a:cubicBezTo>
                <a:cubicBezTo>
                  <a:pt x="61761" y="46229"/>
                  <a:pt x="61061" y="45746"/>
                  <a:pt x="60093" y="45398"/>
                </a:cubicBezTo>
                <a:cubicBezTo>
                  <a:pt x="59124" y="45048"/>
                  <a:pt x="57295" y="44873"/>
                  <a:pt x="54605" y="44873"/>
                </a:cubicBezTo>
                <a:lnTo>
                  <a:pt x="55493" y="41806"/>
                </a:lnTo>
                <a:lnTo>
                  <a:pt x="82691" y="36964"/>
                </a:lnTo>
                <a:lnTo>
                  <a:pt x="87614" y="36964"/>
                </a:lnTo>
                <a:close/>
                <a:moveTo>
                  <a:pt x="213879" y="38094"/>
                </a:moveTo>
                <a:lnTo>
                  <a:pt x="198222" y="91880"/>
                </a:lnTo>
                <a:lnTo>
                  <a:pt x="196608" y="98430"/>
                </a:lnTo>
                <a:cubicBezTo>
                  <a:pt x="196446" y="99241"/>
                  <a:pt x="196366" y="99834"/>
                  <a:pt x="196366" y="100211"/>
                </a:cubicBezTo>
                <a:cubicBezTo>
                  <a:pt x="196366" y="100853"/>
                  <a:pt x="196594" y="101415"/>
                  <a:pt x="197052" y="101898"/>
                </a:cubicBezTo>
                <a:cubicBezTo>
                  <a:pt x="197509" y="102381"/>
                  <a:pt x="197980" y="102622"/>
                  <a:pt x="198464" y="102622"/>
                </a:cubicBezTo>
                <a:cubicBezTo>
                  <a:pt x="199594" y="102622"/>
                  <a:pt x="201154" y="101764"/>
                  <a:pt x="203145" y="100049"/>
                </a:cubicBezTo>
                <a:cubicBezTo>
                  <a:pt x="203952" y="99352"/>
                  <a:pt x="205889" y="96886"/>
                  <a:pt x="208956" y="92652"/>
                </a:cubicBezTo>
                <a:lnTo>
                  <a:pt x="211781" y="94100"/>
                </a:lnTo>
                <a:cubicBezTo>
                  <a:pt x="207960" y="101067"/>
                  <a:pt x="203885" y="106146"/>
                  <a:pt x="199553" y="109336"/>
                </a:cubicBezTo>
                <a:cubicBezTo>
                  <a:pt x="195222" y="112525"/>
                  <a:pt x="190555" y="114120"/>
                  <a:pt x="185551" y="114120"/>
                </a:cubicBezTo>
                <a:cubicBezTo>
                  <a:pt x="182484" y="114120"/>
                  <a:pt x="180143" y="113327"/>
                  <a:pt x="178529" y="111739"/>
                </a:cubicBezTo>
                <a:cubicBezTo>
                  <a:pt x="176915" y="110152"/>
                  <a:pt x="176108" y="108148"/>
                  <a:pt x="176108" y="105727"/>
                </a:cubicBezTo>
                <a:cubicBezTo>
                  <a:pt x="176108" y="103628"/>
                  <a:pt x="176969" y="99727"/>
                  <a:pt x="178691" y="94024"/>
                </a:cubicBezTo>
                <a:lnTo>
                  <a:pt x="180628" y="87487"/>
                </a:lnTo>
                <a:cubicBezTo>
                  <a:pt x="174386" y="98194"/>
                  <a:pt x="168387" y="105780"/>
                  <a:pt x="162630" y="110246"/>
                </a:cubicBezTo>
                <a:cubicBezTo>
                  <a:pt x="159294" y="112829"/>
                  <a:pt x="155743" y="114120"/>
                  <a:pt x="151976" y="114120"/>
                </a:cubicBezTo>
                <a:cubicBezTo>
                  <a:pt x="147026" y="114120"/>
                  <a:pt x="143448" y="112087"/>
                  <a:pt x="141242" y="108022"/>
                </a:cubicBezTo>
                <a:cubicBezTo>
                  <a:pt x="139036" y="103954"/>
                  <a:pt x="137933" y="99362"/>
                  <a:pt x="137933" y="94246"/>
                </a:cubicBezTo>
                <a:cubicBezTo>
                  <a:pt x="137933" y="86651"/>
                  <a:pt x="140247" y="77939"/>
                  <a:pt x="144874" y="68109"/>
                </a:cubicBezTo>
                <a:cubicBezTo>
                  <a:pt x="149501" y="58280"/>
                  <a:pt x="155581" y="50376"/>
                  <a:pt x="163114" y="44397"/>
                </a:cubicBezTo>
                <a:cubicBezTo>
                  <a:pt x="169302" y="39442"/>
                  <a:pt x="175113" y="36964"/>
                  <a:pt x="180547" y="36964"/>
                </a:cubicBezTo>
                <a:cubicBezTo>
                  <a:pt x="183560" y="36964"/>
                  <a:pt x="185981" y="37839"/>
                  <a:pt x="187811" y="39589"/>
                </a:cubicBezTo>
                <a:cubicBezTo>
                  <a:pt x="189640" y="41340"/>
                  <a:pt x="190985" y="44531"/>
                  <a:pt x="191846" y="49163"/>
                </a:cubicBezTo>
                <a:lnTo>
                  <a:pt x="194751" y="39224"/>
                </a:lnTo>
                <a:lnTo>
                  <a:pt x="213879" y="38094"/>
                </a:lnTo>
                <a:moveTo>
                  <a:pt x="188053" y="53575"/>
                </a:moveTo>
                <a:cubicBezTo>
                  <a:pt x="188053" y="49221"/>
                  <a:pt x="187380" y="46078"/>
                  <a:pt x="186035" y="44144"/>
                </a:cubicBezTo>
                <a:cubicBezTo>
                  <a:pt x="185066" y="42801"/>
                  <a:pt x="183748" y="42129"/>
                  <a:pt x="182080" y="42129"/>
                </a:cubicBezTo>
                <a:cubicBezTo>
                  <a:pt x="180412" y="42129"/>
                  <a:pt x="178691" y="42935"/>
                  <a:pt x="176915" y="44548"/>
                </a:cubicBezTo>
                <a:cubicBezTo>
                  <a:pt x="173310" y="47879"/>
                  <a:pt x="169423" y="54635"/>
                  <a:pt x="165253" y="64818"/>
                </a:cubicBezTo>
                <a:cubicBezTo>
                  <a:pt x="161083" y="74999"/>
                  <a:pt x="158998" y="83797"/>
                  <a:pt x="158998" y="91212"/>
                </a:cubicBezTo>
                <a:cubicBezTo>
                  <a:pt x="158998" y="94059"/>
                  <a:pt x="159469" y="96113"/>
                  <a:pt x="160410" y="97376"/>
                </a:cubicBezTo>
                <a:cubicBezTo>
                  <a:pt x="161352" y="98639"/>
                  <a:pt x="162388" y="99270"/>
                  <a:pt x="163518" y="99270"/>
                </a:cubicBezTo>
                <a:cubicBezTo>
                  <a:pt x="165939" y="99270"/>
                  <a:pt x="168387" y="97873"/>
                  <a:pt x="170862" y="95078"/>
                </a:cubicBezTo>
                <a:cubicBezTo>
                  <a:pt x="174413" y="91103"/>
                  <a:pt x="177615" y="86242"/>
                  <a:pt x="180466" y="80493"/>
                </a:cubicBezTo>
                <a:cubicBezTo>
                  <a:pt x="185524" y="70391"/>
                  <a:pt x="188053" y="61418"/>
                  <a:pt x="188053" y="53575"/>
                </a:cubicBezTo>
                <a:close/>
                <a:moveTo>
                  <a:pt x="268491" y="0"/>
                </a:moveTo>
                <a:lnTo>
                  <a:pt x="241776" y="91361"/>
                </a:lnTo>
                <a:cubicBezTo>
                  <a:pt x="240216" y="96770"/>
                  <a:pt x="239436" y="100150"/>
                  <a:pt x="239436" y="101502"/>
                </a:cubicBezTo>
                <a:cubicBezTo>
                  <a:pt x="239436" y="102168"/>
                  <a:pt x="239665" y="102732"/>
                  <a:pt x="240122" y="103194"/>
                </a:cubicBezTo>
                <a:cubicBezTo>
                  <a:pt x="240579" y="103655"/>
                  <a:pt x="241077" y="103885"/>
                  <a:pt x="241615" y="103885"/>
                </a:cubicBezTo>
                <a:cubicBezTo>
                  <a:pt x="242583" y="103885"/>
                  <a:pt x="243498" y="103526"/>
                  <a:pt x="244359" y="102809"/>
                </a:cubicBezTo>
                <a:cubicBezTo>
                  <a:pt x="246942" y="100808"/>
                  <a:pt x="249820" y="97422"/>
                  <a:pt x="252995" y="92652"/>
                </a:cubicBezTo>
                <a:lnTo>
                  <a:pt x="256142" y="94037"/>
                </a:lnTo>
                <a:cubicBezTo>
                  <a:pt x="251031" y="101833"/>
                  <a:pt x="246000" y="107400"/>
                  <a:pt x="241050" y="110736"/>
                </a:cubicBezTo>
                <a:cubicBezTo>
                  <a:pt x="237660" y="112992"/>
                  <a:pt x="234055" y="114120"/>
                  <a:pt x="230235" y="114120"/>
                </a:cubicBezTo>
                <a:cubicBezTo>
                  <a:pt x="226684" y="114120"/>
                  <a:pt x="223859" y="113165"/>
                  <a:pt x="221761" y="111255"/>
                </a:cubicBezTo>
                <a:cubicBezTo>
                  <a:pt x="219663" y="109345"/>
                  <a:pt x="218613" y="107045"/>
                  <a:pt x="218613" y="104355"/>
                </a:cubicBezTo>
                <a:cubicBezTo>
                  <a:pt x="218613" y="102367"/>
                  <a:pt x="219259" y="99171"/>
                  <a:pt x="220550" y="94766"/>
                </a:cubicBezTo>
                <a:lnTo>
                  <a:pt x="242341" y="20479"/>
                </a:lnTo>
                <a:cubicBezTo>
                  <a:pt x="243525" y="16397"/>
                  <a:pt x="244117" y="13684"/>
                  <a:pt x="244117" y="12341"/>
                </a:cubicBezTo>
                <a:cubicBezTo>
                  <a:pt x="244117" y="11051"/>
                  <a:pt x="243552" y="10030"/>
                  <a:pt x="242422" y="9279"/>
                </a:cubicBezTo>
                <a:cubicBezTo>
                  <a:pt x="240915" y="8204"/>
                  <a:pt x="238629" y="7748"/>
                  <a:pt x="235562" y="7909"/>
                </a:cubicBezTo>
                <a:lnTo>
                  <a:pt x="236450" y="4842"/>
                </a:lnTo>
                <a:lnTo>
                  <a:pt x="263648" y="0"/>
                </a:lnTo>
                <a:lnTo>
                  <a:pt x="268491" y="0"/>
                </a:lnTo>
                <a:close/>
              </a:path>
            </a:pathLst>
          </a:custGeom>
          <a:solidFill xmlns:a="http://schemas.openxmlformats.org/drawingml/2006/main">
            <a:srgbClr val="DBDC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Out">
            <a:extLst xmlns:a="http://schemas.openxmlformats.org/drawingml/2006/main">
              <a:ext uri="{FF2B5EF4-FFF2-40B4-BE49-F238E27FC236}">
                <a16:creationId xmlns:a16="http://schemas.microsoft.com/office/drawing/2014/main" id="{F4F48179-AACD-437B-8AB7-FF0E249A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163" y="1039409"/>
            <a:ext cx="252284" cy="114282"/>
          </a:xfrm>
          <a:custGeom xmlns:a="http://schemas.openxmlformats.org/drawingml/2006/main">
            <a:pathLst>
              <a:path w="252284" h="114282">
                <a:moveTo>
                  <a:pt x="37690" y="114282"/>
                </a:moveTo>
                <a:cubicBezTo>
                  <a:pt x="28866" y="114282"/>
                  <a:pt x="21737" y="112484"/>
                  <a:pt x="16303" y="108889"/>
                </a:cubicBezTo>
                <a:cubicBezTo>
                  <a:pt x="10869" y="105294"/>
                  <a:pt x="6793" y="100386"/>
                  <a:pt x="4076" y="94163"/>
                </a:cubicBezTo>
                <a:cubicBezTo>
                  <a:pt x="1359" y="87938"/>
                  <a:pt x="0" y="81875"/>
                  <a:pt x="0" y="75973"/>
                </a:cubicBezTo>
                <a:cubicBezTo>
                  <a:pt x="0" y="64062"/>
                  <a:pt x="3417" y="52058"/>
                  <a:pt x="10250" y="39960"/>
                </a:cubicBezTo>
                <a:cubicBezTo>
                  <a:pt x="17083" y="27861"/>
                  <a:pt x="26297" y="18176"/>
                  <a:pt x="37892" y="10906"/>
                </a:cubicBezTo>
                <a:cubicBezTo>
                  <a:pt x="49487" y="3635"/>
                  <a:pt x="60934" y="0"/>
                  <a:pt x="72233" y="0"/>
                </a:cubicBezTo>
                <a:cubicBezTo>
                  <a:pt x="78851" y="0"/>
                  <a:pt x="85133" y="1664"/>
                  <a:pt x="91078" y="4991"/>
                </a:cubicBezTo>
                <a:cubicBezTo>
                  <a:pt x="97024" y="8317"/>
                  <a:pt x="101651" y="12958"/>
                  <a:pt x="104960" y="18913"/>
                </a:cubicBezTo>
                <a:cubicBezTo>
                  <a:pt x="108269" y="24869"/>
                  <a:pt x="109923" y="30878"/>
                  <a:pt x="109923" y="36941"/>
                </a:cubicBezTo>
                <a:cubicBezTo>
                  <a:pt x="109923" y="50515"/>
                  <a:pt x="105592" y="64130"/>
                  <a:pt x="96930" y="77784"/>
                </a:cubicBezTo>
                <a:cubicBezTo>
                  <a:pt x="88267" y="91439"/>
                  <a:pt x="78528" y="101325"/>
                  <a:pt x="67713" y="107442"/>
                </a:cubicBezTo>
                <a:cubicBezTo>
                  <a:pt x="59535" y="112002"/>
                  <a:pt x="49527" y="114282"/>
                  <a:pt x="37690" y="114282"/>
                </a:cubicBezTo>
                <a:moveTo>
                  <a:pt x="69570" y="6457"/>
                </a:moveTo>
                <a:cubicBezTo>
                  <a:pt x="65319" y="6457"/>
                  <a:pt x="61701" y="7222"/>
                  <a:pt x="58715" y="8754"/>
                </a:cubicBezTo>
                <a:cubicBezTo>
                  <a:pt x="55728" y="10284"/>
                  <a:pt x="52621" y="12849"/>
                  <a:pt x="49393" y="16449"/>
                </a:cubicBezTo>
                <a:cubicBezTo>
                  <a:pt x="46165" y="20047"/>
                  <a:pt x="42882" y="25191"/>
                  <a:pt x="39547" y="31879"/>
                </a:cubicBezTo>
                <a:cubicBezTo>
                  <a:pt x="36211" y="38568"/>
                  <a:pt x="33077" y="47660"/>
                  <a:pt x="30144" y="59156"/>
                </a:cubicBezTo>
                <a:cubicBezTo>
                  <a:pt x="27212" y="70652"/>
                  <a:pt x="25746" y="80241"/>
                  <a:pt x="25746" y="87923"/>
                </a:cubicBezTo>
                <a:cubicBezTo>
                  <a:pt x="25746" y="94475"/>
                  <a:pt x="27171" y="99431"/>
                  <a:pt x="30023" y="102788"/>
                </a:cubicBezTo>
                <a:cubicBezTo>
                  <a:pt x="32875" y="106146"/>
                  <a:pt x="36534" y="107825"/>
                  <a:pt x="40999" y="107825"/>
                </a:cubicBezTo>
                <a:cubicBezTo>
                  <a:pt x="46918" y="107825"/>
                  <a:pt x="51949" y="105864"/>
                  <a:pt x="56092" y="101943"/>
                </a:cubicBezTo>
                <a:cubicBezTo>
                  <a:pt x="64324" y="94154"/>
                  <a:pt x="71036" y="82725"/>
                  <a:pt x="76228" y="67658"/>
                </a:cubicBezTo>
                <a:cubicBezTo>
                  <a:pt x="81420" y="52589"/>
                  <a:pt x="84016" y="39172"/>
                  <a:pt x="84016" y="27408"/>
                </a:cubicBezTo>
                <a:cubicBezTo>
                  <a:pt x="84016" y="20048"/>
                  <a:pt x="82631" y="14716"/>
                  <a:pt x="79860" y="11413"/>
                </a:cubicBezTo>
                <a:cubicBezTo>
                  <a:pt x="77089" y="8109"/>
                  <a:pt x="73659" y="6457"/>
                  <a:pt x="69570" y="6457"/>
                </a:cubicBezTo>
                <a:close/>
                <a:moveTo>
                  <a:pt x="153461" y="36964"/>
                </a:moveTo>
                <a:lnTo>
                  <a:pt x="137804" y="91918"/>
                </a:lnTo>
                <a:cubicBezTo>
                  <a:pt x="137050" y="94450"/>
                  <a:pt x="136674" y="96201"/>
                  <a:pt x="136674" y="97172"/>
                </a:cubicBezTo>
                <a:cubicBezTo>
                  <a:pt x="136674" y="97656"/>
                  <a:pt x="136862" y="98033"/>
                  <a:pt x="137239" y="98302"/>
                </a:cubicBezTo>
                <a:cubicBezTo>
                  <a:pt x="137669" y="98732"/>
                  <a:pt x="138180" y="98947"/>
                  <a:pt x="138772" y="98947"/>
                </a:cubicBezTo>
                <a:cubicBezTo>
                  <a:pt x="141247" y="98947"/>
                  <a:pt x="144556" y="96741"/>
                  <a:pt x="148699" y="92329"/>
                </a:cubicBezTo>
                <a:cubicBezTo>
                  <a:pt x="154618" y="85926"/>
                  <a:pt x="160832" y="76726"/>
                  <a:pt x="167342" y="64727"/>
                </a:cubicBezTo>
                <a:lnTo>
                  <a:pt x="174687" y="40031"/>
                </a:lnTo>
                <a:lnTo>
                  <a:pt x="195106" y="39224"/>
                </a:lnTo>
                <a:lnTo>
                  <a:pt x="179610" y="92955"/>
                </a:lnTo>
                <a:cubicBezTo>
                  <a:pt x="178319" y="97515"/>
                  <a:pt x="177673" y="100120"/>
                  <a:pt x="177673" y="100771"/>
                </a:cubicBezTo>
                <a:cubicBezTo>
                  <a:pt x="177673" y="101188"/>
                  <a:pt x="177875" y="101617"/>
                  <a:pt x="178278" y="102059"/>
                </a:cubicBezTo>
                <a:cubicBezTo>
                  <a:pt x="178682" y="102502"/>
                  <a:pt x="179099" y="102723"/>
                  <a:pt x="179529" y="102723"/>
                </a:cubicBezTo>
                <a:cubicBezTo>
                  <a:pt x="180283" y="102723"/>
                  <a:pt x="181009" y="102411"/>
                  <a:pt x="181708" y="101787"/>
                </a:cubicBezTo>
                <a:cubicBezTo>
                  <a:pt x="183645" y="100277"/>
                  <a:pt x="186201" y="97232"/>
                  <a:pt x="189376" y="92652"/>
                </a:cubicBezTo>
                <a:lnTo>
                  <a:pt x="192120" y="94526"/>
                </a:lnTo>
                <a:cubicBezTo>
                  <a:pt x="184641" y="107589"/>
                  <a:pt x="176409" y="114120"/>
                  <a:pt x="167423" y="114120"/>
                </a:cubicBezTo>
                <a:cubicBezTo>
                  <a:pt x="164087" y="114120"/>
                  <a:pt x="161464" y="113273"/>
                  <a:pt x="159554" y="111578"/>
                </a:cubicBezTo>
                <a:cubicBezTo>
                  <a:pt x="157644" y="109883"/>
                  <a:pt x="156689" y="107664"/>
                  <a:pt x="156689" y="104920"/>
                </a:cubicBezTo>
                <a:cubicBezTo>
                  <a:pt x="156689" y="102011"/>
                  <a:pt x="157362" y="98320"/>
                  <a:pt x="158707" y="93847"/>
                </a:cubicBezTo>
                <a:lnTo>
                  <a:pt x="162661" y="80188"/>
                </a:lnTo>
                <a:cubicBezTo>
                  <a:pt x="155667" y="90367"/>
                  <a:pt x="150582" y="97234"/>
                  <a:pt x="147408" y="100788"/>
                </a:cubicBezTo>
                <a:cubicBezTo>
                  <a:pt x="142565" y="106122"/>
                  <a:pt x="138490" y="109677"/>
                  <a:pt x="135181" y="111454"/>
                </a:cubicBezTo>
                <a:cubicBezTo>
                  <a:pt x="131872" y="113232"/>
                  <a:pt x="128711" y="114120"/>
                  <a:pt x="125697" y="114120"/>
                </a:cubicBezTo>
                <a:cubicBezTo>
                  <a:pt x="122846" y="114120"/>
                  <a:pt x="120384" y="113071"/>
                  <a:pt x="118313" y="110973"/>
                </a:cubicBezTo>
                <a:cubicBezTo>
                  <a:pt x="116241" y="108874"/>
                  <a:pt x="115205" y="106211"/>
                  <a:pt x="115205" y="102983"/>
                </a:cubicBezTo>
                <a:cubicBezTo>
                  <a:pt x="115205" y="100239"/>
                  <a:pt x="115878" y="96553"/>
                  <a:pt x="117223" y="91926"/>
                </a:cubicBezTo>
                <a:lnTo>
                  <a:pt x="126343" y="59643"/>
                </a:lnTo>
                <a:cubicBezTo>
                  <a:pt x="127850" y="54370"/>
                  <a:pt x="128603" y="50819"/>
                  <a:pt x="128603" y="48989"/>
                </a:cubicBezTo>
                <a:cubicBezTo>
                  <a:pt x="128603" y="48182"/>
                  <a:pt x="128388" y="47469"/>
                  <a:pt x="127957" y="46851"/>
                </a:cubicBezTo>
                <a:cubicBezTo>
                  <a:pt x="127527" y="46232"/>
                  <a:pt x="126814" y="45748"/>
                  <a:pt x="125819" y="45398"/>
                </a:cubicBezTo>
                <a:cubicBezTo>
                  <a:pt x="124823" y="45048"/>
                  <a:pt x="122980" y="44873"/>
                  <a:pt x="120290" y="44873"/>
                </a:cubicBezTo>
                <a:lnTo>
                  <a:pt x="121097" y="41806"/>
                </a:lnTo>
                <a:lnTo>
                  <a:pt x="148618" y="36964"/>
                </a:lnTo>
                <a:lnTo>
                  <a:pt x="153461" y="36964"/>
                </a:lnTo>
                <a:close/>
                <a:moveTo>
                  <a:pt x="248168" y="17271"/>
                </a:moveTo>
                <a:lnTo>
                  <a:pt x="241711" y="39224"/>
                </a:lnTo>
                <a:lnTo>
                  <a:pt x="252284" y="39224"/>
                </a:lnTo>
                <a:lnTo>
                  <a:pt x="249459" y="48586"/>
                </a:lnTo>
                <a:lnTo>
                  <a:pt x="239048" y="48586"/>
                </a:lnTo>
                <a:lnTo>
                  <a:pt x="225570" y="95386"/>
                </a:lnTo>
                <a:cubicBezTo>
                  <a:pt x="224709" y="98291"/>
                  <a:pt x="224278" y="100497"/>
                  <a:pt x="224278" y="102004"/>
                </a:cubicBezTo>
                <a:cubicBezTo>
                  <a:pt x="224278" y="102707"/>
                  <a:pt x="224520" y="103315"/>
                  <a:pt x="225005" y="103827"/>
                </a:cubicBezTo>
                <a:cubicBezTo>
                  <a:pt x="225489" y="104340"/>
                  <a:pt x="226027" y="104597"/>
                  <a:pt x="226619" y="104597"/>
                </a:cubicBezTo>
                <a:cubicBezTo>
                  <a:pt x="227534" y="104597"/>
                  <a:pt x="228475" y="104220"/>
                  <a:pt x="229444" y="103467"/>
                </a:cubicBezTo>
                <a:cubicBezTo>
                  <a:pt x="231919" y="101584"/>
                  <a:pt x="234797" y="98302"/>
                  <a:pt x="238079" y="93621"/>
                </a:cubicBezTo>
                <a:lnTo>
                  <a:pt x="240904" y="95396"/>
                </a:lnTo>
                <a:cubicBezTo>
                  <a:pt x="237192" y="101853"/>
                  <a:pt x="233102" y="106587"/>
                  <a:pt x="228637" y="109601"/>
                </a:cubicBezTo>
                <a:cubicBezTo>
                  <a:pt x="224171" y="112614"/>
                  <a:pt x="219786" y="114120"/>
                  <a:pt x="215481" y="114120"/>
                </a:cubicBezTo>
                <a:cubicBezTo>
                  <a:pt x="211823" y="114120"/>
                  <a:pt x="208984" y="113192"/>
                  <a:pt x="206967" y="111336"/>
                </a:cubicBezTo>
                <a:cubicBezTo>
                  <a:pt x="204949" y="109479"/>
                  <a:pt x="203940" y="107126"/>
                  <a:pt x="203940" y="104274"/>
                </a:cubicBezTo>
                <a:cubicBezTo>
                  <a:pt x="203940" y="101153"/>
                  <a:pt x="204640" y="97145"/>
                  <a:pt x="206039" y="92248"/>
                </a:cubicBezTo>
                <a:lnTo>
                  <a:pt x="218790" y="48586"/>
                </a:lnTo>
                <a:lnTo>
                  <a:pt x="207814" y="48586"/>
                </a:lnTo>
                <a:lnTo>
                  <a:pt x="209428" y="42598"/>
                </a:lnTo>
                <a:cubicBezTo>
                  <a:pt x="216315" y="40063"/>
                  <a:pt x="222126" y="37096"/>
                  <a:pt x="226861" y="33698"/>
                </a:cubicBezTo>
                <a:cubicBezTo>
                  <a:pt x="231596" y="30300"/>
                  <a:pt x="237299" y="24824"/>
                  <a:pt x="243971" y="17271"/>
                </a:cubicBezTo>
                <a:lnTo>
                  <a:pt x="248168" y="17271"/>
                </a:lnTo>
                <a:close/>
              </a:path>
            </a:pathLst>
          </a:custGeom>
          <a:solidFill xmlns:a="http://schemas.openxmlformats.org/drawingml/2006/main">
            <a:srgbClr val="DBDC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put">
            <a:extLst xmlns:a="http://schemas.openxmlformats.org/drawingml/2006/main">
              <a:ext uri="{FF2B5EF4-FFF2-40B4-BE49-F238E27FC236}">
                <a16:creationId xmlns:a16="http://schemas.microsoft.com/office/drawing/2014/main" id="{4B9AE2F4-2079-42F2-BB74-146A6CCF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557" y="1056680"/>
            <a:ext cx="244393" cy="129939"/>
          </a:xfrm>
          <a:custGeom xmlns:a="http://schemas.openxmlformats.org/drawingml/2006/main">
            <a:pathLst>
              <a:path w="244393" h="129939">
                <a:moveTo>
                  <a:pt x="30185" y="24212"/>
                </a:moveTo>
                <a:lnTo>
                  <a:pt x="56899" y="19693"/>
                </a:lnTo>
                <a:lnTo>
                  <a:pt x="61741" y="19693"/>
                </a:lnTo>
                <a:lnTo>
                  <a:pt x="58109" y="32883"/>
                </a:lnTo>
                <a:cubicBezTo>
                  <a:pt x="63759" y="27704"/>
                  <a:pt x="68386" y="24211"/>
                  <a:pt x="71991" y="22404"/>
                </a:cubicBezTo>
                <a:cubicBezTo>
                  <a:pt x="75596" y="20596"/>
                  <a:pt x="79174" y="19693"/>
                  <a:pt x="82725" y="19693"/>
                </a:cubicBezTo>
                <a:cubicBezTo>
                  <a:pt x="87783" y="19693"/>
                  <a:pt x="91684" y="21646"/>
                  <a:pt x="94428" y="25551"/>
                </a:cubicBezTo>
                <a:cubicBezTo>
                  <a:pt x="97172" y="29456"/>
                  <a:pt x="98544" y="34235"/>
                  <a:pt x="98544" y="39890"/>
                </a:cubicBezTo>
                <a:cubicBezTo>
                  <a:pt x="98544" y="55348"/>
                  <a:pt x="93190" y="69056"/>
                  <a:pt x="82483" y="81013"/>
                </a:cubicBezTo>
                <a:cubicBezTo>
                  <a:pt x="73013" y="91570"/>
                  <a:pt x="62683" y="96849"/>
                  <a:pt x="51491" y="96849"/>
                </a:cubicBezTo>
                <a:cubicBezTo>
                  <a:pt x="49500" y="96849"/>
                  <a:pt x="47806" y="96660"/>
                  <a:pt x="46407" y="96281"/>
                </a:cubicBezTo>
                <a:cubicBezTo>
                  <a:pt x="45008" y="95905"/>
                  <a:pt x="43044" y="95069"/>
                  <a:pt x="40515" y="93774"/>
                </a:cubicBezTo>
                <a:lnTo>
                  <a:pt x="36318" y="108269"/>
                </a:lnTo>
                <a:cubicBezTo>
                  <a:pt x="34812" y="113530"/>
                  <a:pt x="34058" y="117530"/>
                  <a:pt x="34058" y="120269"/>
                </a:cubicBezTo>
                <a:cubicBezTo>
                  <a:pt x="34058" y="121987"/>
                  <a:pt x="34650" y="123343"/>
                  <a:pt x="35834" y="124335"/>
                </a:cubicBezTo>
                <a:cubicBezTo>
                  <a:pt x="37018" y="125328"/>
                  <a:pt x="39789" y="126174"/>
                  <a:pt x="44147" y="126872"/>
                </a:cubicBezTo>
                <a:lnTo>
                  <a:pt x="43421" y="129939"/>
                </a:lnTo>
                <a:lnTo>
                  <a:pt x="0" y="129939"/>
                </a:lnTo>
                <a:lnTo>
                  <a:pt x="807" y="126872"/>
                </a:lnTo>
                <a:cubicBezTo>
                  <a:pt x="4251" y="126764"/>
                  <a:pt x="7116" y="125666"/>
                  <a:pt x="9402" y="123578"/>
                </a:cubicBezTo>
                <a:cubicBezTo>
                  <a:pt x="11689" y="121490"/>
                  <a:pt x="13828" y="116992"/>
                  <a:pt x="15819" y="110085"/>
                </a:cubicBezTo>
                <a:lnTo>
                  <a:pt x="35511" y="42210"/>
                </a:lnTo>
                <a:cubicBezTo>
                  <a:pt x="36964" y="37152"/>
                  <a:pt x="37690" y="33574"/>
                  <a:pt x="37690" y="31476"/>
                </a:cubicBezTo>
                <a:cubicBezTo>
                  <a:pt x="37690" y="30561"/>
                  <a:pt x="37475" y="29794"/>
                  <a:pt x="37045" y="29176"/>
                </a:cubicBezTo>
                <a:cubicBezTo>
                  <a:pt x="36614" y="28557"/>
                  <a:pt x="35969" y="28113"/>
                  <a:pt x="35108" y="27844"/>
                </a:cubicBezTo>
                <a:cubicBezTo>
                  <a:pt x="34247" y="27575"/>
                  <a:pt x="32310" y="27440"/>
                  <a:pt x="29297" y="27440"/>
                </a:cubicBezTo>
                <a:lnTo>
                  <a:pt x="30185" y="24212"/>
                </a:lnTo>
                <a:moveTo>
                  <a:pt x="42775" y="86150"/>
                </a:moveTo>
                <a:cubicBezTo>
                  <a:pt x="44389" y="88805"/>
                  <a:pt x="45842" y="90580"/>
                  <a:pt x="47133" y="91474"/>
                </a:cubicBezTo>
                <a:cubicBezTo>
                  <a:pt x="48424" y="92367"/>
                  <a:pt x="49931" y="92813"/>
                  <a:pt x="51653" y="92813"/>
                </a:cubicBezTo>
                <a:cubicBezTo>
                  <a:pt x="53374" y="92813"/>
                  <a:pt x="55056" y="92343"/>
                  <a:pt x="56697" y="91404"/>
                </a:cubicBezTo>
                <a:cubicBezTo>
                  <a:pt x="58338" y="90462"/>
                  <a:pt x="60369" y="88568"/>
                  <a:pt x="62790" y="85721"/>
                </a:cubicBezTo>
                <a:cubicBezTo>
                  <a:pt x="65212" y="82873"/>
                  <a:pt x="67539" y="79219"/>
                  <a:pt x="69771" y="74760"/>
                </a:cubicBezTo>
                <a:cubicBezTo>
                  <a:pt x="72004" y="70299"/>
                  <a:pt x="73793" y="65235"/>
                  <a:pt x="75139" y="59567"/>
                </a:cubicBezTo>
                <a:cubicBezTo>
                  <a:pt x="76484" y="53897"/>
                  <a:pt x="77156" y="48483"/>
                  <a:pt x="77156" y="43325"/>
                </a:cubicBezTo>
                <a:cubicBezTo>
                  <a:pt x="77156" y="39187"/>
                  <a:pt x="76416" y="36178"/>
                  <a:pt x="74937" y="34298"/>
                </a:cubicBezTo>
                <a:cubicBezTo>
                  <a:pt x="73457" y="32417"/>
                  <a:pt x="71668" y="31476"/>
                  <a:pt x="69570" y="31476"/>
                </a:cubicBezTo>
                <a:cubicBezTo>
                  <a:pt x="67687" y="31476"/>
                  <a:pt x="65911" y="31959"/>
                  <a:pt x="64243" y="32926"/>
                </a:cubicBezTo>
                <a:cubicBezTo>
                  <a:pt x="61822" y="34323"/>
                  <a:pt x="58970" y="36932"/>
                  <a:pt x="55688" y="40752"/>
                </a:cubicBezTo>
                <a:lnTo>
                  <a:pt x="42775" y="86150"/>
                </a:lnTo>
                <a:close/>
                <a:moveTo>
                  <a:pt x="145569" y="19693"/>
                </a:moveTo>
                <a:lnTo>
                  <a:pt x="129912" y="74647"/>
                </a:lnTo>
                <a:cubicBezTo>
                  <a:pt x="129159" y="77179"/>
                  <a:pt x="128782" y="78930"/>
                  <a:pt x="128782" y="79900"/>
                </a:cubicBezTo>
                <a:cubicBezTo>
                  <a:pt x="128782" y="80385"/>
                  <a:pt x="128971" y="80761"/>
                  <a:pt x="129347" y="81030"/>
                </a:cubicBezTo>
                <a:cubicBezTo>
                  <a:pt x="129778" y="81461"/>
                  <a:pt x="130289" y="81676"/>
                  <a:pt x="130881" y="81676"/>
                </a:cubicBezTo>
                <a:cubicBezTo>
                  <a:pt x="133356" y="81676"/>
                  <a:pt x="136665" y="79470"/>
                  <a:pt x="140808" y="75058"/>
                </a:cubicBezTo>
                <a:cubicBezTo>
                  <a:pt x="146726" y="68655"/>
                  <a:pt x="152941" y="59454"/>
                  <a:pt x="159451" y="47456"/>
                </a:cubicBezTo>
                <a:lnTo>
                  <a:pt x="166795" y="22759"/>
                </a:lnTo>
                <a:lnTo>
                  <a:pt x="187214" y="21952"/>
                </a:lnTo>
                <a:lnTo>
                  <a:pt x="171719" y="75683"/>
                </a:lnTo>
                <a:cubicBezTo>
                  <a:pt x="170427" y="80243"/>
                  <a:pt x="169782" y="82849"/>
                  <a:pt x="169782" y="83499"/>
                </a:cubicBezTo>
                <a:cubicBezTo>
                  <a:pt x="169782" y="83916"/>
                  <a:pt x="169983" y="84346"/>
                  <a:pt x="170387" y="84788"/>
                </a:cubicBezTo>
                <a:cubicBezTo>
                  <a:pt x="170790" y="85230"/>
                  <a:pt x="171207" y="85451"/>
                  <a:pt x="171638" y="85451"/>
                </a:cubicBezTo>
                <a:cubicBezTo>
                  <a:pt x="172391" y="85451"/>
                  <a:pt x="173118" y="85140"/>
                  <a:pt x="173817" y="84516"/>
                </a:cubicBezTo>
                <a:cubicBezTo>
                  <a:pt x="175754" y="83006"/>
                  <a:pt x="178310" y="79961"/>
                  <a:pt x="181484" y="75381"/>
                </a:cubicBezTo>
                <a:lnTo>
                  <a:pt x="184228" y="77255"/>
                </a:lnTo>
                <a:cubicBezTo>
                  <a:pt x="176749" y="90317"/>
                  <a:pt x="168517" y="96849"/>
                  <a:pt x="159532" y="96849"/>
                </a:cubicBezTo>
                <a:cubicBezTo>
                  <a:pt x="156196" y="96849"/>
                  <a:pt x="153573" y="96001"/>
                  <a:pt x="151663" y="94307"/>
                </a:cubicBezTo>
                <a:cubicBezTo>
                  <a:pt x="149753" y="92612"/>
                  <a:pt x="148798" y="90392"/>
                  <a:pt x="148798" y="87648"/>
                </a:cubicBezTo>
                <a:cubicBezTo>
                  <a:pt x="148798" y="84739"/>
                  <a:pt x="149470" y="81049"/>
                  <a:pt x="150815" y="76576"/>
                </a:cubicBezTo>
                <a:lnTo>
                  <a:pt x="154770" y="62916"/>
                </a:lnTo>
                <a:cubicBezTo>
                  <a:pt x="147775" y="73096"/>
                  <a:pt x="142691" y="79962"/>
                  <a:pt x="139516" y="83517"/>
                </a:cubicBezTo>
                <a:cubicBezTo>
                  <a:pt x="134674" y="88850"/>
                  <a:pt x="130598" y="92406"/>
                  <a:pt x="127289" y="94183"/>
                </a:cubicBezTo>
                <a:cubicBezTo>
                  <a:pt x="123980" y="95960"/>
                  <a:pt x="120819" y="96849"/>
                  <a:pt x="117806" y="96849"/>
                </a:cubicBezTo>
                <a:cubicBezTo>
                  <a:pt x="114954" y="96849"/>
                  <a:pt x="112493" y="95800"/>
                  <a:pt x="110421" y="93701"/>
                </a:cubicBezTo>
                <a:cubicBezTo>
                  <a:pt x="108350" y="91603"/>
                  <a:pt x="107314" y="88939"/>
                  <a:pt x="107314" y="85711"/>
                </a:cubicBezTo>
                <a:cubicBezTo>
                  <a:pt x="107314" y="82967"/>
                  <a:pt x="107987" y="79282"/>
                  <a:pt x="109332" y="74654"/>
                </a:cubicBezTo>
                <a:lnTo>
                  <a:pt x="118452" y="42371"/>
                </a:lnTo>
                <a:cubicBezTo>
                  <a:pt x="119958" y="37098"/>
                  <a:pt x="120712" y="33547"/>
                  <a:pt x="120712" y="31718"/>
                </a:cubicBezTo>
                <a:cubicBezTo>
                  <a:pt x="120712" y="30911"/>
                  <a:pt x="120496" y="30198"/>
                  <a:pt x="120066" y="29579"/>
                </a:cubicBezTo>
                <a:cubicBezTo>
                  <a:pt x="119635" y="28960"/>
                  <a:pt x="118923" y="28476"/>
                  <a:pt x="117927" y="28127"/>
                </a:cubicBezTo>
                <a:cubicBezTo>
                  <a:pt x="116932" y="27777"/>
                  <a:pt x="115089" y="27602"/>
                  <a:pt x="112399" y="27602"/>
                </a:cubicBezTo>
                <a:lnTo>
                  <a:pt x="113206" y="24535"/>
                </a:lnTo>
                <a:lnTo>
                  <a:pt x="140727" y="19693"/>
                </a:lnTo>
                <a:lnTo>
                  <a:pt x="145569" y="19693"/>
                </a:lnTo>
                <a:close/>
                <a:moveTo>
                  <a:pt x="240277" y="0"/>
                </a:moveTo>
                <a:lnTo>
                  <a:pt x="233820" y="21952"/>
                </a:lnTo>
                <a:lnTo>
                  <a:pt x="244393" y="21952"/>
                </a:lnTo>
                <a:lnTo>
                  <a:pt x="241568" y="31314"/>
                </a:lnTo>
                <a:lnTo>
                  <a:pt x="231157" y="31314"/>
                </a:lnTo>
                <a:lnTo>
                  <a:pt x="217679" y="78115"/>
                </a:lnTo>
                <a:cubicBezTo>
                  <a:pt x="216818" y="81020"/>
                  <a:pt x="216387" y="83226"/>
                  <a:pt x="216387" y="84733"/>
                </a:cubicBezTo>
                <a:cubicBezTo>
                  <a:pt x="216387" y="85435"/>
                  <a:pt x="216629" y="86043"/>
                  <a:pt x="217114" y="86556"/>
                </a:cubicBezTo>
                <a:cubicBezTo>
                  <a:pt x="217598" y="87069"/>
                  <a:pt x="218136" y="87325"/>
                  <a:pt x="218728" y="87325"/>
                </a:cubicBezTo>
                <a:cubicBezTo>
                  <a:pt x="219642" y="87325"/>
                  <a:pt x="220584" y="86949"/>
                  <a:pt x="221553" y="86195"/>
                </a:cubicBezTo>
                <a:cubicBezTo>
                  <a:pt x="224028" y="84312"/>
                  <a:pt x="226906" y="81030"/>
                  <a:pt x="230188" y="76349"/>
                </a:cubicBezTo>
                <a:lnTo>
                  <a:pt x="233013" y="78125"/>
                </a:lnTo>
                <a:cubicBezTo>
                  <a:pt x="229300" y="84581"/>
                  <a:pt x="225211" y="89316"/>
                  <a:pt x="220745" y="92329"/>
                </a:cubicBezTo>
                <a:cubicBezTo>
                  <a:pt x="216280" y="95342"/>
                  <a:pt x="211895" y="96849"/>
                  <a:pt x="207590" y="96849"/>
                </a:cubicBezTo>
                <a:cubicBezTo>
                  <a:pt x="203931" y="96849"/>
                  <a:pt x="201093" y="95921"/>
                  <a:pt x="199076" y="94064"/>
                </a:cubicBezTo>
                <a:cubicBezTo>
                  <a:pt x="197058" y="92208"/>
                  <a:pt x="196049" y="89854"/>
                  <a:pt x="196049" y="87003"/>
                </a:cubicBezTo>
                <a:cubicBezTo>
                  <a:pt x="196049" y="83882"/>
                  <a:pt x="196748" y="79873"/>
                  <a:pt x="198147" y="74977"/>
                </a:cubicBezTo>
                <a:lnTo>
                  <a:pt x="210899" y="31314"/>
                </a:lnTo>
                <a:lnTo>
                  <a:pt x="199923" y="31314"/>
                </a:lnTo>
                <a:lnTo>
                  <a:pt x="201537" y="25327"/>
                </a:lnTo>
                <a:cubicBezTo>
                  <a:pt x="208424" y="22791"/>
                  <a:pt x="214235" y="19825"/>
                  <a:pt x="218970" y="16426"/>
                </a:cubicBezTo>
                <a:cubicBezTo>
                  <a:pt x="223705" y="13028"/>
                  <a:pt x="229408" y="7553"/>
                  <a:pt x="236080" y="0"/>
                </a:cubicBezTo>
                <a:lnTo>
                  <a:pt x="240277" y="0"/>
                </a:lnTo>
                <a:close/>
              </a:path>
            </a:pathLst>
          </a:custGeom>
          <a:solidFill xmlns:a="http://schemas.openxmlformats.org/drawingml/2006/main">
            <a:srgbClr val="DBDC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EDA0E-A660-421A-8FC9-013DFE03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583" y="3604017"/>
            <a:ext cx="2820802" cy="212449"/>
          </a:xfrm>
          <a:custGeom xmlns:a="http://schemas.openxmlformats.org/drawingml/2006/main">
            <a:pathLst>
              <a:path w="2820802" h="212449">
                <a:moveTo>
                  <a:pt x="0" y="212449"/>
                </a:moveTo>
                <a:lnTo>
                  <a:pt x="0" y="0"/>
                </a:lnTo>
                <a:lnTo>
                  <a:pt x="2820802" y="0"/>
                </a:lnTo>
                <a:lnTo>
                  <a:pt x="2820802" y="212449"/>
                </a:lnTo>
                <a:lnTo>
                  <a:pt x="0" y="212449"/>
                </a:lnTo>
                <a:close/>
              </a:path>
            </a:pathLst>
          </a:custGeom>
          <a:solidFill xmlns:a="http://schemas.openxmlformats.org/drawingml/2006/main">
            <a:srgbClr val="693E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Bi">
            <a:extLst xmlns:a="http://schemas.openxmlformats.org/drawingml/2006/main">
              <a:ext uri="{FF2B5EF4-FFF2-40B4-BE49-F238E27FC236}">
                <a16:creationId xmlns:a16="http://schemas.microsoft.com/office/drawing/2014/main" id="{4B86E377-CC40-4A2C-8F4B-3902CE79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143" y="3648077"/>
            <a:ext cx="182858" cy="127746"/>
          </a:xfrm>
          <a:custGeom xmlns:a="http://schemas.openxmlformats.org/drawingml/2006/main">
            <a:pathLst>
              <a:path w="182858" h="127746">
                <a:moveTo>
                  <a:pt x="33337" y="2710"/>
                </a:moveTo>
                <a:lnTo>
                  <a:pt x="81761" y="2710"/>
                </a:lnTo>
                <a:cubicBezTo>
                  <a:pt x="92542" y="2710"/>
                  <a:pt x="100252" y="3282"/>
                  <a:pt x="104889" y="4424"/>
                </a:cubicBezTo>
                <a:cubicBezTo>
                  <a:pt x="110973" y="5870"/>
                  <a:pt x="115686" y="8683"/>
                  <a:pt x="119028" y="12866"/>
                </a:cubicBezTo>
                <a:cubicBezTo>
                  <a:pt x="122371" y="17048"/>
                  <a:pt x="124042" y="21786"/>
                  <a:pt x="124042" y="27081"/>
                </a:cubicBezTo>
                <a:cubicBezTo>
                  <a:pt x="124042" y="31413"/>
                  <a:pt x="122717" y="35836"/>
                  <a:pt x="120067" y="40350"/>
                </a:cubicBezTo>
                <a:cubicBezTo>
                  <a:pt x="117417" y="44861"/>
                  <a:pt x="113457" y="48577"/>
                  <a:pt x="108187" y="51496"/>
                </a:cubicBezTo>
                <a:cubicBezTo>
                  <a:pt x="102917" y="54413"/>
                  <a:pt x="94831" y="57106"/>
                  <a:pt x="83930" y="59573"/>
                </a:cubicBezTo>
                <a:cubicBezTo>
                  <a:pt x="95253" y="62767"/>
                  <a:pt x="103113" y="66867"/>
                  <a:pt x="107509" y="71871"/>
                </a:cubicBezTo>
                <a:cubicBezTo>
                  <a:pt x="111906" y="76874"/>
                  <a:pt x="114105" y="82691"/>
                  <a:pt x="114105" y="89322"/>
                </a:cubicBezTo>
                <a:cubicBezTo>
                  <a:pt x="114105" y="95529"/>
                  <a:pt x="111936" y="101662"/>
                  <a:pt x="107600" y="107721"/>
                </a:cubicBezTo>
                <a:cubicBezTo>
                  <a:pt x="103263" y="113780"/>
                  <a:pt x="97511" y="118210"/>
                  <a:pt x="90344" y="121013"/>
                </a:cubicBezTo>
                <a:cubicBezTo>
                  <a:pt x="83177" y="123816"/>
                  <a:pt x="70047" y="125217"/>
                  <a:pt x="50954" y="125217"/>
                </a:cubicBezTo>
                <a:lnTo>
                  <a:pt x="0" y="125217"/>
                </a:lnTo>
                <a:lnTo>
                  <a:pt x="1174" y="121964"/>
                </a:lnTo>
                <a:cubicBezTo>
                  <a:pt x="6113" y="121964"/>
                  <a:pt x="9652" y="121513"/>
                  <a:pt x="11790" y="120609"/>
                </a:cubicBezTo>
                <a:cubicBezTo>
                  <a:pt x="13928" y="119704"/>
                  <a:pt x="15645" y="118302"/>
                  <a:pt x="16940" y="116403"/>
                </a:cubicBezTo>
                <a:cubicBezTo>
                  <a:pt x="18234" y="114502"/>
                  <a:pt x="19755" y="110536"/>
                  <a:pt x="21502" y="104505"/>
                </a:cubicBezTo>
                <a:lnTo>
                  <a:pt x="43365" y="29212"/>
                </a:lnTo>
                <a:cubicBezTo>
                  <a:pt x="45594" y="21493"/>
                  <a:pt x="46708" y="16327"/>
                  <a:pt x="46708" y="13713"/>
                </a:cubicBezTo>
                <a:cubicBezTo>
                  <a:pt x="46708" y="11586"/>
                  <a:pt x="45819" y="9823"/>
                  <a:pt x="44043" y="8425"/>
                </a:cubicBezTo>
                <a:cubicBezTo>
                  <a:pt x="42266" y="7026"/>
                  <a:pt x="38396" y="6206"/>
                  <a:pt x="32434" y="5963"/>
                </a:cubicBezTo>
                <a:lnTo>
                  <a:pt x="33337" y="2710"/>
                </a:lnTo>
                <a:moveTo>
                  <a:pt x="61073" y="56736"/>
                </a:moveTo>
                <a:cubicBezTo>
                  <a:pt x="69264" y="56616"/>
                  <a:pt x="75723" y="55330"/>
                  <a:pt x="80451" y="52879"/>
                </a:cubicBezTo>
                <a:cubicBezTo>
                  <a:pt x="85179" y="50429"/>
                  <a:pt x="88974" y="46410"/>
                  <a:pt x="91835" y="40821"/>
                </a:cubicBezTo>
                <a:cubicBezTo>
                  <a:pt x="94696" y="35231"/>
                  <a:pt x="96126" y="29956"/>
                  <a:pt x="96126" y="24994"/>
                </a:cubicBezTo>
                <a:cubicBezTo>
                  <a:pt x="96126" y="20332"/>
                  <a:pt x="94650" y="16537"/>
                  <a:pt x="91699" y="13608"/>
                </a:cubicBezTo>
                <a:cubicBezTo>
                  <a:pt x="88748" y="10679"/>
                  <a:pt x="84803" y="9275"/>
                  <a:pt x="79864" y="9396"/>
                </a:cubicBezTo>
                <a:lnTo>
                  <a:pt x="74895" y="9576"/>
                </a:lnTo>
                <a:lnTo>
                  <a:pt x="61073" y="56736"/>
                </a:lnTo>
                <a:moveTo>
                  <a:pt x="58904" y="63602"/>
                </a:moveTo>
                <a:lnTo>
                  <a:pt x="43275" y="118170"/>
                </a:lnTo>
                <a:cubicBezTo>
                  <a:pt x="46286" y="118290"/>
                  <a:pt x="48545" y="118351"/>
                  <a:pt x="50051" y="118351"/>
                </a:cubicBezTo>
                <a:cubicBezTo>
                  <a:pt x="63482" y="118351"/>
                  <a:pt x="72817" y="114596"/>
                  <a:pt x="78057" y="107086"/>
                </a:cubicBezTo>
                <a:cubicBezTo>
                  <a:pt x="83297" y="99574"/>
                  <a:pt x="85917" y="91534"/>
                  <a:pt x="85917" y="82967"/>
                </a:cubicBezTo>
                <a:cubicBezTo>
                  <a:pt x="85917" y="78866"/>
                  <a:pt x="84908" y="75231"/>
                  <a:pt x="82891" y="72063"/>
                </a:cubicBezTo>
                <a:cubicBezTo>
                  <a:pt x="80873" y="68896"/>
                  <a:pt x="78268" y="66694"/>
                  <a:pt x="75076" y="65457"/>
                </a:cubicBezTo>
                <a:cubicBezTo>
                  <a:pt x="71884" y="64220"/>
                  <a:pt x="66493" y="63602"/>
                  <a:pt x="58904" y="63602"/>
                </a:cubicBezTo>
                <a:close/>
                <a:moveTo>
                  <a:pt x="169577" y="0"/>
                </a:moveTo>
                <a:cubicBezTo>
                  <a:pt x="173311" y="0"/>
                  <a:pt x="176458" y="1304"/>
                  <a:pt x="179018" y="3913"/>
                </a:cubicBezTo>
                <a:cubicBezTo>
                  <a:pt x="181578" y="6520"/>
                  <a:pt x="182858" y="9672"/>
                  <a:pt x="182858" y="13371"/>
                </a:cubicBezTo>
                <a:cubicBezTo>
                  <a:pt x="182858" y="17069"/>
                  <a:pt x="181563" y="20223"/>
                  <a:pt x="178973" y="22832"/>
                </a:cubicBezTo>
                <a:cubicBezTo>
                  <a:pt x="176383" y="25438"/>
                  <a:pt x="173251" y="26742"/>
                  <a:pt x="169577" y="26742"/>
                </a:cubicBezTo>
                <a:cubicBezTo>
                  <a:pt x="165963" y="26742"/>
                  <a:pt x="162862" y="25438"/>
                  <a:pt x="160272" y="22832"/>
                </a:cubicBezTo>
                <a:cubicBezTo>
                  <a:pt x="157682" y="20223"/>
                  <a:pt x="156387" y="17069"/>
                  <a:pt x="156387" y="13371"/>
                </a:cubicBezTo>
                <a:cubicBezTo>
                  <a:pt x="156387" y="9672"/>
                  <a:pt x="157667" y="6520"/>
                  <a:pt x="160227" y="3913"/>
                </a:cubicBezTo>
                <a:cubicBezTo>
                  <a:pt x="162786" y="1304"/>
                  <a:pt x="165903" y="0"/>
                  <a:pt x="169577" y="0"/>
                </a:cubicBezTo>
                <a:moveTo>
                  <a:pt x="175179" y="41378"/>
                </a:moveTo>
                <a:lnTo>
                  <a:pt x="156658" y="105175"/>
                </a:lnTo>
                <a:cubicBezTo>
                  <a:pt x="155634" y="108824"/>
                  <a:pt x="155122" y="111217"/>
                  <a:pt x="155122" y="112354"/>
                </a:cubicBezTo>
                <a:cubicBezTo>
                  <a:pt x="155122" y="113043"/>
                  <a:pt x="155393" y="113685"/>
                  <a:pt x="155935" y="114280"/>
                </a:cubicBezTo>
                <a:cubicBezTo>
                  <a:pt x="156477" y="114872"/>
                  <a:pt x="157050" y="115169"/>
                  <a:pt x="157652" y="115169"/>
                </a:cubicBezTo>
                <a:cubicBezTo>
                  <a:pt x="158676" y="115169"/>
                  <a:pt x="159700" y="114699"/>
                  <a:pt x="160724" y="113760"/>
                </a:cubicBezTo>
                <a:cubicBezTo>
                  <a:pt x="163434" y="111445"/>
                  <a:pt x="166686" y="107253"/>
                  <a:pt x="170481" y="101185"/>
                </a:cubicBezTo>
                <a:lnTo>
                  <a:pt x="173552" y="103063"/>
                </a:lnTo>
                <a:cubicBezTo>
                  <a:pt x="164458" y="119519"/>
                  <a:pt x="154791" y="127746"/>
                  <a:pt x="144552" y="127746"/>
                </a:cubicBezTo>
                <a:cubicBezTo>
                  <a:pt x="140637" y="127746"/>
                  <a:pt x="137520" y="126647"/>
                  <a:pt x="135201" y="124449"/>
                </a:cubicBezTo>
                <a:cubicBezTo>
                  <a:pt x="132882" y="122251"/>
                  <a:pt x="131723" y="119465"/>
                  <a:pt x="131723" y="116092"/>
                </a:cubicBezTo>
                <a:cubicBezTo>
                  <a:pt x="131723" y="113864"/>
                  <a:pt x="132235" y="111033"/>
                  <a:pt x="133259" y="107600"/>
                </a:cubicBezTo>
                <a:lnTo>
                  <a:pt x="145817" y="64415"/>
                </a:lnTo>
                <a:cubicBezTo>
                  <a:pt x="147021" y="60259"/>
                  <a:pt x="147624" y="57128"/>
                  <a:pt x="147624" y="55020"/>
                </a:cubicBezTo>
                <a:cubicBezTo>
                  <a:pt x="147624" y="53694"/>
                  <a:pt x="147051" y="52520"/>
                  <a:pt x="145907" y="51496"/>
                </a:cubicBezTo>
                <a:cubicBezTo>
                  <a:pt x="144763" y="50472"/>
                  <a:pt x="143197" y="49960"/>
                  <a:pt x="141209" y="49960"/>
                </a:cubicBezTo>
                <a:cubicBezTo>
                  <a:pt x="140306" y="49960"/>
                  <a:pt x="139222" y="49990"/>
                  <a:pt x="137957" y="50051"/>
                </a:cubicBezTo>
                <a:lnTo>
                  <a:pt x="139131" y="46437"/>
                </a:lnTo>
                <a:lnTo>
                  <a:pt x="169758" y="41378"/>
                </a:lnTo>
                <a:lnTo>
                  <a:pt x="175179" y="413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f">
            <a:extLst xmlns:a="http://schemas.openxmlformats.org/drawingml/2006/main">
              <a:ext uri="{FF2B5EF4-FFF2-40B4-BE49-F238E27FC236}">
                <a16:creationId xmlns:a16="http://schemas.microsoft.com/office/drawing/2014/main" id="{AD816936-5320-4CD9-8175-9C829FE5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523" y="3648077"/>
            <a:ext cx="123500" cy="165149"/>
          </a:xfrm>
          <a:custGeom xmlns:a="http://schemas.openxmlformats.org/drawingml/2006/main">
            <a:pathLst>
              <a:path w="123500" h="165149">
                <a:moveTo>
                  <a:pt x="78057" y="54748"/>
                </a:moveTo>
                <a:lnTo>
                  <a:pt x="67487" y="96363"/>
                </a:lnTo>
                <a:cubicBezTo>
                  <a:pt x="62548" y="116000"/>
                  <a:pt x="57730" y="130248"/>
                  <a:pt x="53032" y="139107"/>
                </a:cubicBezTo>
                <a:cubicBezTo>
                  <a:pt x="48334" y="147968"/>
                  <a:pt x="42838" y="154524"/>
                  <a:pt x="36544" y="158774"/>
                </a:cubicBezTo>
                <a:cubicBezTo>
                  <a:pt x="30250" y="163024"/>
                  <a:pt x="23038" y="165149"/>
                  <a:pt x="14907" y="165149"/>
                </a:cubicBezTo>
                <a:cubicBezTo>
                  <a:pt x="9787" y="165149"/>
                  <a:pt x="6023" y="164161"/>
                  <a:pt x="3614" y="162184"/>
                </a:cubicBezTo>
                <a:cubicBezTo>
                  <a:pt x="1205" y="160208"/>
                  <a:pt x="0" y="157883"/>
                  <a:pt x="0" y="155208"/>
                </a:cubicBezTo>
                <a:cubicBezTo>
                  <a:pt x="0" y="152714"/>
                  <a:pt x="994" y="150555"/>
                  <a:pt x="2981" y="148732"/>
                </a:cubicBezTo>
                <a:cubicBezTo>
                  <a:pt x="4969" y="146908"/>
                  <a:pt x="7589" y="145996"/>
                  <a:pt x="10841" y="145996"/>
                </a:cubicBezTo>
                <a:cubicBezTo>
                  <a:pt x="13552" y="145996"/>
                  <a:pt x="15630" y="146692"/>
                  <a:pt x="17075" y="148085"/>
                </a:cubicBezTo>
                <a:cubicBezTo>
                  <a:pt x="18521" y="149480"/>
                  <a:pt x="19243" y="151238"/>
                  <a:pt x="19243" y="153359"/>
                </a:cubicBezTo>
                <a:cubicBezTo>
                  <a:pt x="19243" y="155298"/>
                  <a:pt x="18792" y="156737"/>
                  <a:pt x="17888" y="157676"/>
                </a:cubicBezTo>
                <a:cubicBezTo>
                  <a:pt x="16985" y="158617"/>
                  <a:pt x="16533" y="159239"/>
                  <a:pt x="16533" y="159542"/>
                </a:cubicBezTo>
                <a:lnTo>
                  <a:pt x="16985" y="160177"/>
                </a:lnTo>
                <a:cubicBezTo>
                  <a:pt x="17346" y="160480"/>
                  <a:pt x="17768" y="160632"/>
                  <a:pt x="18249" y="160632"/>
                </a:cubicBezTo>
                <a:cubicBezTo>
                  <a:pt x="20056" y="160632"/>
                  <a:pt x="21592" y="160061"/>
                  <a:pt x="22857" y="158921"/>
                </a:cubicBezTo>
                <a:cubicBezTo>
                  <a:pt x="26049" y="156098"/>
                  <a:pt x="28428" y="152673"/>
                  <a:pt x="29994" y="148647"/>
                </a:cubicBezTo>
                <a:cubicBezTo>
                  <a:pt x="31078" y="145884"/>
                  <a:pt x="33156" y="138586"/>
                  <a:pt x="36228" y="126753"/>
                </a:cubicBezTo>
                <a:lnTo>
                  <a:pt x="54658" y="54748"/>
                </a:lnTo>
                <a:lnTo>
                  <a:pt x="42100" y="54748"/>
                </a:lnTo>
                <a:lnTo>
                  <a:pt x="45082" y="43907"/>
                </a:lnTo>
                <a:cubicBezTo>
                  <a:pt x="49599" y="43967"/>
                  <a:pt x="52881" y="43398"/>
                  <a:pt x="54929" y="42199"/>
                </a:cubicBezTo>
                <a:cubicBezTo>
                  <a:pt x="56977" y="40998"/>
                  <a:pt x="59145" y="38298"/>
                  <a:pt x="61434" y="34099"/>
                </a:cubicBezTo>
                <a:cubicBezTo>
                  <a:pt x="68059" y="21923"/>
                  <a:pt x="75046" y="13197"/>
                  <a:pt x="82394" y="7919"/>
                </a:cubicBezTo>
                <a:cubicBezTo>
                  <a:pt x="89742" y="2640"/>
                  <a:pt x="97933" y="0"/>
                  <a:pt x="106967" y="0"/>
                </a:cubicBezTo>
                <a:cubicBezTo>
                  <a:pt x="112749" y="0"/>
                  <a:pt x="116950" y="1124"/>
                  <a:pt x="119570" y="3371"/>
                </a:cubicBezTo>
                <a:cubicBezTo>
                  <a:pt x="122190" y="5616"/>
                  <a:pt x="123500" y="8531"/>
                  <a:pt x="123500" y="12115"/>
                </a:cubicBezTo>
                <a:cubicBezTo>
                  <a:pt x="123500" y="15271"/>
                  <a:pt x="122627" y="17775"/>
                  <a:pt x="120880" y="19627"/>
                </a:cubicBezTo>
                <a:cubicBezTo>
                  <a:pt x="119134" y="21479"/>
                  <a:pt x="116965" y="22405"/>
                  <a:pt x="114376" y="22405"/>
                </a:cubicBezTo>
                <a:cubicBezTo>
                  <a:pt x="111966" y="22405"/>
                  <a:pt x="109979" y="21649"/>
                  <a:pt x="108413" y="20135"/>
                </a:cubicBezTo>
                <a:cubicBezTo>
                  <a:pt x="106847" y="18622"/>
                  <a:pt x="106064" y="16806"/>
                  <a:pt x="106064" y="14687"/>
                </a:cubicBezTo>
                <a:cubicBezTo>
                  <a:pt x="106064" y="13173"/>
                  <a:pt x="106561" y="11570"/>
                  <a:pt x="107555" y="9876"/>
                </a:cubicBezTo>
                <a:cubicBezTo>
                  <a:pt x="108548" y="8182"/>
                  <a:pt x="109045" y="7032"/>
                  <a:pt x="109045" y="6426"/>
                </a:cubicBezTo>
                <a:cubicBezTo>
                  <a:pt x="109045" y="5759"/>
                  <a:pt x="108819" y="5215"/>
                  <a:pt x="108368" y="4791"/>
                </a:cubicBezTo>
                <a:cubicBezTo>
                  <a:pt x="107916" y="4368"/>
                  <a:pt x="107329" y="4156"/>
                  <a:pt x="106606" y="4156"/>
                </a:cubicBezTo>
                <a:cubicBezTo>
                  <a:pt x="103052" y="4156"/>
                  <a:pt x="99409" y="6339"/>
                  <a:pt x="95674" y="10706"/>
                </a:cubicBezTo>
                <a:cubicBezTo>
                  <a:pt x="89531" y="17706"/>
                  <a:pt x="84592" y="28773"/>
                  <a:pt x="80858" y="43907"/>
                </a:cubicBezTo>
                <a:lnTo>
                  <a:pt x="93958" y="43907"/>
                </a:lnTo>
                <a:lnTo>
                  <a:pt x="90796" y="54748"/>
                </a:lnTo>
                <a:lnTo>
                  <a:pt x="78057" y="547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urcationPointT">
            <a:extLst xmlns:a="http://schemas.openxmlformats.org/drawingml/2006/main">
              <a:ext uri="{FF2B5EF4-FFF2-40B4-BE49-F238E27FC236}">
                <a16:creationId xmlns:a16="http://schemas.microsoft.com/office/drawing/2014/main" id="{11109204-C9A4-49E0-B0DB-BFECA1D0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003" y="3648077"/>
            <a:ext cx="1274761" cy="127746"/>
          </a:xfrm>
          <a:custGeom xmlns:a="http://schemas.openxmlformats.org/drawingml/2006/main">
            <a:pathLst>
              <a:path w="1274761" h="127746">
                <a:moveTo>
                  <a:pt x="42823" y="41378"/>
                </a:moveTo>
                <a:lnTo>
                  <a:pt x="25296" y="102893"/>
                </a:lnTo>
                <a:cubicBezTo>
                  <a:pt x="24453" y="105728"/>
                  <a:pt x="24032" y="107688"/>
                  <a:pt x="24032" y="108774"/>
                </a:cubicBezTo>
                <a:cubicBezTo>
                  <a:pt x="24032" y="109316"/>
                  <a:pt x="24242" y="109738"/>
                  <a:pt x="24664" y="110039"/>
                </a:cubicBezTo>
                <a:cubicBezTo>
                  <a:pt x="25146" y="110521"/>
                  <a:pt x="25718" y="110762"/>
                  <a:pt x="26380" y="110762"/>
                </a:cubicBezTo>
                <a:cubicBezTo>
                  <a:pt x="29151" y="110762"/>
                  <a:pt x="32855" y="108292"/>
                  <a:pt x="37493" y="103354"/>
                </a:cubicBezTo>
                <a:cubicBezTo>
                  <a:pt x="44118" y="96186"/>
                  <a:pt x="51074" y="85887"/>
                  <a:pt x="58362" y="72456"/>
                </a:cubicBezTo>
                <a:lnTo>
                  <a:pt x="66584" y="44811"/>
                </a:lnTo>
                <a:lnTo>
                  <a:pt x="89441" y="43907"/>
                </a:lnTo>
                <a:lnTo>
                  <a:pt x="72095" y="104054"/>
                </a:lnTo>
                <a:cubicBezTo>
                  <a:pt x="70649" y="109158"/>
                  <a:pt x="69926" y="112075"/>
                  <a:pt x="69926" y="112803"/>
                </a:cubicBezTo>
                <a:cubicBezTo>
                  <a:pt x="69926" y="113270"/>
                  <a:pt x="70152" y="113751"/>
                  <a:pt x="70604" y="114246"/>
                </a:cubicBezTo>
                <a:cubicBezTo>
                  <a:pt x="71056" y="114741"/>
                  <a:pt x="71522" y="114988"/>
                  <a:pt x="72004" y="114988"/>
                </a:cubicBezTo>
                <a:cubicBezTo>
                  <a:pt x="72847" y="114988"/>
                  <a:pt x="73660" y="114639"/>
                  <a:pt x="74443" y="113941"/>
                </a:cubicBezTo>
                <a:cubicBezTo>
                  <a:pt x="76612" y="112251"/>
                  <a:pt x="79473" y="108842"/>
                  <a:pt x="83026" y="103715"/>
                </a:cubicBezTo>
                <a:lnTo>
                  <a:pt x="86098" y="105813"/>
                </a:lnTo>
                <a:cubicBezTo>
                  <a:pt x="77726" y="120435"/>
                  <a:pt x="68511" y="127746"/>
                  <a:pt x="58453" y="127746"/>
                </a:cubicBezTo>
                <a:cubicBezTo>
                  <a:pt x="54718" y="127746"/>
                  <a:pt x="51782" y="126798"/>
                  <a:pt x="49644" y="124901"/>
                </a:cubicBezTo>
                <a:cubicBezTo>
                  <a:pt x="47506" y="123003"/>
                  <a:pt x="46437" y="120519"/>
                  <a:pt x="46437" y="117447"/>
                </a:cubicBezTo>
                <a:cubicBezTo>
                  <a:pt x="46437" y="114191"/>
                  <a:pt x="47190" y="110060"/>
                  <a:pt x="48695" y="105053"/>
                </a:cubicBezTo>
                <a:lnTo>
                  <a:pt x="53122" y="89762"/>
                </a:lnTo>
                <a:cubicBezTo>
                  <a:pt x="45292" y="101157"/>
                  <a:pt x="39601" y="108844"/>
                  <a:pt x="36047" y="112823"/>
                </a:cubicBezTo>
                <a:cubicBezTo>
                  <a:pt x="30627" y="118793"/>
                  <a:pt x="26064" y="122773"/>
                  <a:pt x="22360" y="124762"/>
                </a:cubicBezTo>
                <a:cubicBezTo>
                  <a:pt x="18656" y="126752"/>
                  <a:pt x="15118" y="127746"/>
                  <a:pt x="11745" y="127746"/>
                </a:cubicBezTo>
                <a:cubicBezTo>
                  <a:pt x="8553" y="127746"/>
                  <a:pt x="5797" y="126572"/>
                  <a:pt x="3478" y="124223"/>
                </a:cubicBezTo>
                <a:cubicBezTo>
                  <a:pt x="1159" y="121874"/>
                  <a:pt x="0" y="118893"/>
                  <a:pt x="0" y="115279"/>
                </a:cubicBezTo>
                <a:cubicBezTo>
                  <a:pt x="0" y="112207"/>
                  <a:pt x="753" y="108082"/>
                  <a:pt x="2259" y="102902"/>
                </a:cubicBezTo>
                <a:lnTo>
                  <a:pt x="12467" y="66764"/>
                </a:lnTo>
                <a:cubicBezTo>
                  <a:pt x="14154" y="60862"/>
                  <a:pt x="14997" y="56887"/>
                  <a:pt x="14997" y="54839"/>
                </a:cubicBezTo>
                <a:cubicBezTo>
                  <a:pt x="14997" y="53935"/>
                  <a:pt x="14756" y="53137"/>
                  <a:pt x="14274" y="52445"/>
                </a:cubicBezTo>
                <a:cubicBezTo>
                  <a:pt x="13793" y="51752"/>
                  <a:pt x="12994" y="51210"/>
                  <a:pt x="11880" y="50819"/>
                </a:cubicBezTo>
                <a:cubicBezTo>
                  <a:pt x="10766" y="50427"/>
                  <a:pt x="8703" y="50231"/>
                  <a:pt x="5692" y="50231"/>
                </a:cubicBezTo>
                <a:lnTo>
                  <a:pt x="6595" y="46798"/>
                </a:lnTo>
                <a:lnTo>
                  <a:pt x="37402" y="41378"/>
                </a:lnTo>
                <a:lnTo>
                  <a:pt x="42823" y="41378"/>
                </a:lnTo>
                <a:close/>
                <a:moveTo>
                  <a:pt x="141477" y="41378"/>
                </a:moveTo>
                <a:lnTo>
                  <a:pt x="127835" y="92205"/>
                </a:lnTo>
                <a:cubicBezTo>
                  <a:pt x="139037" y="67424"/>
                  <a:pt x="147469" y="52170"/>
                  <a:pt x="153131" y="46442"/>
                </a:cubicBezTo>
                <a:cubicBezTo>
                  <a:pt x="156444" y="43066"/>
                  <a:pt x="159937" y="41378"/>
                  <a:pt x="163611" y="41378"/>
                </a:cubicBezTo>
                <a:cubicBezTo>
                  <a:pt x="166141" y="41378"/>
                  <a:pt x="168188" y="42296"/>
                  <a:pt x="169754" y="44133"/>
                </a:cubicBezTo>
                <a:cubicBezTo>
                  <a:pt x="171320" y="45970"/>
                  <a:pt x="172103" y="48575"/>
                  <a:pt x="172103" y="51948"/>
                </a:cubicBezTo>
                <a:cubicBezTo>
                  <a:pt x="172103" y="57790"/>
                  <a:pt x="170688" y="62699"/>
                  <a:pt x="167857" y="66674"/>
                </a:cubicBezTo>
                <a:cubicBezTo>
                  <a:pt x="166050" y="69204"/>
                  <a:pt x="164033" y="70468"/>
                  <a:pt x="161804" y="70468"/>
                </a:cubicBezTo>
                <a:cubicBezTo>
                  <a:pt x="159395" y="70468"/>
                  <a:pt x="157588" y="69367"/>
                  <a:pt x="156383" y="67165"/>
                </a:cubicBezTo>
                <a:cubicBezTo>
                  <a:pt x="155179" y="64961"/>
                  <a:pt x="154336" y="63666"/>
                  <a:pt x="153854" y="63280"/>
                </a:cubicBezTo>
                <a:cubicBezTo>
                  <a:pt x="153372" y="62893"/>
                  <a:pt x="152860" y="62699"/>
                  <a:pt x="152318" y="62699"/>
                </a:cubicBezTo>
                <a:cubicBezTo>
                  <a:pt x="151716" y="62699"/>
                  <a:pt x="151083" y="62879"/>
                  <a:pt x="150421" y="63241"/>
                </a:cubicBezTo>
                <a:cubicBezTo>
                  <a:pt x="149096" y="63964"/>
                  <a:pt x="147364" y="65725"/>
                  <a:pt x="145226" y="68526"/>
                </a:cubicBezTo>
                <a:cubicBezTo>
                  <a:pt x="143088" y="71325"/>
                  <a:pt x="140453" y="76007"/>
                  <a:pt x="137321" y="82572"/>
                </a:cubicBezTo>
                <a:cubicBezTo>
                  <a:pt x="134189" y="89135"/>
                  <a:pt x="131750" y="94690"/>
                  <a:pt x="130003" y="99237"/>
                </a:cubicBezTo>
                <a:cubicBezTo>
                  <a:pt x="128256" y="103783"/>
                  <a:pt x="125817" y="112443"/>
                  <a:pt x="122685" y="125217"/>
                </a:cubicBezTo>
                <a:lnTo>
                  <a:pt x="100822" y="125217"/>
                </a:lnTo>
                <a:lnTo>
                  <a:pt x="115729" y="65319"/>
                </a:lnTo>
                <a:cubicBezTo>
                  <a:pt x="116813" y="60862"/>
                  <a:pt x="117355" y="57911"/>
                  <a:pt x="117355" y="56465"/>
                </a:cubicBezTo>
                <a:cubicBezTo>
                  <a:pt x="117355" y="54839"/>
                  <a:pt x="117069" y="53574"/>
                  <a:pt x="116497" y="52671"/>
                </a:cubicBezTo>
                <a:cubicBezTo>
                  <a:pt x="115924" y="51767"/>
                  <a:pt x="115141" y="51105"/>
                  <a:pt x="114148" y="50683"/>
                </a:cubicBezTo>
                <a:cubicBezTo>
                  <a:pt x="113154" y="50261"/>
                  <a:pt x="111091" y="50051"/>
                  <a:pt x="107959" y="50051"/>
                </a:cubicBezTo>
                <a:lnTo>
                  <a:pt x="108772" y="47340"/>
                </a:lnTo>
                <a:lnTo>
                  <a:pt x="136056" y="41378"/>
                </a:lnTo>
                <a:lnTo>
                  <a:pt x="141477" y="41378"/>
                </a:lnTo>
                <a:close/>
                <a:moveTo>
                  <a:pt x="239109" y="103715"/>
                </a:moveTo>
                <a:lnTo>
                  <a:pt x="241819" y="106126"/>
                </a:lnTo>
                <a:cubicBezTo>
                  <a:pt x="235977" y="113035"/>
                  <a:pt x="230225" y="118098"/>
                  <a:pt x="224564" y="121315"/>
                </a:cubicBezTo>
                <a:cubicBezTo>
                  <a:pt x="217035" y="125603"/>
                  <a:pt x="209235" y="127746"/>
                  <a:pt x="201165" y="127746"/>
                </a:cubicBezTo>
                <a:cubicBezTo>
                  <a:pt x="195744" y="127746"/>
                  <a:pt x="190941" y="126586"/>
                  <a:pt x="186755" y="124265"/>
                </a:cubicBezTo>
                <a:cubicBezTo>
                  <a:pt x="182569" y="121943"/>
                  <a:pt x="179482" y="118687"/>
                  <a:pt x="177494" y="114497"/>
                </a:cubicBezTo>
                <a:cubicBezTo>
                  <a:pt x="175507" y="110307"/>
                  <a:pt x="174513" y="106011"/>
                  <a:pt x="174513" y="101609"/>
                </a:cubicBezTo>
                <a:cubicBezTo>
                  <a:pt x="174513" y="91722"/>
                  <a:pt x="177193" y="82000"/>
                  <a:pt x="182554" y="72445"/>
                </a:cubicBezTo>
                <a:cubicBezTo>
                  <a:pt x="187914" y="62887"/>
                  <a:pt x="194991" y="55320"/>
                  <a:pt x="203785" y="49743"/>
                </a:cubicBezTo>
                <a:cubicBezTo>
                  <a:pt x="212578" y="44166"/>
                  <a:pt x="221221" y="41378"/>
                  <a:pt x="229713" y="41378"/>
                </a:cubicBezTo>
                <a:cubicBezTo>
                  <a:pt x="236519" y="41378"/>
                  <a:pt x="241639" y="42888"/>
                  <a:pt x="245072" y="45909"/>
                </a:cubicBezTo>
                <a:cubicBezTo>
                  <a:pt x="248505" y="48930"/>
                  <a:pt x="250221" y="52675"/>
                  <a:pt x="250221" y="57145"/>
                </a:cubicBezTo>
                <a:cubicBezTo>
                  <a:pt x="250221" y="61192"/>
                  <a:pt x="248926" y="64636"/>
                  <a:pt x="246337" y="67476"/>
                </a:cubicBezTo>
                <a:cubicBezTo>
                  <a:pt x="243747" y="70314"/>
                  <a:pt x="240856" y="71733"/>
                  <a:pt x="237664" y="71733"/>
                </a:cubicBezTo>
                <a:cubicBezTo>
                  <a:pt x="234893" y="71733"/>
                  <a:pt x="232589" y="70827"/>
                  <a:pt x="230752" y="69014"/>
                </a:cubicBezTo>
                <a:cubicBezTo>
                  <a:pt x="228915" y="67200"/>
                  <a:pt x="227997" y="65054"/>
                  <a:pt x="227997" y="62577"/>
                </a:cubicBezTo>
                <a:cubicBezTo>
                  <a:pt x="227997" y="59314"/>
                  <a:pt x="229623" y="56473"/>
                  <a:pt x="232875" y="54054"/>
                </a:cubicBezTo>
                <a:cubicBezTo>
                  <a:pt x="235104" y="52362"/>
                  <a:pt x="236218" y="50882"/>
                  <a:pt x="236218" y="49613"/>
                </a:cubicBezTo>
                <a:cubicBezTo>
                  <a:pt x="236218" y="48525"/>
                  <a:pt x="235766" y="47649"/>
                  <a:pt x="234863" y="46985"/>
                </a:cubicBezTo>
                <a:cubicBezTo>
                  <a:pt x="233658" y="46017"/>
                  <a:pt x="232092" y="45533"/>
                  <a:pt x="230165" y="45533"/>
                </a:cubicBezTo>
                <a:cubicBezTo>
                  <a:pt x="225106" y="45533"/>
                  <a:pt x="220348" y="47584"/>
                  <a:pt x="215891" y="51685"/>
                </a:cubicBezTo>
                <a:cubicBezTo>
                  <a:pt x="209988" y="57113"/>
                  <a:pt x="205471" y="63989"/>
                  <a:pt x="202339" y="72312"/>
                </a:cubicBezTo>
                <a:cubicBezTo>
                  <a:pt x="199207" y="80633"/>
                  <a:pt x="197641" y="88532"/>
                  <a:pt x="197641" y="96010"/>
                </a:cubicBezTo>
                <a:cubicBezTo>
                  <a:pt x="197641" y="101920"/>
                  <a:pt x="199237" y="106640"/>
                  <a:pt x="202429" y="110169"/>
                </a:cubicBezTo>
                <a:cubicBezTo>
                  <a:pt x="205622" y="113696"/>
                  <a:pt x="209416" y="115460"/>
                  <a:pt x="213813" y="115460"/>
                </a:cubicBezTo>
                <a:cubicBezTo>
                  <a:pt x="217667" y="115460"/>
                  <a:pt x="221838" y="114488"/>
                  <a:pt x="226325" y="112546"/>
                </a:cubicBezTo>
                <a:cubicBezTo>
                  <a:pt x="230812" y="110604"/>
                  <a:pt x="235074" y="107660"/>
                  <a:pt x="239109" y="103715"/>
                </a:cubicBezTo>
                <a:close/>
                <a:moveTo>
                  <a:pt x="339302" y="42642"/>
                </a:moveTo>
                <a:lnTo>
                  <a:pt x="321776" y="102851"/>
                </a:lnTo>
                <a:lnTo>
                  <a:pt x="319969" y="110183"/>
                </a:lnTo>
                <a:cubicBezTo>
                  <a:pt x="319788" y="111090"/>
                  <a:pt x="319698" y="111755"/>
                  <a:pt x="319698" y="112176"/>
                </a:cubicBezTo>
                <a:cubicBezTo>
                  <a:pt x="319698" y="112895"/>
                  <a:pt x="319954" y="113525"/>
                  <a:pt x="320466" y="114065"/>
                </a:cubicBezTo>
                <a:cubicBezTo>
                  <a:pt x="320978" y="114605"/>
                  <a:pt x="321505" y="114875"/>
                  <a:pt x="322047" y="114875"/>
                </a:cubicBezTo>
                <a:cubicBezTo>
                  <a:pt x="323311" y="114875"/>
                  <a:pt x="325058" y="113915"/>
                  <a:pt x="327287" y="111996"/>
                </a:cubicBezTo>
                <a:cubicBezTo>
                  <a:pt x="328190" y="111214"/>
                  <a:pt x="330358" y="108454"/>
                  <a:pt x="333791" y="103715"/>
                </a:cubicBezTo>
                <a:lnTo>
                  <a:pt x="336953" y="105335"/>
                </a:lnTo>
                <a:cubicBezTo>
                  <a:pt x="332677" y="113135"/>
                  <a:pt x="328115" y="118820"/>
                  <a:pt x="323266" y="122391"/>
                </a:cubicBezTo>
                <a:cubicBezTo>
                  <a:pt x="318418" y="125961"/>
                  <a:pt x="313193" y="127746"/>
                  <a:pt x="307592" y="127746"/>
                </a:cubicBezTo>
                <a:cubicBezTo>
                  <a:pt x="304159" y="127746"/>
                  <a:pt x="301539" y="126858"/>
                  <a:pt x="299732" y="125081"/>
                </a:cubicBezTo>
                <a:cubicBezTo>
                  <a:pt x="297925" y="123305"/>
                  <a:pt x="297021" y="121061"/>
                  <a:pt x="297021" y="118351"/>
                </a:cubicBezTo>
                <a:cubicBezTo>
                  <a:pt x="297021" y="116002"/>
                  <a:pt x="297985" y="111635"/>
                  <a:pt x="299912" y="105251"/>
                </a:cubicBezTo>
                <a:lnTo>
                  <a:pt x="302081" y="97933"/>
                </a:lnTo>
                <a:cubicBezTo>
                  <a:pt x="295094" y="109919"/>
                  <a:pt x="288378" y="118411"/>
                  <a:pt x="281934" y="123410"/>
                </a:cubicBezTo>
                <a:cubicBezTo>
                  <a:pt x="278200" y="126301"/>
                  <a:pt x="274225" y="127746"/>
                  <a:pt x="270009" y="127746"/>
                </a:cubicBezTo>
                <a:cubicBezTo>
                  <a:pt x="264467" y="127746"/>
                  <a:pt x="260462" y="125471"/>
                  <a:pt x="257993" y="120920"/>
                </a:cubicBezTo>
                <a:cubicBezTo>
                  <a:pt x="255523" y="116367"/>
                  <a:pt x="254289" y="111227"/>
                  <a:pt x="254289" y="105499"/>
                </a:cubicBezTo>
                <a:cubicBezTo>
                  <a:pt x="254289" y="96997"/>
                  <a:pt x="256879" y="87245"/>
                  <a:pt x="262058" y="76242"/>
                </a:cubicBezTo>
                <a:cubicBezTo>
                  <a:pt x="267238" y="65239"/>
                  <a:pt x="274044" y="56391"/>
                  <a:pt x="282476" y="49698"/>
                </a:cubicBezTo>
                <a:cubicBezTo>
                  <a:pt x="289402" y="44151"/>
                  <a:pt x="295907" y="41378"/>
                  <a:pt x="301990" y="41378"/>
                </a:cubicBezTo>
                <a:cubicBezTo>
                  <a:pt x="305363" y="41378"/>
                  <a:pt x="308073" y="42357"/>
                  <a:pt x="310121" y="44317"/>
                </a:cubicBezTo>
                <a:cubicBezTo>
                  <a:pt x="312169" y="46276"/>
                  <a:pt x="313675" y="49848"/>
                  <a:pt x="314638" y="55034"/>
                </a:cubicBezTo>
                <a:lnTo>
                  <a:pt x="317891" y="43907"/>
                </a:lnTo>
                <a:lnTo>
                  <a:pt x="339302" y="42642"/>
                </a:lnTo>
                <a:moveTo>
                  <a:pt x="310392" y="59971"/>
                </a:moveTo>
                <a:cubicBezTo>
                  <a:pt x="310392" y="55099"/>
                  <a:pt x="309639" y="51580"/>
                  <a:pt x="308134" y="49415"/>
                </a:cubicBezTo>
                <a:cubicBezTo>
                  <a:pt x="307050" y="47912"/>
                  <a:pt x="305574" y="47160"/>
                  <a:pt x="303707" y="47160"/>
                </a:cubicBezTo>
                <a:cubicBezTo>
                  <a:pt x="301840" y="47160"/>
                  <a:pt x="299912" y="48062"/>
                  <a:pt x="297925" y="49867"/>
                </a:cubicBezTo>
                <a:cubicBezTo>
                  <a:pt x="293889" y="53596"/>
                  <a:pt x="289538" y="61159"/>
                  <a:pt x="284870" y="72558"/>
                </a:cubicBezTo>
                <a:cubicBezTo>
                  <a:pt x="280202" y="83954"/>
                  <a:pt x="277868" y="93803"/>
                  <a:pt x="277868" y="102103"/>
                </a:cubicBezTo>
                <a:cubicBezTo>
                  <a:pt x="277868" y="105289"/>
                  <a:pt x="278395" y="107589"/>
                  <a:pt x="279449" y="109003"/>
                </a:cubicBezTo>
                <a:cubicBezTo>
                  <a:pt x="280503" y="110416"/>
                  <a:pt x="281663" y="111123"/>
                  <a:pt x="282928" y="111123"/>
                </a:cubicBezTo>
                <a:cubicBezTo>
                  <a:pt x="285638" y="111123"/>
                  <a:pt x="288378" y="109559"/>
                  <a:pt x="291149" y="106431"/>
                </a:cubicBezTo>
                <a:cubicBezTo>
                  <a:pt x="295124" y="101981"/>
                  <a:pt x="298708" y="96539"/>
                  <a:pt x="301900" y="90104"/>
                </a:cubicBezTo>
                <a:cubicBezTo>
                  <a:pt x="307562" y="78796"/>
                  <a:pt x="310392" y="68752"/>
                  <a:pt x="310392" y="59971"/>
                </a:cubicBezTo>
                <a:close/>
                <a:moveTo>
                  <a:pt x="397329" y="19334"/>
                </a:moveTo>
                <a:lnTo>
                  <a:pt x="390101" y="43907"/>
                </a:lnTo>
                <a:lnTo>
                  <a:pt x="401936" y="43907"/>
                </a:lnTo>
                <a:lnTo>
                  <a:pt x="398774" y="54387"/>
                </a:lnTo>
                <a:lnTo>
                  <a:pt x="387120" y="54387"/>
                </a:lnTo>
                <a:lnTo>
                  <a:pt x="372033" y="106775"/>
                </a:lnTo>
                <a:cubicBezTo>
                  <a:pt x="371069" y="110028"/>
                  <a:pt x="370587" y="112497"/>
                  <a:pt x="370587" y="114184"/>
                </a:cubicBezTo>
                <a:cubicBezTo>
                  <a:pt x="370587" y="114970"/>
                  <a:pt x="370858" y="115651"/>
                  <a:pt x="371400" y="116225"/>
                </a:cubicBezTo>
                <a:cubicBezTo>
                  <a:pt x="371942" y="116799"/>
                  <a:pt x="372544" y="117086"/>
                  <a:pt x="373207" y="117086"/>
                </a:cubicBezTo>
                <a:cubicBezTo>
                  <a:pt x="374231" y="117086"/>
                  <a:pt x="375285" y="116664"/>
                  <a:pt x="376369" y="115821"/>
                </a:cubicBezTo>
                <a:cubicBezTo>
                  <a:pt x="379140" y="113713"/>
                  <a:pt x="382362" y="110039"/>
                  <a:pt x="386036" y="104799"/>
                </a:cubicBezTo>
                <a:lnTo>
                  <a:pt x="389198" y="106787"/>
                </a:lnTo>
                <a:cubicBezTo>
                  <a:pt x="385042" y="114014"/>
                  <a:pt x="380465" y="119314"/>
                  <a:pt x="375466" y="122687"/>
                </a:cubicBezTo>
                <a:cubicBezTo>
                  <a:pt x="370467" y="126060"/>
                  <a:pt x="365558" y="127746"/>
                  <a:pt x="360739" y="127746"/>
                </a:cubicBezTo>
                <a:cubicBezTo>
                  <a:pt x="356644" y="127746"/>
                  <a:pt x="353467" y="126707"/>
                  <a:pt x="351208" y="124630"/>
                </a:cubicBezTo>
                <a:cubicBezTo>
                  <a:pt x="348950" y="122552"/>
                  <a:pt x="347820" y="119917"/>
                  <a:pt x="347820" y="116724"/>
                </a:cubicBezTo>
                <a:cubicBezTo>
                  <a:pt x="347820" y="113231"/>
                  <a:pt x="348603" y="108744"/>
                  <a:pt x="350169" y="103263"/>
                </a:cubicBezTo>
                <a:lnTo>
                  <a:pt x="364444" y="54387"/>
                </a:lnTo>
                <a:lnTo>
                  <a:pt x="352157" y="54387"/>
                </a:lnTo>
                <a:lnTo>
                  <a:pt x="353964" y="47685"/>
                </a:lnTo>
                <a:cubicBezTo>
                  <a:pt x="361673" y="44846"/>
                  <a:pt x="368178" y="41525"/>
                  <a:pt x="373478" y="37721"/>
                </a:cubicBezTo>
                <a:cubicBezTo>
                  <a:pt x="378778" y="33918"/>
                  <a:pt x="385162" y="27788"/>
                  <a:pt x="392631" y="19334"/>
                </a:cubicBezTo>
                <a:lnTo>
                  <a:pt x="397329" y="19334"/>
                </a:lnTo>
                <a:close/>
                <a:moveTo>
                  <a:pt x="435258" y="0"/>
                </a:moveTo>
                <a:cubicBezTo>
                  <a:pt x="438992" y="0"/>
                  <a:pt x="442139" y="1304"/>
                  <a:pt x="444699" y="3913"/>
                </a:cubicBezTo>
                <a:cubicBezTo>
                  <a:pt x="447259" y="6520"/>
                  <a:pt x="448539" y="9672"/>
                  <a:pt x="448539" y="13371"/>
                </a:cubicBezTo>
                <a:cubicBezTo>
                  <a:pt x="448539" y="17069"/>
                  <a:pt x="447244" y="20223"/>
                  <a:pt x="444654" y="22832"/>
                </a:cubicBezTo>
                <a:cubicBezTo>
                  <a:pt x="442064" y="25438"/>
                  <a:pt x="438932" y="26742"/>
                  <a:pt x="435258" y="26742"/>
                </a:cubicBezTo>
                <a:cubicBezTo>
                  <a:pt x="431644" y="26742"/>
                  <a:pt x="428543" y="25438"/>
                  <a:pt x="425953" y="22832"/>
                </a:cubicBezTo>
                <a:cubicBezTo>
                  <a:pt x="423363" y="20223"/>
                  <a:pt x="422068" y="17069"/>
                  <a:pt x="422068" y="13371"/>
                </a:cubicBezTo>
                <a:cubicBezTo>
                  <a:pt x="422068" y="9672"/>
                  <a:pt x="423348" y="6520"/>
                  <a:pt x="425908" y="3913"/>
                </a:cubicBezTo>
                <a:cubicBezTo>
                  <a:pt x="428467" y="1304"/>
                  <a:pt x="431584" y="0"/>
                  <a:pt x="435258" y="0"/>
                </a:cubicBezTo>
                <a:moveTo>
                  <a:pt x="440859" y="41378"/>
                </a:moveTo>
                <a:lnTo>
                  <a:pt x="422339" y="105175"/>
                </a:lnTo>
                <a:cubicBezTo>
                  <a:pt x="421315" y="108824"/>
                  <a:pt x="420803" y="111217"/>
                  <a:pt x="420803" y="112354"/>
                </a:cubicBezTo>
                <a:cubicBezTo>
                  <a:pt x="420803" y="113043"/>
                  <a:pt x="421074" y="113685"/>
                  <a:pt x="421616" y="114280"/>
                </a:cubicBezTo>
                <a:cubicBezTo>
                  <a:pt x="422158" y="114872"/>
                  <a:pt x="422730" y="115169"/>
                  <a:pt x="423333" y="115169"/>
                </a:cubicBezTo>
                <a:cubicBezTo>
                  <a:pt x="424357" y="115169"/>
                  <a:pt x="425381" y="114699"/>
                  <a:pt x="426404" y="113760"/>
                </a:cubicBezTo>
                <a:cubicBezTo>
                  <a:pt x="429115" y="111445"/>
                  <a:pt x="432367" y="107253"/>
                  <a:pt x="436162" y="101185"/>
                </a:cubicBezTo>
                <a:lnTo>
                  <a:pt x="439233" y="103063"/>
                </a:lnTo>
                <a:cubicBezTo>
                  <a:pt x="430139" y="119519"/>
                  <a:pt x="420472" y="127746"/>
                  <a:pt x="410233" y="127746"/>
                </a:cubicBezTo>
                <a:cubicBezTo>
                  <a:pt x="406318" y="127746"/>
                  <a:pt x="403201" y="126647"/>
                  <a:pt x="400882" y="124449"/>
                </a:cubicBezTo>
                <a:cubicBezTo>
                  <a:pt x="398563" y="122251"/>
                  <a:pt x="397404" y="119465"/>
                  <a:pt x="397404" y="116092"/>
                </a:cubicBezTo>
                <a:cubicBezTo>
                  <a:pt x="397404" y="113864"/>
                  <a:pt x="397916" y="111033"/>
                  <a:pt x="398940" y="107600"/>
                </a:cubicBezTo>
                <a:lnTo>
                  <a:pt x="411498" y="64415"/>
                </a:lnTo>
                <a:cubicBezTo>
                  <a:pt x="412702" y="60259"/>
                  <a:pt x="413305" y="57128"/>
                  <a:pt x="413305" y="55020"/>
                </a:cubicBezTo>
                <a:cubicBezTo>
                  <a:pt x="413305" y="53694"/>
                  <a:pt x="412732" y="52520"/>
                  <a:pt x="411588" y="51496"/>
                </a:cubicBezTo>
                <a:cubicBezTo>
                  <a:pt x="410444" y="50472"/>
                  <a:pt x="408878" y="49960"/>
                  <a:pt x="406890" y="49960"/>
                </a:cubicBezTo>
                <a:cubicBezTo>
                  <a:pt x="405987" y="49960"/>
                  <a:pt x="404903" y="49990"/>
                  <a:pt x="403638" y="50051"/>
                </a:cubicBezTo>
                <a:lnTo>
                  <a:pt x="404812" y="46437"/>
                </a:lnTo>
                <a:lnTo>
                  <a:pt x="435439" y="41378"/>
                </a:lnTo>
                <a:lnTo>
                  <a:pt x="440859" y="41378"/>
                </a:lnTo>
                <a:close/>
                <a:moveTo>
                  <a:pt x="505938" y="41378"/>
                </a:moveTo>
                <a:cubicBezTo>
                  <a:pt x="510696" y="41378"/>
                  <a:pt x="515168" y="42478"/>
                  <a:pt x="519354" y="44678"/>
                </a:cubicBezTo>
                <a:cubicBezTo>
                  <a:pt x="523540" y="46878"/>
                  <a:pt x="526702" y="49939"/>
                  <a:pt x="528840" y="53859"/>
                </a:cubicBezTo>
                <a:cubicBezTo>
                  <a:pt x="530978" y="57778"/>
                  <a:pt x="532047" y="62118"/>
                  <a:pt x="532047" y="66880"/>
                </a:cubicBezTo>
                <a:cubicBezTo>
                  <a:pt x="532047" y="76648"/>
                  <a:pt x="529322" y="86417"/>
                  <a:pt x="523871" y="96185"/>
                </a:cubicBezTo>
                <a:cubicBezTo>
                  <a:pt x="518420" y="105952"/>
                  <a:pt x="511238" y="113654"/>
                  <a:pt x="502324" y="119291"/>
                </a:cubicBezTo>
                <a:cubicBezTo>
                  <a:pt x="493410" y="124928"/>
                  <a:pt x="484436" y="127746"/>
                  <a:pt x="475402" y="127746"/>
                </a:cubicBezTo>
                <a:cubicBezTo>
                  <a:pt x="467210" y="127746"/>
                  <a:pt x="460871" y="125305"/>
                  <a:pt x="456384" y="120423"/>
                </a:cubicBezTo>
                <a:cubicBezTo>
                  <a:pt x="451897" y="115539"/>
                  <a:pt x="449654" y="109569"/>
                  <a:pt x="449654" y="102515"/>
                </a:cubicBezTo>
                <a:cubicBezTo>
                  <a:pt x="449654" y="94134"/>
                  <a:pt x="451325" y="86280"/>
                  <a:pt x="454668" y="78955"/>
                </a:cubicBezTo>
                <a:cubicBezTo>
                  <a:pt x="458010" y="71630"/>
                  <a:pt x="462257" y="65239"/>
                  <a:pt x="467406" y="59782"/>
                </a:cubicBezTo>
                <a:cubicBezTo>
                  <a:pt x="472556" y="54326"/>
                  <a:pt x="478473" y="49894"/>
                  <a:pt x="485159" y="46488"/>
                </a:cubicBezTo>
                <a:cubicBezTo>
                  <a:pt x="491844" y="43081"/>
                  <a:pt x="498771" y="41378"/>
                  <a:pt x="505938" y="41378"/>
                </a:cubicBezTo>
                <a:moveTo>
                  <a:pt x="502234" y="46256"/>
                </a:moveTo>
                <a:cubicBezTo>
                  <a:pt x="499042" y="46256"/>
                  <a:pt x="496392" y="47189"/>
                  <a:pt x="494283" y="49054"/>
                </a:cubicBezTo>
                <a:cubicBezTo>
                  <a:pt x="490067" y="52843"/>
                  <a:pt x="485309" y="61701"/>
                  <a:pt x="480009" y="75629"/>
                </a:cubicBezTo>
                <a:cubicBezTo>
                  <a:pt x="474709" y="89555"/>
                  <a:pt x="472059" y="102113"/>
                  <a:pt x="472059" y="113303"/>
                </a:cubicBezTo>
                <a:cubicBezTo>
                  <a:pt x="472059" y="116069"/>
                  <a:pt x="472902" y="118355"/>
                  <a:pt x="474588" y="120160"/>
                </a:cubicBezTo>
                <a:cubicBezTo>
                  <a:pt x="476275" y="121965"/>
                  <a:pt x="478262" y="122868"/>
                  <a:pt x="480551" y="122868"/>
                </a:cubicBezTo>
                <a:cubicBezTo>
                  <a:pt x="482900" y="122868"/>
                  <a:pt x="484978" y="122146"/>
                  <a:pt x="486785" y="120702"/>
                </a:cubicBezTo>
                <a:cubicBezTo>
                  <a:pt x="489435" y="118536"/>
                  <a:pt x="492687" y="113678"/>
                  <a:pt x="496542" y="106129"/>
                </a:cubicBezTo>
                <a:cubicBezTo>
                  <a:pt x="500397" y="98579"/>
                  <a:pt x="503559" y="90248"/>
                  <a:pt x="506028" y="81135"/>
                </a:cubicBezTo>
                <a:cubicBezTo>
                  <a:pt x="508498" y="72019"/>
                  <a:pt x="509732" y="63672"/>
                  <a:pt x="509732" y="56092"/>
                </a:cubicBezTo>
                <a:cubicBezTo>
                  <a:pt x="509732" y="52964"/>
                  <a:pt x="508979" y="50543"/>
                  <a:pt x="507474" y="48828"/>
                </a:cubicBezTo>
                <a:cubicBezTo>
                  <a:pt x="505968" y="47113"/>
                  <a:pt x="504221" y="46256"/>
                  <a:pt x="502234" y="46256"/>
                </a:cubicBezTo>
                <a:close/>
                <a:moveTo>
                  <a:pt x="588547" y="41378"/>
                </a:moveTo>
                <a:lnTo>
                  <a:pt x="577344" y="80178"/>
                </a:lnTo>
                <a:cubicBezTo>
                  <a:pt x="584873" y="68841"/>
                  <a:pt x="590504" y="61093"/>
                  <a:pt x="594238" y="56934"/>
                </a:cubicBezTo>
                <a:cubicBezTo>
                  <a:pt x="599719" y="50905"/>
                  <a:pt x="604447" y="46806"/>
                  <a:pt x="608422" y="44636"/>
                </a:cubicBezTo>
                <a:cubicBezTo>
                  <a:pt x="612397" y="42464"/>
                  <a:pt x="616132" y="41378"/>
                  <a:pt x="619625" y="41378"/>
                </a:cubicBezTo>
                <a:cubicBezTo>
                  <a:pt x="622757" y="41378"/>
                  <a:pt x="625437" y="42545"/>
                  <a:pt x="627666" y="44881"/>
                </a:cubicBezTo>
                <a:cubicBezTo>
                  <a:pt x="629894" y="47215"/>
                  <a:pt x="631008" y="50261"/>
                  <a:pt x="631008" y="54020"/>
                </a:cubicBezTo>
                <a:cubicBezTo>
                  <a:pt x="631008" y="57406"/>
                  <a:pt x="630286" y="61518"/>
                  <a:pt x="628840" y="66355"/>
                </a:cubicBezTo>
                <a:lnTo>
                  <a:pt x="617276" y="105084"/>
                </a:lnTo>
                <a:cubicBezTo>
                  <a:pt x="616312" y="108470"/>
                  <a:pt x="615830" y="110677"/>
                  <a:pt x="615830" y="111705"/>
                </a:cubicBezTo>
                <a:cubicBezTo>
                  <a:pt x="615830" y="112307"/>
                  <a:pt x="616056" y="112849"/>
                  <a:pt x="616508" y="113331"/>
                </a:cubicBezTo>
                <a:cubicBezTo>
                  <a:pt x="616960" y="113813"/>
                  <a:pt x="617427" y="114054"/>
                  <a:pt x="617908" y="114054"/>
                </a:cubicBezTo>
                <a:cubicBezTo>
                  <a:pt x="618511" y="114054"/>
                  <a:pt x="619143" y="113813"/>
                  <a:pt x="619806" y="113331"/>
                </a:cubicBezTo>
                <a:cubicBezTo>
                  <a:pt x="621914" y="111594"/>
                  <a:pt x="624052" y="109153"/>
                  <a:pt x="626220" y="106007"/>
                </a:cubicBezTo>
                <a:cubicBezTo>
                  <a:pt x="626762" y="105177"/>
                  <a:pt x="627635" y="103931"/>
                  <a:pt x="628840" y="102269"/>
                </a:cubicBezTo>
                <a:lnTo>
                  <a:pt x="632273" y="104316"/>
                </a:lnTo>
                <a:cubicBezTo>
                  <a:pt x="623419" y="118973"/>
                  <a:pt x="614114" y="126301"/>
                  <a:pt x="604357" y="126301"/>
                </a:cubicBezTo>
                <a:cubicBezTo>
                  <a:pt x="600623" y="126301"/>
                  <a:pt x="597701" y="125337"/>
                  <a:pt x="595593" y="123410"/>
                </a:cubicBezTo>
                <a:cubicBezTo>
                  <a:pt x="593485" y="121483"/>
                  <a:pt x="592431" y="119073"/>
                  <a:pt x="592431" y="116182"/>
                </a:cubicBezTo>
                <a:cubicBezTo>
                  <a:pt x="592431" y="113645"/>
                  <a:pt x="593154" y="109870"/>
                  <a:pt x="594600" y="104856"/>
                </a:cubicBezTo>
                <a:lnTo>
                  <a:pt x="605893" y="66157"/>
                </a:lnTo>
                <a:cubicBezTo>
                  <a:pt x="606676" y="63620"/>
                  <a:pt x="607067" y="61747"/>
                  <a:pt x="607067" y="60539"/>
                </a:cubicBezTo>
                <a:cubicBezTo>
                  <a:pt x="607067" y="59875"/>
                  <a:pt x="606796" y="59285"/>
                  <a:pt x="606254" y="58772"/>
                </a:cubicBezTo>
                <a:cubicBezTo>
                  <a:pt x="605712" y="58258"/>
                  <a:pt x="605080" y="58001"/>
                  <a:pt x="604357" y="58001"/>
                </a:cubicBezTo>
                <a:cubicBezTo>
                  <a:pt x="602068" y="58001"/>
                  <a:pt x="599297" y="59573"/>
                  <a:pt x="596045" y="62719"/>
                </a:cubicBezTo>
                <a:cubicBezTo>
                  <a:pt x="587733" y="70705"/>
                  <a:pt x="579693" y="82593"/>
                  <a:pt x="571923" y="98385"/>
                </a:cubicBezTo>
                <a:lnTo>
                  <a:pt x="564515" y="125217"/>
                </a:lnTo>
                <a:lnTo>
                  <a:pt x="541477" y="125217"/>
                </a:lnTo>
                <a:lnTo>
                  <a:pt x="558372" y="67222"/>
                </a:lnTo>
                <a:cubicBezTo>
                  <a:pt x="559998" y="61487"/>
                  <a:pt x="560811" y="57416"/>
                  <a:pt x="560811" y="55011"/>
                </a:cubicBezTo>
                <a:cubicBezTo>
                  <a:pt x="560811" y="53989"/>
                  <a:pt x="560570" y="53133"/>
                  <a:pt x="560088" y="52442"/>
                </a:cubicBezTo>
                <a:cubicBezTo>
                  <a:pt x="559606" y="51749"/>
                  <a:pt x="558823" y="51208"/>
                  <a:pt x="557739" y="50819"/>
                </a:cubicBezTo>
                <a:cubicBezTo>
                  <a:pt x="556655" y="50427"/>
                  <a:pt x="554607" y="50231"/>
                  <a:pt x="551596" y="50231"/>
                </a:cubicBezTo>
                <a:lnTo>
                  <a:pt x="552590" y="46798"/>
                </a:lnTo>
                <a:lnTo>
                  <a:pt x="583036" y="41378"/>
                </a:lnTo>
                <a:lnTo>
                  <a:pt x="588547" y="41378"/>
                </a:lnTo>
                <a:close/>
                <a:moveTo>
                  <a:pt x="739823" y="69006"/>
                </a:moveTo>
                <a:lnTo>
                  <a:pt x="729885" y="103119"/>
                </a:lnTo>
                <a:cubicBezTo>
                  <a:pt x="728500" y="107951"/>
                  <a:pt x="727807" y="111363"/>
                  <a:pt x="727807" y="113356"/>
                </a:cubicBezTo>
                <a:cubicBezTo>
                  <a:pt x="727807" y="116136"/>
                  <a:pt x="728711" y="118236"/>
                  <a:pt x="730517" y="119655"/>
                </a:cubicBezTo>
                <a:cubicBezTo>
                  <a:pt x="732324" y="121074"/>
                  <a:pt x="736420" y="121844"/>
                  <a:pt x="742804" y="121964"/>
                </a:cubicBezTo>
                <a:lnTo>
                  <a:pt x="741630" y="125217"/>
                </a:lnTo>
                <a:lnTo>
                  <a:pt x="681822" y="125217"/>
                </a:lnTo>
                <a:lnTo>
                  <a:pt x="682816" y="121964"/>
                </a:lnTo>
                <a:cubicBezTo>
                  <a:pt x="687875" y="121904"/>
                  <a:pt x="691459" y="121406"/>
                  <a:pt x="693567" y="120471"/>
                </a:cubicBezTo>
                <a:cubicBezTo>
                  <a:pt x="695675" y="119534"/>
                  <a:pt x="697421" y="118008"/>
                  <a:pt x="698807" y="115894"/>
                </a:cubicBezTo>
                <a:cubicBezTo>
                  <a:pt x="699831" y="114505"/>
                  <a:pt x="701366" y="110247"/>
                  <a:pt x="703414" y="103119"/>
                </a:cubicBezTo>
                <a:lnTo>
                  <a:pt x="726091" y="25361"/>
                </a:lnTo>
                <a:cubicBezTo>
                  <a:pt x="727657" y="20140"/>
                  <a:pt x="728439" y="16406"/>
                  <a:pt x="728439" y="14159"/>
                </a:cubicBezTo>
                <a:cubicBezTo>
                  <a:pt x="728439" y="11913"/>
                  <a:pt x="727446" y="10017"/>
                  <a:pt x="725458" y="8470"/>
                </a:cubicBezTo>
                <a:cubicBezTo>
                  <a:pt x="723471" y="6921"/>
                  <a:pt x="719857" y="6085"/>
                  <a:pt x="714617" y="5963"/>
                </a:cubicBezTo>
                <a:lnTo>
                  <a:pt x="715611" y="2710"/>
                </a:lnTo>
                <a:lnTo>
                  <a:pt x="764125" y="2710"/>
                </a:lnTo>
                <a:cubicBezTo>
                  <a:pt x="777436" y="2710"/>
                  <a:pt x="787013" y="4399"/>
                  <a:pt x="792855" y="7775"/>
                </a:cubicBezTo>
                <a:cubicBezTo>
                  <a:pt x="801889" y="13083"/>
                  <a:pt x="806406" y="21045"/>
                  <a:pt x="806406" y="31660"/>
                </a:cubicBezTo>
                <a:cubicBezTo>
                  <a:pt x="806406" y="41912"/>
                  <a:pt x="801904" y="50944"/>
                  <a:pt x="792900" y="58755"/>
                </a:cubicBezTo>
                <a:cubicBezTo>
                  <a:pt x="783896" y="66564"/>
                  <a:pt x="771775" y="70468"/>
                  <a:pt x="756536" y="70468"/>
                </a:cubicBezTo>
                <a:cubicBezTo>
                  <a:pt x="751959" y="70468"/>
                  <a:pt x="746388" y="69981"/>
                  <a:pt x="739823" y="69006"/>
                </a:cubicBezTo>
                <a:moveTo>
                  <a:pt x="741630" y="61976"/>
                </a:moveTo>
                <a:cubicBezTo>
                  <a:pt x="745545" y="62458"/>
                  <a:pt x="748797" y="62699"/>
                  <a:pt x="751387" y="62699"/>
                </a:cubicBezTo>
                <a:cubicBezTo>
                  <a:pt x="759699" y="62699"/>
                  <a:pt x="766233" y="58911"/>
                  <a:pt x="770992" y="51335"/>
                </a:cubicBezTo>
                <a:cubicBezTo>
                  <a:pt x="775750" y="43759"/>
                  <a:pt x="778129" y="35852"/>
                  <a:pt x="778129" y="27614"/>
                </a:cubicBezTo>
                <a:cubicBezTo>
                  <a:pt x="778129" y="22022"/>
                  <a:pt x="776593" y="17678"/>
                  <a:pt x="773521" y="14582"/>
                </a:cubicBezTo>
                <a:cubicBezTo>
                  <a:pt x="770449" y="11486"/>
                  <a:pt x="766203" y="9938"/>
                  <a:pt x="760783" y="9938"/>
                </a:cubicBezTo>
                <a:cubicBezTo>
                  <a:pt x="759638" y="9938"/>
                  <a:pt x="758223" y="9998"/>
                  <a:pt x="756536" y="10119"/>
                </a:cubicBezTo>
                <a:lnTo>
                  <a:pt x="741630" y="61976"/>
                </a:lnTo>
                <a:close/>
                <a:moveTo>
                  <a:pt x="861924" y="41378"/>
                </a:moveTo>
                <a:cubicBezTo>
                  <a:pt x="866682" y="41378"/>
                  <a:pt x="871154" y="42478"/>
                  <a:pt x="875340" y="44678"/>
                </a:cubicBezTo>
                <a:cubicBezTo>
                  <a:pt x="879526" y="46878"/>
                  <a:pt x="882688" y="49939"/>
                  <a:pt x="884826" y="53859"/>
                </a:cubicBezTo>
                <a:cubicBezTo>
                  <a:pt x="886964" y="57778"/>
                  <a:pt x="888033" y="62118"/>
                  <a:pt x="888033" y="66880"/>
                </a:cubicBezTo>
                <a:cubicBezTo>
                  <a:pt x="888033" y="76648"/>
                  <a:pt x="885308" y="86417"/>
                  <a:pt x="879857" y="96185"/>
                </a:cubicBezTo>
                <a:cubicBezTo>
                  <a:pt x="874406" y="105952"/>
                  <a:pt x="867224" y="113654"/>
                  <a:pt x="858310" y="119291"/>
                </a:cubicBezTo>
                <a:cubicBezTo>
                  <a:pt x="849396" y="124928"/>
                  <a:pt x="840422" y="127746"/>
                  <a:pt x="831388" y="127746"/>
                </a:cubicBezTo>
                <a:cubicBezTo>
                  <a:pt x="823196" y="127746"/>
                  <a:pt x="816857" y="125305"/>
                  <a:pt x="812370" y="120423"/>
                </a:cubicBezTo>
                <a:cubicBezTo>
                  <a:pt x="807883" y="115539"/>
                  <a:pt x="805639" y="109569"/>
                  <a:pt x="805639" y="102515"/>
                </a:cubicBezTo>
                <a:cubicBezTo>
                  <a:pt x="805639" y="94134"/>
                  <a:pt x="807311" y="86280"/>
                  <a:pt x="810654" y="78955"/>
                </a:cubicBezTo>
                <a:cubicBezTo>
                  <a:pt x="813996" y="71630"/>
                  <a:pt x="818242" y="65239"/>
                  <a:pt x="823392" y="59782"/>
                </a:cubicBezTo>
                <a:cubicBezTo>
                  <a:pt x="828542" y="54326"/>
                  <a:pt x="834459" y="49894"/>
                  <a:pt x="841145" y="46488"/>
                </a:cubicBezTo>
                <a:cubicBezTo>
                  <a:pt x="847830" y="43081"/>
                  <a:pt x="854757" y="41378"/>
                  <a:pt x="861924" y="41378"/>
                </a:cubicBezTo>
                <a:moveTo>
                  <a:pt x="858220" y="46256"/>
                </a:moveTo>
                <a:cubicBezTo>
                  <a:pt x="855028" y="46256"/>
                  <a:pt x="852377" y="47189"/>
                  <a:pt x="850269" y="49054"/>
                </a:cubicBezTo>
                <a:cubicBezTo>
                  <a:pt x="846053" y="52843"/>
                  <a:pt x="841295" y="61701"/>
                  <a:pt x="835995" y="75629"/>
                </a:cubicBezTo>
                <a:cubicBezTo>
                  <a:pt x="830695" y="89555"/>
                  <a:pt x="828045" y="102113"/>
                  <a:pt x="828045" y="113303"/>
                </a:cubicBezTo>
                <a:cubicBezTo>
                  <a:pt x="828045" y="116069"/>
                  <a:pt x="828888" y="118355"/>
                  <a:pt x="830574" y="120160"/>
                </a:cubicBezTo>
                <a:cubicBezTo>
                  <a:pt x="832261" y="121965"/>
                  <a:pt x="834248" y="122868"/>
                  <a:pt x="836537" y="122868"/>
                </a:cubicBezTo>
                <a:cubicBezTo>
                  <a:pt x="838886" y="122868"/>
                  <a:pt x="840964" y="122146"/>
                  <a:pt x="842771" y="120702"/>
                </a:cubicBezTo>
                <a:cubicBezTo>
                  <a:pt x="845421" y="118536"/>
                  <a:pt x="848673" y="113678"/>
                  <a:pt x="852528" y="106129"/>
                </a:cubicBezTo>
                <a:cubicBezTo>
                  <a:pt x="856383" y="98579"/>
                  <a:pt x="859545" y="90248"/>
                  <a:pt x="862014" y="81135"/>
                </a:cubicBezTo>
                <a:cubicBezTo>
                  <a:pt x="864484" y="72019"/>
                  <a:pt x="865718" y="63672"/>
                  <a:pt x="865718" y="56092"/>
                </a:cubicBezTo>
                <a:cubicBezTo>
                  <a:pt x="865718" y="52964"/>
                  <a:pt x="864965" y="50543"/>
                  <a:pt x="863460" y="48828"/>
                </a:cubicBezTo>
                <a:cubicBezTo>
                  <a:pt x="861954" y="47113"/>
                  <a:pt x="860207" y="46256"/>
                  <a:pt x="858220" y="46256"/>
                </a:cubicBezTo>
                <a:close/>
                <a:moveTo>
                  <a:pt x="933898" y="0"/>
                </a:moveTo>
                <a:cubicBezTo>
                  <a:pt x="937632" y="0"/>
                  <a:pt x="940779" y="1304"/>
                  <a:pt x="943339" y="3913"/>
                </a:cubicBezTo>
                <a:cubicBezTo>
                  <a:pt x="945898" y="6520"/>
                  <a:pt x="947178" y="9672"/>
                  <a:pt x="947178" y="13371"/>
                </a:cubicBezTo>
                <a:cubicBezTo>
                  <a:pt x="947178" y="17069"/>
                  <a:pt x="945883" y="20223"/>
                  <a:pt x="943293" y="22832"/>
                </a:cubicBezTo>
                <a:cubicBezTo>
                  <a:pt x="940704" y="25438"/>
                  <a:pt x="937572" y="26742"/>
                  <a:pt x="933898" y="26742"/>
                </a:cubicBezTo>
                <a:cubicBezTo>
                  <a:pt x="930284" y="26742"/>
                  <a:pt x="927182" y="25438"/>
                  <a:pt x="924592" y="22832"/>
                </a:cubicBezTo>
                <a:cubicBezTo>
                  <a:pt x="922002" y="20223"/>
                  <a:pt x="920707" y="17069"/>
                  <a:pt x="920707" y="13371"/>
                </a:cubicBezTo>
                <a:cubicBezTo>
                  <a:pt x="920707" y="9672"/>
                  <a:pt x="921987" y="6520"/>
                  <a:pt x="924547" y="3913"/>
                </a:cubicBezTo>
                <a:cubicBezTo>
                  <a:pt x="927107" y="1304"/>
                  <a:pt x="930224" y="0"/>
                  <a:pt x="933898" y="0"/>
                </a:cubicBezTo>
                <a:moveTo>
                  <a:pt x="939499" y="41378"/>
                </a:moveTo>
                <a:lnTo>
                  <a:pt x="920978" y="105175"/>
                </a:lnTo>
                <a:cubicBezTo>
                  <a:pt x="919955" y="108824"/>
                  <a:pt x="919443" y="111217"/>
                  <a:pt x="919443" y="112354"/>
                </a:cubicBezTo>
                <a:cubicBezTo>
                  <a:pt x="919443" y="113043"/>
                  <a:pt x="919714" y="113685"/>
                  <a:pt x="920256" y="114280"/>
                </a:cubicBezTo>
                <a:cubicBezTo>
                  <a:pt x="920798" y="114872"/>
                  <a:pt x="921370" y="115169"/>
                  <a:pt x="921972" y="115169"/>
                </a:cubicBezTo>
                <a:cubicBezTo>
                  <a:pt x="922996" y="115169"/>
                  <a:pt x="924020" y="114699"/>
                  <a:pt x="925044" y="113760"/>
                </a:cubicBezTo>
                <a:cubicBezTo>
                  <a:pt x="927754" y="111445"/>
                  <a:pt x="931007" y="107253"/>
                  <a:pt x="934801" y="101185"/>
                </a:cubicBezTo>
                <a:lnTo>
                  <a:pt x="937873" y="103063"/>
                </a:lnTo>
                <a:cubicBezTo>
                  <a:pt x="928778" y="119519"/>
                  <a:pt x="919111" y="127746"/>
                  <a:pt x="908872" y="127746"/>
                </a:cubicBezTo>
                <a:cubicBezTo>
                  <a:pt x="904957" y="127746"/>
                  <a:pt x="901841" y="126647"/>
                  <a:pt x="899522" y="124449"/>
                </a:cubicBezTo>
                <a:cubicBezTo>
                  <a:pt x="897203" y="122251"/>
                  <a:pt x="896043" y="119465"/>
                  <a:pt x="896043" y="116092"/>
                </a:cubicBezTo>
                <a:cubicBezTo>
                  <a:pt x="896043" y="113864"/>
                  <a:pt x="896555" y="111033"/>
                  <a:pt x="897579" y="107600"/>
                </a:cubicBezTo>
                <a:lnTo>
                  <a:pt x="910137" y="64415"/>
                </a:lnTo>
                <a:cubicBezTo>
                  <a:pt x="911342" y="60259"/>
                  <a:pt x="911944" y="57128"/>
                  <a:pt x="911944" y="55020"/>
                </a:cubicBezTo>
                <a:cubicBezTo>
                  <a:pt x="911944" y="53694"/>
                  <a:pt x="911372" y="52520"/>
                  <a:pt x="910227" y="51496"/>
                </a:cubicBezTo>
                <a:cubicBezTo>
                  <a:pt x="909083" y="50472"/>
                  <a:pt x="907517" y="49960"/>
                  <a:pt x="905530" y="49960"/>
                </a:cubicBezTo>
                <a:cubicBezTo>
                  <a:pt x="904626" y="49960"/>
                  <a:pt x="903542" y="49990"/>
                  <a:pt x="902277" y="50051"/>
                </a:cubicBezTo>
                <a:lnTo>
                  <a:pt x="903452" y="46437"/>
                </a:lnTo>
                <a:lnTo>
                  <a:pt x="934078" y="41378"/>
                </a:lnTo>
                <a:lnTo>
                  <a:pt x="939499" y="41378"/>
                </a:lnTo>
                <a:close/>
                <a:moveTo>
                  <a:pt x="993194" y="41378"/>
                </a:moveTo>
                <a:lnTo>
                  <a:pt x="981991" y="80178"/>
                </a:lnTo>
                <a:cubicBezTo>
                  <a:pt x="989520" y="68841"/>
                  <a:pt x="995151" y="61093"/>
                  <a:pt x="998885" y="56934"/>
                </a:cubicBezTo>
                <a:cubicBezTo>
                  <a:pt x="1004366" y="50905"/>
                  <a:pt x="1009094" y="46806"/>
                  <a:pt x="1013069" y="44636"/>
                </a:cubicBezTo>
                <a:cubicBezTo>
                  <a:pt x="1017045" y="42464"/>
                  <a:pt x="1020779" y="41378"/>
                  <a:pt x="1024272" y="41378"/>
                </a:cubicBezTo>
                <a:cubicBezTo>
                  <a:pt x="1027404" y="41378"/>
                  <a:pt x="1030084" y="42545"/>
                  <a:pt x="1032313" y="44881"/>
                </a:cubicBezTo>
                <a:cubicBezTo>
                  <a:pt x="1034541" y="47215"/>
                  <a:pt x="1035655" y="50261"/>
                  <a:pt x="1035655" y="54020"/>
                </a:cubicBezTo>
                <a:cubicBezTo>
                  <a:pt x="1035655" y="57406"/>
                  <a:pt x="1034933" y="61518"/>
                  <a:pt x="1033487" y="66355"/>
                </a:cubicBezTo>
                <a:lnTo>
                  <a:pt x="1021923" y="105084"/>
                </a:lnTo>
                <a:cubicBezTo>
                  <a:pt x="1020959" y="108470"/>
                  <a:pt x="1020478" y="110677"/>
                  <a:pt x="1020478" y="111705"/>
                </a:cubicBezTo>
                <a:cubicBezTo>
                  <a:pt x="1020478" y="112307"/>
                  <a:pt x="1020703" y="112849"/>
                  <a:pt x="1021155" y="113331"/>
                </a:cubicBezTo>
                <a:cubicBezTo>
                  <a:pt x="1021607" y="113813"/>
                  <a:pt x="1022074" y="114054"/>
                  <a:pt x="1022556" y="114054"/>
                </a:cubicBezTo>
                <a:cubicBezTo>
                  <a:pt x="1023158" y="114054"/>
                  <a:pt x="1023790" y="113813"/>
                  <a:pt x="1024453" y="113331"/>
                </a:cubicBezTo>
                <a:cubicBezTo>
                  <a:pt x="1026561" y="111594"/>
                  <a:pt x="1028699" y="109153"/>
                  <a:pt x="1030867" y="106007"/>
                </a:cubicBezTo>
                <a:cubicBezTo>
                  <a:pt x="1031409" y="105177"/>
                  <a:pt x="1032283" y="103931"/>
                  <a:pt x="1033487" y="102269"/>
                </a:cubicBezTo>
                <a:lnTo>
                  <a:pt x="1036920" y="104316"/>
                </a:lnTo>
                <a:cubicBezTo>
                  <a:pt x="1028067" y="118973"/>
                  <a:pt x="1018761" y="126301"/>
                  <a:pt x="1009004" y="126301"/>
                </a:cubicBezTo>
                <a:cubicBezTo>
                  <a:pt x="1005270" y="126301"/>
                  <a:pt x="1002349" y="125337"/>
                  <a:pt x="1000241" y="123410"/>
                </a:cubicBezTo>
                <a:cubicBezTo>
                  <a:pt x="998133" y="121483"/>
                  <a:pt x="997079" y="119073"/>
                  <a:pt x="997079" y="116182"/>
                </a:cubicBezTo>
                <a:cubicBezTo>
                  <a:pt x="997079" y="113645"/>
                  <a:pt x="997801" y="109870"/>
                  <a:pt x="999247" y="104856"/>
                </a:cubicBezTo>
                <a:lnTo>
                  <a:pt x="1010540" y="66157"/>
                </a:lnTo>
                <a:cubicBezTo>
                  <a:pt x="1011323" y="63620"/>
                  <a:pt x="1011714" y="61747"/>
                  <a:pt x="1011714" y="60539"/>
                </a:cubicBezTo>
                <a:cubicBezTo>
                  <a:pt x="1011714" y="59875"/>
                  <a:pt x="1011443" y="59285"/>
                  <a:pt x="1010901" y="58772"/>
                </a:cubicBezTo>
                <a:cubicBezTo>
                  <a:pt x="1010359" y="58258"/>
                  <a:pt x="1009727" y="58001"/>
                  <a:pt x="1009004" y="58001"/>
                </a:cubicBezTo>
                <a:cubicBezTo>
                  <a:pt x="1006715" y="58001"/>
                  <a:pt x="1003945" y="59573"/>
                  <a:pt x="1000692" y="62719"/>
                </a:cubicBezTo>
                <a:cubicBezTo>
                  <a:pt x="992381" y="70705"/>
                  <a:pt x="984340" y="82593"/>
                  <a:pt x="976570" y="98385"/>
                </a:cubicBezTo>
                <a:lnTo>
                  <a:pt x="969162" y="125217"/>
                </a:lnTo>
                <a:lnTo>
                  <a:pt x="946124" y="125217"/>
                </a:lnTo>
                <a:lnTo>
                  <a:pt x="963019" y="67222"/>
                </a:lnTo>
                <a:cubicBezTo>
                  <a:pt x="964645" y="61487"/>
                  <a:pt x="965458" y="57416"/>
                  <a:pt x="965458" y="55011"/>
                </a:cubicBezTo>
                <a:cubicBezTo>
                  <a:pt x="965458" y="53989"/>
                  <a:pt x="965217" y="53133"/>
                  <a:pt x="964735" y="52442"/>
                </a:cubicBezTo>
                <a:cubicBezTo>
                  <a:pt x="964254" y="51749"/>
                  <a:pt x="963471" y="51208"/>
                  <a:pt x="962386" y="50819"/>
                </a:cubicBezTo>
                <a:cubicBezTo>
                  <a:pt x="961302" y="50427"/>
                  <a:pt x="959254" y="50231"/>
                  <a:pt x="956243" y="50231"/>
                </a:cubicBezTo>
                <a:lnTo>
                  <a:pt x="957237" y="46798"/>
                </a:lnTo>
                <a:lnTo>
                  <a:pt x="987683" y="41378"/>
                </a:lnTo>
                <a:lnTo>
                  <a:pt x="993194" y="41378"/>
                </a:lnTo>
                <a:close/>
                <a:moveTo>
                  <a:pt x="1101161" y="19334"/>
                </a:moveTo>
                <a:lnTo>
                  <a:pt x="1093934" y="43907"/>
                </a:lnTo>
                <a:lnTo>
                  <a:pt x="1105769" y="43907"/>
                </a:lnTo>
                <a:lnTo>
                  <a:pt x="1102607" y="54387"/>
                </a:lnTo>
                <a:lnTo>
                  <a:pt x="1090952" y="54387"/>
                </a:lnTo>
                <a:lnTo>
                  <a:pt x="1075865" y="106775"/>
                </a:lnTo>
                <a:cubicBezTo>
                  <a:pt x="1074901" y="110028"/>
                  <a:pt x="1074419" y="112497"/>
                  <a:pt x="1074419" y="114184"/>
                </a:cubicBezTo>
                <a:cubicBezTo>
                  <a:pt x="1074419" y="114970"/>
                  <a:pt x="1074690" y="115651"/>
                  <a:pt x="1075232" y="116225"/>
                </a:cubicBezTo>
                <a:cubicBezTo>
                  <a:pt x="1075774" y="116799"/>
                  <a:pt x="1076377" y="117086"/>
                  <a:pt x="1077039" y="117086"/>
                </a:cubicBezTo>
                <a:cubicBezTo>
                  <a:pt x="1078063" y="117086"/>
                  <a:pt x="1079117" y="116664"/>
                  <a:pt x="1080201" y="115821"/>
                </a:cubicBezTo>
                <a:cubicBezTo>
                  <a:pt x="1082972" y="113713"/>
                  <a:pt x="1086194" y="110039"/>
                  <a:pt x="1089868" y="104799"/>
                </a:cubicBezTo>
                <a:lnTo>
                  <a:pt x="1093030" y="106787"/>
                </a:lnTo>
                <a:cubicBezTo>
                  <a:pt x="1088874" y="114014"/>
                  <a:pt x="1084297" y="119314"/>
                  <a:pt x="1079298" y="122687"/>
                </a:cubicBezTo>
                <a:cubicBezTo>
                  <a:pt x="1074299" y="126060"/>
                  <a:pt x="1069390" y="127746"/>
                  <a:pt x="1064572" y="127746"/>
                </a:cubicBezTo>
                <a:cubicBezTo>
                  <a:pt x="1060476" y="127746"/>
                  <a:pt x="1057299" y="126707"/>
                  <a:pt x="1055040" y="124630"/>
                </a:cubicBezTo>
                <a:cubicBezTo>
                  <a:pt x="1052782" y="122552"/>
                  <a:pt x="1051653" y="119917"/>
                  <a:pt x="1051653" y="116724"/>
                </a:cubicBezTo>
                <a:cubicBezTo>
                  <a:pt x="1051653" y="113231"/>
                  <a:pt x="1052436" y="108744"/>
                  <a:pt x="1054001" y="103263"/>
                </a:cubicBezTo>
                <a:lnTo>
                  <a:pt x="1068276" y="54387"/>
                </a:lnTo>
                <a:lnTo>
                  <a:pt x="1055989" y="54387"/>
                </a:lnTo>
                <a:lnTo>
                  <a:pt x="1057796" y="47685"/>
                </a:lnTo>
                <a:cubicBezTo>
                  <a:pt x="1065505" y="44846"/>
                  <a:pt x="1072010" y="41525"/>
                  <a:pt x="1077310" y="37721"/>
                </a:cubicBezTo>
                <a:cubicBezTo>
                  <a:pt x="1082610" y="33918"/>
                  <a:pt x="1088995" y="27788"/>
                  <a:pt x="1096463" y="19334"/>
                </a:cubicBezTo>
                <a:lnTo>
                  <a:pt x="1101161" y="19334"/>
                </a:lnTo>
                <a:close/>
                <a:moveTo>
                  <a:pt x="1176196" y="2710"/>
                </a:moveTo>
                <a:lnTo>
                  <a:pt x="1274761" y="2710"/>
                </a:lnTo>
                <a:lnTo>
                  <a:pt x="1265456" y="35776"/>
                </a:lnTo>
                <a:lnTo>
                  <a:pt x="1262203" y="35776"/>
                </a:lnTo>
                <a:cubicBezTo>
                  <a:pt x="1262324" y="34030"/>
                  <a:pt x="1262384" y="32494"/>
                  <a:pt x="1262384" y="31169"/>
                </a:cubicBezTo>
                <a:cubicBezTo>
                  <a:pt x="1262384" y="24905"/>
                  <a:pt x="1260547" y="20041"/>
                  <a:pt x="1256873" y="16578"/>
                </a:cubicBezTo>
                <a:cubicBezTo>
                  <a:pt x="1253199" y="13115"/>
                  <a:pt x="1246995" y="11142"/>
                  <a:pt x="1238262" y="10661"/>
                </a:cubicBezTo>
                <a:lnTo>
                  <a:pt x="1210978" y="102902"/>
                </a:lnTo>
                <a:cubicBezTo>
                  <a:pt x="1209472" y="108021"/>
                  <a:pt x="1208720" y="111816"/>
                  <a:pt x="1208720" y="114285"/>
                </a:cubicBezTo>
                <a:cubicBezTo>
                  <a:pt x="1208720" y="116574"/>
                  <a:pt x="1209653" y="118396"/>
                  <a:pt x="1211520" y="119751"/>
                </a:cubicBezTo>
                <a:cubicBezTo>
                  <a:pt x="1213387" y="121106"/>
                  <a:pt x="1217182" y="121844"/>
                  <a:pt x="1222904" y="121964"/>
                </a:cubicBezTo>
                <a:lnTo>
                  <a:pt x="1222090" y="125217"/>
                </a:lnTo>
                <a:lnTo>
                  <a:pt x="1161289" y="125217"/>
                </a:lnTo>
                <a:lnTo>
                  <a:pt x="1162373" y="121964"/>
                </a:lnTo>
                <a:cubicBezTo>
                  <a:pt x="1168577" y="121964"/>
                  <a:pt x="1173094" y="120799"/>
                  <a:pt x="1175925" y="118469"/>
                </a:cubicBezTo>
                <a:cubicBezTo>
                  <a:pt x="1178755" y="116139"/>
                  <a:pt x="1181345" y="110920"/>
                  <a:pt x="1183694" y="102812"/>
                </a:cubicBezTo>
                <a:lnTo>
                  <a:pt x="1210978" y="10661"/>
                </a:lnTo>
                <a:cubicBezTo>
                  <a:pt x="1201582" y="10962"/>
                  <a:pt x="1193722" y="13010"/>
                  <a:pt x="1187398" y="16804"/>
                </a:cubicBezTo>
                <a:cubicBezTo>
                  <a:pt x="1181074" y="20598"/>
                  <a:pt x="1175292" y="26923"/>
                  <a:pt x="1170052" y="35776"/>
                </a:cubicBezTo>
                <a:lnTo>
                  <a:pt x="1166529" y="35776"/>
                </a:lnTo>
                <a:lnTo>
                  <a:pt x="1176196" y="27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racing">
            <a:extLst xmlns:a="http://schemas.openxmlformats.org/drawingml/2006/main">
              <a:ext uri="{FF2B5EF4-FFF2-40B4-BE49-F238E27FC236}">
                <a16:creationId xmlns:a16="http://schemas.microsoft.com/office/drawing/2014/main" id="{982AB8AF-AA43-4ADF-9E5C-D9D2BFA6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296" y="3648077"/>
            <a:ext cx="494669" cy="165149"/>
          </a:xfrm>
          <a:custGeom xmlns:a="http://schemas.openxmlformats.org/drawingml/2006/main">
            <a:pathLst>
              <a:path w="494669" h="165149">
                <a:moveTo>
                  <a:pt x="40655" y="41378"/>
                </a:moveTo>
                <a:lnTo>
                  <a:pt x="27013" y="92205"/>
                </a:lnTo>
                <a:cubicBezTo>
                  <a:pt x="38216" y="67424"/>
                  <a:pt x="46648" y="52170"/>
                  <a:pt x="52309" y="46442"/>
                </a:cubicBezTo>
                <a:cubicBezTo>
                  <a:pt x="55622" y="43066"/>
                  <a:pt x="59115" y="41378"/>
                  <a:pt x="62789" y="41378"/>
                </a:cubicBezTo>
                <a:cubicBezTo>
                  <a:pt x="65319" y="41378"/>
                  <a:pt x="67367" y="42296"/>
                  <a:pt x="68932" y="44133"/>
                </a:cubicBezTo>
                <a:cubicBezTo>
                  <a:pt x="70498" y="45970"/>
                  <a:pt x="71281" y="48575"/>
                  <a:pt x="71281" y="51948"/>
                </a:cubicBezTo>
                <a:cubicBezTo>
                  <a:pt x="71281" y="57790"/>
                  <a:pt x="69866" y="62699"/>
                  <a:pt x="67035" y="66674"/>
                </a:cubicBezTo>
                <a:cubicBezTo>
                  <a:pt x="65228" y="69204"/>
                  <a:pt x="63211" y="70468"/>
                  <a:pt x="60982" y="70468"/>
                </a:cubicBezTo>
                <a:cubicBezTo>
                  <a:pt x="58573" y="70468"/>
                  <a:pt x="56766" y="69367"/>
                  <a:pt x="55562" y="67165"/>
                </a:cubicBezTo>
                <a:cubicBezTo>
                  <a:pt x="54357" y="64961"/>
                  <a:pt x="53514" y="63666"/>
                  <a:pt x="53032" y="63280"/>
                </a:cubicBezTo>
                <a:cubicBezTo>
                  <a:pt x="52550" y="62893"/>
                  <a:pt x="52038" y="62699"/>
                  <a:pt x="51496" y="62699"/>
                </a:cubicBezTo>
                <a:cubicBezTo>
                  <a:pt x="50894" y="62699"/>
                  <a:pt x="50261" y="62879"/>
                  <a:pt x="49599" y="63241"/>
                </a:cubicBezTo>
                <a:cubicBezTo>
                  <a:pt x="48274" y="63964"/>
                  <a:pt x="46542" y="65725"/>
                  <a:pt x="44404" y="68526"/>
                </a:cubicBezTo>
                <a:cubicBezTo>
                  <a:pt x="42266" y="71325"/>
                  <a:pt x="39631" y="76007"/>
                  <a:pt x="36499" y="82572"/>
                </a:cubicBezTo>
                <a:cubicBezTo>
                  <a:pt x="33367" y="89135"/>
                  <a:pt x="30928" y="94690"/>
                  <a:pt x="29181" y="99237"/>
                </a:cubicBezTo>
                <a:cubicBezTo>
                  <a:pt x="27434" y="103783"/>
                  <a:pt x="24995" y="112443"/>
                  <a:pt x="21863" y="125217"/>
                </a:cubicBezTo>
                <a:lnTo>
                  <a:pt x="0" y="125217"/>
                </a:lnTo>
                <a:lnTo>
                  <a:pt x="14907" y="65319"/>
                </a:lnTo>
                <a:cubicBezTo>
                  <a:pt x="15991" y="60862"/>
                  <a:pt x="16533" y="57911"/>
                  <a:pt x="16533" y="56465"/>
                </a:cubicBezTo>
                <a:cubicBezTo>
                  <a:pt x="16533" y="54839"/>
                  <a:pt x="16247" y="53574"/>
                  <a:pt x="15675" y="52671"/>
                </a:cubicBezTo>
                <a:cubicBezTo>
                  <a:pt x="15103" y="51767"/>
                  <a:pt x="14320" y="51105"/>
                  <a:pt x="13326" y="50683"/>
                </a:cubicBezTo>
                <a:cubicBezTo>
                  <a:pt x="12332" y="50261"/>
                  <a:pt x="10269" y="50051"/>
                  <a:pt x="7137" y="50051"/>
                </a:cubicBezTo>
                <a:lnTo>
                  <a:pt x="7950" y="47340"/>
                </a:lnTo>
                <a:lnTo>
                  <a:pt x="35234" y="41378"/>
                </a:lnTo>
                <a:lnTo>
                  <a:pt x="40655" y="41378"/>
                </a:lnTo>
                <a:close/>
                <a:moveTo>
                  <a:pt x="159292" y="42642"/>
                </a:moveTo>
                <a:lnTo>
                  <a:pt x="141766" y="102851"/>
                </a:lnTo>
                <a:lnTo>
                  <a:pt x="139959" y="110183"/>
                </a:lnTo>
                <a:cubicBezTo>
                  <a:pt x="139778" y="111090"/>
                  <a:pt x="139688" y="111755"/>
                  <a:pt x="139688" y="112176"/>
                </a:cubicBezTo>
                <a:cubicBezTo>
                  <a:pt x="139688" y="112895"/>
                  <a:pt x="139944" y="113525"/>
                  <a:pt x="140456" y="114065"/>
                </a:cubicBezTo>
                <a:cubicBezTo>
                  <a:pt x="140968" y="114605"/>
                  <a:pt x="141495" y="114875"/>
                  <a:pt x="142037" y="114875"/>
                </a:cubicBezTo>
                <a:cubicBezTo>
                  <a:pt x="143302" y="114875"/>
                  <a:pt x="145048" y="113915"/>
                  <a:pt x="147277" y="111996"/>
                </a:cubicBezTo>
                <a:cubicBezTo>
                  <a:pt x="148180" y="111214"/>
                  <a:pt x="150348" y="108454"/>
                  <a:pt x="153781" y="103715"/>
                </a:cubicBezTo>
                <a:lnTo>
                  <a:pt x="156943" y="105335"/>
                </a:lnTo>
                <a:cubicBezTo>
                  <a:pt x="152667" y="113135"/>
                  <a:pt x="148105" y="118820"/>
                  <a:pt x="143256" y="122391"/>
                </a:cubicBezTo>
                <a:cubicBezTo>
                  <a:pt x="138408" y="125961"/>
                  <a:pt x="133183" y="127746"/>
                  <a:pt x="127582" y="127746"/>
                </a:cubicBezTo>
                <a:cubicBezTo>
                  <a:pt x="124149" y="127746"/>
                  <a:pt x="121529" y="126858"/>
                  <a:pt x="119722" y="125081"/>
                </a:cubicBezTo>
                <a:cubicBezTo>
                  <a:pt x="117915" y="123305"/>
                  <a:pt x="117011" y="121061"/>
                  <a:pt x="117011" y="118351"/>
                </a:cubicBezTo>
                <a:cubicBezTo>
                  <a:pt x="117011" y="116002"/>
                  <a:pt x="117975" y="111635"/>
                  <a:pt x="119902" y="105251"/>
                </a:cubicBezTo>
                <a:lnTo>
                  <a:pt x="122071" y="97933"/>
                </a:lnTo>
                <a:cubicBezTo>
                  <a:pt x="115084" y="109919"/>
                  <a:pt x="108368" y="118411"/>
                  <a:pt x="101924" y="123410"/>
                </a:cubicBezTo>
                <a:cubicBezTo>
                  <a:pt x="98190" y="126301"/>
                  <a:pt x="94215" y="127746"/>
                  <a:pt x="89999" y="127746"/>
                </a:cubicBezTo>
                <a:cubicBezTo>
                  <a:pt x="84457" y="127746"/>
                  <a:pt x="80452" y="125471"/>
                  <a:pt x="77983" y="120920"/>
                </a:cubicBezTo>
                <a:cubicBezTo>
                  <a:pt x="75513" y="116367"/>
                  <a:pt x="74279" y="111227"/>
                  <a:pt x="74279" y="105499"/>
                </a:cubicBezTo>
                <a:cubicBezTo>
                  <a:pt x="74279" y="96997"/>
                  <a:pt x="76869" y="87245"/>
                  <a:pt x="82048" y="76242"/>
                </a:cubicBezTo>
                <a:cubicBezTo>
                  <a:pt x="87228" y="65239"/>
                  <a:pt x="94034" y="56391"/>
                  <a:pt x="102466" y="49698"/>
                </a:cubicBezTo>
                <a:cubicBezTo>
                  <a:pt x="109392" y="44151"/>
                  <a:pt x="115897" y="41378"/>
                  <a:pt x="121980" y="41378"/>
                </a:cubicBezTo>
                <a:cubicBezTo>
                  <a:pt x="125353" y="41378"/>
                  <a:pt x="128063" y="42357"/>
                  <a:pt x="130111" y="44317"/>
                </a:cubicBezTo>
                <a:cubicBezTo>
                  <a:pt x="132159" y="46276"/>
                  <a:pt x="133665" y="49848"/>
                  <a:pt x="134628" y="55034"/>
                </a:cubicBezTo>
                <a:lnTo>
                  <a:pt x="137881" y="43907"/>
                </a:lnTo>
                <a:lnTo>
                  <a:pt x="159292" y="42642"/>
                </a:lnTo>
                <a:moveTo>
                  <a:pt x="130382" y="59971"/>
                </a:moveTo>
                <a:cubicBezTo>
                  <a:pt x="130382" y="55099"/>
                  <a:pt x="129629" y="51580"/>
                  <a:pt x="128124" y="49415"/>
                </a:cubicBezTo>
                <a:cubicBezTo>
                  <a:pt x="127040" y="47912"/>
                  <a:pt x="125564" y="47160"/>
                  <a:pt x="123697" y="47160"/>
                </a:cubicBezTo>
                <a:cubicBezTo>
                  <a:pt x="121830" y="47160"/>
                  <a:pt x="119902" y="48062"/>
                  <a:pt x="117915" y="49867"/>
                </a:cubicBezTo>
                <a:cubicBezTo>
                  <a:pt x="113879" y="53596"/>
                  <a:pt x="109528" y="61159"/>
                  <a:pt x="104860" y="72558"/>
                </a:cubicBezTo>
                <a:cubicBezTo>
                  <a:pt x="100192" y="83954"/>
                  <a:pt x="97858" y="93803"/>
                  <a:pt x="97858" y="102103"/>
                </a:cubicBezTo>
                <a:cubicBezTo>
                  <a:pt x="97858" y="105289"/>
                  <a:pt x="98385" y="107589"/>
                  <a:pt x="99439" y="109003"/>
                </a:cubicBezTo>
                <a:cubicBezTo>
                  <a:pt x="100493" y="110416"/>
                  <a:pt x="101653" y="111123"/>
                  <a:pt x="102918" y="111123"/>
                </a:cubicBezTo>
                <a:cubicBezTo>
                  <a:pt x="105628" y="111123"/>
                  <a:pt x="108368" y="109559"/>
                  <a:pt x="111139" y="106431"/>
                </a:cubicBezTo>
                <a:cubicBezTo>
                  <a:pt x="115114" y="101981"/>
                  <a:pt x="118698" y="96539"/>
                  <a:pt x="121890" y="90104"/>
                </a:cubicBezTo>
                <a:cubicBezTo>
                  <a:pt x="127552" y="78796"/>
                  <a:pt x="130382" y="68752"/>
                  <a:pt x="130382" y="59971"/>
                </a:cubicBezTo>
                <a:close/>
                <a:moveTo>
                  <a:pt x="231357" y="103715"/>
                </a:moveTo>
                <a:lnTo>
                  <a:pt x="234067" y="106126"/>
                </a:lnTo>
                <a:cubicBezTo>
                  <a:pt x="228225" y="113035"/>
                  <a:pt x="222473" y="118098"/>
                  <a:pt x="216811" y="121315"/>
                </a:cubicBezTo>
                <a:cubicBezTo>
                  <a:pt x="209283" y="125603"/>
                  <a:pt x="201483" y="127746"/>
                  <a:pt x="193412" y="127746"/>
                </a:cubicBezTo>
                <a:cubicBezTo>
                  <a:pt x="187991" y="127746"/>
                  <a:pt x="183188" y="126586"/>
                  <a:pt x="179002" y="124265"/>
                </a:cubicBezTo>
                <a:cubicBezTo>
                  <a:pt x="174816" y="121943"/>
                  <a:pt x="171730" y="118687"/>
                  <a:pt x="169742" y="114497"/>
                </a:cubicBezTo>
                <a:cubicBezTo>
                  <a:pt x="167754" y="110307"/>
                  <a:pt x="166761" y="106011"/>
                  <a:pt x="166761" y="101609"/>
                </a:cubicBezTo>
                <a:cubicBezTo>
                  <a:pt x="166761" y="91722"/>
                  <a:pt x="169441" y="82000"/>
                  <a:pt x="174801" y="72445"/>
                </a:cubicBezTo>
                <a:cubicBezTo>
                  <a:pt x="180162" y="62887"/>
                  <a:pt x="187239" y="55320"/>
                  <a:pt x="196032" y="49743"/>
                </a:cubicBezTo>
                <a:cubicBezTo>
                  <a:pt x="204826" y="44166"/>
                  <a:pt x="213468" y="41378"/>
                  <a:pt x="221961" y="41378"/>
                </a:cubicBezTo>
                <a:cubicBezTo>
                  <a:pt x="228767" y="41378"/>
                  <a:pt x="233886" y="42888"/>
                  <a:pt x="237319" y="45909"/>
                </a:cubicBezTo>
                <a:cubicBezTo>
                  <a:pt x="240752" y="48930"/>
                  <a:pt x="242469" y="52675"/>
                  <a:pt x="242469" y="57145"/>
                </a:cubicBezTo>
                <a:cubicBezTo>
                  <a:pt x="242469" y="61192"/>
                  <a:pt x="241174" y="64636"/>
                  <a:pt x="238584" y="67476"/>
                </a:cubicBezTo>
                <a:cubicBezTo>
                  <a:pt x="235994" y="70314"/>
                  <a:pt x="233103" y="71733"/>
                  <a:pt x="229911" y="71733"/>
                </a:cubicBezTo>
                <a:cubicBezTo>
                  <a:pt x="227141" y="71733"/>
                  <a:pt x="224837" y="70827"/>
                  <a:pt x="223000" y="69014"/>
                </a:cubicBezTo>
                <a:cubicBezTo>
                  <a:pt x="221163" y="67200"/>
                  <a:pt x="220244" y="65054"/>
                  <a:pt x="220244" y="62577"/>
                </a:cubicBezTo>
                <a:cubicBezTo>
                  <a:pt x="220244" y="59314"/>
                  <a:pt x="221870" y="56473"/>
                  <a:pt x="225123" y="54054"/>
                </a:cubicBezTo>
                <a:cubicBezTo>
                  <a:pt x="227351" y="52362"/>
                  <a:pt x="228466" y="50882"/>
                  <a:pt x="228466" y="49613"/>
                </a:cubicBezTo>
                <a:cubicBezTo>
                  <a:pt x="228466" y="48525"/>
                  <a:pt x="228014" y="47649"/>
                  <a:pt x="227110" y="46985"/>
                </a:cubicBezTo>
                <a:cubicBezTo>
                  <a:pt x="225906" y="46017"/>
                  <a:pt x="224340" y="45533"/>
                  <a:pt x="222413" y="45533"/>
                </a:cubicBezTo>
                <a:cubicBezTo>
                  <a:pt x="217353" y="45533"/>
                  <a:pt x="212595" y="47584"/>
                  <a:pt x="208138" y="51685"/>
                </a:cubicBezTo>
                <a:cubicBezTo>
                  <a:pt x="202236" y="57113"/>
                  <a:pt x="197718" y="63989"/>
                  <a:pt x="194587" y="72312"/>
                </a:cubicBezTo>
                <a:cubicBezTo>
                  <a:pt x="191455" y="80633"/>
                  <a:pt x="189889" y="88532"/>
                  <a:pt x="189889" y="96010"/>
                </a:cubicBezTo>
                <a:cubicBezTo>
                  <a:pt x="189889" y="101920"/>
                  <a:pt x="191485" y="106640"/>
                  <a:pt x="194677" y="110169"/>
                </a:cubicBezTo>
                <a:cubicBezTo>
                  <a:pt x="197869" y="113696"/>
                  <a:pt x="201664" y="115460"/>
                  <a:pt x="206060" y="115460"/>
                </a:cubicBezTo>
                <a:cubicBezTo>
                  <a:pt x="209915" y="115460"/>
                  <a:pt x="214086" y="114488"/>
                  <a:pt x="218573" y="112546"/>
                </a:cubicBezTo>
                <a:cubicBezTo>
                  <a:pt x="223060" y="110604"/>
                  <a:pt x="227321" y="107660"/>
                  <a:pt x="231357" y="103715"/>
                </a:cubicBezTo>
                <a:close/>
                <a:moveTo>
                  <a:pt x="284852" y="0"/>
                </a:moveTo>
                <a:cubicBezTo>
                  <a:pt x="288586" y="0"/>
                  <a:pt x="291733" y="1304"/>
                  <a:pt x="294293" y="3913"/>
                </a:cubicBezTo>
                <a:cubicBezTo>
                  <a:pt x="296853" y="6520"/>
                  <a:pt x="298133" y="9672"/>
                  <a:pt x="298133" y="13371"/>
                </a:cubicBezTo>
                <a:cubicBezTo>
                  <a:pt x="298133" y="17069"/>
                  <a:pt x="296838" y="20223"/>
                  <a:pt x="294248" y="22832"/>
                </a:cubicBezTo>
                <a:cubicBezTo>
                  <a:pt x="291658" y="25438"/>
                  <a:pt x="288526" y="26742"/>
                  <a:pt x="284852" y="26742"/>
                </a:cubicBezTo>
                <a:cubicBezTo>
                  <a:pt x="281238" y="26742"/>
                  <a:pt x="278137" y="25438"/>
                  <a:pt x="275547" y="22832"/>
                </a:cubicBezTo>
                <a:cubicBezTo>
                  <a:pt x="272957" y="20223"/>
                  <a:pt x="271662" y="17069"/>
                  <a:pt x="271662" y="13371"/>
                </a:cubicBezTo>
                <a:cubicBezTo>
                  <a:pt x="271662" y="9672"/>
                  <a:pt x="272942" y="6520"/>
                  <a:pt x="275502" y="3913"/>
                </a:cubicBezTo>
                <a:cubicBezTo>
                  <a:pt x="278061" y="1304"/>
                  <a:pt x="281178" y="0"/>
                  <a:pt x="284852" y="0"/>
                </a:cubicBezTo>
                <a:moveTo>
                  <a:pt x="290453" y="41378"/>
                </a:moveTo>
                <a:lnTo>
                  <a:pt x="271933" y="105175"/>
                </a:lnTo>
                <a:cubicBezTo>
                  <a:pt x="270909" y="108824"/>
                  <a:pt x="270397" y="111217"/>
                  <a:pt x="270397" y="112354"/>
                </a:cubicBezTo>
                <a:cubicBezTo>
                  <a:pt x="270397" y="113043"/>
                  <a:pt x="270668" y="113685"/>
                  <a:pt x="271210" y="114280"/>
                </a:cubicBezTo>
                <a:cubicBezTo>
                  <a:pt x="271752" y="114872"/>
                  <a:pt x="272324" y="115169"/>
                  <a:pt x="272927" y="115169"/>
                </a:cubicBezTo>
                <a:cubicBezTo>
                  <a:pt x="273951" y="115169"/>
                  <a:pt x="274975" y="114699"/>
                  <a:pt x="275998" y="113760"/>
                </a:cubicBezTo>
                <a:cubicBezTo>
                  <a:pt x="278709" y="111445"/>
                  <a:pt x="281961" y="107253"/>
                  <a:pt x="285756" y="101185"/>
                </a:cubicBezTo>
                <a:lnTo>
                  <a:pt x="288827" y="103063"/>
                </a:lnTo>
                <a:cubicBezTo>
                  <a:pt x="279733" y="119519"/>
                  <a:pt x="270066" y="127746"/>
                  <a:pt x="259827" y="127746"/>
                </a:cubicBezTo>
                <a:cubicBezTo>
                  <a:pt x="255912" y="127746"/>
                  <a:pt x="252795" y="126647"/>
                  <a:pt x="250476" y="124449"/>
                </a:cubicBezTo>
                <a:cubicBezTo>
                  <a:pt x="248157" y="122251"/>
                  <a:pt x="246998" y="119465"/>
                  <a:pt x="246998" y="116092"/>
                </a:cubicBezTo>
                <a:cubicBezTo>
                  <a:pt x="246998" y="113864"/>
                  <a:pt x="247510" y="111033"/>
                  <a:pt x="248534" y="107600"/>
                </a:cubicBezTo>
                <a:lnTo>
                  <a:pt x="261092" y="64415"/>
                </a:lnTo>
                <a:cubicBezTo>
                  <a:pt x="262296" y="60259"/>
                  <a:pt x="262899" y="57128"/>
                  <a:pt x="262899" y="55020"/>
                </a:cubicBezTo>
                <a:cubicBezTo>
                  <a:pt x="262899" y="53694"/>
                  <a:pt x="262326" y="52520"/>
                  <a:pt x="261182" y="51496"/>
                </a:cubicBezTo>
                <a:cubicBezTo>
                  <a:pt x="260038" y="50472"/>
                  <a:pt x="258472" y="49960"/>
                  <a:pt x="256484" y="49960"/>
                </a:cubicBezTo>
                <a:cubicBezTo>
                  <a:pt x="255581" y="49960"/>
                  <a:pt x="254497" y="49990"/>
                  <a:pt x="253232" y="50051"/>
                </a:cubicBezTo>
                <a:lnTo>
                  <a:pt x="254406" y="46437"/>
                </a:lnTo>
                <a:lnTo>
                  <a:pt x="285033" y="41378"/>
                </a:lnTo>
                <a:lnTo>
                  <a:pt x="290453" y="41378"/>
                </a:lnTo>
                <a:close/>
                <a:moveTo>
                  <a:pt x="344149" y="41378"/>
                </a:moveTo>
                <a:lnTo>
                  <a:pt x="332946" y="80178"/>
                </a:lnTo>
                <a:cubicBezTo>
                  <a:pt x="340475" y="68841"/>
                  <a:pt x="346106" y="61093"/>
                  <a:pt x="349840" y="56934"/>
                </a:cubicBezTo>
                <a:cubicBezTo>
                  <a:pt x="355321" y="50905"/>
                  <a:pt x="360049" y="46806"/>
                  <a:pt x="364024" y="44636"/>
                </a:cubicBezTo>
                <a:cubicBezTo>
                  <a:pt x="367999" y="42464"/>
                  <a:pt x="371734" y="41378"/>
                  <a:pt x="375227" y="41378"/>
                </a:cubicBezTo>
                <a:cubicBezTo>
                  <a:pt x="378359" y="41378"/>
                  <a:pt x="381039" y="42545"/>
                  <a:pt x="383267" y="44881"/>
                </a:cubicBezTo>
                <a:cubicBezTo>
                  <a:pt x="385496" y="47215"/>
                  <a:pt x="386610" y="50261"/>
                  <a:pt x="386610" y="54020"/>
                </a:cubicBezTo>
                <a:cubicBezTo>
                  <a:pt x="386610" y="57406"/>
                  <a:pt x="385887" y="61518"/>
                  <a:pt x="384442" y="66355"/>
                </a:cubicBezTo>
                <a:lnTo>
                  <a:pt x="372878" y="105084"/>
                </a:lnTo>
                <a:cubicBezTo>
                  <a:pt x="371914" y="108470"/>
                  <a:pt x="371432" y="110677"/>
                  <a:pt x="371432" y="111705"/>
                </a:cubicBezTo>
                <a:cubicBezTo>
                  <a:pt x="371432" y="112307"/>
                  <a:pt x="371658" y="112849"/>
                  <a:pt x="372110" y="113331"/>
                </a:cubicBezTo>
                <a:cubicBezTo>
                  <a:pt x="372562" y="113813"/>
                  <a:pt x="373028" y="114054"/>
                  <a:pt x="373510" y="114054"/>
                </a:cubicBezTo>
                <a:cubicBezTo>
                  <a:pt x="374113" y="114054"/>
                  <a:pt x="374745" y="113813"/>
                  <a:pt x="375408" y="113331"/>
                </a:cubicBezTo>
                <a:cubicBezTo>
                  <a:pt x="377516" y="111594"/>
                  <a:pt x="379654" y="109153"/>
                  <a:pt x="381822" y="106007"/>
                </a:cubicBezTo>
                <a:cubicBezTo>
                  <a:pt x="382364" y="105177"/>
                  <a:pt x="383237" y="103931"/>
                  <a:pt x="384442" y="102269"/>
                </a:cubicBezTo>
                <a:lnTo>
                  <a:pt x="387875" y="104316"/>
                </a:lnTo>
                <a:cubicBezTo>
                  <a:pt x="379021" y="118973"/>
                  <a:pt x="369716" y="126301"/>
                  <a:pt x="359959" y="126301"/>
                </a:cubicBezTo>
                <a:cubicBezTo>
                  <a:pt x="356225" y="126301"/>
                  <a:pt x="353303" y="125337"/>
                  <a:pt x="351195" y="123410"/>
                </a:cubicBezTo>
                <a:cubicBezTo>
                  <a:pt x="349087" y="121483"/>
                  <a:pt x="348033" y="119073"/>
                  <a:pt x="348033" y="116182"/>
                </a:cubicBezTo>
                <a:cubicBezTo>
                  <a:pt x="348033" y="113645"/>
                  <a:pt x="348756" y="109870"/>
                  <a:pt x="350202" y="104856"/>
                </a:cubicBezTo>
                <a:lnTo>
                  <a:pt x="361495" y="66157"/>
                </a:lnTo>
                <a:cubicBezTo>
                  <a:pt x="362278" y="63620"/>
                  <a:pt x="362669" y="61747"/>
                  <a:pt x="362669" y="60539"/>
                </a:cubicBezTo>
                <a:cubicBezTo>
                  <a:pt x="362669" y="59875"/>
                  <a:pt x="362398" y="59285"/>
                  <a:pt x="361856" y="58772"/>
                </a:cubicBezTo>
                <a:cubicBezTo>
                  <a:pt x="361314" y="58258"/>
                  <a:pt x="360681" y="58001"/>
                  <a:pt x="359959" y="58001"/>
                </a:cubicBezTo>
                <a:cubicBezTo>
                  <a:pt x="357670" y="58001"/>
                  <a:pt x="354899" y="59573"/>
                  <a:pt x="351647" y="62719"/>
                </a:cubicBezTo>
                <a:cubicBezTo>
                  <a:pt x="343335" y="70705"/>
                  <a:pt x="335295" y="82593"/>
                  <a:pt x="327525" y="98385"/>
                </a:cubicBezTo>
                <a:lnTo>
                  <a:pt x="320117" y="125217"/>
                </a:lnTo>
                <a:lnTo>
                  <a:pt x="297079" y="125217"/>
                </a:lnTo>
                <a:lnTo>
                  <a:pt x="313974" y="67222"/>
                </a:lnTo>
                <a:cubicBezTo>
                  <a:pt x="315600" y="61487"/>
                  <a:pt x="316413" y="57416"/>
                  <a:pt x="316413" y="55011"/>
                </a:cubicBezTo>
                <a:cubicBezTo>
                  <a:pt x="316413" y="53989"/>
                  <a:pt x="316172" y="53133"/>
                  <a:pt x="315690" y="52442"/>
                </a:cubicBezTo>
                <a:cubicBezTo>
                  <a:pt x="315208" y="51749"/>
                  <a:pt x="314425" y="51208"/>
                  <a:pt x="313341" y="50819"/>
                </a:cubicBezTo>
                <a:cubicBezTo>
                  <a:pt x="312257" y="50427"/>
                  <a:pt x="310209" y="50231"/>
                  <a:pt x="307198" y="50231"/>
                </a:cubicBezTo>
                <a:lnTo>
                  <a:pt x="308192" y="46798"/>
                </a:lnTo>
                <a:lnTo>
                  <a:pt x="338638" y="41378"/>
                </a:lnTo>
                <a:lnTo>
                  <a:pt x="344149" y="41378"/>
                </a:lnTo>
                <a:close/>
                <a:moveTo>
                  <a:pt x="470638" y="46798"/>
                </a:moveTo>
                <a:lnTo>
                  <a:pt x="494669" y="46798"/>
                </a:lnTo>
                <a:lnTo>
                  <a:pt x="491778" y="56736"/>
                </a:lnTo>
                <a:lnTo>
                  <a:pt x="479311" y="56736"/>
                </a:lnTo>
                <a:cubicBezTo>
                  <a:pt x="481238" y="60329"/>
                  <a:pt x="482202" y="63740"/>
                  <a:pt x="482202" y="66968"/>
                </a:cubicBezTo>
                <a:cubicBezTo>
                  <a:pt x="482202" y="72509"/>
                  <a:pt x="480711" y="77624"/>
                  <a:pt x="477730" y="82315"/>
                </a:cubicBezTo>
                <a:cubicBezTo>
                  <a:pt x="474748" y="87003"/>
                  <a:pt x="470352" y="90749"/>
                  <a:pt x="464539" y="93551"/>
                </a:cubicBezTo>
                <a:cubicBezTo>
                  <a:pt x="458727" y="96352"/>
                  <a:pt x="452268" y="97752"/>
                  <a:pt x="445161" y="97752"/>
                </a:cubicBezTo>
                <a:cubicBezTo>
                  <a:pt x="443293" y="97752"/>
                  <a:pt x="441231" y="97609"/>
                  <a:pt x="438972" y="97323"/>
                </a:cubicBezTo>
                <a:cubicBezTo>
                  <a:pt x="436713" y="97035"/>
                  <a:pt x="434259" y="96636"/>
                  <a:pt x="431609" y="96126"/>
                </a:cubicBezTo>
                <a:cubicBezTo>
                  <a:pt x="427634" y="98153"/>
                  <a:pt x="425134" y="99762"/>
                  <a:pt x="424110" y="100954"/>
                </a:cubicBezTo>
                <a:cubicBezTo>
                  <a:pt x="423388" y="101788"/>
                  <a:pt x="423026" y="102652"/>
                  <a:pt x="423026" y="103546"/>
                </a:cubicBezTo>
                <a:cubicBezTo>
                  <a:pt x="423026" y="104618"/>
                  <a:pt x="423478" y="105543"/>
                  <a:pt x="424381" y="106318"/>
                </a:cubicBezTo>
                <a:cubicBezTo>
                  <a:pt x="425947" y="107688"/>
                  <a:pt x="428266" y="108702"/>
                  <a:pt x="431338" y="109359"/>
                </a:cubicBezTo>
                <a:cubicBezTo>
                  <a:pt x="443625" y="111980"/>
                  <a:pt x="451726" y="114105"/>
                  <a:pt x="455641" y="115731"/>
                </a:cubicBezTo>
                <a:cubicBezTo>
                  <a:pt x="461001" y="117959"/>
                  <a:pt x="465051" y="120820"/>
                  <a:pt x="467792" y="124313"/>
                </a:cubicBezTo>
                <a:cubicBezTo>
                  <a:pt x="470532" y="127807"/>
                  <a:pt x="471902" y="132023"/>
                  <a:pt x="471902" y="136962"/>
                </a:cubicBezTo>
                <a:cubicBezTo>
                  <a:pt x="471902" y="144490"/>
                  <a:pt x="468439" y="151070"/>
                  <a:pt x="461513" y="156702"/>
                </a:cubicBezTo>
                <a:cubicBezTo>
                  <a:pt x="454586" y="162333"/>
                  <a:pt x="443866" y="165149"/>
                  <a:pt x="429350" y="165149"/>
                </a:cubicBezTo>
                <a:cubicBezTo>
                  <a:pt x="414715" y="165149"/>
                  <a:pt x="403934" y="162745"/>
                  <a:pt x="397007" y="157938"/>
                </a:cubicBezTo>
                <a:cubicBezTo>
                  <a:pt x="392008" y="154453"/>
                  <a:pt x="389509" y="150306"/>
                  <a:pt x="389509" y="145499"/>
                </a:cubicBezTo>
                <a:cubicBezTo>
                  <a:pt x="389509" y="141834"/>
                  <a:pt x="391150" y="138440"/>
                  <a:pt x="394432" y="135316"/>
                </a:cubicBezTo>
                <a:cubicBezTo>
                  <a:pt x="397715" y="132191"/>
                  <a:pt x="404747" y="129427"/>
                  <a:pt x="415528" y="127024"/>
                </a:cubicBezTo>
                <a:cubicBezTo>
                  <a:pt x="411854" y="124976"/>
                  <a:pt x="409384" y="123109"/>
                  <a:pt x="408120" y="121422"/>
                </a:cubicBezTo>
                <a:cubicBezTo>
                  <a:pt x="406373" y="119134"/>
                  <a:pt x="405500" y="116755"/>
                  <a:pt x="405500" y="114285"/>
                </a:cubicBezTo>
                <a:cubicBezTo>
                  <a:pt x="405500" y="110250"/>
                  <a:pt x="407111" y="106696"/>
                  <a:pt x="410333" y="103625"/>
                </a:cubicBezTo>
                <a:cubicBezTo>
                  <a:pt x="413555" y="100553"/>
                  <a:pt x="418961" y="97511"/>
                  <a:pt x="426550" y="94500"/>
                </a:cubicBezTo>
                <a:cubicBezTo>
                  <a:pt x="420647" y="92143"/>
                  <a:pt x="416386" y="89107"/>
                  <a:pt x="413766" y="85389"/>
                </a:cubicBezTo>
                <a:cubicBezTo>
                  <a:pt x="411146" y="81672"/>
                  <a:pt x="409836" y="77335"/>
                  <a:pt x="409836" y="72380"/>
                </a:cubicBezTo>
                <a:cubicBezTo>
                  <a:pt x="409836" y="67123"/>
                  <a:pt x="411417" y="62123"/>
                  <a:pt x="414579" y="57380"/>
                </a:cubicBezTo>
                <a:cubicBezTo>
                  <a:pt x="417741" y="52635"/>
                  <a:pt x="422409" y="48782"/>
                  <a:pt x="428582" y="45821"/>
                </a:cubicBezTo>
                <a:cubicBezTo>
                  <a:pt x="434756" y="42859"/>
                  <a:pt x="441848" y="41378"/>
                  <a:pt x="449858" y="41378"/>
                </a:cubicBezTo>
                <a:cubicBezTo>
                  <a:pt x="454978" y="41378"/>
                  <a:pt x="459525" y="41940"/>
                  <a:pt x="463500" y="43066"/>
                </a:cubicBezTo>
                <a:cubicBezTo>
                  <a:pt x="465548" y="43659"/>
                  <a:pt x="467927" y="44903"/>
                  <a:pt x="470638" y="46798"/>
                </a:cubicBezTo>
                <a:moveTo>
                  <a:pt x="451756" y="45895"/>
                </a:moveTo>
                <a:cubicBezTo>
                  <a:pt x="448804" y="45895"/>
                  <a:pt x="446305" y="46858"/>
                  <a:pt x="444257" y="48786"/>
                </a:cubicBezTo>
                <a:cubicBezTo>
                  <a:pt x="441005" y="51737"/>
                  <a:pt x="438159" y="56676"/>
                  <a:pt x="435720" y="63602"/>
                </a:cubicBezTo>
                <a:cubicBezTo>
                  <a:pt x="433280" y="70529"/>
                  <a:pt x="432061" y="77094"/>
                  <a:pt x="432061" y="83297"/>
                </a:cubicBezTo>
                <a:cubicBezTo>
                  <a:pt x="432061" y="86248"/>
                  <a:pt x="432919" y="88582"/>
                  <a:pt x="434636" y="90299"/>
                </a:cubicBezTo>
                <a:cubicBezTo>
                  <a:pt x="436352" y="92015"/>
                  <a:pt x="438475" y="92874"/>
                  <a:pt x="441005" y="92874"/>
                </a:cubicBezTo>
                <a:cubicBezTo>
                  <a:pt x="443474" y="92874"/>
                  <a:pt x="445612" y="92030"/>
                  <a:pt x="447419" y="90344"/>
                </a:cubicBezTo>
                <a:cubicBezTo>
                  <a:pt x="450852" y="87031"/>
                  <a:pt x="453834" y="81746"/>
                  <a:pt x="456363" y="74489"/>
                </a:cubicBezTo>
                <a:cubicBezTo>
                  <a:pt x="458893" y="67231"/>
                  <a:pt x="460158" y="60651"/>
                  <a:pt x="460158" y="54748"/>
                </a:cubicBezTo>
                <a:cubicBezTo>
                  <a:pt x="460158" y="52098"/>
                  <a:pt x="459345" y="49960"/>
                  <a:pt x="457718" y="48334"/>
                </a:cubicBezTo>
                <a:cubicBezTo>
                  <a:pt x="456092" y="46708"/>
                  <a:pt x="454105" y="45895"/>
                  <a:pt x="451756" y="45895"/>
                </a:cubicBezTo>
                <a:moveTo>
                  <a:pt x="420587" y="129090"/>
                </a:moveTo>
                <a:cubicBezTo>
                  <a:pt x="414865" y="131308"/>
                  <a:pt x="410965" y="133704"/>
                  <a:pt x="408887" y="136278"/>
                </a:cubicBezTo>
                <a:cubicBezTo>
                  <a:pt x="406810" y="138853"/>
                  <a:pt x="405771" y="141639"/>
                  <a:pt x="405771" y="144635"/>
                </a:cubicBezTo>
                <a:cubicBezTo>
                  <a:pt x="405771" y="148527"/>
                  <a:pt x="407833" y="152046"/>
                  <a:pt x="411959" y="155191"/>
                </a:cubicBezTo>
                <a:cubicBezTo>
                  <a:pt x="416085" y="158336"/>
                  <a:pt x="422665" y="159909"/>
                  <a:pt x="431699" y="159909"/>
                </a:cubicBezTo>
                <a:cubicBezTo>
                  <a:pt x="439228" y="159909"/>
                  <a:pt x="444679" y="158543"/>
                  <a:pt x="448052" y="155812"/>
                </a:cubicBezTo>
                <a:cubicBezTo>
                  <a:pt x="451424" y="153083"/>
                  <a:pt x="453111" y="149888"/>
                  <a:pt x="453111" y="146227"/>
                </a:cubicBezTo>
                <a:cubicBezTo>
                  <a:pt x="453111" y="142986"/>
                  <a:pt x="451560" y="140346"/>
                  <a:pt x="448458" y="138305"/>
                </a:cubicBezTo>
                <a:cubicBezTo>
                  <a:pt x="445356" y="136265"/>
                  <a:pt x="439409" y="134145"/>
                  <a:pt x="430615" y="131945"/>
                </a:cubicBezTo>
                <a:cubicBezTo>
                  <a:pt x="426520" y="130874"/>
                  <a:pt x="423177" y="129922"/>
                  <a:pt x="420587" y="1290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57300-A1AE-4877-ABCF-88A02033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734" y="2952794"/>
            <a:ext cx="2564029" cy="233129"/>
          </a:xfrm>
          <a:custGeom xmlns:a="http://schemas.openxmlformats.org/drawingml/2006/main">
            <a:pathLst>
              <a:path w="2564029" h="233129">
                <a:moveTo>
                  <a:pt x="2330898" y="233129"/>
                </a:moveTo>
                <a:lnTo>
                  <a:pt x="2330898" y="174745"/>
                </a:lnTo>
                <a:lnTo>
                  <a:pt x="235701" y="174745"/>
                </a:lnTo>
                <a:lnTo>
                  <a:pt x="235701" y="135251"/>
                </a:lnTo>
                <a:lnTo>
                  <a:pt x="230561" y="135251"/>
                </a:lnTo>
                <a:lnTo>
                  <a:pt x="230561" y="174745"/>
                </a:lnTo>
                <a:lnTo>
                  <a:pt x="0" y="174745"/>
                </a:lnTo>
                <a:lnTo>
                  <a:pt x="0" y="58182"/>
                </a:lnTo>
                <a:lnTo>
                  <a:pt x="2330898" y="58182"/>
                </a:lnTo>
                <a:lnTo>
                  <a:pt x="2330898" y="0"/>
                </a:lnTo>
                <a:lnTo>
                  <a:pt x="2564029" y="116563"/>
                </a:lnTo>
                <a:lnTo>
                  <a:pt x="2330898" y="233129"/>
                </a:lnTo>
                <a:moveTo>
                  <a:pt x="230561" y="73576"/>
                </a:moveTo>
                <a:lnTo>
                  <a:pt x="230561" y="119832"/>
                </a:lnTo>
                <a:lnTo>
                  <a:pt x="235701" y="119832"/>
                </a:lnTo>
                <a:lnTo>
                  <a:pt x="235701" y="73576"/>
                </a:lnTo>
                <a:lnTo>
                  <a:pt x="230561" y="73576"/>
                </a:lnTo>
              </a:path>
            </a:pathLst>
          </a:custGeom>
          <a:solidFill xmlns:a="http://schemas.openxmlformats.org/drawingml/2006/main">
            <a:srgbClr val="DEDE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8BF9B-9766-4C85-A9DF-CF93F754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295" y="3026370"/>
            <a:ext cx="5140" cy="101169"/>
          </a:xfrm>
          <a:custGeom xmlns:a="http://schemas.openxmlformats.org/drawingml/2006/main">
            <a:pathLst>
              <a:path w="5140" h="101169">
                <a:moveTo>
                  <a:pt x="5140" y="101169"/>
                </a:moveTo>
                <a:lnTo>
                  <a:pt x="0" y="101169"/>
                </a:lnTo>
                <a:lnTo>
                  <a:pt x="0" y="61675"/>
                </a:lnTo>
                <a:lnTo>
                  <a:pt x="5140" y="61675"/>
                </a:lnTo>
                <a:lnTo>
                  <a:pt x="5140" y="101169"/>
                </a:lnTo>
                <a:moveTo>
                  <a:pt x="5140" y="46256"/>
                </a:moveTo>
                <a:lnTo>
                  <a:pt x="0" y="46256"/>
                </a:lnTo>
                <a:lnTo>
                  <a:pt x="0" y="0"/>
                </a:lnTo>
                <a:lnTo>
                  <a:pt x="5140" y="0"/>
                </a:lnTo>
                <a:lnTo>
                  <a:pt x="5140" y="46256"/>
                </a:lnTo>
              </a:path>
            </a:pathLst>
          </a:custGeom>
          <a:solidFill xmlns:a="http://schemas.openxmlformats.org/drawingml/2006/main">
            <a:srgbClr val="BBBC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F816A-76E7-4F7C-B154-97C83DFF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630" y="3010976"/>
            <a:ext cx="466264" cy="116563"/>
          </a:xfrm>
          <a:custGeom xmlns:a="http://schemas.openxmlformats.org/drawingml/2006/main">
            <a:pathLst>
              <a:path w="466264" h="116563">
                <a:moveTo>
                  <a:pt x="0" y="116563"/>
                </a:moveTo>
                <a:lnTo>
                  <a:pt x="466264" y="116563"/>
                </a:lnTo>
                <a:lnTo>
                  <a:pt x="466264" y="0"/>
                </a:lnTo>
                <a:lnTo>
                  <a:pt x="0" y="0"/>
                </a:lnTo>
                <a:lnTo>
                  <a:pt x="0" y="116563"/>
                </a:lnTo>
                <a:close/>
              </a:path>
            </a:pathLst>
          </a:custGeom>
          <a:solidFill xmlns:a="http://schemas.openxmlformats.org/drawingml/2006/main">
            <a:srgbClr val="DEDE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88014-B99D-43FA-83DE-F8226BB8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892" y="3010976"/>
            <a:ext cx="1864838" cy="116563"/>
          </a:xfrm>
          <a:custGeom xmlns:a="http://schemas.openxmlformats.org/drawingml/2006/main">
            <a:pathLst>
              <a:path w="1864838" h="116563">
                <a:moveTo>
                  <a:pt x="0" y="116563"/>
                </a:moveTo>
                <a:lnTo>
                  <a:pt x="1864838" y="116563"/>
                </a:lnTo>
                <a:lnTo>
                  <a:pt x="1864838" y="0"/>
                </a:lnTo>
                <a:lnTo>
                  <a:pt x="0" y="0"/>
                </a:lnTo>
                <a:lnTo>
                  <a:pt x="0" y="116563"/>
                </a:lnTo>
                <a:close/>
              </a:path>
            </a:pathLst>
          </a:custGeom>
          <a:solidFill xmlns:a="http://schemas.openxmlformats.org/drawingml/2006/main">
            <a:srgbClr val="BAE3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A7D39-0257-4D64-8238-D5943C17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457" y="2253539"/>
            <a:ext cx="1631709" cy="1048970"/>
          </a:xfrm>
          <a:custGeom xmlns:a="http://schemas.openxmlformats.org/drawingml/2006/main">
            <a:pathLst>
              <a:path w="1631709" h="1048970">
                <a:moveTo>
                  <a:pt x="0" y="1048970"/>
                </a:moveTo>
                <a:lnTo>
                  <a:pt x="0" y="0"/>
                </a:lnTo>
                <a:lnTo>
                  <a:pt x="1631709" y="0"/>
                </a:lnTo>
                <a:lnTo>
                  <a:pt x="1631709" y="1048970"/>
                </a:lnTo>
                <a:lnTo>
                  <a:pt x="0" y="1048970"/>
                </a:lnTo>
                <a:close/>
              </a:path>
            </a:pathLst>
          </a:custGeom>
          <a:solidFill xmlns:a="http://schemas.openxmlformats.org/drawingml/2006/main">
            <a:srgbClr val="CF938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Failed">
            <a:extLst xmlns:a="http://schemas.openxmlformats.org/drawingml/2006/main">
              <a:ext uri="{FF2B5EF4-FFF2-40B4-BE49-F238E27FC236}">
                <a16:creationId xmlns:a16="http://schemas.microsoft.com/office/drawing/2014/main" id="{77620CA9-BDB8-489D-8F06-FD850428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148" y="2575248"/>
            <a:ext cx="511559" cy="144972"/>
          </a:xfrm>
          <a:custGeom xmlns:a="http://schemas.openxmlformats.org/drawingml/2006/main">
            <a:pathLst>
              <a:path w="511559" h="144972">
                <a:moveTo>
                  <a:pt x="38593" y="13997"/>
                </a:moveTo>
                <a:lnTo>
                  <a:pt x="38593" y="67187"/>
                </a:lnTo>
                <a:lnTo>
                  <a:pt x="63288" y="67187"/>
                </a:lnTo>
                <a:cubicBezTo>
                  <a:pt x="68953" y="67187"/>
                  <a:pt x="73103" y="65937"/>
                  <a:pt x="75735" y="63438"/>
                </a:cubicBezTo>
                <a:cubicBezTo>
                  <a:pt x="78368" y="60938"/>
                  <a:pt x="80118" y="55989"/>
                  <a:pt x="80984" y="48591"/>
                </a:cubicBezTo>
                <a:lnTo>
                  <a:pt x="84684" y="48591"/>
                </a:lnTo>
                <a:lnTo>
                  <a:pt x="84684" y="94582"/>
                </a:lnTo>
                <a:lnTo>
                  <a:pt x="80984" y="94582"/>
                </a:lnTo>
                <a:cubicBezTo>
                  <a:pt x="80918" y="89289"/>
                  <a:pt x="80235" y="85403"/>
                  <a:pt x="78935" y="82925"/>
                </a:cubicBezTo>
                <a:cubicBezTo>
                  <a:pt x="77635" y="80444"/>
                  <a:pt x="75835" y="78584"/>
                  <a:pt x="73536" y="77344"/>
                </a:cubicBezTo>
                <a:cubicBezTo>
                  <a:pt x="71236" y="76105"/>
                  <a:pt x="67820" y="75485"/>
                  <a:pt x="63288" y="75485"/>
                </a:cubicBezTo>
                <a:lnTo>
                  <a:pt x="38593" y="75485"/>
                </a:lnTo>
                <a:lnTo>
                  <a:pt x="38593" y="118146"/>
                </a:lnTo>
                <a:cubicBezTo>
                  <a:pt x="38593" y="125022"/>
                  <a:pt x="39026" y="129561"/>
                  <a:pt x="39892" y="131765"/>
                </a:cubicBezTo>
                <a:cubicBezTo>
                  <a:pt x="40559" y="133434"/>
                  <a:pt x="41959" y="134869"/>
                  <a:pt x="44091" y="136071"/>
                </a:cubicBezTo>
                <a:cubicBezTo>
                  <a:pt x="47024" y="137672"/>
                  <a:pt x="50090" y="138473"/>
                  <a:pt x="53290" y="138473"/>
                </a:cubicBezTo>
                <a:lnTo>
                  <a:pt x="58189" y="138473"/>
                </a:lnTo>
                <a:lnTo>
                  <a:pt x="58189" y="142173"/>
                </a:lnTo>
                <a:lnTo>
                  <a:pt x="0" y="142173"/>
                </a:lnTo>
                <a:lnTo>
                  <a:pt x="0" y="138473"/>
                </a:lnTo>
                <a:lnTo>
                  <a:pt x="4799" y="138473"/>
                </a:lnTo>
                <a:cubicBezTo>
                  <a:pt x="10398" y="138473"/>
                  <a:pt x="14464" y="136840"/>
                  <a:pt x="16997" y="133574"/>
                </a:cubicBezTo>
                <a:cubicBezTo>
                  <a:pt x="18596" y="131441"/>
                  <a:pt x="19396" y="126309"/>
                  <a:pt x="19396" y="118177"/>
                </a:cubicBezTo>
                <a:lnTo>
                  <a:pt x="19396" y="30594"/>
                </a:lnTo>
                <a:cubicBezTo>
                  <a:pt x="19396" y="23729"/>
                  <a:pt x="18963" y="19196"/>
                  <a:pt x="18097" y="16997"/>
                </a:cubicBezTo>
                <a:cubicBezTo>
                  <a:pt x="17430" y="15330"/>
                  <a:pt x="16064" y="13897"/>
                  <a:pt x="13997" y="12698"/>
                </a:cubicBezTo>
                <a:cubicBezTo>
                  <a:pt x="11131" y="11098"/>
                  <a:pt x="8065" y="10298"/>
                  <a:pt x="4799" y="10298"/>
                </a:cubicBezTo>
                <a:lnTo>
                  <a:pt x="0" y="10298"/>
                </a:lnTo>
                <a:lnTo>
                  <a:pt x="0" y="6599"/>
                </a:lnTo>
                <a:lnTo>
                  <a:pt x="100881" y="6599"/>
                </a:lnTo>
                <a:lnTo>
                  <a:pt x="102180" y="36393"/>
                </a:lnTo>
                <a:lnTo>
                  <a:pt x="98681" y="36393"/>
                </a:lnTo>
                <a:cubicBezTo>
                  <a:pt x="96948" y="30061"/>
                  <a:pt x="94932" y="25412"/>
                  <a:pt x="92632" y="22446"/>
                </a:cubicBezTo>
                <a:cubicBezTo>
                  <a:pt x="90333" y="19480"/>
                  <a:pt x="87500" y="17330"/>
                  <a:pt x="84134" y="15997"/>
                </a:cubicBezTo>
                <a:cubicBezTo>
                  <a:pt x="80768" y="14664"/>
                  <a:pt x="75552" y="13997"/>
                  <a:pt x="68487" y="13997"/>
                </a:cubicBezTo>
                <a:lnTo>
                  <a:pt x="38593" y="13997"/>
                </a:lnTo>
                <a:close/>
                <a:moveTo>
                  <a:pt x="168836" y="128975"/>
                </a:moveTo>
                <a:cubicBezTo>
                  <a:pt x="159438" y="136240"/>
                  <a:pt x="153539" y="140440"/>
                  <a:pt x="151140" y="141573"/>
                </a:cubicBezTo>
                <a:cubicBezTo>
                  <a:pt x="147541" y="143306"/>
                  <a:pt x="143708" y="144172"/>
                  <a:pt x="139642" y="144172"/>
                </a:cubicBezTo>
                <a:cubicBezTo>
                  <a:pt x="133310" y="144172"/>
                  <a:pt x="128094" y="142006"/>
                  <a:pt x="123995" y="137673"/>
                </a:cubicBezTo>
                <a:cubicBezTo>
                  <a:pt x="119896" y="133341"/>
                  <a:pt x="117846" y="127642"/>
                  <a:pt x="117846" y="120577"/>
                </a:cubicBezTo>
                <a:cubicBezTo>
                  <a:pt x="117846" y="116111"/>
                  <a:pt x="118846" y="112245"/>
                  <a:pt x="120846" y="108979"/>
                </a:cubicBezTo>
                <a:cubicBezTo>
                  <a:pt x="123578" y="104447"/>
                  <a:pt x="128328" y="100181"/>
                  <a:pt x="135093" y="96181"/>
                </a:cubicBezTo>
                <a:cubicBezTo>
                  <a:pt x="141858" y="92182"/>
                  <a:pt x="153106" y="87316"/>
                  <a:pt x="168836" y="81584"/>
                </a:cubicBezTo>
                <a:lnTo>
                  <a:pt x="168836" y="77985"/>
                </a:lnTo>
                <a:cubicBezTo>
                  <a:pt x="168836" y="68853"/>
                  <a:pt x="167387" y="62588"/>
                  <a:pt x="164487" y="59189"/>
                </a:cubicBezTo>
                <a:cubicBezTo>
                  <a:pt x="161588" y="55789"/>
                  <a:pt x="157372" y="54090"/>
                  <a:pt x="151840" y="54090"/>
                </a:cubicBezTo>
                <a:cubicBezTo>
                  <a:pt x="147641" y="54090"/>
                  <a:pt x="144308" y="55219"/>
                  <a:pt x="141842" y="57476"/>
                </a:cubicBezTo>
                <a:cubicBezTo>
                  <a:pt x="139309" y="59734"/>
                  <a:pt x="138042" y="62324"/>
                  <a:pt x="138042" y="65247"/>
                </a:cubicBezTo>
                <a:lnTo>
                  <a:pt x="138242" y="71024"/>
                </a:lnTo>
                <a:cubicBezTo>
                  <a:pt x="138242" y="74077"/>
                  <a:pt x="137459" y="76434"/>
                  <a:pt x="135893" y="78094"/>
                </a:cubicBezTo>
                <a:cubicBezTo>
                  <a:pt x="134326" y="79754"/>
                  <a:pt x="132277" y="80584"/>
                  <a:pt x="129744" y="80584"/>
                </a:cubicBezTo>
                <a:cubicBezTo>
                  <a:pt x="127278" y="80584"/>
                  <a:pt x="125261" y="79721"/>
                  <a:pt x="123695" y="77994"/>
                </a:cubicBezTo>
                <a:cubicBezTo>
                  <a:pt x="122129" y="76266"/>
                  <a:pt x="121346" y="73906"/>
                  <a:pt x="121346" y="70914"/>
                </a:cubicBezTo>
                <a:cubicBezTo>
                  <a:pt x="121346" y="65201"/>
                  <a:pt x="124278" y="59952"/>
                  <a:pt x="130144" y="55167"/>
                </a:cubicBezTo>
                <a:cubicBezTo>
                  <a:pt x="136009" y="50383"/>
                  <a:pt x="144241" y="47991"/>
                  <a:pt x="154839" y="47991"/>
                </a:cubicBezTo>
                <a:cubicBezTo>
                  <a:pt x="162971" y="47991"/>
                  <a:pt x="169636" y="49355"/>
                  <a:pt x="174835" y="52084"/>
                </a:cubicBezTo>
                <a:cubicBezTo>
                  <a:pt x="178768" y="54148"/>
                  <a:pt x="181667" y="57377"/>
                  <a:pt x="183534" y="61772"/>
                </a:cubicBezTo>
                <a:cubicBezTo>
                  <a:pt x="184733" y="64634"/>
                  <a:pt x="185333" y="70493"/>
                  <a:pt x="185333" y="79347"/>
                </a:cubicBezTo>
                <a:lnTo>
                  <a:pt x="185333" y="110404"/>
                </a:lnTo>
                <a:cubicBezTo>
                  <a:pt x="185333" y="119125"/>
                  <a:pt x="185500" y="124468"/>
                  <a:pt x="185833" y="126432"/>
                </a:cubicBezTo>
                <a:cubicBezTo>
                  <a:pt x="186166" y="128396"/>
                  <a:pt x="186716" y="129711"/>
                  <a:pt x="187483" y="130378"/>
                </a:cubicBezTo>
                <a:cubicBezTo>
                  <a:pt x="188249" y="131042"/>
                  <a:pt x="189133" y="131375"/>
                  <a:pt x="190132" y="131375"/>
                </a:cubicBezTo>
                <a:cubicBezTo>
                  <a:pt x="191199" y="131375"/>
                  <a:pt x="192132" y="131141"/>
                  <a:pt x="192932" y="130675"/>
                </a:cubicBezTo>
                <a:cubicBezTo>
                  <a:pt x="194332" y="129808"/>
                  <a:pt x="197031" y="127375"/>
                  <a:pt x="201030" y="123376"/>
                </a:cubicBezTo>
                <a:lnTo>
                  <a:pt x="201030" y="128975"/>
                </a:lnTo>
                <a:cubicBezTo>
                  <a:pt x="193565" y="138973"/>
                  <a:pt x="186433" y="143972"/>
                  <a:pt x="179634" y="143972"/>
                </a:cubicBezTo>
                <a:cubicBezTo>
                  <a:pt x="176368" y="143972"/>
                  <a:pt x="173769" y="142839"/>
                  <a:pt x="171836" y="140573"/>
                </a:cubicBezTo>
                <a:cubicBezTo>
                  <a:pt x="169903" y="138307"/>
                  <a:pt x="168903" y="134441"/>
                  <a:pt x="168836" y="128975"/>
                </a:cubicBezTo>
                <a:moveTo>
                  <a:pt x="168836" y="122420"/>
                </a:moveTo>
                <a:lnTo>
                  <a:pt x="168836" y="87683"/>
                </a:lnTo>
                <a:cubicBezTo>
                  <a:pt x="158772" y="91664"/>
                  <a:pt x="152273" y="94484"/>
                  <a:pt x="149340" y="96144"/>
                </a:cubicBezTo>
                <a:cubicBezTo>
                  <a:pt x="144075" y="99064"/>
                  <a:pt x="140309" y="102117"/>
                  <a:pt x="138042" y="105302"/>
                </a:cubicBezTo>
                <a:cubicBezTo>
                  <a:pt x="135776" y="108486"/>
                  <a:pt x="134643" y="111970"/>
                  <a:pt x="134643" y="115753"/>
                </a:cubicBezTo>
                <a:cubicBezTo>
                  <a:pt x="134643" y="120531"/>
                  <a:pt x="136076" y="124496"/>
                  <a:pt x="138942" y="127647"/>
                </a:cubicBezTo>
                <a:cubicBezTo>
                  <a:pt x="141808" y="130799"/>
                  <a:pt x="145108" y="132374"/>
                  <a:pt x="148840" y="132374"/>
                </a:cubicBezTo>
                <a:cubicBezTo>
                  <a:pt x="153906" y="132374"/>
                  <a:pt x="160571" y="129056"/>
                  <a:pt x="168836" y="122420"/>
                </a:cubicBezTo>
                <a:close/>
                <a:moveTo>
                  <a:pt x="231156" y="0"/>
                </a:moveTo>
                <a:cubicBezTo>
                  <a:pt x="233955" y="0"/>
                  <a:pt x="236338" y="988"/>
                  <a:pt x="238304" y="2965"/>
                </a:cubicBezTo>
                <a:cubicBezTo>
                  <a:pt x="240270" y="4940"/>
                  <a:pt x="241254" y="7334"/>
                  <a:pt x="241254" y="10148"/>
                </a:cubicBezTo>
                <a:cubicBezTo>
                  <a:pt x="241254" y="12962"/>
                  <a:pt x="240270" y="15374"/>
                  <a:pt x="238304" y="17384"/>
                </a:cubicBezTo>
                <a:cubicBezTo>
                  <a:pt x="236338" y="19392"/>
                  <a:pt x="233955" y="20396"/>
                  <a:pt x="231156" y="20396"/>
                </a:cubicBezTo>
                <a:cubicBezTo>
                  <a:pt x="228356" y="20396"/>
                  <a:pt x="225957" y="19392"/>
                  <a:pt x="223957" y="17384"/>
                </a:cubicBezTo>
                <a:cubicBezTo>
                  <a:pt x="221957" y="15374"/>
                  <a:pt x="220958" y="12962"/>
                  <a:pt x="220958" y="10148"/>
                </a:cubicBezTo>
                <a:cubicBezTo>
                  <a:pt x="220958" y="7334"/>
                  <a:pt x="221941" y="4940"/>
                  <a:pt x="223907" y="2965"/>
                </a:cubicBezTo>
                <a:cubicBezTo>
                  <a:pt x="225873" y="988"/>
                  <a:pt x="228289" y="0"/>
                  <a:pt x="231156" y="0"/>
                </a:cubicBezTo>
                <a:moveTo>
                  <a:pt x="239454" y="47991"/>
                </a:moveTo>
                <a:lnTo>
                  <a:pt x="239454" y="121414"/>
                </a:lnTo>
                <a:cubicBezTo>
                  <a:pt x="239454" y="127134"/>
                  <a:pt x="239871" y="130941"/>
                  <a:pt x="240704" y="132837"/>
                </a:cubicBezTo>
                <a:cubicBezTo>
                  <a:pt x="241537" y="134732"/>
                  <a:pt x="242770" y="136146"/>
                  <a:pt x="244403" y="137077"/>
                </a:cubicBezTo>
                <a:cubicBezTo>
                  <a:pt x="246036" y="138008"/>
                  <a:pt x="249019" y="138473"/>
                  <a:pt x="253351" y="138473"/>
                </a:cubicBezTo>
                <a:lnTo>
                  <a:pt x="253351" y="142173"/>
                </a:lnTo>
                <a:lnTo>
                  <a:pt x="208860" y="142173"/>
                </a:lnTo>
                <a:lnTo>
                  <a:pt x="208860" y="138473"/>
                </a:lnTo>
                <a:cubicBezTo>
                  <a:pt x="213326" y="138473"/>
                  <a:pt x="216325" y="138041"/>
                  <a:pt x="217858" y="137177"/>
                </a:cubicBezTo>
                <a:cubicBezTo>
                  <a:pt x="219391" y="136312"/>
                  <a:pt x="220608" y="134882"/>
                  <a:pt x="221507" y="132887"/>
                </a:cubicBezTo>
                <a:cubicBezTo>
                  <a:pt x="222407" y="130891"/>
                  <a:pt x="222857" y="127067"/>
                  <a:pt x="222857" y="121414"/>
                </a:cubicBezTo>
                <a:lnTo>
                  <a:pt x="222857" y="86199"/>
                </a:lnTo>
                <a:cubicBezTo>
                  <a:pt x="222857" y="76288"/>
                  <a:pt x="222557" y="69871"/>
                  <a:pt x="221957" y="66946"/>
                </a:cubicBezTo>
                <a:cubicBezTo>
                  <a:pt x="221491" y="64818"/>
                  <a:pt x="220758" y="63338"/>
                  <a:pt x="219758" y="62507"/>
                </a:cubicBezTo>
                <a:cubicBezTo>
                  <a:pt x="218758" y="61676"/>
                  <a:pt x="217392" y="61260"/>
                  <a:pt x="215659" y="61260"/>
                </a:cubicBezTo>
                <a:cubicBezTo>
                  <a:pt x="213792" y="61260"/>
                  <a:pt x="211526" y="61759"/>
                  <a:pt x="208860" y="62757"/>
                </a:cubicBezTo>
                <a:lnTo>
                  <a:pt x="207460" y="59164"/>
                </a:lnTo>
                <a:lnTo>
                  <a:pt x="235055" y="47991"/>
                </a:lnTo>
                <a:lnTo>
                  <a:pt x="239454" y="47991"/>
                </a:lnTo>
                <a:close/>
                <a:moveTo>
                  <a:pt x="296277" y="0"/>
                </a:moveTo>
                <a:lnTo>
                  <a:pt x="296277" y="121389"/>
                </a:lnTo>
                <a:cubicBezTo>
                  <a:pt x="296277" y="127117"/>
                  <a:pt x="296694" y="130914"/>
                  <a:pt x="297527" y="132781"/>
                </a:cubicBezTo>
                <a:cubicBezTo>
                  <a:pt x="298360" y="134645"/>
                  <a:pt x="299643" y="136060"/>
                  <a:pt x="301376" y="137027"/>
                </a:cubicBezTo>
                <a:cubicBezTo>
                  <a:pt x="303109" y="137991"/>
                  <a:pt x="306342" y="138473"/>
                  <a:pt x="311074" y="138473"/>
                </a:cubicBezTo>
                <a:lnTo>
                  <a:pt x="311074" y="142173"/>
                </a:lnTo>
                <a:lnTo>
                  <a:pt x="266183" y="142173"/>
                </a:lnTo>
                <a:lnTo>
                  <a:pt x="266183" y="138473"/>
                </a:lnTo>
                <a:cubicBezTo>
                  <a:pt x="270382" y="138473"/>
                  <a:pt x="273248" y="138041"/>
                  <a:pt x="274781" y="137177"/>
                </a:cubicBezTo>
                <a:cubicBezTo>
                  <a:pt x="276314" y="136310"/>
                  <a:pt x="277514" y="134878"/>
                  <a:pt x="278381" y="132881"/>
                </a:cubicBezTo>
                <a:cubicBezTo>
                  <a:pt x="279247" y="130881"/>
                  <a:pt x="279680" y="127051"/>
                  <a:pt x="279680" y="121389"/>
                </a:cubicBezTo>
                <a:lnTo>
                  <a:pt x="279680" y="38264"/>
                </a:lnTo>
                <a:cubicBezTo>
                  <a:pt x="279680" y="27941"/>
                  <a:pt x="279447" y="21598"/>
                  <a:pt x="278981" y="19234"/>
                </a:cubicBezTo>
                <a:cubicBezTo>
                  <a:pt x="278514" y="16868"/>
                  <a:pt x="277764" y="15252"/>
                  <a:pt x="276731" y="14388"/>
                </a:cubicBezTo>
                <a:cubicBezTo>
                  <a:pt x="275698" y="13521"/>
                  <a:pt x="274381" y="13088"/>
                  <a:pt x="272782" y="13088"/>
                </a:cubicBezTo>
                <a:cubicBezTo>
                  <a:pt x="271049" y="13088"/>
                  <a:pt x="268849" y="13621"/>
                  <a:pt x="266183" y="14688"/>
                </a:cubicBezTo>
                <a:lnTo>
                  <a:pt x="264483" y="11188"/>
                </a:lnTo>
                <a:lnTo>
                  <a:pt x="291778" y="0"/>
                </a:lnTo>
                <a:lnTo>
                  <a:pt x="296277" y="0"/>
                </a:lnTo>
                <a:close/>
                <a:moveTo>
                  <a:pt x="339561" y="85184"/>
                </a:moveTo>
                <a:cubicBezTo>
                  <a:pt x="339494" y="98750"/>
                  <a:pt x="342793" y="109390"/>
                  <a:pt x="349459" y="117106"/>
                </a:cubicBezTo>
                <a:cubicBezTo>
                  <a:pt x="356124" y="124819"/>
                  <a:pt x="363956" y="128675"/>
                  <a:pt x="372954" y="128675"/>
                </a:cubicBezTo>
                <a:cubicBezTo>
                  <a:pt x="378953" y="128675"/>
                  <a:pt x="384169" y="127026"/>
                  <a:pt x="388601" y="123726"/>
                </a:cubicBezTo>
                <a:cubicBezTo>
                  <a:pt x="393034" y="120427"/>
                  <a:pt x="396750" y="114778"/>
                  <a:pt x="399749" y="106779"/>
                </a:cubicBezTo>
                <a:lnTo>
                  <a:pt x="402848" y="108779"/>
                </a:lnTo>
                <a:cubicBezTo>
                  <a:pt x="401449" y="117911"/>
                  <a:pt x="397383" y="126226"/>
                  <a:pt x="390651" y="133724"/>
                </a:cubicBezTo>
                <a:cubicBezTo>
                  <a:pt x="383919" y="141223"/>
                  <a:pt x="375487" y="144972"/>
                  <a:pt x="365356" y="144972"/>
                </a:cubicBezTo>
                <a:cubicBezTo>
                  <a:pt x="354358" y="144972"/>
                  <a:pt x="344943" y="140699"/>
                  <a:pt x="337111" y="132153"/>
                </a:cubicBezTo>
                <a:cubicBezTo>
                  <a:pt x="329279" y="123604"/>
                  <a:pt x="325363" y="112113"/>
                  <a:pt x="325363" y="97678"/>
                </a:cubicBezTo>
                <a:cubicBezTo>
                  <a:pt x="325363" y="82048"/>
                  <a:pt x="329379" y="69859"/>
                  <a:pt x="337411" y="61113"/>
                </a:cubicBezTo>
                <a:cubicBezTo>
                  <a:pt x="345443" y="52365"/>
                  <a:pt x="355524" y="47991"/>
                  <a:pt x="367655" y="47991"/>
                </a:cubicBezTo>
                <a:cubicBezTo>
                  <a:pt x="377920" y="47991"/>
                  <a:pt x="386352" y="51365"/>
                  <a:pt x="392950" y="58114"/>
                </a:cubicBezTo>
                <a:cubicBezTo>
                  <a:pt x="399549" y="64860"/>
                  <a:pt x="402848" y="73884"/>
                  <a:pt x="402848" y="85184"/>
                </a:cubicBezTo>
                <a:lnTo>
                  <a:pt x="339561" y="85184"/>
                </a:lnTo>
                <a:moveTo>
                  <a:pt x="339561" y="79385"/>
                </a:moveTo>
                <a:lnTo>
                  <a:pt x="381952" y="79385"/>
                </a:lnTo>
                <a:cubicBezTo>
                  <a:pt x="381619" y="73519"/>
                  <a:pt x="380919" y="69387"/>
                  <a:pt x="379853" y="66987"/>
                </a:cubicBezTo>
                <a:cubicBezTo>
                  <a:pt x="378186" y="63254"/>
                  <a:pt x="375704" y="60322"/>
                  <a:pt x="372404" y="58189"/>
                </a:cubicBezTo>
                <a:cubicBezTo>
                  <a:pt x="369105" y="56056"/>
                  <a:pt x="365656" y="54989"/>
                  <a:pt x="362056" y="54989"/>
                </a:cubicBezTo>
                <a:cubicBezTo>
                  <a:pt x="356524" y="54989"/>
                  <a:pt x="351575" y="57139"/>
                  <a:pt x="347209" y="61438"/>
                </a:cubicBezTo>
                <a:cubicBezTo>
                  <a:pt x="342843" y="65737"/>
                  <a:pt x="340294" y="71720"/>
                  <a:pt x="339561" y="79385"/>
                </a:cubicBezTo>
                <a:close/>
                <a:moveTo>
                  <a:pt x="479765" y="131875"/>
                </a:moveTo>
                <a:cubicBezTo>
                  <a:pt x="475299" y="136540"/>
                  <a:pt x="470933" y="139890"/>
                  <a:pt x="466667" y="141923"/>
                </a:cubicBezTo>
                <a:cubicBezTo>
                  <a:pt x="462401" y="143956"/>
                  <a:pt x="457802" y="144972"/>
                  <a:pt x="452870" y="144972"/>
                </a:cubicBezTo>
                <a:cubicBezTo>
                  <a:pt x="442872" y="144972"/>
                  <a:pt x="434140" y="140799"/>
                  <a:pt x="426675" y="132453"/>
                </a:cubicBezTo>
                <a:cubicBezTo>
                  <a:pt x="419210" y="124104"/>
                  <a:pt x="415477" y="113377"/>
                  <a:pt x="415477" y="100271"/>
                </a:cubicBezTo>
                <a:cubicBezTo>
                  <a:pt x="415477" y="87168"/>
                  <a:pt x="419610" y="75178"/>
                  <a:pt x="427875" y="64303"/>
                </a:cubicBezTo>
                <a:cubicBezTo>
                  <a:pt x="436140" y="53428"/>
                  <a:pt x="446771" y="47991"/>
                  <a:pt x="459769" y="47991"/>
                </a:cubicBezTo>
                <a:cubicBezTo>
                  <a:pt x="467834" y="47991"/>
                  <a:pt x="474499" y="50557"/>
                  <a:pt x="479765" y="55689"/>
                </a:cubicBezTo>
                <a:lnTo>
                  <a:pt x="479765" y="38755"/>
                </a:lnTo>
                <a:cubicBezTo>
                  <a:pt x="479765" y="28247"/>
                  <a:pt x="479515" y="21787"/>
                  <a:pt x="479015" y="19378"/>
                </a:cubicBezTo>
                <a:cubicBezTo>
                  <a:pt x="478515" y="16968"/>
                  <a:pt x="477732" y="15328"/>
                  <a:pt x="476665" y="14460"/>
                </a:cubicBezTo>
                <a:cubicBezTo>
                  <a:pt x="475599" y="13589"/>
                  <a:pt x="474266" y="13154"/>
                  <a:pt x="472666" y="13154"/>
                </a:cubicBezTo>
                <a:cubicBezTo>
                  <a:pt x="470933" y="13154"/>
                  <a:pt x="468634" y="13689"/>
                  <a:pt x="465767" y="14760"/>
                </a:cubicBezTo>
                <a:lnTo>
                  <a:pt x="464468" y="11245"/>
                </a:lnTo>
                <a:lnTo>
                  <a:pt x="491762" y="0"/>
                </a:lnTo>
                <a:lnTo>
                  <a:pt x="496262" y="0"/>
                </a:lnTo>
                <a:lnTo>
                  <a:pt x="496262" y="105880"/>
                </a:lnTo>
                <a:cubicBezTo>
                  <a:pt x="496262" y="116611"/>
                  <a:pt x="496511" y="123160"/>
                  <a:pt x="497011" y="125526"/>
                </a:cubicBezTo>
                <a:cubicBezTo>
                  <a:pt x="497511" y="127892"/>
                  <a:pt x="498311" y="129542"/>
                  <a:pt x="499411" y="130475"/>
                </a:cubicBezTo>
                <a:cubicBezTo>
                  <a:pt x="500511" y="131408"/>
                  <a:pt x="501794" y="131875"/>
                  <a:pt x="503260" y="131875"/>
                </a:cubicBezTo>
                <a:cubicBezTo>
                  <a:pt x="505060" y="131875"/>
                  <a:pt x="507459" y="131308"/>
                  <a:pt x="510459" y="130175"/>
                </a:cubicBezTo>
                <a:lnTo>
                  <a:pt x="511559" y="133674"/>
                </a:lnTo>
                <a:lnTo>
                  <a:pt x="484364" y="144972"/>
                </a:lnTo>
                <a:lnTo>
                  <a:pt x="479765" y="144972"/>
                </a:lnTo>
                <a:lnTo>
                  <a:pt x="479765" y="131875"/>
                </a:lnTo>
                <a:moveTo>
                  <a:pt x="479765" y="124898"/>
                </a:moveTo>
                <a:lnTo>
                  <a:pt x="479765" y="77826"/>
                </a:lnTo>
                <a:cubicBezTo>
                  <a:pt x="479365" y="73304"/>
                  <a:pt x="478165" y="69181"/>
                  <a:pt x="476165" y="65459"/>
                </a:cubicBezTo>
                <a:cubicBezTo>
                  <a:pt x="474166" y="61735"/>
                  <a:pt x="471516" y="58926"/>
                  <a:pt x="468217" y="57033"/>
                </a:cubicBezTo>
                <a:cubicBezTo>
                  <a:pt x="464918" y="55137"/>
                  <a:pt x="461702" y="54190"/>
                  <a:pt x="458569" y="54190"/>
                </a:cubicBezTo>
                <a:cubicBezTo>
                  <a:pt x="452703" y="54190"/>
                  <a:pt x="447471" y="56816"/>
                  <a:pt x="442872" y="62069"/>
                </a:cubicBezTo>
                <a:cubicBezTo>
                  <a:pt x="436806" y="68983"/>
                  <a:pt x="433774" y="79088"/>
                  <a:pt x="433774" y="92385"/>
                </a:cubicBezTo>
                <a:cubicBezTo>
                  <a:pt x="433774" y="105816"/>
                  <a:pt x="436706" y="116106"/>
                  <a:pt x="442572" y="123254"/>
                </a:cubicBezTo>
                <a:cubicBezTo>
                  <a:pt x="448437" y="130401"/>
                  <a:pt x="454969" y="133974"/>
                  <a:pt x="462168" y="133974"/>
                </a:cubicBezTo>
                <a:cubicBezTo>
                  <a:pt x="468234" y="133974"/>
                  <a:pt x="474099" y="130949"/>
                  <a:pt x="479765" y="1248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TestCases">
            <a:extLst xmlns:a="http://schemas.openxmlformats.org/drawingml/2006/main">
              <a:ext uri="{FF2B5EF4-FFF2-40B4-BE49-F238E27FC236}">
                <a16:creationId xmlns:a16="http://schemas.microsoft.com/office/drawing/2014/main" id="{CBB4267E-8D8E-4679-AC89-27DB97FD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406" y="2825544"/>
            <a:ext cx="869964" cy="141573"/>
          </a:xfrm>
          <a:custGeom xmlns:a="http://schemas.openxmlformats.org/drawingml/2006/main">
            <a:pathLst>
              <a:path w="869964" h="141573">
                <a:moveTo>
                  <a:pt x="112278" y="3002"/>
                </a:moveTo>
                <a:lnTo>
                  <a:pt x="113778" y="34796"/>
                </a:lnTo>
                <a:lnTo>
                  <a:pt x="109979" y="34796"/>
                </a:lnTo>
                <a:cubicBezTo>
                  <a:pt x="109246" y="29197"/>
                  <a:pt x="108246" y="25197"/>
                  <a:pt x="106979" y="22798"/>
                </a:cubicBezTo>
                <a:cubicBezTo>
                  <a:pt x="104913" y="18932"/>
                  <a:pt x="102164" y="16083"/>
                  <a:pt x="98731" y="14250"/>
                </a:cubicBezTo>
                <a:cubicBezTo>
                  <a:pt x="95298" y="12417"/>
                  <a:pt x="90782" y="11500"/>
                  <a:pt x="85184" y="11500"/>
                </a:cubicBezTo>
                <a:lnTo>
                  <a:pt x="66087" y="11500"/>
                </a:lnTo>
                <a:lnTo>
                  <a:pt x="66087" y="115080"/>
                </a:lnTo>
                <a:cubicBezTo>
                  <a:pt x="66087" y="123412"/>
                  <a:pt x="66987" y="128611"/>
                  <a:pt x="68787" y="130677"/>
                </a:cubicBezTo>
                <a:cubicBezTo>
                  <a:pt x="71320" y="133477"/>
                  <a:pt x="75219" y="134876"/>
                  <a:pt x="80484" y="134876"/>
                </a:cubicBezTo>
                <a:lnTo>
                  <a:pt x="85184" y="134876"/>
                </a:lnTo>
                <a:lnTo>
                  <a:pt x="85184" y="138576"/>
                </a:lnTo>
                <a:lnTo>
                  <a:pt x="27695" y="138576"/>
                </a:lnTo>
                <a:lnTo>
                  <a:pt x="27695" y="134876"/>
                </a:lnTo>
                <a:lnTo>
                  <a:pt x="32494" y="134876"/>
                </a:lnTo>
                <a:cubicBezTo>
                  <a:pt x="38226" y="134876"/>
                  <a:pt x="42292" y="133143"/>
                  <a:pt x="44691" y="129677"/>
                </a:cubicBezTo>
                <a:cubicBezTo>
                  <a:pt x="46158" y="127544"/>
                  <a:pt x="46891" y="122679"/>
                  <a:pt x="46891" y="115080"/>
                </a:cubicBezTo>
                <a:lnTo>
                  <a:pt x="46891" y="11500"/>
                </a:lnTo>
                <a:lnTo>
                  <a:pt x="30594" y="11500"/>
                </a:lnTo>
                <a:cubicBezTo>
                  <a:pt x="24262" y="11500"/>
                  <a:pt x="19763" y="11967"/>
                  <a:pt x="17097" y="12900"/>
                </a:cubicBezTo>
                <a:cubicBezTo>
                  <a:pt x="13631" y="14166"/>
                  <a:pt x="10665" y="16599"/>
                  <a:pt x="8198" y="20198"/>
                </a:cubicBezTo>
                <a:cubicBezTo>
                  <a:pt x="5732" y="23798"/>
                  <a:pt x="4266" y="28663"/>
                  <a:pt x="3799" y="34796"/>
                </a:cubicBezTo>
                <a:lnTo>
                  <a:pt x="0" y="34796"/>
                </a:lnTo>
                <a:lnTo>
                  <a:pt x="1600" y="3002"/>
                </a:lnTo>
                <a:lnTo>
                  <a:pt x="112278" y="3002"/>
                </a:lnTo>
                <a:close/>
                <a:moveTo>
                  <a:pt x="141106" y="81584"/>
                </a:moveTo>
                <a:cubicBezTo>
                  <a:pt x="141039" y="95150"/>
                  <a:pt x="144338" y="105791"/>
                  <a:pt x="151004" y="113506"/>
                </a:cubicBezTo>
                <a:cubicBezTo>
                  <a:pt x="157669" y="121219"/>
                  <a:pt x="165501" y="125076"/>
                  <a:pt x="174499" y="125076"/>
                </a:cubicBezTo>
                <a:cubicBezTo>
                  <a:pt x="180498" y="125076"/>
                  <a:pt x="185714" y="123426"/>
                  <a:pt x="190146" y="120127"/>
                </a:cubicBezTo>
                <a:cubicBezTo>
                  <a:pt x="194579" y="116827"/>
                  <a:pt x="198294" y="111179"/>
                  <a:pt x="201294" y="103180"/>
                </a:cubicBezTo>
                <a:lnTo>
                  <a:pt x="204393" y="105180"/>
                </a:lnTo>
                <a:cubicBezTo>
                  <a:pt x="202994" y="114311"/>
                  <a:pt x="198928" y="122626"/>
                  <a:pt x="192196" y="130125"/>
                </a:cubicBezTo>
                <a:cubicBezTo>
                  <a:pt x="185464" y="137623"/>
                  <a:pt x="177032" y="141373"/>
                  <a:pt x="166901" y="141373"/>
                </a:cubicBezTo>
                <a:cubicBezTo>
                  <a:pt x="155903" y="141373"/>
                  <a:pt x="146488" y="137100"/>
                  <a:pt x="138656" y="128553"/>
                </a:cubicBezTo>
                <a:cubicBezTo>
                  <a:pt x="130824" y="120005"/>
                  <a:pt x="126908" y="108513"/>
                  <a:pt x="126908" y="94079"/>
                </a:cubicBezTo>
                <a:cubicBezTo>
                  <a:pt x="126908" y="78448"/>
                  <a:pt x="130924" y="66260"/>
                  <a:pt x="138956" y="57514"/>
                </a:cubicBezTo>
                <a:cubicBezTo>
                  <a:pt x="146988" y="48766"/>
                  <a:pt x="157069" y="44391"/>
                  <a:pt x="169200" y="44391"/>
                </a:cubicBezTo>
                <a:cubicBezTo>
                  <a:pt x="179465" y="44391"/>
                  <a:pt x="187896" y="47766"/>
                  <a:pt x="194495" y="54514"/>
                </a:cubicBezTo>
                <a:cubicBezTo>
                  <a:pt x="201094" y="61261"/>
                  <a:pt x="204393" y="70284"/>
                  <a:pt x="204393" y="81584"/>
                </a:cubicBezTo>
                <a:lnTo>
                  <a:pt x="141106" y="81584"/>
                </a:lnTo>
                <a:moveTo>
                  <a:pt x="141106" y="75785"/>
                </a:moveTo>
                <a:lnTo>
                  <a:pt x="183497" y="75785"/>
                </a:lnTo>
                <a:cubicBezTo>
                  <a:pt x="183164" y="69920"/>
                  <a:pt x="182464" y="65787"/>
                  <a:pt x="181398" y="63388"/>
                </a:cubicBezTo>
                <a:cubicBezTo>
                  <a:pt x="179731" y="59655"/>
                  <a:pt x="177249" y="56722"/>
                  <a:pt x="173949" y="54589"/>
                </a:cubicBezTo>
                <a:cubicBezTo>
                  <a:pt x="170650" y="52457"/>
                  <a:pt x="167200" y="51390"/>
                  <a:pt x="163601" y="51390"/>
                </a:cubicBezTo>
                <a:cubicBezTo>
                  <a:pt x="158069" y="51390"/>
                  <a:pt x="153120" y="53540"/>
                  <a:pt x="148754" y="57839"/>
                </a:cubicBezTo>
                <a:cubicBezTo>
                  <a:pt x="144388" y="62138"/>
                  <a:pt x="141839" y="68120"/>
                  <a:pt x="141106" y="75785"/>
                </a:cubicBezTo>
                <a:close/>
                <a:moveTo>
                  <a:pt x="275811" y="44391"/>
                </a:moveTo>
                <a:lnTo>
                  <a:pt x="275811" y="75385"/>
                </a:lnTo>
                <a:lnTo>
                  <a:pt x="272511" y="75385"/>
                </a:lnTo>
                <a:cubicBezTo>
                  <a:pt x="269978" y="65664"/>
                  <a:pt x="266729" y="59052"/>
                  <a:pt x="262763" y="55549"/>
                </a:cubicBezTo>
                <a:cubicBezTo>
                  <a:pt x="258797" y="52043"/>
                  <a:pt x="253748" y="50290"/>
                  <a:pt x="247616" y="50290"/>
                </a:cubicBezTo>
                <a:cubicBezTo>
                  <a:pt x="242950" y="50290"/>
                  <a:pt x="239184" y="51522"/>
                  <a:pt x="236318" y="53986"/>
                </a:cubicBezTo>
                <a:cubicBezTo>
                  <a:pt x="233452" y="56448"/>
                  <a:pt x="232019" y="59178"/>
                  <a:pt x="232019" y="62176"/>
                </a:cubicBezTo>
                <a:cubicBezTo>
                  <a:pt x="232019" y="65904"/>
                  <a:pt x="233086" y="69099"/>
                  <a:pt x="235219" y="71761"/>
                </a:cubicBezTo>
                <a:cubicBezTo>
                  <a:pt x="237285" y="74492"/>
                  <a:pt x="241484" y="77388"/>
                  <a:pt x="247816" y="80450"/>
                </a:cubicBezTo>
                <a:lnTo>
                  <a:pt x="262413" y="87542"/>
                </a:lnTo>
                <a:cubicBezTo>
                  <a:pt x="275944" y="94133"/>
                  <a:pt x="282709" y="102822"/>
                  <a:pt x="282709" y="113609"/>
                </a:cubicBezTo>
                <a:cubicBezTo>
                  <a:pt x="282709" y="121931"/>
                  <a:pt x="279560" y="128639"/>
                  <a:pt x="273261" y="133734"/>
                </a:cubicBezTo>
                <a:cubicBezTo>
                  <a:pt x="266962" y="138826"/>
                  <a:pt x="259914" y="141373"/>
                  <a:pt x="252115" y="141373"/>
                </a:cubicBezTo>
                <a:cubicBezTo>
                  <a:pt x="246516" y="141373"/>
                  <a:pt x="240118" y="140373"/>
                  <a:pt x="232919" y="138373"/>
                </a:cubicBezTo>
                <a:cubicBezTo>
                  <a:pt x="230719" y="137707"/>
                  <a:pt x="228920" y="137374"/>
                  <a:pt x="227520" y="137374"/>
                </a:cubicBezTo>
                <a:cubicBezTo>
                  <a:pt x="225987" y="137374"/>
                  <a:pt x="224787" y="138240"/>
                  <a:pt x="223921" y="139973"/>
                </a:cubicBezTo>
                <a:lnTo>
                  <a:pt x="220621" y="139973"/>
                </a:lnTo>
                <a:lnTo>
                  <a:pt x="220621" y="107179"/>
                </a:lnTo>
                <a:lnTo>
                  <a:pt x="223921" y="107179"/>
                </a:lnTo>
                <a:cubicBezTo>
                  <a:pt x="225787" y="116544"/>
                  <a:pt x="229353" y="123601"/>
                  <a:pt x="234619" y="128350"/>
                </a:cubicBezTo>
                <a:cubicBezTo>
                  <a:pt x="239884" y="133099"/>
                  <a:pt x="245783" y="135474"/>
                  <a:pt x="252315" y="135474"/>
                </a:cubicBezTo>
                <a:cubicBezTo>
                  <a:pt x="256914" y="135474"/>
                  <a:pt x="260664" y="134126"/>
                  <a:pt x="263563" y="131431"/>
                </a:cubicBezTo>
                <a:cubicBezTo>
                  <a:pt x="266462" y="128734"/>
                  <a:pt x="267912" y="125487"/>
                  <a:pt x="267912" y="121692"/>
                </a:cubicBezTo>
                <a:cubicBezTo>
                  <a:pt x="267912" y="117097"/>
                  <a:pt x="266296" y="113235"/>
                  <a:pt x="263063" y="110107"/>
                </a:cubicBezTo>
                <a:cubicBezTo>
                  <a:pt x="259830" y="106978"/>
                  <a:pt x="253382" y="103018"/>
                  <a:pt x="243717" y="98225"/>
                </a:cubicBezTo>
                <a:cubicBezTo>
                  <a:pt x="234052" y="93430"/>
                  <a:pt x="227720" y="89102"/>
                  <a:pt x="224721" y="85240"/>
                </a:cubicBezTo>
                <a:cubicBezTo>
                  <a:pt x="221721" y="81445"/>
                  <a:pt x="220221" y="76651"/>
                  <a:pt x="220221" y="70858"/>
                </a:cubicBezTo>
                <a:cubicBezTo>
                  <a:pt x="220221" y="63335"/>
                  <a:pt x="222804" y="57043"/>
                  <a:pt x="227970" y="51984"/>
                </a:cubicBezTo>
                <a:cubicBezTo>
                  <a:pt x="233136" y="46922"/>
                  <a:pt x="239818" y="44391"/>
                  <a:pt x="248016" y="44391"/>
                </a:cubicBezTo>
                <a:cubicBezTo>
                  <a:pt x="251615" y="44391"/>
                  <a:pt x="255981" y="45158"/>
                  <a:pt x="261114" y="46691"/>
                </a:cubicBezTo>
                <a:cubicBezTo>
                  <a:pt x="264513" y="47691"/>
                  <a:pt x="266779" y="48191"/>
                  <a:pt x="267912" y="48191"/>
                </a:cubicBezTo>
                <a:cubicBezTo>
                  <a:pt x="268979" y="48191"/>
                  <a:pt x="269812" y="47957"/>
                  <a:pt x="270412" y="47491"/>
                </a:cubicBezTo>
                <a:cubicBezTo>
                  <a:pt x="271012" y="47024"/>
                  <a:pt x="271711" y="45991"/>
                  <a:pt x="272511" y="44391"/>
                </a:cubicBezTo>
                <a:lnTo>
                  <a:pt x="275811" y="44391"/>
                </a:lnTo>
                <a:close/>
                <a:moveTo>
                  <a:pt x="322869" y="16797"/>
                </a:moveTo>
                <a:lnTo>
                  <a:pt x="322869" y="46991"/>
                </a:lnTo>
                <a:lnTo>
                  <a:pt x="344265" y="46991"/>
                </a:lnTo>
                <a:lnTo>
                  <a:pt x="344265" y="53990"/>
                </a:lnTo>
                <a:lnTo>
                  <a:pt x="322869" y="53990"/>
                </a:lnTo>
                <a:lnTo>
                  <a:pt x="322869" y="113297"/>
                </a:lnTo>
                <a:cubicBezTo>
                  <a:pt x="322869" y="119223"/>
                  <a:pt x="323718" y="123218"/>
                  <a:pt x="325418" y="125282"/>
                </a:cubicBezTo>
                <a:cubicBezTo>
                  <a:pt x="327118" y="127344"/>
                  <a:pt x="329301" y="128375"/>
                  <a:pt x="331967" y="128375"/>
                </a:cubicBezTo>
                <a:cubicBezTo>
                  <a:pt x="334166" y="128375"/>
                  <a:pt x="336299" y="127692"/>
                  <a:pt x="338366" y="126326"/>
                </a:cubicBezTo>
                <a:cubicBezTo>
                  <a:pt x="340432" y="124959"/>
                  <a:pt x="342032" y="122943"/>
                  <a:pt x="343165" y="120277"/>
                </a:cubicBezTo>
                <a:lnTo>
                  <a:pt x="347064" y="120277"/>
                </a:lnTo>
                <a:cubicBezTo>
                  <a:pt x="344731" y="126828"/>
                  <a:pt x="341432" y="131782"/>
                  <a:pt x="337166" y="135140"/>
                </a:cubicBezTo>
                <a:cubicBezTo>
                  <a:pt x="332900" y="138495"/>
                  <a:pt x="328501" y="140173"/>
                  <a:pt x="323968" y="140173"/>
                </a:cubicBezTo>
                <a:cubicBezTo>
                  <a:pt x="320902" y="140173"/>
                  <a:pt x="317903" y="139322"/>
                  <a:pt x="314970" y="137620"/>
                </a:cubicBezTo>
                <a:cubicBezTo>
                  <a:pt x="312037" y="135919"/>
                  <a:pt x="309871" y="133484"/>
                  <a:pt x="308471" y="130315"/>
                </a:cubicBezTo>
                <a:cubicBezTo>
                  <a:pt x="307072" y="127145"/>
                  <a:pt x="306372" y="122257"/>
                  <a:pt x="306372" y="115650"/>
                </a:cubicBezTo>
                <a:lnTo>
                  <a:pt x="306372" y="53990"/>
                </a:lnTo>
                <a:lnTo>
                  <a:pt x="291875" y="53990"/>
                </a:lnTo>
                <a:lnTo>
                  <a:pt x="291875" y="50690"/>
                </a:lnTo>
                <a:cubicBezTo>
                  <a:pt x="295541" y="49220"/>
                  <a:pt x="299290" y="46730"/>
                  <a:pt x="303122" y="43220"/>
                </a:cubicBezTo>
                <a:cubicBezTo>
                  <a:pt x="306955" y="39710"/>
                  <a:pt x="310371" y="35548"/>
                  <a:pt x="313370" y="30735"/>
                </a:cubicBezTo>
                <a:cubicBezTo>
                  <a:pt x="314904" y="28196"/>
                  <a:pt x="317036" y="23550"/>
                  <a:pt x="319769" y="16797"/>
                </a:cubicBezTo>
                <a:lnTo>
                  <a:pt x="322869" y="16797"/>
                </a:lnTo>
                <a:close/>
                <a:moveTo>
                  <a:pt x="521265" y="0"/>
                </a:moveTo>
                <a:lnTo>
                  <a:pt x="524364" y="45991"/>
                </a:lnTo>
                <a:lnTo>
                  <a:pt x="521265" y="45991"/>
                </a:lnTo>
                <a:cubicBezTo>
                  <a:pt x="517132" y="32158"/>
                  <a:pt x="511233" y="22202"/>
                  <a:pt x="503568" y="16122"/>
                </a:cubicBezTo>
                <a:cubicBezTo>
                  <a:pt x="495903" y="10040"/>
                  <a:pt x="486705" y="6999"/>
                  <a:pt x="475974" y="6999"/>
                </a:cubicBezTo>
                <a:cubicBezTo>
                  <a:pt x="466975" y="6999"/>
                  <a:pt x="458843" y="9284"/>
                  <a:pt x="451578" y="13854"/>
                </a:cubicBezTo>
                <a:cubicBezTo>
                  <a:pt x="444313" y="18421"/>
                  <a:pt x="438597" y="25709"/>
                  <a:pt x="434432" y="35715"/>
                </a:cubicBezTo>
                <a:cubicBezTo>
                  <a:pt x="430266" y="45721"/>
                  <a:pt x="428183" y="58163"/>
                  <a:pt x="428183" y="73039"/>
                </a:cubicBezTo>
                <a:cubicBezTo>
                  <a:pt x="428183" y="85312"/>
                  <a:pt x="430149" y="95951"/>
                  <a:pt x="434082" y="104958"/>
                </a:cubicBezTo>
                <a:cubicBezTo>
                  <a:pt x="438014" y="113962"/>
                  <a:pt x="443930" y="120866"/>
                  <a:pt x="451828" y="125670"/>
                </a:cubicBezTo>
                <a:cubicBezTo>
                  <a:pt x="459727" y="130473"/>
                  <a:pt x="468742" y="132874"/>
                  <a:pt x="478873" y="132874"/>
                </a:cubicBezTo>
                <a:cubicBezTo>
                  <a:pt x="487671" y="132874"/>
                  <a:pt x="495436" y="130991"/>
                  <a:pt x="502168" y="127225"/>
                </a:cubicBezTo>
                <a:cubicBezTo>
                  <a:pt x="508900" y="123460"/>
                  <a:pt x="516299" y="115978"/>
                  <a:pt x="524364" y="104780"/>
                </a:cubicBezTo>
                <a:lnTo>
                  <a:pt x="527464" y="106773"/>
                </a:lnTo>
                <a:cubicBezTo>
                  <a:pt x="520665" y="118806"/>
                  <a:pt x="512733" y="127615"/>
                  <a:pt x="503668" y="133199"/>
                </a:cubicBezTo>
                <a:cubicBezTo>
                  <a:pt x="494603" y="138782"/>
                  <a:pt x="483839" y="141573"/>
                  <a:pt x="471374" y="141573"/>
                </a:cubicBezTo>
                <a:cubicBezTo>
                  <a:pt x="448912" y="141573"/>
                  <a:pt x="431515" y="133252"/>
                  <a:pt x="419184" y="116612"/>
                </a:cubicBezTo>
                <a:cubicBezTo>
                  <a:pt x="409986" y="104233"/>
                  <a:pt x="405387" y="89657"/>
                  <a:pt x="405387" y="72883"/>
                </a:cubicBezTo>
                <a:cubicBezTo>
                  <a:pt x="405387" y="59371"/>
                  <a:pt x="408420" y="46958"/>
                  <a:pt x="414485" y="35643"/>
                </a:cubicBezTo>
                <a:cubicBezTo>
                  <a:pt x="420551" y="24329"/>
                  <a:pt x="428899" y="15559"/>
                  <a:pt x="439531" y="9336"/>
                </a:cubicBezTo>
                <a:cubicBezTo>
                  <a:pt x="450162" y="3112"/>
                  <a:pt x="461776" y="0"/>
                  <a:pt x="474374" y="0"/>
                </a:cubicBezTo>
                <a:cubicBezTo>
                  <a:pt x="484172" y="0"/>
                  <a:pt x="493837" y="2400"/>
                  <a:pt x="503368" y="7199"/>
                </a:cubicBezTo>
                <a:cubicBezTo>
                  <a:pt x="506168" y="8665"/>
                  <a:pt x="508167" y="9398"/>
                  <a:pt x="509367" y="9398"/>
                </a:cubicBezTo>
                <a:cubicBezTo>
                  <a:pt x="511167" y="9398"/>
                  <a:pt x="512733" y="8765"/>
                  <a:pt x="514066" y="7499"/>
                </a:cubicBezTo>
                <a:cubicBezTo>
                  <a:pt x="515799" y="5699"/>
                  <a:pt x="517032" y="3199"/>
                  <a:pt x="517765" y="0"/>
                </a:cubicBezTo>
                <a:lnTo>
                  <a:pt x="521265" y="0"/>
                </a:lnTo>
                <a:close/>
                <a:moveTo>
                  <a:pt x="594287" y="125376"/>
                </a:moveTo>
                <a:cubicBezTo>
                  <a:pt x="584889" y="132641"/>
                  <a:pt x="578990" y="136840"/>
                  <a:pt x="576591" y="137973"/>
                </a:cubicBezTo>
                <a:cubicBezTo>
                  <a:pt x="572992" y="139706"/>
                  <a:pt x="569159" y="140573"/>
                  <a:pt x="565093" y="140573"/>
                </a:cubicBezTo>
                <a:cubicBezTo>
                  <a:pt x="558761" y="140573"/>
                  <a:pt x="553545" y="138407"/>
                  <a:pt x="549446" y="134074"/>
                </a:cubicBezTo>
                <a:cubicBezTo>
                  <a:pt x="545347" y="129742"/>
                  <a:pt x="543297" y="124043"/>
                  <a:pt x="543297" y="116977"/>
                </a:cubicBezTo>
                <a:cubicBezTo>
                  <a:pt x="543297" y="112512"/>
                  <a:pt x="544297" y="108646"/>
                  <a:pt x="546297" y="105380"/>
                </a:cubicBezTo>
                <a:cubicBezTo>
                  <a:pt x="549029" y="100847"/>
                  <a:pt x="553779" y="96581"/>
                  <a:pt x="560544" y="92582"/>
                </a:cubicBezTo>
                <a:cubicBezTo>
                  <a:pt x="567309" y="88583"/>
                  <a:pt x="578557" y="83717"/>
                  <a:pt x="594287" y="77985"/>
                </a:cubicBezTo>
                <a:lnTo>
                  <a:pt x="594287" y="74386"/>
                </a:lnTo>
                <a:cubicBezTo>
                  <a:pt x="594287" y="65254"/>
                  <a:pt x="592838" y="58989"/>
                  <a:pt x="589938" y="55589"/>
                </a:cubicBezTo>
                <a:cubicBezTo>
                  <a:pt x="587039" y="52190"/>
                  <a:pt x="582823" y="50490"/>
                  <a:pt x="577291" y="50490"/>
                </a:cubicBezTo>
                <a:cubicBezTo>
                  <a:pt x="573092" y="50490"/>
                  <a:pt x="569759" y="51619"/>
                  <a:pt x="567293" y="53877"/>
                </a:cubicBezTo>
                <a:cubicBezTo>
                  <a:pt x="564760" y="56135"/>
                  <a:pt x="563493" y="58725"/>
                  <a:pt x="563493" y="61647"/>
                </a:cubicBezTo>
                <a:lnTo>
                  <a:pt x="563693" y="67424"/>
                </a:lnTo>
                <a:cubicBezTo>
                  <a:pt x="563693" y="70478"/>
                  <a:pt x="562910" y="72835"/>
                  <a:pt x="561344" y="74495"/>
                </a:cubicBezTo>
                <a:cubicBezTo>
                  <a:pt x="559777" y="76155"/>
                  <a:pt x="557728" y="76985"/>
                  <a:pt x="555195" y="76985"/>
                </a:cubicBezTo>
                <a:cubicBezTo>
                  <a:pt x="552729" y="76985"/>
                  <a:pt x="550713" y="76122"/>
                  <a:pt x="549146" y="74395"/>
                </a:cubicBezTo>
                <a:cubicBezTo>
                  <a:pt x="547580" y="72666"/>
                  <a:pt x="546797" y="70306"/>
                  <a:pt x="546797" y="67315"/>
                </a:cubicBezTo>
                <a:cubicBezTo>
                  <a:pt x="546797" y="61602"/>
                  <a:pt x="549729" y="56353"/>
                  <a:pt x="555595" y="51568"/>
                </a:cubicBezTo>
                <a:cubicBezTo>
                  <a:pt x="561460" y="46784"/>
                  <a:pt x="569692" y="44391"/>
                  <a:pt x="580290" y="44391"/>
                </a:cubicBezTo>
                <a:cubicBezTo>
                  <a:pt x="588422" y="44391"/>
                  <a:pt x="595087" y="45756"/>
                  <a:pt x="600286" y="48484"/>
                </a:cubicBezTo>
                <a:cubicBezTo>
                  <a:pt x="604219" y="50549"/>
                  <a:pt x="607118" y="53778"/>
                  <a:pt x="608985" y="58173"/>
                </a:cubicBezTo>
                <a:cubicBezTo>
                  <a:pt x="610184" y="61035"/>
                  <a:pt x="610784" y="66893"/>
                  <a:pt x="610784" y="75748"/>
                </a:cubicBezTo>
                <a:lnTo>
                  <a:pt x="610784" y="106804"/>
                </a:lnTo>
                <a:cubicBezTo>
                  <a:pt x="610784" y="115526"/>
                  <a:pt x="610951" y="120868"/>
                  <a:pt x="611284" y="122833"/>
                </a:cubicBezTo>
                <a:cubicBezTo>
                  <a:pt x="611617" y="124797"/>
                  <a:pt x="612167" y="126112"/>
                  <a:pt x="612934" y="126779"/>
                </a:cubicBezTo>
                <a:cubicBezTo>
                  <a:pt x="613700" y="127443"/>
                  <a:pt x="614584" y="127775"/>
                  <a:pt x="615583" y="127775"/>
                </a:cubicBezTo>
                <a:cubicBezTo>
                  <a:pt x="616650" y="127775"/>
                  <a:pt x="617583" y="127542"/>
                  <a:pt x="618383" y="127075"/>
                </a:cubicBezTo>
                <a:cubicBezTo>
                  <a:pt x="619783" y="126209"/>
                  <a:pt x="622482" y="123776"/>
                  <a:pt x="626481" y="119777"/>
                </a:cubicBezTo>
                <a:lnTo>
                  <a:pt x="626481" y="125376"/>
                </a:lnTo>
                <a:cubicBezTo>
                  <a:pt x="619016" y="135374"/>
                  <a:pt x="611884" y="140373"/>
                  <a:pt x="605085" y="140373"/>
                </a:cubicBezTo>
                <a:cubicBezTo>
                  <a:pt x="601819" y="140373"/>
                  <a:pt x="599220" y="139240"/>
                  <a:pt x="597287" y="136974"/>
                </a:cubicBezTo>
                <a:cubicBezTo>
                  <a:pt x="595354" y="134707"/>
                  <a:pt x="594354" y="130841"/>
                  <a:pt x="594287" y="125376"/>
                </a:cubicBezTo>
                <a:moveTo>
                  <a:pt x="594287" y="118821"/>
                </a:moveTo>
                <a:lnTo>
                  <a:pt x="594287" y="84084"/>
                </a:lnTo>
                <a:cubicBezTo>
                  <a:pt x="584223" y="88064"/>
                  <a:pt x="577724" y="90885"/>
                  <a:pt x="574791" y="92545"/>
                </a:cubicBezTo>
                <a:cubicBezTo>
                  <a:pt x="569526" y="95465"/>
                  <a:pt x="565760" y="98517"/>
                  <a:pt x="563493" y="101702"/>
                </a:cubicBezTo>
                <a:cubicBezTo>
                  <a:pt x="561227" y="104887"/>
                  <a:pt x="560094" y="108371"/>
                  <a:pt x="560094" y="112153"/>
                </a:cubicBezTo>
                <a:cubicBezTo>
                  <a:pt x="560094" y="116932"/>
                  <a:pt x="561527" y="120896"/>
                  <a:pt x="564393" y="124048"/>
                </a:cubicBezTo>
                <a:cubicBezTo>
                  <a:pt x="567259" y="127199"/>
                  <a:pt x="570559" y="128775"/>
                  <a:pt x="574291" y="128775"/>
                </a:cubicBezTo>
                <a:cubicBezTo>
                  <a:pt x="579357" y="128775"/>
                  <a:pt x="586022" y="125457"/>
                  <a:pt x="594287" y="118821"/>
                </a:cubicBezTo>
                <a:close/>
                <a:moveTo>
                  <a:pt x="692500" y="44391"/>
                </a:moveTo>
                <a:lnTo>
                  <a:pt x="692500" y="75385"/>
                </a:lnTo>
                <a:lnTo>
                  <a:pt x="689200" y="75385"/>
                </a:lnTo>
                <a:cubicBezTo>
                  <a:pt x="686667" y="65664"/>
                  <a:pt x="683418" y="59052"/>
                  <a:pt x="679452" y="55549"/>
                </a:cubicBezTo>
                <a:cubicBezTo>
                  <a:pt x="675486" y="52043"/>
                  <a:pt x="670437" y="50290"/>
                  <a:pt x="664305" y="50290"/>
                </a:cubicBezTo>
                <a:cubicBezTo>
                  <a:pt x="659639" y="50290"/>
                  <a:pt x="655873" y="51522"/>
                  <a:pt x="653007" y="53986"/>
                </a:cubicBezTo>
                <a:cubicBezTo>
                  <a:pt x="650141" y="56448"/>
                  <a:pt x="648708" y="59178"/>
                  <a:pt x="648708" y="62176"/>
                </a:cubicBezTo>
                <a:cubicBezTo>
                  <a:pt x="648708" y="65904"/>
                  <a:pt x="649775" y="69099"/>
                  <a:pt x="651908" y="71761"/>
                </a:cubicBezTo>
                <a:cubicBezTo>
                  <a:pt x="653974" y="74492"/>
                  <a:pt x="658173" y="77388"/>
                  <a:pt x="664505" y="80450"/>
                </a:cubicBezTo>
                <a:lnTo>
                  <a:pt x="679102" y="87542"/>
                </a:lnTo>
                <a:cubicBezTo>
                  <a:pt x="692633" y="94133"/>
                  <a:pt x="699398" y="102822"/>
                  <a:pt x="699398" y="113609"/>
                </a:cubicBezTo>
                <a:cubicBezTo>
                  <a:pt x="699398" y="121931"/>
                  <a:pt x="696249" y="128639"/>
                  <a:pt x="689950" y="133734"/>
                </a:cubicBezTo>
                <a:cubicBezTo>
                  <a:pt x="683651" y="138826"/>
                  <a:pt x="676603" y="141373"/>
                  <a:pt x="668804" y="141373"/>
                </a:cubicBezTo>
                <a:cubicBezTo>
                  <a:pt x="663205" y="141373"/>
                  <a:pt x="656807" y="140373"/>
                  <a:pt x="649608" y="138373"/>
                </a:cubicBezTo>
                <a:cubicBezTo>
                  <a:pt x="647408" y="137707"/>
                  <a:pt x="645609" y="137374"/>
                  <a:pt x="644209" y="137374"/>
                </a:cubicBezTo>
                <a:cubicBezTo>
                  <a:pt x="642676" y="137374"/>
                  <a:pt x="641476" y="138240"/>
                  <a:pt x="640610" y="139973"/>
                </a:cubicBezTo>
                <a:lnTo>
                  <a:pt x="637310" y="139973"/>
                </a:lnTo>
                <a:lnTo>
                  <a:pt x="637310" y="107179"/>
                </a:lnTo>
                <a:lnTo>
                  <a:pt x="640610" y="107179"/>
                </a:lnTo>
                <a:cubicBezTo>
                  <a:pt x="642476" y="116544"/>
                  <a:pt x="646042" y="123601"/>
                  <a:pt x="651308" y="128350"/>
                </a:cubicBezTo>
                <a:cubicBezTo>
                  <a:pt x="656573" y="133099"/>
                  <a:pt x="662472" y="135474"/>
                  <a:pt x="669004" y="135474"/>
                </a:cubicBezTo>
                <a:cubicBezTo>
                  <a:pt x="673603" y="135474"/>
                  <a:pt x="677353" y="134126"/>
                  <a:pt x="680252" y="131431"/>
                </a:cubicBezTo>
                <a:cubicBezTo>
                  <a:pt x="683151" y="128734"/>
                  <a:pt x="684601" y="125487"/>
                  <a:pt x="684601" y="121692"/>
                </a:cubicBezTo>
                <a:cubicBezTo>
                  <a:pt x="684601" y="117097"/>
                  <a:pt x="682985" y="113235"/>
                  <a:pt x="679752" y="110107"/>
                </a:cubicBezTo>
                <a:cubicBezTo>
                  <a:pt x="676519" y="106978"/>
                  <a:pt x="670071" y="103018"/>
                  <a:pt x="660406" y="98225"/>
                </a:cubicBezTo>
                <a:cubicBezTo>
                  <a:pt x="650741" y="93430"/>
                  <a:pt x="644409" y="89102"/>
                  <a:pt x="641410" y="85240"/>
                </a:cubicBezTo>
                <a:cubicBezTo>
                  <a:pt x="638410" y="81445"/>
                  <a:pt x="636910" y="76651"/>
                  <a:pt x="636910" y="70858"/>
                </a:cubicBezTo>
                <a:cubicBezTo>
                  <a:pt x="636910" y="63335"/>
                  <a:pt x="639493" y="57043"/>
                  <a:pt x="644659" y="51984"/>
                </a:cubicBezTo>
                <a:cubicBezTo>
                  <a:pt x="649825" y="46922"/>
                  <a:pt x="656507" y="44391"/>
                  <a:pt x="664705" y="44391"/>
                </a:cubicBezTo>
                <a:cubicBezTo>
                  <a:pt x="668304" y="44391"/>
                  <a:pt x="672670" y="45158"/>
                  <a:pt x="677803" y="46691"/>
                </a:cubicBezTo>
                <a:cubicBezTo>
                  <a:pt x="681202" y="47691"/>
                  <a:pt x="683468" y="48191"/>
                  <a:pt x="684601" y="48191"/>
                </a:cubicBezTo>
                <a:cubicBezTo>
                  <a:pt x="685668" y="48191"/>
                  <a:pt x="686501" y="47957"/>
                  <a:pt x="687101" y="47491"/>
                </a:cubicBezTo>
                <a:cubicBezTo>
                  <a:pt x="687701" y="47024"/>
                  <a:pt x="688400" y="45991"/>
                  <a:pt x="689200" y="44391"/>
                </a:cubicBezTo>
                <a:lnTo>
                  <a:pt x="692500" y="44391"/>
                </a:lnTo>
                <a:close/>
                <a:moveTo>
                  <a:pt x="728360" y="81584"/>
                </a:moveTo>
                <a:cubicBezTo>
                  <a:pt x="728293" y="95150"/>
                  <a:pt x="731593" y="105791"/>
                  <a:pt x="738258" y="113506"/>
                </a:cubicBezTo>
                <a:cubicBezTo>
                  <a:pt x="744924" y="121219"/>
                  <a:pt x="752755" y="125076"/>
                  <a:pt x="761754" y="125076"/>
                </a:cubicBezTo>
                <a:cubicBezTo>
                  <a:pt x="767752" y="125076"/>
                  <a:pt x="772968" y="123426"/>
                  <a:pt x="777401" y="120127"/>
                </a:cubicBezTo>
                <a:cubicBezTo>
                  <a:pt x="781833" y="116827"/>
                  <a:pt x="785549" y="111179"/>
                  <a:pt x="788548" y="103180"/>
                </a:cubicBezTo>
                <a:lnTo>
                  <a:pt x="791648" y="105180"/>
                </a:lnTo>
                <a:cubicBezTo>
                  <a:pt x="790248" y="114311"/>
                  <a:pt x="786182" y="122626"/>
                  <a:pt x="779450" y="130125"/>
                </a:cubicBezTo>
                <a:cubicBezTo>
                  <a:pt x="772718" y="137623"/>
                  <a:pt x="764286" y="141373"/>
                  <a:pt x="754155" y="141373"/>
                </a:cubicBezTo>
                <a:cubicBezTo>
                  <a:pt x="743157" y="141373"/>
                  <a:pt x="733742" y="137100"/>
                  <a:pt x="725911" y="128553"/>
                </a:cubicBezTo>
                <a:cubicBezTo>
                  <a:pt x="718079" y="120005"/>
                  <a:pt x="714163" y="108513"/>
                  <a:pt x="714163" y="94079"/>
                </a:cubicBezTo>
                <a:cubicBezTo>
                  <a:pt x="714163" y="78448"/>
                  <a:pt x="718179" y="66260"/>
                  <a:pt x="726210" y="57514"/>
                </a:cubicBezTo>
                <a:cubicBezTo>
                  <a:pt x="734242" y="48766"/>
                  <a:pt x="744324" y="44391"/>
                  <a:pt x="756455" y="44391"/>
                </a:cubicBezTo>
                <a:cubicBezTo>
                  <a:pt x="766719" y="44391"/>
                  <a:pt x="775151" y="47766"/>
                  <a:pt x="781750" y="54514"/>
                </a:cubicBezTo>
                <a:cubicBezTo>
                  <a:pt x="788349" y="61261"/>
                  <a:pt x="791648" y="70284"/>
                  <a:pt x="791648" y="81584"/>
                </a:cubicBezTo>
                <a:lnTo>
                  <a:pt x="728360" y="81584"/>
                </a:lnTo>
                <a:moveTo>
                  <a:pt x="728360" y="75785"/>
                </a:moveTo>
                <a:lnTo>
                  <a:pt x="770752" y="75785"/>
                </a:lnTo>
                <a:cubicBezTo>
                  <a:pt x="770419" y="69920"/>
                  <a:pt x="769719" y="65787"/>
                  <a:pt x="768652" y="63388"/>
                </a:cubicBezTo>
                <a:cubicBezTo>
                  <a:pt x="766986" y="59655"/>
                  <a:pt x="764503" y="56722"/>
                  <a:pt x="761204" y="54589"/>
                </a:cubicBezTo>
                <a:cubicBezTo>
                  <a:pt x="757904" y="52457"/>
                  <a:pt x="754455" y="51390"/>
                  <a:pt x="750856" y="51390"/>
                </a:cubicBezTo>
                <a:cubicBezTo>
                  <a:pt x="745323" y="51390"/>
                  <a:pt x="740374" y="53540"/>
                  <a:pt x="736009" y="57839"/>
                </a:cubicBezTo>
                <a:cubicBezTo>
                  <a:pt x="731643" y="62138"/>
                  <a:pt x="729093" y="68120"/>
                  <a:pt x="728360" y="75785"/>
                </a:cubicBezTo>
                <a:close/>
                <a:moveTo>
                  <a:pt x="863065" y="44391"/>
                </a:moveTo>
                <a:lnTo>
                  <a:pt x="863065" y="75385"/>
                </a:lnTo>
                <a:lnTo>
                  <a:pt x="859766" y="75385"/>
                </a:lnTo>
                <a:cubicBezTo>
                  <a:pt x="857233" y="65664"/>
                  <a:pt x="853984" y="59052"/>
                  <a:pt x="850018" y="55549"/>
                </a:cubicBezTo>
                <a:cubicBezTo>
                  <a:pt x="846052" y="52043"/>
                  <a:pt x="841003" y="50290"/>
                  <a:pt x="834871" y="50290"/>
                </a:cubicBezTo>
                <a:cubicBezTo>
                  <a:pt x="830205" y="50290"/>
                  <a:pt x="826439" y="51522"/>
                  <a:pt x="823573" y="53986"/>
                </a:cubicBezTo>
                <a:cubicBezTo>
                  <a:pt x="820707" y="56448"/>
                  <a:pt x="819274" y="59178"/>
                  <a:pt x="819274" y="62176"/>
                </a:cubicBezTo>
                <a:cubicBezTo>
                  <a:pt x="819274" y="65904"/>
                  <a:pt x="820340" y="69099"/>
                  <a:pt x="822473" y="71761"/>
                </a:cubicBezTo>
                <a:cubicBezTo>
                  <a:pt x="824539" y="74492"/>
                  <a:pt x="828739" y="77388"/>
                  <a:pt x="835071" y="80450"/>
                </a:cubicBezTo>
                <a:lnTo>
                  <a:pt x="849668" y="87542"/>
                </a:lnTo>
                <a:cubicBezTo>
                  <a:pt x="863199" y="94133"/>
                  <a:pt x="869964" y="102822"/>
                  <a:pt x="869964" y="113609"/>
                </a:cubicBezTo>
                <a:cubicBezTo>
                  <a:pt x="869964" y="121931"/>
                  <a:pt x="866815" y="128639"/>
                  <a:pt x="860516" y="133734"/>
                </a:cubicBezTo>
                <a:cubicBezTo>
                  <a:pt x="854217" y="138826"/>
                  <a:pt x="847168" y="141373"/>
                  <a:pt x="839370" y="141373"/>
                </a:cubicBezTo>
                <a:cubicBezTo>
                  <a:pt x="833771" y="141373"/>
                  <a:pt x="827372" y="140373"/>
                  <a:pt x="820174" y="138373"/>
                </a:cubicBezTo>
                <a:cubicBezTo>
                  <a:pt x="817974" y="137707"/>
                  <a:pt x="816174" y="137374"/>
                  <a:pt x="814775" y="137374"/>
                </a:cubicBezTo>
                <a:cubicBezTo>
                  <a:pt x="813242" y="137374"/>
                  <a:pt x="812042" y="138240"/>
                  <a:pt x="811175" y="139973"/>
                </a:cubicBezTo>
                <a:lnTo>
                  <a:pt x="807876" y="139973"/>
                </a:lnTo>
                <a:lnTo>
                  <a:pt x="807876" y="107179"/>
                </a:lnTo>
                <a:lnTo>
                  <a:pt x="811175" y="107179"/>
                </a:lnTo>
                <a:cubicBezTo>
                  <a:pt x="813042" y="116544"/>
                  <a:pt x="816608" y="123601"/>
                  <a:pt x="821873" y="128350"/>
                </a:cubicBezTo>
                <a:cubicBezTo>
                  <a:pt x="827139" y="133099"/>
                  <a:pt x="833038" y="135474"/>
                  <a:pt x="839570" y="135474"/>
                </a:cubicBezTo>
                <a:cubicBezTo>
                  <a:pt x="844169" y="135474"/>
                  <a:pt x="847918" y="134126"/>
                  <a:pt x="850818" y="131431"/>
                </a:cubicBezTo>
                <a:cubicBezTo>
                  <a:pt x="853717" y="128734"/>
                  <a:pt x="855167" y="125487"/>
                  <a:pt x="855167" y="121692"/>
                </a:cubicBezTo>
                <a:cubicBezTo>
                  <a:pt x="855167" y="117097"/>
                  <a:pt x="853550" y="113235"/>
                  <a:pt x="850318" y="110107"/>
                </a:cubicBezTo>
                <a:cubicBezTo>
                  <a:pt x="847085" y="106978"/>
                  <a:pt x="840636" y="103018"/>
                  <a:pt x="830971" y="98225"/>
                </a:cubicBezTo>
                <a:cubicBezTo>
                  <a:pt x="821307" y="93430"/>
                  <a:pt x="814975" y="89102"/>
                  <a:pt x="811975" y="85240"/>
                </a:cubicBezTo>
                <a:cubicBezTo>
                  <a:pt x="808976" y="81445"/>
                  <a:pt x="807476" y="76651"/>
                  <a:pt x="807476" y="70858"/>
                </a:cubicBezTo>
                <a:cubicBezTo>
                  <a:pt x="807476" y="63335"/>
                  <a:pt x="810059" y="57043"/>
                  <a:pt x="815225" y="51984"/>
                </a:cubicBezTo>
                <a:cubicBezTo>
                  <a:pt x="820390" y="46922"/>
                  <a:pt x="827072" y="44391"/>
                  <a:pt x="835271" y="44391"/>
                </a:cubicBezTo>
                <a:cubicBezTo>
                  <a:pt x="838870" y="44391"/>
                  <a:pt x="843236" y="45158"/>
                  <a:pt x="848368" y="46691"/>
                </a:cubicBezTo>
                <a:cubicBezTo>
                  <a:pt x="851767" y="47691"/>
                  <a:pt x="854034" y="48191"/>
                  <a:pt x="855167" y="48191"/>
                </a:cubicBezTo>
                <a:cubicBezTo>
                  <a:pt x="856233" y="48191"/>
                  <a:pt x="857066" y="47957"/>
                  <a:pt x="857666" y="47491"/>
                </a:cubicBezTo>
                <a:cubicBezTo>
                  <a:pt x="858266" y="47024"/>
                  <a:pt x="858966" y="45991"/>
                  <a:pt x="859766" y="44391"/>
                </a:cubicBezTo>
                <a:lnTo>
                  <a:pt x="863065" y="443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A5AEF-25C6-41DF-8E54-3C4BBC8C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487" y="2799740"/>
            <a:ext cx="1398607" cy="539976"/>
          </a:xfrm>
          <a:custGeom xmlns:a="http://schemas.openxmlformats.org/drawingml/2006/main">
            <a:pathLst>
              <a:path w="1398607" h="539976">
                <a:moveTo>
                  <a:pt x="0" y="539976"/>
                </a:moveTo>
                <a:lnTo>
                  <a:pt x="0" y="0"/>
                </a:lnTo>
                <a:lnTo>
                  <a:pt x="1398607" y="0"/>
                </a:lnTo>
                <a:lnTo>
                  <a:pt x="1398607" y="539976"/>
                </a:lnTo>
                <a:lnTo>
                  <a:pt x="0" y="539976"/>
                </a:lnTo>
                <a:close/>
              </a:path>
            </a:pathLst>
          </a:custGeom>
          <a:solidFill xmlns:a="http://schemas.openxmlformats.org/drawingml/2006/main">
            <a:srgbClr val="9ECD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Passed">
            <a:extLst xmlns:a="http://schemas.openxmlformats.org/drawingml/2006/main">
              <a:ext uri="{FF2B5EF4-FFF2-40B4-BE49-F238E27FC236}">
                <a16:creationId xmlns:a16="http://schemas.microsoft.com/office/drawing/2014/main" id="{3A7A5E1E-9A93-4E21-8635-FA3FEB01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303" y="2867175"/>
            <a:ext cx="555896" cy="144972"/>
          </a:xfrm>
          <a:custGeom xmlns:a="http://schemas.openxmlformats.org/drawingml/2006/main">
            <a:pathLst>
              <a:path w="555896" h="144972">
                <a:moveTo>
                  <a:pt x="38593" y="78585"/>
                </a:moveTo>
                <a:lnTo>
                  <a:pt x="38593" y="118143"/>
                </a:lnTo>
                <a:cubicBezTo>
                  <a:pt x="38593" y="126689"/>
                  <a:pt x="39526" y="131997"/>
                  <a:pt x="41392" y="134068"/>
                </a:cubicBezTo>
                <a:cubicBezTo>
                  <a:pt x="43925" y="137005"/>
                  <a:pt x="47757" y="138473"/>
                  <a:pt x="52890" y="138473"/>
                </a:cubicBezTo>
                <a:lnTo>
                  <a:pt x="58089" y="138473"/>
                </a:lnTo>
                <a:lnTo>
                  <a:pt x="58089" y="142173"/>
                </a:lnTo>
                <a:lnTo>
                  <a:pt x="0" y="142173"/>
                </a:lnTo>
                <a:lnTo>
                  <a:pt x="0" y="138473"/>
                </a:lnTo>
                <a:lnTo>
                  <a:pt x="5099" y="138473"/>
                </a:lnTo>
                <a:cubicBezTo>
                  <a:pt x="10831" y="138473"/>
                  <a:pt x="14930" y="136607"/>
                  <a:pt x="17397" y="132874"/>
                </a:cubicBezTo>
                <a:cubicBezTo>
                  <a:pt x="18730" y="130808"/>
                  <a:pt x="19396" y="125909"/>
                  <a:pt x="19396" y="118177"/>
                </a:cubicBezTo>
                <a:lnTo>
                  <a:pt x="19396" y="30594"/>
                </a:lnTo>
                <a:cubicBezTo>
                  <a:pt x="19396" y="22062"/>
                  <a:pt x="18496" y="16763"/>
                  <a:pt x="16697" y="14697"/>
                </a:cubicBezTo>
                <a:cubicBezTo>
                  <a:pt x="14097" y="11764"/>
                  <a:pt x="10231" y="10298"/>
                  <a:pt x="5099" y="10298"/>
                </a:cubicBezTo>
                <a:lnTo>
                  <a:pt x="0" y="10298"/>
                </a:lnTo>
                <a:lnTo>
                  <a:pt x="0" y="6599"/>
                </a:lnTo>
                <a:lnTo>
                  <a:pt x="49690" y="6599"/>
                </a:lnTo>
                <a:cubicBezTo>
                  <a:pt x="61821" y="6599"/>
                  <a:pt x="71386" y="7847"/>
                  <a:pt x="78385" y="10345"/>
                </a:cubicBezTo>
                <a:cubicBezTo>
                  <a:pt x="85384" y="12840"/>
                  <a:pt x="91282" y="17050"/>
                  <a:pt x="96081" y="22974"/>
                </a:cubicBezTo>
                <a:cubicBezTo>
                  <a:pt x="100881" y="28898"/>
                  <a:pt x="103280" y="35920"/>
                  <a:pt x="103280" y="44042"/>
                </a:cubicBezTo>
                <a:cubicBezTo>
                  <a:pt x="103280" y="55091"/>
                  <a:pt x="99631" y="64078"/>
                  <a:pt x="92332" y="71002"/>
                </a:cubicBezTo>
                <a:cubicBezTo>
                  <a:pt x="85034" y="77924"/>
                  <a:pt x="74719" y="81384"/>
                  <a:pt x="61388" y="81384"/>
                </a:cubicBezTo>
                <a:cubicBezTo>
                  <a:pt x="58122" y="81384"/>
                  <a:pt x="54589" y="81151"/>
                  <a:pt x="50790" y="80684"/>
                </a:cubicBezTo>
                <a:cubicBezTo>
                  <a:pt x="46991" y="80218"/>
                  <a:pt x="42925" y="79518"/>
                  <a:pt x="38593" y="78585"/>
                </a:cubicBezTo>
                <a:moveTo>
                  <a:pt x="38593" y="72786"/>
                </a:moveTo>
                <a:cubicBezTo>
                  <a:pt x="42125" y="73453"/>
                  <a:pt x="45258" y="73952"/>
                  <a:pt x="47991" y="74286"/>
                </a:cubicBezTo>
                <a:cubicBezTo>
                  <a:pt x="50724" y="74619"/>
                  <a:pt x="53056" y="74786"/>
                  <a:pt x="54989" y="74786"/>
                </a:cubicBezTo>
                <a:cubicBezTo>
                  <a:pt x="61921" y="74786"/>
                  <a:pt x="67904" y="72103"/>
                  <a:pt x="72936" y="66737"/>
                </a:cubicBezTo>
                <a:cubicBezTo>
                  <a:pt x="77968" y="61372"/>
                  <a:pt x="80484" y="54423"/>
                  <a:pt x="80484" y="45891"/>
                </a:cubicBezTo>
                <a:cubicBezTo>
                  <a:pt x="80484" y="40026"/>
                  <a:pt x="79285" y="34577"/>
                  <a:pt x="76885" y="29544"/>
                </a:cubicBezTo>
                <a:cubicBezTo>
                  <a:pt x="74486" y="24512"/>
                  <a:pt x="71086" y="20746"/>
                  <a:pt x="66687" y="18246"/>
                </a:cubicBezTo>
                <a:cubicBezTo>
                  <a:pt x="62288" y="15747"/>
                  <a:pt x="57289" y="14497"/>
                  <a:pt x="51690" y="14497"/>
                </a:cubicBezTo>
                <a:cubicBezTo>
                  <a:pt x="48291" y="14497"/>
                  <a:pt x="43925" y="15130"/>
                  <a:pt x="38593" y="16397"/>
                </a:cubicBezTo>
                <a:lnTo>
                  <a:pt x="38593" y="72786"/>
                </a:lnTo>
                <a:close/>
                <a:moveTo>
                  <a:pt x="168736" y="128975"/>
                </a:moveTo>
                <a:cubicBezTo>
                  <a:pt x="159338" y="136240"/>
                  <a:pt x="153439" y="140440"/>
                  <a:pt x="151039" y="141573"/>
                </a:cubicBezTo>
                <a:cubicBezTo>
                  <a:pt x="147440" y="143306"/>
                  <a:pt x="143607" y="144172"/>
                  <a:pt x="139542" y="144172"/>
                </a:cubicBezTo>
                <a:cubicBezTo>
                  <a:pt x="133209" y="144172"/>
                  <a:pt x="127994" y="142006"/>
                  <a:pt x="123895" y="137673"/>
                </a:cubicBezTo>
                <a:cubicBezTo>
                  <a:pt x="119795" y="133341"/>
                  <a:pt x="117746" y="127642"/>
                  <a:pt x="117746" y="120577"/>
                </a:cubicBezTo>
                <a:cubicBezTo>
                  <a:pt x="117746" y="116111"/>
                  <a:pt x="118746" y="112245"/>
                  <a:pt x="120745" y="108979"/>
                </a:cubicBezTo>
                <a:cubicBezTo>
                  <a:pt x="123478" y="104447"/>
                  <a:pt x="128227" y="100181"/>
                  <a:pt x="134992" y="96181"/>
                </a:cubicBezTo>
                <a:cubicBezTo>
                  <a:pt x="141758" y="92182"/>
                  <a:pt x="153006" y="87316"/>
                  <a:pt x="168736" y="81584"/>
                </a:cubicBezTo>
                <a:lnTo>
                  <a:pt x="168736" y="77985"/>
                </a:lnTo>
                <a:cubicBezTo>
                  <a:pt x="168736" y="68853"/>
                  <a:pt x="167286" y="62588"/>
                  <a:pt x="164387" y="59189"/>
                </a:cubicBezTo>
                <a:cubicBezTo>
                  <a:pt x="161487" y="55789"/>
                  <a:pt x="157271" y="54090"/>
                  <a:pt x="151739" y="54090"/>
                </a:cubicBezTo>
                <a:cubicBezTo>
                  <a:pt x="147540" y="54090"/>
                  <a:pt x="144207" y="55219"/>
                  <a:pt x="141741" y="57476"/>
                </a:cubicBezTo>
                <a:cubicBezTo>
                  <a:pt x="139208" y="59734"/>
                  <a:pt x="137942" y="62324"/>
                  <a:pt x="137942" y="65247"/>
                </a:cubicBezTo>
                <a:lnTo>
                  <a:pt x="138142" y="71024"/>
                </a:lnTo>
                <a:cubicBezTo>
                  <a:pt x="138142" y="74077"/>
                  <a:pt x="137359" y="76434"/>
                  <a:pt x="135792" y="78094"/>
                </a:cubicBezTo>
                <a:cubicBezTo>
                  <a:pt x="134226" y="79754"/>
                  <a:pt x="132176" y="80584"/>
                  <a:pt x="129643" y="80584"/>
                </a:cubicBezTo>
                <a:cubicBezTo>
                  <a:pt x="127177" y="80584"/>
                  <a:pt x="125161" y="79721"/>
                  <a:pt x="123595" y="77994"/>
                </a:cubicBezTo>
                <a:cubicBezTo>
                  <a:pt x="122028" y="76266"/>
                  <a:pt x="121245" y="73906"/>
                  <a:pt x="121245" y="70914"/>
                </a:cubicBezTo>
                <a:cubicBezTo>
                  <a:pt x="121245" y="65201"/>
                  <a:pt x="124178" y="59952"/>
                  <a:pt x="130043" y="55167"/>
                </a:cubicBezTo>
                <a:cubicBezTo>
                  <a:pt x="135909" y="50383"/>
                  <a:pt x="144141" y="47991"/>
                  <a:pt x="154739" y="47991"/>
                </a:cubicBezTo>
                <a:cubicBezTo>
                  <a:pt x="162870" y="47991"/>
                  <a:pt x="169536" y="49355"/>
                  <a:pt x="174735" y="52084"/>
                </a:cubicBezTo>
                <a:cubicBezTo>
                  <a:pt x="178667" y="54148"/>
                  <a:pt x="181567" y="57377"/>
                  <a:pt x="183433" y="61772"/>
                </a:cubicBezTo>
                <a:cubicBezTo>
                  <a:pt x="184633" y="64634"/>
                  <a:pt x="185233" y="70493"/>
                  <a:pt x="185233" y="79347"/>
                </a:cubicBezTo>
                <a:lnTo>
                  <a:pt x="185233" y="110404"/>
                </a:lnTo>
                <a:cubicBezTo>
                  <a:pt x="185233" y="119125"/>
                  <a:pt x="185399" y="124468"/>
                  <a:pt x="185733" y="126432"/>
                </a:cubicBezTo>
                <a:cubicBezTo>
                  <a:pt x="186066" y="128396"/>
                  <a:pt x="186616" y="129711"/>
                  <a:pt x="187382" y="130378"/>
                </a:cubicBezTo>
                <a:cubicBezTo>
                  <a:pt x="188149" y="131042"/>
                  <a:pt x="189032" y="131375"/>
                  <a:pt x="190032" y="131375"/>
                </a:cubicBezTo>
                <a:cubicBezTo>
                  <a:pt x="191098" y="131375"/>
                  <a:pt x="192031" y="131141"/>
                  <a:pt x="192831" y="130675"/>
                </a:cubicBezTo>
                <a:cubicBezTo>
                  <a:pt x="194231" y="129808"/>
                  <a:pt x="196930" y="127375"/>
                  <a:pt x="200930" y="123376"/>
                </a:cubicBezTo>
                <a:lnTo>
                  <a:pt x="200930" y="128975"/>
                </a:lnTo>
                <a:cubicBezTo>
                  <a:pt x="193464" y="138973"/>
                  <a:pt x="186333" y="143972"/>
                  <a:pt x="179534" y="143972"/>
                </a:cubicBezTo>
                <a:cubicBezTo>
                  <a:pt x="176268" y="143972"/>
                  <a:pt x="173668" y="142839"/>
                  <a:pt x="171735" y="140573"/>
                </a:cubicBezTo>
                <a:cubicBezTo>
                  <a:pt x="169802" y="138307"/>
                  <a:pt x="168803" y="134441"/>
                  <a:pt x="168736" y="128975"/>
                </a:cubicBezTo>
                <a:moveTo>
                  <a:pt x="168736" y="122420"/>
                </a:moveTo>
                <a:lnTo>
                  <a:pt x="168736" y="87683"/>
                </a:lnTo>
                <a:cubicBezTo>
                  <a:pt x="158671" y="91664"/>
                  <a:pt x="152172" y="94484"/>
                  <a:pt x="149240" y="96144"/>
                </a:cubicBezTo>
                <a:cubicBezTo>
                  <a:pt x="143974" y="99064"/>
                  <a:pt x="140208" y="102117"/>
                  <a:pt x="137942" y="105302"/>
                </a:cubicBezTo>
                <a:cubicBezTo>
                  <a:pt x="135676" y="108486"/>
                  <a:pt x="134543" y="111970"/>
                  <a:pt x="134543" y="115753"/>
                </a:cubicBezTo>
                <a:cubicBezTo>
                  <a:pt x="134543" y="120531"/>
                  <a:pt x="135976" y="124496"/>
                  <a:pt x="138842" y="127647"/>
                </a:cubicBezTo>
                <a:cubicBezTo>
                  <a:pt x="141708" y="130799"/>
                  <a:pt x="145007" y="132374"/>
                  <a:pt x="148740" y="132374"/>
                </a:cubicBezTo>
                <a:cubicBezTo>
                  <a:pt x="153805" y="132374"/>
                  <a:pt x="160471" y="129056"/>
                  <a:pt x="168736" y="122420"/>
                </a:cubicBezTo>
                <a:close/>
                <a:moveTo>
                  <a:pt x="266948" y="47991"/>
                </a:moveTo>
                <a:lnTo>
                  <a:pt x="266948" y="78985"/>
                </a:lnTo>
                <a:lnTo>
                  <a:pt x="263649" y="78985"/>
                </a:lnTo>
                <a:cubicBezTo>
                  <a:pt x="261116" y="69264"/>
                  <a:pt x="257867" y="62651"/>
                  <a:pt x="253901" y="59148"/>
                </a:cubicBezTo>
                <a:cubicBezTo>
                  <a:pt x="249935" y="55642"/>
                  <a:pt x="244886" y="53890"/>
                  <a:pt x="238754" y="53890"/>
                </a:cubicBezTo>
                <a:cubicBezTo>
                  <a:pt x="234088" y="53890"/>
                  <a:pt x="230322" y="55122"/>
                  <a:pt x="227456" y="57586"/>
                </a:cubicBezTo>
                <a:cubicBezTo>
                  <a:pt x="224590" y="60048"/>
                  <a:pt x="223157" y="62777"/>
                  <a:pt x="223157" y="65775"/>
                </a:cubicBezTo>
                <a:cubicBezTo>
                  <a:pt x="223157" y="69503"/>
                  <a:pt x="224223" y="72698"/>
                  <a:pt x="226356" y="75360"/>
                </a:cubicBezTo>
                <a:cubicBezTo>
                  <a:pt x="228423" y="78091"/>
                  <a:pt x="232622" y="80988"/>
                  <a:pt x="238954" y="84049"/>
                </a:cubicBezTo>
                <a:lnTo>
                  <a:pt x="253551" y="91142"/>
                </a:lnTo>
                <a:cubicBezTo>
                  <a:pt x="267082" y="97732"/>
                  <a:pt x="273847" y="106421"/>
                  <a:pt x="273847" y="117209"/>
                </a:cubicBezTo>
                <a:cubicBezTo>
                  <a:pt x="273847" y="125530"/>
                  <a:pt x="270698" y="132238"/>
                  <a:pt x="264399" y="137333"/>
                </a:cubicBezTo>
                <a:cubicBezTo>
                  <a:pt x="258100" y="142426"/>
                  <a:pt x="251052" y="144972"/>
                  <a:pt x="243253" y="144972"/>
                </a:cubicBezTo>
                <a:cubicBezTo>
                  <a:pt x="237654" y="144972"/>
                  <a:pt x="231255" y="143972"/>
                  <a:pt x="224057" y="141973"/>
                </a:cubicBezTo>
                <a:cubicBezTo>
                  <a:pt x="221857" y="141306"/>
                  <a:pt x="220058" y="140973"/>
                  <a:pt x="218658" y="140973"/>
                </a:cubicBezTo>
                <a:cubicBezTo>
                  <a:pt x="217125" y="140973"/>
                  <a:pt x="215925" y="141839"/>
                  <a:pt x="215058" y="143572"/>
                </a:cubicBezTo>
                <a:lnTo>
                  <a:pt x="211759" y="143572"/>
                </a:lnTo>
                <a:lnTo>
                  <a:pt x="211759" y="110779"/>
                </a:lnTo>
                <a:lnTo>
                  <a:pt x="215058" y="110779"/>
                </a:lnTo>
                <a:cubicBezTo>
                  <a:pt x="216925" y="120144"/>
                  <a:pt x="220491" y="127200"/>
                  <a:pt x="225756" y="131950"/>
                </a:cubicBezTo>
                <a:cubicBezTo>
                  <a:pt x="231022" y="136699"/>
                  <a:pt x="236921" y="139073"/>
                  <a:pt x="243453" y="139073"/>
                </a:cubicBezTo>
                <a:cubicBezTo>
                  <a:pt x="248052" y="139073"/>
                  <a:pt x="251801" y="137726"/>
                  <a:pt x="254701" y="135030"/>
                </a:cubicBezTo>
                <a:cubicBezTo>
                  <a:pt x="257600" y="132333"/>
                  <a:pt x="259050" y="129087"/>
                  <a:pt x="259050" y="125291"/>
                </a:cubicBezTo>
                <a:cubicBezTo>
                  <a:pt x="259050" y="120697"/>
                  <a:pt x="257434" y="116835"/>
                  <a:pt x="254201" y="113706"/>
                </a:cubicBezTo>
                <a:cubicBezTo>
                  <a:pt x="250968" y="110578"/>
                  <a:pt x="244519" y="106617"/>
                  <a:pt x="234855" y="101824"/>
                </a:cubicBezTo>
                <a:cubicBezTo>
                  <a:pt x="225190" y="97029"/>
                  <a:pt x="218858" y="92701"/>
                  <a:pt x="215858" y="88839"/>
                </a:cubicBezTo>
                <a:cubicBezTo>
                  <a:pt x="212859" y="85044"/>
                  <a:pt x="211359" y="80250"/>
                  <a:pt x="211359" y="74458"/>
                </a:cubicBezTo>
                <a:cubicBezTo>
                  <a:pt x="211359" y="66934"/>
                  <a:pt x="213942" y="60642"/>
                  <a:pt x="219108" y="55583"/>
                </a:cubicBezTo>
                <a:cubicBezTo>
                  <a:pt x="224273" y="50522"/>
                  <a:pt x="230955" y="47991"/>
                  <a:pt x="239154" y="47991"/>
                </a:cubicBezTo>
                <a:cubicBezTo>
                  <a:pt x="242753" y="47991"/>
                  <a:pt x="247119" y="48757"/>
                  <a:pt x="252251" y="50290"/>
                </a:cubicBezTo>
                <a:cubicBezTo>
                  <a:pt x="255651" y="51290"/>
                  <a:pt x="257917" y="51790"/>
                  <a:pt x="259050" y="51790"/>
                </a:cubicBezTo>
                <a:cubicBezTo>
                  <a:pt x="260116" y="51790"/>
                  <a:pt x="260950" y="51557"/>
                  <a:pt x="261549" y="51090"/>
                </a:cubicBezTo>
                <a:cubicBezTo>
                  <a:pt x="262149" y="50624"/>
                  <a:pt x="262849" y="49590"/>
                  <a:pt x="263649" y="47991"/>
                </a:cubicBezTo>
                <a:lnTo>
                  <a:pt x="266948" y="47991"/>
                </a:lnTo>
                <a:close/>
                <a:moveTo>
                  <a:pt x="348650" y="47991"/>
                </a:moveTo>
                <a:lnTo>
                  <a:pt x="348650" y="78985"/>
                </a:lnTo>
                <a:lnTo>
                  <a:pt x="345351" y="78985"/>
                </a:lnTo>
                <a:cubicBezTo>
                  <a:pt x="342818" y="69264"/>
                  <a:pt x="339569" y="62651"/>
                  <a:pt x="335603" y="59148"/>
                </a:cubicBezTo>
                <a:cubicBezTo>
                  <a:pt x="331637" y="55642"/>
                  <a:pt x="326588" y="53890"/>
                  <a:pt x="320456" y="53890"/>
                </a:cubicBezTo>
                <a:cubicBezTo>
                  <a:pt x="315790" y="53890"/>
                  <a:pt x="312024" y="55122"/>
                  <a:pt x="309158" y="57586"/>
                </a:cubicBezTo>
                <a:cubicBezTo>
                  <a:pt x="306292" y="60048"/>
                  <a:pt x="304859" y="62777"/>
                  <a:pt x="304859" y="65775"/>
                </a:cubicBezTo>
                <a:cubicBezTo>
                  <a:pt x="304859" y="69503"/>
                  <a:pt x="305925" y="72698"/>
                  <a:pt x="308058" y="75360"/>
                </a:cubicBezTo>
                <a:cubicBezTo>
                  <a:pt x="310124" y="78091"/>
                  <a:pt x="314323" y="80988"/>
                  <a:pt x="320655" y="84049"/>
                </a:cubicBezTo>
                <a:lnTo>
                  <a:pt x="335253" y="91142"/>
                </a:lnTo>
                <a:cubicBezTo>
                  <a:pt x="348783" y="97732"/>
                  <a:pt x="355549" y="106421"/>
                  <a:pt x="355549" y="117209"/>
                </a:cubicBezTo>
                <a:cubicBezTo>
                  <a:pt x="355549" y="125530"/>
                  <a:pt x="352399" y="132238"/>
                  <a:pt x="346101" y="137333"/>
                </a:cubicBezTo>
                <a:cubicBezTo>
                  <a:pt x="339802" y="142426"/>
                  <a:pt x="332753" y="144972"/>
                  <a:pt x="324955" y="144972"/>
                </a:cubicBezTo>
                <a:cubicBezTo>
                  <a:pt x="319356" y="144972"/>
                  <a:pt x="312957" y="143972"/>
                  <a:pt x="305758" y="141973"/>
                </a:cubicBezTo>
                <a:cubicBezTo>
                  <a:pt x="303559" y="141306"/>
                  <a:pt x="301759" y="140973"/>
                  <a:pt x="300359" y="140973"/>
                </a:cubicBezTo>
                <a:cubicBezTo>
                  <a:pt x="298826" y="140973"/>
                  <a:pt x="297627" y="141839"/>
                  <a:pt x="296760" y="143572"/>
                </a:cubicBezTo>
                <a:lnTo>
                  <a:pt x="293461" y="143572"/>
                </a:lnTo>
                <a:lnTo>
                  <a:pt x="293461" y="110779"/>
                </a:lnTo>
                <a:lnTo>
                  <a:pt x="296760" y="110779"/>
                </a:lnTo>
                <a:cubicBezTo>
                  <a:pt x="298626" y="120144"/>
                  <a:pt x="302192" y="127200"/>
                  <a:pt x="307458" y="131950"/>
                </a:cubicBezTo>
                <a:cubicBezTo>
                  <a:pt x="312724" y="136699"/>
                  <a:pt x="318623" y="139073"/>
                  <a:pt x="325155" y="139073"/>
                </a:cubicBezTo>
                <a:cubicBezTo>
                  <a:pt x="329754" y="139073"/>
                  <a:pt x="333503" y="137726"/>
                  <a:pt x="336402" y="135030"/>
                </a:cubicBezTo>
                <a:cubicBezTo>
                  <a:pt x="339302" y="132333"/>
                  <a:pt x="340752" y="129087"/>
                  <a:pt x="340752" y="125291"/>
                </a:cubicBezTo>
                <a:cubicBezTo>
                  <a:pt x="340752" y="120697"/>
                  <a:pt x="339135" y="116835"/>
                  <a:pt x="335903" y="113706"/>
                </a:cubicBezTo>
                <a:cubicBezTo>
                  <a:pt x="332670" y="110578"/>
                  <a:pt x="326221" y="106617"/>
                  <a:pt x="316556" y="101824"/>
                </a:cubicBezTo>
                <a:cubicBezTo>
                  <a:pt x="306891" y="97029"/>
                  <a:pt x="300559" y="92701"/>
                  <a:pt x="297560" y="88839"/>
                </a:cubicBezTo>
                <a:cubicBezTo>
                  <a:pt x="294561" y="85044"/>
                  <a:pt x="293061" y="80250"/>
                  <a:pt x="293061" y="74458"/>
                </a:cubicBezTo>
                <a:cubicBezTo>
                  <a:pt x="293061" y="66934"/>
                  <a:pt x="295644" y="60642"/>
                  <a:pt x="300809" y="55583"/>
                </a:cubicBezTo>
                <a:cubicBezTo>
                  <a:pt x="305975" y="50522"/>
                  <a:pt x="312657" y="47991"/>
                  <a:pt x="320855" y="47991"/>
                </a:cubicBezTo>
                <a:cubicBezTo>
                  <a:pt x="324455" y="47991"/>
                  <a:pt x="328821" y="48757"/>
                  <a:pt x="333953" y="50290"/>
                </a:cubicBezTo>
                <a:cubicBezTo>
                  <a:pt x="337352" y="51290"/>
                  <a:pt x="339619" y="51790"/>
                  <a:pt x="340752" y="51790"/>
                </a:cubicBezTo>
                <a:cubicBezTo>
                  <a:pt x="341818" y="51790"/>
                  <a:pt x="342651" y="51557"/>
                  <a:pt x="343251" y="51090"/>
                </a:cubicBezTo>
                <a:cubicBezTo>
                  <a:pt x="343851" y="50624"/>
                  <a:pt x="344551" y="49590"/>
                  <a:pt x="345351" y="47991"/>
                </a:cubicBezTo>
                <a:lnTo>
                  <a:pt x="348650" y="47991"/>
                </a:lnTo>
                <a:close/>
                <a:moveTo>
                  <a:pt x="383898" y="85184"/>
                </a:moveTo>
                <a:cubicBezTo>
                  <a:pt x="383832" y="98750"/>
                  <a:pt x="387131" y="109390"/>
                  <a:pt x="393797" y="117106"/>
                </a:cubicBezTo>
                <a:cubicBezTo>
                  <a:pt x="400462" y="124819"/>
                  <a:pt x="408294" y="128675"/>
                  <a:pt x="417292" y="128675"/>
                </a:cubicBezTo>
                <a:cubicBezTo>
                  <a:pt x="423291" y="128675"/>
                  <a:pt x="428506" y="127026"/>
                  <a:pt x="432939" y="123726"/>
                </a:cubicBezTo>
                <a:cubicBezTo>
                  <a:pt x="437371" y="120427"/>
                  <a:pt x="441087" y="114778"/>
                  <a:pt x="444087" y="106779"/>
                </a:cubicBezTo>
                <a:lnTo>
                  <a:pt x="447186" y="108779"/>
                </a:lnTo>
                <a:cubicBezTo>
                  <a:pt x="445786" y="117911"/>
                  <a:pt x="441721" y="126226"/>
                  <a:pt x="434989" y="133724"/>
                </a:cubicBezTo>
                <a:cubicBezTo>
                  <a:pt x="428257" y="141223"/>
                  <a:pt x="419825" y="144972"/>
                  <a:pt x="409693" y="144972"/>
                </a:cubicBezTo>
                <a:cubicBezTo>
                  <a:pt x="398696" y="144972"/>
                  <a:pt x="389281" y="140699"/>
                  <a:pt x="381449" y="132153"/>
                </a:cubicBezTo>
                <a:cubicBezTo>
                  <a:pt x="373617" y="123604"/>
                  <a:pt x="369701" y="112113"/>
                  <a:pt x="369701" y="97678"/>
                </a:cubicBezTo>
                <a:cubicBezTo>
                  <a:pt x="369701" y="82048"/>
                  <a:pt x="373717" y="69859"/>
                  <a:pt x="381749" y="61113"/>
                </a:cubicBezTo>
                <a:cubicBezTo>
                  <a:pt x="389781" y="52365"/>
                  <a:pt x="399862" y="47991"/>
                  <a:pt x="411993" y="47991"/>
                </a:cubicBezTo>
                <a:cubicBezTo>
                  <a:pt x="422258" y="47991"/>
                  <a:pt x="430689" y="51365"/>
                  <a:pt x="437288" y="58114"/>
                </a:cubicBezTo>
                <a:cubicBezTo>
                  <a:pt x="443887" y="64860"/>
                  <a:pt x="447186" y="73884"/>
                  <a:pt x="447186" y="85184"/>
                </a:cubicBezTo>
                <a:lnTo>
                  <a:pt x="383898" y="85184"/>
                </a:lnTo>
                <a:moveTo>
                  <a:pt x="383898" y="79385"/>
                </a:moveTo>
                <a:lnTo>
                  <a:pt x="426290" y="79385"/>
                </a:lnTo>
                <a:cubicBezTo>
                  <a:pt x="425957" y="73519"/>
                  <a:pt x="425257" y="69387"/>
                  <a:pt x="424191" y="66987"/>
                </a:cubicBezTo>
                <a:cubicBezTo>
                  <a:pt x="422524" y="63254"/>
                  <a:pt x="420041" y="60322"/>
                  <a:pt x="416742" y="58189"/>
                </a:cubicBezTo>
                <a:cubicBezTo>
                  <a:pt x="413443" y="56056"/>
                  <a:pt x="409993" y="54989"/>
                  <a:pt x="406394" y="54989"/>
                </a:cubicBezTo>
                <a:cubicBezTo>
                  <a:pt x="400862" y="54989"/>
                  <a:pt x="395913" y="57139"/>
                  <a:pt x="391547" y="61438"/>
                </a:cubicBezTo>
                <a:cubicBezTo>
                  <a:pt x="387181" y="65737"/>
                  <a:pt x="384632" y="71720"/>
                  <a:pt x="383898" y="79385"/>
                </a:cubicBezTo>
                <a:close/>
                <a:moveTo>
                  <a:pt x="524103" y="131875"/>
                </a:moveTo>
                <a:cubicBezTo>
                  <a:pt x="519637" y="136540"/>
                  <a:pt x="515271" y="139890"/>
                  <a:pt x="511005" y="141923"/>
                </a:cubicBezTo>
                <a:cubicBezTo>
                  <a:pt x="506739" y="143956"/>
                  <a:pt x="502140" y="144972"/>
                  <a:pt x="497208" y="144972"/>
                </a:cubicBezTo>
                <a:cubicBezTo>
                  <a:pt x="487210" y="144972"/>
                  <a:pt x="478478" y="140799"/>
                  <a:pt x="471013" y="132453"/>
                </a:cubicBezTo>
                <a:cubicBezTo>
                  <a:pt x="463548" y="124104"/>
                  <a:pt x="459815" y="113377"/>
                  <a:pt x="459815" y="100271"/>
                </a:cubicBezTo>
                <a:cubicBezTo>
                  <a:pt x="459815" y="87168"/>
                  <a:pt x="463947" y="75178"/>
                  <a:pt x="472213" y="64303"/>
                </a:cubicBezTo>
                <a:cubicBezTo>
                  <a:pt x="480478" y="53428"/>
                  <a:pt x="491109" y="47991"/>
                  <a:pt x="504106" y="47991"/>
                </a:cubicBezTo>
                <a:cubicBezTo>
                  <a:pt x="512172" y="47991"/>
                  <a:pt x="518837" y="50557"/>
                  <a:pt x="524103" y="55689"/>
                </a:cubicBezTo>
                <a:lnTo>
                  <a:pt x="524103" y="38755"/>
                </a:lnTo>
                <a:cubicBezTo>
                  <a:pt x="524103" y="28247"/>
                  <a:pt x="523853" y="21787"/>
                  <a:pt x="523353" y="19378"/>
                </a:cubicBezTo>
                <a:cubicBezTo>
                  <a:pt x="522853" y="16968"/>
                  <a:pt x="522070" y="15328"/>
                  <a:pt x="521003" y="14460"/>
                </a:cubicBezTo>
                <a:cubicBezTo>
                  <a:pt x="519937" y="13589"/>
                  <a:pt x="518604" y="13154"/>
                  <a:pt x="517004" y="13154"/>
                </a:cubicBezTo>
                <a:cubicBezTo>
                  <a:pt x="515271" y="13154"/>
                  <a:pt x="512971" y="13689"/>
                  <a:pt x="510105" y="14760"/>
                </a:cubicBezTo>
                <a:lnTo>
                  <a:pt x="508806" y="11245"/>
                </a:lnTo>
                <a:lnTo>
                  <a:pt x="536100" y="0"/>
                </a:lnTo>
                <a:lnTo>
                  <a:pt x="540599" y="0"/>
                </a:lnTo>
                <a:lnTo>
                  <a:pt x="540599" y="105880"/>
                </a:lnTo>
                <a:cubicBezTo>
                  <a:pt x="540599" y="116611"/>
                  <a:pt x="540849" y="123160"/>
                  <a:pt x="541349" y="125526"/>
                </a:cubicBezTo>
                <a:cubicBezTo>
                  <a:pt x="541849" y="127892"/>
                  <a:pt x="542649" y="129542"/>
                  <a:pt x="543749" y="130475"/>
                </a:cubicBezTo>
                <a:cubicBezTo>
                  <a:pt x="544849" y="131408"/>
                  <a:pt x="546132" y="131875"/>
                  <a:pt x="547598" y="131875"/>
                </a:cubicBezTo>
                <a:cubicBezTo>
                  <a:pt x="549398" y="131875"/>
                  <a:pt x="551797" y="131308"/>
                  <a:pt x="554797" y="130175"/>
                </a:cubicBezTo>
                <a:lnTo>
                  <a:pt x="555896" y="133674"/>
                </a:lnTo>
                <a:lnTo>
                  <a:pt x="528702" y="144972"/>
                </a:lnTo>
                <a:lnTo>
                  <a:pt x="524103" y="144972"/>
                </a:lnTo>
                <a:lnTo>
                  <a:pt x="524103" y="131875"/>
                </a:lnTo>
                <a:moveTo>
                  <a:pt x="524103" y="124898"/>
                </a:moveTo>
                <a:lnTo>
                  <a:pt x="524103" y="77826"/>
                </a:lnTo>
                <a:cubicBezTo>
                  <a:pt x="523703" y="73304"/>
                  <a:pt x="522503" y="69181"/>
                  <a:pt x="520503" y="65459"/>
                </a:cubicBezTo>
                <a:cubicBezTo>
                  <a:pt x="518504" y="61735"/>
                  <a:pt x="515854" y="58926"/>
                  <a:pt x="512555" y="57033"/>
                </a:cubicBezTo>
                <a:cubicBezTo>
                  <a:pt x="509255" y="55137"/>
                  <a:pt x="506039" y="54190"/>
                  <a:pt x="502907" y="54190"/>
                </a:cubicBezTo>
                <a:cubicBezTo>
                  <a:pt x="497041" y="54190"/>
                  <a:pt x="491809" y="56816"/>
                  <a:pt x="487210" y="62069"/>
                </a:cubicBezTo>
                <a:cubicBezTo>
                  <a:pt x="481144" y="68983"/>
                  <a:pt x="478111" y="79088"/>
                  <a:pt x="478111" y="92385"/>
                </a:cubicBezTo>
                <a:cubicBezTo>
                  <a:pt x="478111" y="105816"/>
                  <a:pt x="481044" y="116106"/>
                  <a:pt x="486910" y="123254"/>
                </a:cubicBezTo>
                <a:cubicBezTo>
                  <a:pt x="492775" y="130401"/>
                  <a:pt x="499307" y="133974"/>
                  <a:pt x="506506" y="133974"/>
                </a:cubicBezTo>
                <a:cubicBezTo>
                  <a:pt x="512571" y="133974"/>
                  <a:pt x="518437" y="130949"/>
                  <a:pt x="524103" y="1248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TestCases">
            <a:extLst xmlns:a="http://schemas.openxmlformats.org/drawingml/2006/main">
              <a:ext uri="{FF2B5EF4-FFF2-40B4-BE49-F238E27FC236}">
                <a16:creationId xmlns:a16="http://schemas.microsoft.com/office/drawing/2014/main" id="{969AB27A-5493-47DA-B799-DEDD0E16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692" y="3117472"/>
            <a:ext cx="869964" cy="141573"/>
          </a:xfrm>
          <a:custGeom xmlns:a="http://schemas.openxmlformats.org/drawingml/2006/main">
            <a:pathLst>
              <a:path w="869964" h="141573">
                <a:moveTo>
                  <a:pt x="112278" y="3001"/>
                </a:moveTo>
                <a:lnTo>
                  <a:pt x="113778" y="34795"/>
                </a:lnTo>
                <a:lnTo>
                  <a:pt x="109979" y="34795"/>
                </a:lnTo>
                <a:cubicBezTo>
                  <a:pt x="109246" y="29196"/>
                  <a:pt x="108246" y="25197"/>
                  <a:pt x="106979" y="22798"/>
                </a:cubicBezTo>
                <a:cubicBezTo>
                  <a:pt x="104913" y="18932"/>
                  <a:pt x="102164" y="16082"/>
                  <a:pt x="98731" y="14249"/>
                </a:cubicBezTo>
                <a:cubicBezTo>
                  <a:pt x="95298" y="12416"/>
                  <a:pt x="90782" y="11500"/>
                  <a:pt x="85184" y="11500"/>
                </a:cubicBezTo>
                <a:lnTo>
                  <a:pt x="66087" y="11500"/>
                </a:lnTo>
                <a:lnTo>
                  <a:pt x="66087" y="115080"/>
                </a:lnTo>
                <a:cubicBezTo>
                  <a:pt x="66087" y="123412"/>
                  <a:pt x="66987" y="128611"/>
                  <a:pt x="68787" y="130677"/>
                </a:cubicBezTo>
                <a:cubicBezTo>
                  <a:pt x="71320" y="133476"/>
                  <a:pt x="75219" y="134876"/>
                  <a:pt x="80484" y="134876"/>
                </a:cubicBezTo>
                <a:lnTo>
                  <a:pt x="85184" y="134876"/>
                </a:lnTo>
                <a:lnTo>
                  <a:pt x="85184" y="138575"/>
                </a:lnTo>
                <a:lnTo>
                  <a:pt x="27695" y="138575"/>
                </a:lnTo>
                <a:lnTo>
                  <a:pt x="27695" y="134876"/>
                </a:lnTo>
                <a:lnTo>
                  <a:pt x="32494" y="134876"/>
                </a:lnTo>
                <a:cubicBezTo>
                  <a:pt x="38226" y="134876"/>
                  <a:pt x="42292" y="133143"/>
                  <a:pt x="44691" y="129677"/>
                </a:cubicBezTo>
                <a:cubicBezTo>
                  <a:pt x="46158" y="127544"/>
                  <a:pt x="46891" y="122678"/>
                  <a:pt x="46891" y="115080"/>
                </a:cubicBezTo>
                <a:lnTo>
                  <a:pt x="46891" y="11500"/>
                </a:lnTo>
                <a:lnTo>
                  <a:pt x="30594" y="11500"/>
                </a:lnTo>
                <a:cubicBezTo>
                  <a:pt x="24262" y="11500"/>
                  <a:pt x="19763" y="11966"/>
                  <a:pt x="17097" y="12900"/>
                </a:cubicBezTo>
                <a:cubicBezTo>
                  <a:pt x="13631" y="14166"/>
                  <a:pt x="10665" y="16599"/>
                  <a:pt x="8198" y="20198"/>
                </a:cubicBezTo>
                <a:cubicBezTo>
                  <a:pt x="5732" y="23797"/>
                  <a:pt x="4266" y="28663"/>
                  <a:pt x="3799" y="34795"/>
                </a:cubicBezTo>
                <a:lnTo>
                  <a:pt x="0" y="34795"/>
                </a:lnTo>
                <a:lnTo>
                  <a:pt x="1600" y="3001"/>
                </a:lnTo>
                <a:lnTo>
                  <a:pt x="112278" y="3001"/>
                </a:lnTo>
                <a:close/>
                <a:moveTo>
                  <a:pt x="141106" y="81584"/>
                </a:moveTo>
                <a:cubicBezTo>
                  <a:pt x="141039" y="95150"/>
                  <a:pt x="144338" y="105791"/>
                  <a:pt x="151004" y="113506"/>
                </a:cubicBezTo>
                <a:cubicBezTo>
                  <a:pt x="157669" y="121219"/>
                  <a:pt x="165501" y="125076"/>
                  <a:pt x="174499" y="125076"/>
                </a:cubicBezTo>
                <a:cubicBezTo>
                  <a:pt x="180498" y="125076"/>
                  <a:pt x="185714" y="123426"/>
                  <a:pt x="190146" y="120127"/>
                </a:cubicBezTo>
                <a:cubicBezTo>
                  <a:pt x="194579" y="116827"/>
                  <a:pt x="198295" y="111179"/>
                  <a:pt x="201294" y="103180"/>
                </a:cubicBezTo>
                <a:lnTo>
                  <a:pt x="204393" y="105180"/>
                </a:lnTo>
                <a:cubicBezTo>
                  <a:pt x="202994" y="114311"/>
                  <a:pt x="198928" y="122626"/>
                  <a:pt x="192196" y="130125"/>
                </a:cubicBezTo>
                <a:cubicBezTo>
                  <a:pt x="185464" y="137623"/>
                  <a:pt x="177032" y="141373"/>
                  <a:pt x="166901" y="141373"/>
                </a:cubicBezTo>
                <a:cubicBezTo>
                  <a:pt x="155903" y="141373"/>
                  <a:pt x="146488" y="137100"/>
                  <a:pt x="138656" y="128553"/>
                </a:cubicBezTo>
                <a:cubicBezTo>
                  <a:pt x="130824" y="120005"/>
                  <a:pt x="126908" y="108513"/>
                  <a:pt x="126908" y="94079"/>
                </a:cubicBezTo>
                <a:cubicBezTo>
                  <a:pt x="126908" y="78448"/>
                  <a:pt x="130924" y="66260"/>
                  <a:pt x="138956" y="57514"/>
                </a:cubicBezTo>
                <a:cubicBezTo>
                  <a:pt x="146988" y="48766"/>
                  <a:pt x="157069" y="44391"/>
                  <a:pt x="169200" y="44391"/>
                </a:cubicBezTo>
                <a:cubicBezTo>
                  <a:pt x="179465" y="44391"/>
                  <a:pt x="187897" y="47766"/>
                  <a:pt x="194495" y="54514"/>
                </a:cubicBezTo>
                <a:cubicBezTo>
                  <a:pt x="201094" y="61261"/>
                  <a:pt x="204393" y="70284"/>
                  <a:pt x="204393" y="81584"/>
                </a:cubicBezTo>
                <a:lnTo>
                  <a:pt x="141106" y="81584"/>
                </a:lnTo>
                <a:moveTo>
                  <a:pt x="141106" y="75785"/>
                </a:moveTo>
                <a:lnTo>
                  <a:pt x="183497" y="75785"/>
                </a:lnTo>
                <a:cubicBezTo>
                  <a:pt x="183164" y="69920"/>
                  <a:pt x="182464" y="65787"/>
                  <a:pt x="181398" y="63388"/>
                </a:cubicBezTo>
                <a:cubicBezTo>
                  <a:pt x="179731" y="59655"/>
                  <a:pt x="177249" y="56722"/>
                  <a:pt x="173949" y="54589"/>
                </a:cubicBezTo>
                <a:cubicBezTo>
                  <a:pt x="170650" y="52457"/>
                  <a:pt x="167201" y="51390"/>
                  <a:pt x="163601" y="51390"/>
                </a:cubicBezTo>
                <a:cubicBezTo>
                  <a:pt x="158069" y="51390"/>
                  <a:pt x="153120" y="53540"/>
                  <a:pt x="148754" y="57839"/>
                </a:cubicBezTo>
                <a:cubicBezTo>
                  <a:pt x="144388" y="62138"/>
                  <a:pt x="141839" y="68120"/>
                  <a:pt x="141106" y="75785"/>
                </a:cubicBezTo>
                <a:close/>
                <a:moveTo>
                  <a:pt x="275811" y="44391"/>
                </a:moveTo>
                <a:lnTo>
                  <a:pt x="275811" y="75385"/>
                </a:lnTo>
                <a:lnTo>
                  <a:pt x="272511" y="75385"/>
                </a:lnTo>
                <a:cubicBezTo>
                  <a:pt x="269979" y="65664"/>
                  <a:pt x="266729" y="59052"/>
                  <a:pt x="262763" y="55549"/>
                </a:cubicBezTo>
                <a:cubicBezTo>
                  <a:pt x="258797" y="52043"/>
                  <a:pt x="253748" y="50290"/>
                  <a:pt x="247616" y="50290"/>
                </a:cubicBezTo>
                <a:cubicBezTo>
                  <a:pt x="242950" y="50290"/>
                  <a:pt x="239184" y="51522"/>
                  <a:pt x="236318" y="53986"/>
                </a:cubicBezTo>
                <a:cubicBezTo>
                  <a:pt x="233452" y="56448"/>
                  <a:pt x="232019" y="59178"/>
                  <a:pt x="232019" y="62176"/>
                </a:cubicBezTo>
                <a:cubicBezTo>
                  <a:pt x="232019" y="65904"/>
                  <a:pt x="233086" y="69099"/>
                  <a:pt x="235219" y="71761"/>
                </a:cubicBezTo>
                <a:cubicBezTo>
                  <a:pt x="237285" y="74492"/>
                  <a:pt x="241484" y="77388"/>
                  <a:pt x="247816" y="80450"/>
                </a:cubicBezTo>
                <a:lnTo>
                  <a:pt x="262413" y="87542"/>
                </a:lnTo>
                <a:cubicBezTo>
                  <a:pt x="275944" y="94133"/>
                  <a:pt x="282709" y="102822"/>
                  <a:pt x="282709" y="113609"/>
                </a:cubicBezTo>
                <a:cubicBezTo>
                  <a:pt x="282709" y="121931"/>
                  <a:pt x="279560" y="128639"/>
                  <a:pt x="273261" y="133734"/>
                </a:cubicBezTo>
                <a:cubicBezTo>
                  <a:pt x="266962" y="138826"/>
                  <a:pt x="259914" y="141373"/>
                  <a:pt x="252115" y="141373"/>
                </a:cubicBezTo>
                <a:cubicBezTo>
                  <a:pt x="246516" y="141373"/>
                  <a:pt x="240118" y="140373"/>
                  <a:pt x="232919" y="138373"/>
                </a:cubicBezTo>
                <a:cubicBezTo>
                  <a:pt x="230719" y="137707"/>
                  <a:pt x="228920" y="137374"/>
                  <a:pt x="227520" y="137374"/>
                </a:cubicBezTo>
                <a:cubicBezTo>
                  <a:pt x="225987" y="137374"/>
                  <a:pt x="224787" y="138240"/>
                  <a:pt x="223921" y="139973"/>
                </a:cubicBezTo>
                <a:lnTo>
                  <a:pt x="220621" y="139973"/>
                </a:lnTo>
                <a:lnTo>
                  <a:pt x="220621" y="107179"/>
                </a:lnTo>
                <a:lnTo>
                  <a:pt x="223921" y="107179"/>
                </a:lnTo>
                <a:cubicBezTo>
                  <a:pt x="225787" y="116544"/>
                  <a:pt x="229353" y="123601"/>
                  <a:pt x="234619" y="128350"/>
                </a:cubicBezTo>
                <a:cubicBezTo>
                  <a:pt x="239884" y="133099"/>
                  <a:pt x="245783" y="135474"/>
                  <a:pt x="252315" y="135474"/>
                </a:cubicBezTo>
                <a:cubicBezTo>
                  <a:pt x="256914" y="135474"/>
                  <a:pt x="260664" y="134126"/>
                  <a:pt x="263563" y="131431"/>
                </a:cubicBezTo>
                <a:cubicBezTo>
                  <a:pt x="266463" y="128734"/>
                  <a:pt x="267912" y="125487"/>
                  <a:pt x="267912" y="121692"/>
                </a:cubicBezTo>
                <a:cubicBezTo>
                  <a:pt x="267912" y="117097"/>
                  <a:pt x="266296" y="113235"/>
                  <a:pt x="263063" y="110107"/>
                </a:cubicBezTo>
                <a:cubicBezTo>
                  <a:pt x="259830" y="106978"/>
                  <a:pt x="253382" y="103018"/>
                  <a:pt x="243717" y="98225"/>
                </a:cubicBezTo>
                <a:cubicBezTo>
                  <a:pt x="234052" y="93430"/>
                  <a:pt x="227720" y="89102"/>
                  <a:pt x="224721" y="85240"/>
                </a:cubicBezTo>
                <a:cubicBezTo>
                  <a:pt x="221721" y="81445"/>
                  <a:pt x="220221" y="76651"/>
                  <a:pt x="220221" y="70858"/>
                </a:cubicBezTo>
                <a:cubicBezTo>
                  <a:pt x="220221" y="63335"/>
                  <a:pt x="222804" y="57043"/>
                  <a:pt x="227970" y="51984"/>
                </a:cubicBezTo>
                <a:cubicBezTo>
                  <a:pt x="233136" y="46922"/>
                  <a:pt x="239818" y="44391"/>
                  <a:pt x="248016" y="44391"/>
                </a:cubicBezTo>
                <a:cubicBezTo>
                  <a:pt x="251615" y="44391"/>
                  <a:pt x="255981" y="45158"/>
                  <a:pt x="261114" y="46691"/>
                </a:cubicBezTo>
                <a:cubicBezTo>
                  <a:pt x="264513" y="47691"/>
                  <a:pt x="266779" y="48191"/>
                  <a:pt x="267912" y="48191"/>
                </a:cubicBezTo>
                <a:cubicBezTo>
                  <a:pt x="268979" y="48191"/>
                  <a:pt x="269812" y="47957"/>
                  <a:pt x="270412" y="47491"/>
                </a:cubicBezTo>
                <a:cubicBezTo>
                  <a:pt x="271012" y="47024"/>
                  <a:pt x="271712" y="45991"/>
                  <a:pt x="272511" y="44391"/>
                </a:cubicBezTo>
                <a:lnTo>
                  <a:pt x="275811" y="44391"/>
                </a:lnTo>
                <a:close/>
                <a:moveTo>
                  <a:pt x="322869" y="16797"/>
                </a:moveTo>
                <a:lnTo>
                  <a:pt x="322869" y="46991"/>
                </a:lnTo>
                <a:lnTo>
                  <a:pt x="344265" y="46991"/>
                </a:lnTo>
                <a:lnTo>
                  <a:pt x="344265" y="53990"/>
                </a:lnTo>
                <a:lnTo>
                  <a:pt x="322869" y="53990"/>
                </a:lnTo>
                <a:lnTo>
                  <a:pt x="322869" y="113297"/>
                </a:lnTo>
                <a:cubicBezTo>
                  <a:pt x="322869" y="119223"/>
                  <a:pt x="323719" y="123218"/>
                  <a:pt x="325418" y="125282"/>
                </a:cubicBezTo>
                <a:cubicBezTo>
                  <a:pt x="327118" y="127344"/>
                  <a:pt x="329301" y="128375"/>
                  <a:pt x="331967" y="128375"/>
                </a:cubicBezTo>
                <a:cubicBezTo>
                  <a:pt x="334167" y="128375"/>
                  <a:pt x="336300" y="127692"/>
                  <a:pt x="338366" y="126326"/>
                </a:cubicBezTo>
                <a:cubicBezTo>
                  <a:pt x="340432" y="124959"/>
                  <a:pt x="342032" y="122943"/>
                  <a:pt x="343165" y="120277"/>
                </a:cubicBezTo>
                <a:lnTo>
                  <a:pt x="347064" y="120277"/>
                </a:lnTo>
                <a:cubicBezTo>
                  <a:pt x="344731" y="126828"/>
                  <a:pt x="341432" y="131782"/>
                  <a:pt x="337166" y="135140"/>
                </a:cubicBezTo>
                <a:cubicBezTo>
                  <a:pt x="332900" y="138495"/>
                  <a:pt x="328501" y="140173"/>
                  <a:pt x="323969" y="140173"/>
                </a:cubicBezTo>
                <a:cubicBezTo>
                  <a:pt x="320903" y="140173"/>
                  <a:pt x="317903" y="139322"/>
                  <a:pt x="314971" y="137620"/>
                </a:cubicBezTo>
                <a:cubicBezTo>
                  <a:pt x="312038" y="135919"/>
                  <a:pt x="309871" y="133484"/>
                  <a:pt x="308472" y="130315"/>
                </a:cubicBezTo>
                <a:cubicBezTo>
                  <a:pt x="307072" y="127145"/>
                  <a:pt x="306372" y="122257"/>
                  <a:pt x="306372" y="115650"/>
                </a:cubicBezTo>
                <a:lnTo>
                  <a:pt x="306372" y="53990"/>
                </a:lnTo>
                <a:lnTo>
                  <a:pt x="291875" y="53990"/>
                </a:lnTo>
                <a:lnTo>
                  <a:pt x="291875" y="50690"/>
                </a:lnTo>
                <a:cubicBezTo>
                  <a:pt x="295541" y="49220"/>
                  <a:pt x="299290" y="46730"/>
                  <a:pt x="303123" y="43220"/>
                </a:cubicBezTo>
                <a:cubicBezTo>
                  <a:pt x="306955" y="39710"/>
                  <a:pt x="310371" y="35548"/>
                  <a:pt x="313371" y="30735"/>
                </a:cubicBezTo>
                <a:cubicBezTo>
                  <a:pt x="314904" y="28196"/>
                  <a:pt x="317037" y="23550"/>
                  <a:pt x="319770" y="16797"/>
                </a:cubicBezTo>
                <a:lnTo>
                  <a:pt x="322869" y="16797"/>
                </a:lnTo>
                <a:close/>
                <a:moveTo>
                  <a:pt x="521265" y="0"/>
                </a:moveTo>
                <a:lnTo>
                  <a:pt x="524364" y="45991"/>
                </a:lnTo>
                <a:lnTo>
                  <a:pt x="521265" y="45991"/>
                </a:lnTo>
                <a:cubicBezTo>
                  <a:pt x="517132" y="32158"/>
                  <a:pt x="511233" y="22202"/>
                  <a:pt x="503568" y="16122"/>
                </a:cubicBezTo>
                <a:cubicBezTo>
                  <a:pt x="495903" y="10040"/>
                  <a:pt x="486705" y="6999"/>
                  <a:pt x="475974" y="6999"/>
                </a:cubicBezTo>
                <a:cubicBezTo>
                  <a:pt x="466975" y="6999"/>
                  <a:pt x="458844" y="9284"/>
                  <a:pt x="451578" y="13854"/>
                </a:cubicBezTo>
                <a:cubicBezTo>
                  <a:pt x="444313" y="18421"/>
                  <a:pt x="438597" y="25709"/>
                  <a:pt x="434432" y="35715"/>
                </a:cubicBezTo>
                <a:cubicBezTo>
                  <a:pt x="430266" y="45721"/>
                  <a:pt x="428183" y="58163"/>
                  <a:pt x="428183" y="73039"/>
                </a:cubicBezTo>
                <a:cubicBezTo>
                  <a:pt x="428183" y="85312"/>
                  <a:pt x="430149" y="95951"/>
                  <a:pt x="434082" y="104958"/>
                </a:cubicBezTo>
                <a:cubicBezTo>
                  <a:pt x="438014" y="113962"/>
                  <a:pt x="443930" y="120866"/>
                  <a:pt x="451828" y="125670"/>
                </a:cubicBezTo>
                <a:cubicBezTo>
                  <a:pt x="459727" y="130473"/>
                  <a:pt x="468742" y="132874"/>
                  <a:pt x="478873" y="132874"/>
                </a:cubicBezTo>
                <a:cubicBezTo>
                  <a:pt x="487671" y="132874"/>
                  <a:pt x="495436" y="130991"/>
                  <a:pt x="502168" y="127225"/>
                </a:cubicBezTo>
                <a:cubicBezTo>
                  <a:pt x="508901" y="123460"/>
                  <a:pt x="516299" y="115978"/>
                  <a:pt x="524364" y="104780"/>
                </a:cubicBezTo>
                <a:lnTo>
                  <a:pt x="527464" y="106773"/>
                </a:lnTo>
                <a:cubicBezTo>
                  <a:pt x="520665" y="118806"/>
                  <a:pt x="512733" y="127615"/>
                  <a:pt x="503668" y="133199"/>
                </a:cubicBezTo>
                <a:cubicBezTo>
                  <a:pt x="494603" y="138782"/>
                  <a:pt x="483839" y="141573"/>
                  <a:pt x="471374" y="141573"/>
                </a:cubicBezTo>
                <a:cubicBezTo>
                  <a:pt x="448912" y="141573"/>
                  <a:pt x="431515" y="133252"/>
                  <a:pt x="419184" y="116612"/>
                </a:cubicBezTo>
                <a:cubicBezTo>
                  <a:pt x="409986" y="104233"/>
                  <a:pt x="405387" y="89657"/>
                  <a:pt x="405387" y="72883"/>
                </a:cubicBezTo>
                <a:cubicBezTo>
                  <a:pt x="405387" y="59371"/>
                  <a:pt x="408420" y="46958"/>
                  <a:pt x="414485" y="35643"/>
                </a:cubicBezTo>
                <a:cubicBezTo>
                  <a:pt x="420551" y="24329"/>
                  <a:pt x="428899" y="15559"/>
                  <a:pt x="439531" y="9336"/>
                </a:cubicBezTo>
                <a:cubicBezTo>
                  <a:pt x="450162" y="3112"/>
                  <a:pt x="461776" y="0"/>
                  <a:pt x="474374" y="0"/>
                </a:cubicBezTo>
                <a:cubicBezTo>
                  <a:pt x="484172" y="0"/>
                  <a:pt x="493837" y="2400"/>
                  <a:pt x="503368" y="7199"/>
                </a:cubicBezTo>
                <a:cubicBezTo>
                  <a:pt x="506168" y="8665"/>
                  <a:pt x="508167" y="9398"/>
                  <a:pt x="509367" y="9398"/>
                </a:cubicBezTo>
                <a:cubicBezTo>
                  <a:pt x="511167" y="9398"/>
                  <a:pt x="512733" y="8765"/>
                  <a:pt x="514066" y="7499"/>
                </a:cubicBezTo>
                <a:cubicBezTo>
                  <a:pt x="515799" y="5699"/>
                  <a:pt x="517032" y="3199"/>
                  <a:pt x="517765" y="0"/>
                </a:cubicBezTo>
                <a:lnTo>
                  <a:pt x="521265" y="0"/>
                </a:lnTo>
                <a:close/>
                <a:moveTo>
                  <a:pt x="594287" y="125376"/>
                </a:moveTo>
                <a:cubicBezTo>
                  <a:pt x="584889" y="132641"/>
                  <a:pt x="578990" y="136840"/>
                  <a:pt x="576591" y="137973"/>
                </a:cubicBezTo>
                <a:cubicBezTo>
                  <a:pt x="572992" y="139706"/>
                  <a:pt x="569159" y="140573"/>
                  <a:pt x="565093" y="140573"/>
                </a:cubicBezTo>
                <a:cubicBezTo>
                  <a:pt x="558761" y="140573"/>
                  <a:pt x="553545" y="138407"/>
                  <a:pt x="549446" y="134074"/>
                </a:cubicBezTo>
                <a:cubicBezTo>
                  <a:pt x="545347" y="129742"/>
                  <a:pt x="543297" y="124043"/>
                  <a:pt x="543297" y="116977"/>
                </a:cubicBezTo>
                <a:cubicBezTo>
                  <a:pt x="543297" y="112512"/>
                  <a:pt x="544297" y="108646"/>
                  <a:pt x="546297" y="105380"/>
                </a:cubicBezTo>
                <a:cubicBezTo>
                  <a:pt x="549029" y="100847"/>
                  <a:pt x="553779" y="96581"/>
                  <a:pt x="560544" y="92582"/>
                </a:cubicBezTo>
                <a:cubicBezTo>
                  <a:pt x="567309" y="88583"/>
                  <a:pt x="578557" y="83717"/>
                  <a:pt x="594287" y="77985"/>
                </a:cubicBezTo>
                <a:lnTo>
                  <a:pt x="594287" y="74386"/>
                </a:lnTo>
                <a:cubicBezTo>
                  <a:pt x="594287" y="65254"/>
                  <a:pt x="592838" y="58989"/>
                  <a:pt x="589938" y="55589"/>
                </a:cubicBezTo>
                <a:cubicBezTo>
                  <a:pt x="587039" y="52190"/>
                  <a:pt x="582823" y="50490"/>
                  <a:pt x="577291" y="50490"/>
                </a:cubicBezTo>
                <a:cubicBezTo>
                  <a:pt x="573092" y="50490"/>
                  <a:pt x="569759" y="51619"/>
                  <a:pt x="567293" y="53877"/>
                </a:cubicBezTo>
                <a:cubicBezTo>
                  <a:pt x="564760" y="56135"/>
                  <a:pt x="563493" y="58725"/>
                  <a:pt x="563493" y="61647"/>
                </a:cubicBezTo>
                <a:lnTo>
                  <a:pt x="563693" y="67424"/>
                </a:lnTo>
                <a:cubicBezTo>
                  <a:pt x="563693" y="70478"/>
                  <a:pt x="562910" y="72835"/>
                  <a:pt x="561344" y="74495"/>
                </a:cubicBezTo>
                <a:cubicBezTo>
                  <a:pt x="559777" y="76155"/>
                  <a:pt x="557728" y="76985"/>
                  <a:pt x="555195" y="76985"/>
                </a:cubicBezTo>
                <a:cubicBezTo>
                  <a:pt x="552729" y="76985"/>
                  <a:pt x="550713" y="76122"/>
                  <a:pt x="549146" y="74395"/>
                </a:cubicBezTo>
                <a:cubicBezTo>
                  <a:pt x="547580" y="72666"/>
                  <a:pt x="546797" y="70306"/>
                  <a:pt x="546797" y="67315"/>
                </a:cubicBezTo>
                <a:cubicBezTo>
                  <a:pt x="546797" y="61602"/>
                  <a:pt x="549729" y="56353"/>
                  <a:pt x="555595" y="51568"/>
                </a:cubicBezTo>
                <a:cubicBezTo>
                  <a:pt x="561460" y="46784"/>
                  <a:pt x="569692" y="44391"/>
                  <a:pt x="580290" y="44391"/>
                </a:cubicBezTo>
                <a:cubicBezTo>
                  <a:pt x="588422" y="44391"/>
                  <a:pt x="595087" y="45756"/>
                  <a:pt x="600286" y="48484"/>
                </a:cubicBezTo>
                <a:cubicBezTo>
                  <a:pt x="604219" y="50549"/>
                  <a:pt x="607118" y="53778"/>
                  <a:pt x="608985" y="58173"/>
                </a:cubicBezTo>
                <a:cubicBezTo>
                  <a:pt x="610184" y="61035"/>
                  <a:pt x="610784" y="66893"/>
                  <a:pt x="610784" y="75748"/>
                </a:cubicBezTo>
                <a:lnTo>
                  <a:pt x="610784" y="106804"/>
                </a:lnTo>
                <a:cubicBezTo>
                  <a:pt x="610784" y="115526"/>
                  <a:pt x="610951" y="120868"/>
                  <a:pt x="611284" y="122833"/>
                </a:cubicBezTo>
                <a:cubicBezTo>
                  <a:pt x="611617" y="124797"/>
                  <a:pt x="612167" y="126112"/>
                  <a:pt x="612934" y="126779"/>
                </a:cubicBezTo>
                <a:cubicBezTo>
                  <a:pt x="613700" y="127443"/>
                  <a:pt x="614584" y="127775"/>
                  <a:pt x="615583" y="127775"/>
                </a:cubicBezTo>
                <a:cubicBezTo>
                  <a:pt x="616650" y="127775"/>
                  <a:pt x="617583" y="127542"/>
                  <a:pt x="618383" y="127075"/>
                </a:cubicBezTo>
                <a:cubicBezTo>
                  <a:pt x="619783" y="126209"/>
                  <a:pt x="622482" y="123776"/>
                  <a:pt x="626481" y="119777"/>
                </a:cubicBezTo>
                <a:lnTo>
                  <a:pt x="626481" y="125376"/>
                </a:lnTo>
                <a:cubicBezTo>
                  <a:pt x="619016" y="135374"/>
                  <a:pt x="611884" y="140373"/>
                  <a:pt x="605085" y="140373"/>
                </a:cubicBezTo>
                <a:cubicBezTo>
                  <a:pt x="601819" y="140373"/>
                  <a:pt x="599220" y="139240"/>
                  <a:pt x="597287" y="136974"/>
                </a:cubicBezTo>
                <a:cubicBezTo>
                  <a:pt x="595354" y="134707"/>
                  <a:pt x="594354" y="130841"/>
                  <a:pt x="594287" y="125376"/>
                </a:cubicBezTo>
                <a:moveTo>
                  <a:pt x="594287" y="118821"/>
                </a:moveTo>
                <a:lnTo>
                  <a:pt x="594287" y="84084"/>
                </a:lnTo>
                <a:cubicBezTo>
                  <a:pt x="584223" y="88064"/>
                  <a:pt x="577724" y="90885"/>
                  <a:pt x="574791" y="92545"/>
                </a:cubicBezTo>
                <a:cubicBezTo>
                  <a:pt x="569526" y="95465"/>
                  <a:pt x="565760" y="98517"/>
                  <a:pt x="563493" y="101702"/>
                </a:cubicBezTo>
                <a:cubicBezTo>
                  <a:pt x="561227" y="104887"/>
                  <a:pt x="560094" y="108371"/>
                  <a:pt x="560094" y="112153"/>
                </a:cubicBezTo>
                <a:cubicBezTo>
                  <a:pt x="560094" y="116932"/>
                  <a:pt x="561527" y="120896"/>
                  <a:pt x="564393" y="124048"/>
                </a:cubicBezTo>
                <a:cubicBezTo>
                  <a:pt x="567259" y="127199"/>
                  <a:pt x="570559" y="128775"/>
                  <a:pt x="574291" y="128775"/>
                </a:cubicBezTo>
                <a:cubicBezTo>
                  <a:pt x="579357" y="128775"/>
                  <a:pt x="586022" y="125457"/>
                  <a:pt x="594287" y="118821"/>
                </a:cubicBezTo>
                <a:close/>
                <a:moveTo>
                  <a:pt x="692499" y="44391"/>
                </a:moveTo>
                <a:lnTo>
                  <a:pt x="692499" y="75385"/>
                </a:lnTo>
                <a:lnTo>
                  <a:pt x="689200" y="75385"/>
                </a:lnTo>
                <a:cubicBezTo>
                  <a:pt x="686667" y="65664"/>
                  <a:pt x="683418" y="59052"/>
                  <a:pt x="679452" y="55549"/>
                </a:cubicBezTo>
                <a:cubicBezTo>
                  <a:pt x="675486" y="52043"/>
                  <a:pt x="670437" y="50290"/>
                  <a:pt x="664305" y="50290"/>
                </a:cubicBezTo>
                <a:cubicBezTo>
                  <a:pt x="659639" y="50290"/>
                  <a:pt x="655873" y="51522"/>
                  <a:pt x="653007" y="53986"/>
                </a:cubicBezTo>
                <a:cubicBezTo>
                  <a:pt x="650141" y="56448"/>
                  <a:pt x="648708" y="59178"/>
                  <a:pt x="648708" y="62176"/>
                </a:cubicBezTo>
                <a:cubicBezTo>
                  <a:pt x="648708" y="65904"/>
                  <a:pt x="649774" y="69099"/>
                  <a:pt x="651907" y="71761"/>
                </a:cubicBezTo>
                <a:cubicBezTo>
                  <a:pt x="653973" y="74492"/>
                  <a:pt x="658173" y="77388"/>
                  <a:pt x="664505" y="80450"/>
                </a:cubicBezTo>
                <a:lnTo>
                  <a:pt x="679102" y="87542"/>
                </a:lnTo>
                <a:cubicBezTo>
                  <a:pt x="692633" y="94133"/>
                  <a:pt x="699398" y="102822"/>
                  <a:pt x="699398" y="113609"/>
                </a:cubicBezTo>
                <a:cubicBezTo>
                  <a:pt x="699398" y="121931"/>
                  <a:pt x="696249" y="128639"/>
                  <a:pt x="689950" y="133734"/>
                </a:cubicBezTo>
                <a:cubicBezTo>
                  <a:pt x="683651" y="138826"/>
                  <a:pt x="676602" y="141373"/>
                  <a:pt x="668804" y="141373"/>
                </a:cubicBezTo>
                <a:cubicBezTo>
                  <a:pt x="663205" y="141373"/>
                  <a:pt x="656806" y="140373"/>
                  <a:pt x="649608" y="138373"/>
                </a:cubicBezTo>
                <a:cubicBezTo>
                  <a:pt x="647408" y="137707"/>
                  <a:pt x="645608" y="137374"/>
                  <a:pt x="644209" y="137374"/>
                </a:cubicBezTo>
                <a:cubicBezTo>
                  <a:pt x="642676" y="137374"/>
                  <a:pt x="641476" y="138240"/>
                  <a:pt x="640609" y="139973"/>
                </a:cubicBezTo>
                <a:lnTo>
                  <a:pt x="637310" y="139973"/>
                </a:lnTo>
                <a:lnTo>
                  <a:pt x="637310" y="107179"/>
                </a:lnTo>
                <a:lnTo>
                  <a:pt x="640609" y="107179"/>
                </a:lnTo>
                <a:cubicBezTo>
                  <a:pt x="642476" y="116544"/>
                  <a:pt x="646042" y="123601"/>
                  <a:pt x="651307" y="128350"/>
                </a:cubicBezTo>
                <a:cubicBezTo>
                  <a:pt x="656573" y="133099"/>
                  <a:pt x="662472" y="135474"/>
                  <a:pt x="669004" y="135474"/>
                </a:cubicBezTo>
                <a:cubicBezTo>
                  <a:pt x="673603" y="135474"/>
                  <a:pt x="677352" y="134126"/>
                  <a:pt x="680252" y="131431"/>
                </a:cubicBezTo>
                <a:cubicBezTo>
                  <a:pt x="683151" y="128734"/>
                  <a:pt x="684601" y="125487"/>
                  <a:pt x="684601" y="121692"/>
                </a:cubicBezTo>
                <a:cubicBezTo>
                  <a:pt x="684601" y="117097"/>
                  <a:pt x="682985" y="113235"/>
                  <a:pt x="679752" y="110107"/>
                </a:cubicBezTo>
                <a:cubicBezTo>
                  <a:pt x="676519" y="106978"/>
                  <a:pt x="670070" y="103018"/>
                  <a:pt x="660406" y="98225"/>
                </a:cubicBezTo>
                <a:cubicBezTo>
                  <a:pt x="650741" y="93430"/>
                  <a:pt x="644409" y="89102"/>
                  <a:pt x="641409" y="85240"/>
                </a:cubicBezTo>
                <a:cubicBezTo>
                  <a:pt x="638410" y="81445"/>
                  <a:pt x="636910" y="76651"/>
                  <a:pt x="636910" y="70858"/>
                </a:cubicBezTo>
                <a:cubicBezTo>
                  <a:pt x="636910" y="63335"/>
                  <a:pt x="639493" y="57043"/>
                  <a:pt x="644659" y="51984"/>
                </a:cubicBezTo>
                <a:cubicBezTo>
                  <a:pt x="649824" y="46922"/>
                  <a:pt x="656506" y="44391"/>
                  <a:pt x="664705" y="44391"/>
                </a:cubicBezTo>
                <a:cubicBezTo>
                  <a:pt x="668304" y="44391"/>
                  <a:pt x="672670" y="45158"/>
                  <a:pt x="677802" y="46691"/>
                </a:cubicBezTo>
                <a:cubicBezTo>
                  <a:pt x="681202" y="47691"/>
                  <a:pt x="683468" y="48191"/>
                  <a:pt x="684601" y="48191"/>
                </a:cubicBezTo>
                <a:cubicBezTo>
                  <a:pt x="685667" y="48191"/>
                  <a:pt x="686501" y="47957"/>
                  <a:pt x="687100" y="47491"/>
                </a:cubicBezTo>
                <a:cubicBezTo>
                  <a:pt x="687700" y="47024"/>
                  <a:pt x="688400" y="45991"/>
                  <a:pt x="689200" y="44391"/>
                </a:cubicBezTo>
                <a:lnTo>
                  <a:pt x="692499" y="44391"/>
                </a:lnTo>
                <a:close/>
                <a:moveTo>
                  <a:pt x="728360" y="81584"/>
                </a:moveTo>
                <a:cubicBezTo>
                  <a:pt x="728293" y="95150"/>
                  <a:pt x="731593" y="105791"/>
                  <a:pt x="738258" y="113506"/>
                </a:cubicBezTo>
                <a:cubicBezTo>
                  <a:pt x="744924" y="121219"/>
                  <a:pt x="752755" y="125076"/>
                  <a:pt x="761754" y="125076"/>
                </a:cubicBezTo>
                <a:cubicBezTo>
                  <a:pt x="767752" y="125076"/>
                  <a:pt x="772968" y="123426"/>
                  <a:pt x="777401" y="120127"/>
                </a:cubicBezTo>
                <a:cubicBezTo>
                  <a:pt x="781833" y="116827"/>
                  <a:pt x="785549" y="111179"/>
                  <a:pt x="788548" y="103180"/>
                </a:cubicBezTo>
                <a:lnTo>
                  <a:pt x="791648" y="105180"/>
                </a:lnTo>
                <a:cubicBezTo>
                  <a:pt x="790248" y="114311"/>
                  <a:pt x="786182" y="122626"/>
                  <a:pt x="779450" y="130125"/>
                </a:cubicBezTo>
                <a:cubicBezTo>
                  <a:pt x="772718" y="137623"/>
                  <a:pt x="764286" y="141373"/>
                  <a:pt x="754155" y="141373"/>
                </a:cubicBezTo>
                <a:cubicBezTo>
                  <a:pt x="743157" y="141373"/>
                  <a:pt x="733742" y="137100"/>
                  <a:pt x="725911" y="128553"/>
                </a:cubicBezTo>
                <a:cubicBezTo>
                  <a:pt x="718079" y="120005"/>
                  <a:pt x="714163" y="108513"/>
                  <a:pt x="714163" y="94079"/>
                </a:cubicBezTo>
                <a:cubicBezTo>
                  <a:pt x="714163" y="78448"/>
                  <a:pt x="718179" y="66260"/>
                  <a:pt x="726210" y="57514"/>
                </a:cubicBezTo>
                <a:cubicBezTo>
                  <a:pt x="734242" y="48766"/>
                  <a:pt x="744324" y="44391"/>
                  <a:pt x="756455" y="44391"/>
                </a:cubicBezTo>
                <a:cubicBezTo>
                  <a:pt x="766719" y="44391"/>
                  <a:pt x="775151" y="47766"/>
                  <a:pt x="781750" y="54514"/>
                </a:cubicBezTo>
                <a:cubicBezTo>
                  <a:pt x="788349" y="61261"/>
                  <a:pt x="791648" y="70284"/>
                  <a:pt x="791648" y="81584"/>
                </a:cubicBezTo>
                <a:lnTo>
                  <a:pt x="728360" y="81584"/>
                </a:lnTo>
                <a:moveTo>
                  <a:pt x="728360" y="75785"/>
                </a:moveTo>
                <a:lnTo>
                  <a:pt x="770752" y="75785"/>
                </a:lnTo>
                <a:cubicBezTo>
                  <a:pt x="770419" y="69920"/>
                  <a:pt x="769719" y="65787"/>
                  <a:pt x="768652" y="63388"/>
                </a:cubicBezTo>
                <a:cubicBezTo>
                  <a:pt x="766986" y="59655"/>
                  <a:pt x="764503" y="56722"/>
                  <a:pt x="761204" y="54589"/>
                </a:cubicBezTo>
                <a:cubicBezTo>
                  <a:pt x="757904" y="52457"/>
                  <a:pt x="754455" y="51390"/>
                  <a:pt x="750856" y="51390"/>
                </a:cubicBezTo>
                <a:cubicBezTo>
                  <a:pt x="745323" y="51390"/>
                  <a:pt x="740374" y="53540"/>
                  <a:pt x="736009" y="57839"/>
                </a:cubicBezTo>
                <a:cubicBezTo>
                  <a:pt x="731643" y="62138"/>
                  <a:pt x="729093" y="68120"/>
                  <a:pt x="728360" y="75785"/>
                </a:cubicBezTo>
                <a:close/>
                <a:moveTo>
                  <a:pt x="863065" y="44391"/>
                </a:moveTo>
                <a:lnTo>
                  <a:pt x="863065" y="75385"/>
                </a:lnTo>
                <a:lnTo>
                  <a:pt x="859766" y="75385"/>
                </a:lnTo>
                <a:cubicBezTo>
                  <a:pt x="857233" y="65664"/>
                  <a:pt x="853984" y="59052"/>
                  <a:pt x="850018" y="55549"/>
                </a:cubicBezTo>
                <a:cubicBezTo>
                  <a:pt x="846052" y="52043"/>
                  <a:pt x="841003" y="50290"/>
                  <a:pt x="834871" y="50290"/>
                </a:cubicBezTo>
                <a:cubicBezTo>
                  <a:pt x="830205" y="50290"/>
                  <a:pt x="826439" y="51522"/>
                  <a:pt x="823573" y="53986"/>
                </a:cubicBezTo>
                <a:cubicBezTo>
                  <a:pt x="820707" y="56448"/>
                  <a:pt x="819274" y="59178"/>
                  <a:pt x="819274" y="62176"/>
                </a:cubicBezTo>
                <a:cubicBezTo>
                  <a:pt x="819274" y="65904"/>
                  <a:pt x="820340" y="69099"/>
                  <a:pt x="822473" y="71761"/>
                </a:cubicBezTo>
                <a:cubicBezTo>
                  <a:pt x="824539" y="74492"/>
                  <a:pt x="828739" y="77388"/>
                  <a:pt x="835071" y="80450"/>
                </a:cubicBezTo>
                <a:lnTo>
                  <a:pt x="849668" y="87542"/>
                </a:lnTo>
                <a:cubicBezTo>
                  <a:pt x="863199" y="94133"/>
                  <a:pt x="869964" y="102822"/>
                  <a:pt x="869964" y="113609"/>
                </a:cubicBezTo>
                <a:cubicBezTo>
                  <a:pt x="869964" y="121931"/>
                  <a:pt x="866815" y="128639"/>
                  <a:pt x="860516" y="133734"/>
                </a:cubicBezTo>
                <a:cubicBezTo>
                  <a:pt x="854217" y="138826"/>
                  <a:pt x="847168" y="141373"/>
                  <a:pt x="839370" y="141373"/>
                </a:cubicBezTo>
                <a:cubicBezTo>
                  <a:pt x="833771" y="141373"/>
                  <a:pt x="827372" y="140373"/>
                  <a:pt x="820174" y="138373"/>
                </a:cubicBezTo>
                <a:cubicBezTo>
                  <a:pt x="817974" y="137707"/>
                  <a:pt x="816174" y="137374"/>
                  <a:pt x="814775" y="137374"/>
                </a:cubicBezTo>
                <a:cubicBezTo>
                  <a:pt x="813242" y="137374"/>
                  <a:pt x="812042" y="138240"/>
                  <a:pt x="811175" y="139973"/>
                </a:cubicBezTo>
                <a:lnTo>
                  <a:pt x="807876" y="139973"/>
                </a:lnTo>
                <a:lnTo>
                  <a:pt x="807876" y="107179"/>
                </a:lnTo>
                <a:lnTo>
                  <a:pt x="811175" y="107179"/>
                </a:lnTo>
                <a:cubicBezTo>
                  <a:pt x="813042" y="116544"/>
                  <a:pt x="816608" y="123601"/>
                  <a:pt x="821873" y="128350"/>
                </a:cubicBezTo>
                <a:cubicBezTo>
                  <a:pt x="827139" y="133099"/>
                  <a:pt x="833038" y="135474"/>
                  <a:pt x="839570" y="135474"/>
                </a:cubicBezTo>
                <a:cubicBezTo>
                  <a:pt x="844169" y="135474"/>
                  <a:pt x="847918" y="134126"/>
                  <a:pt x="850818" y="131431"/>
                </a:cubicBezTo>
                <a:cubicBezTo>
                  <a:pt x="853717" y="128734"/>
                  <a:pt x="855167" y="125487"/>
                  <a:pt x="855167" y="121692"/>
                </a:cubicBezTo>
                <a:cubicBezTo>
                  <a:pt x="855167" y="117097"/>
                  <a:pt x="853550" y="113235"/>
                  <a:pt x="850318" y="110107"/>
                </a:cubicBezTo>
                <a:cubicBezTo>
                  <a:pt x="847085" y="106978"/>
                  <a:pt x="840636" y="103018"/>
                  <a:pt x="830971" y="98225"/>
                </a:cubicBezTo>
                <a:cubicBezTo>
                  <a:pt x="821307" y="93430"/>
                  <a:pt x="814975" y="89102"/>
                  <a:pt x="811975" y="85240"/>
                </a:cubicBezTo>
                <a:cubicBezTo>
                  <a:pt x="808976" y="81445"/>
                  <a:pt x="807476" y="76651"/>
                  <a:pt x="807476" y="70858"/>
                </a:cubicBezTo>
                <a:cubicBezTo>
                  <a:pt x="807476" y="63335"/>
                  <a:pt x="810059" y="57043"/>
                  <a:pt x="815225" y="51984"/>
                </a:cubicBezTo>
                <a:cubicBezTo>
                  <a:pt x="820390" y="46922"/>
                  <a:pt x="827072" y="44391"/>
                  <a:pt x="835271" y="44391"/>
                </a:cubicBezTo>
                <a:cubicBezTo>
                  <a:pt x="838870" y="44391"/>
                  <a:pt x="843236" y="45158"/>
                  <a:pt x="848368" y="46691"/>
                </a:cubicBezTo>
                <a:cubicBezTo>
                  <a:pt x="851767" y="47691"/>
                  <a:pt x="854034" y="48191"/>
                  <a:pt x="855167" y="48191"/>
                </a:cubicBezTo>
                <a:cubicBezTo>
                  <a:pt x="856233" y="48191"/>
                  <a:pt x="857066" y="47957"/>
                  <a:pt x="857666" y="47491"/>
                </a:cubicBezTo>
                <a:cubicBezTo>
                  <a:pt x="858266" y="47024"/>
                  <a:pt x="858966" y="45991"/>
                  <a:pt x="859766" y="44391"/>
                </a:cubicBezTo>
                <a:lnTo>
                  <a:pt x="863065" y="443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Convert">
            <a:extLst xmlns:a="http://schemas.openxmlformats.org/drawingml/2006/main">
              <a:ext uri="{FF2B5EF4-FFF2-40B4-BE49-F238E27FC236}">
                <a16:creationId xmlns:a16="http://schemas.microsoft.com/office/drawing/2014/main" id="{C4E51A40-ACE7-4B26-B00A-C09D38C1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423" y="2993711"/>
            <a:ext cx="668157" cy="141573"/>
          </a:xfrm>
          <a:custGeom xmlns:a="http://schemas.openxmlformats.org/drawingml/2006/main">
            <a:pathLst>
              <a:path w="668157" h="141573">
                <a:moveTo>
                  <a:pt x="134174" y="0"/>
                </a:moveTo>
                <a:lnTo>
                  <a:pt x="124176" y="43192"/>
                </a:lnTo>
                <a:lnTo>
                  <a:pt x="120277" y="43192"/>
                </a:lnTo>
                <a:cubicBezTo>
                  <a:pt x="119810" y="31361"/>
                  <a:pt x="116927" y="22537"/>
                  <a:pt x="111628" y="16722"/>
                </a:cubicBezTo>
                <a:cubicBezTo>
                  <a:pt x="106330" y="10906"/>
                  <a:pt x="99414" y="7998"/>
                  <a:pt x="90882" y="7998"/>
                </a:cubicBezTo>
                <a:cubicBezTo>
                  <a:pt x="81684" y="7998"/>
                  <a:pt x="72519" y="11928"/>
                  <a:pt x="63388" y="19787"/>
                </a:cubicBezTo>
                <a:cubicBezTo>
                  <a:pt x="54256" y="27646"/>
                  <a:pt x="46524" y="39666"/>
                  <a:pt x="40192" y="55849"/>
                </a:cubicBezTo>
                <a:cubicBezTo>
                  <a:pt x="35060" y="68969"/>
                  <a:pt x="32494" y="81923"/>
                  <a:pt x="32494" y="94710"/>
                </a:cubicBezTo>
                <a:cubicBezTo>
                  <a:pt x="32494" y="106166"/>
                  <a:pt x="35310" y="114908"/>
                  <a:pt x="40942" y="120936"/>
                </a:cubicBezTo>
                <a:cubicBezTo>
                  <a:pt x="46574" y="126962"/>
                  <a:pt x="54290" y="129975"/>
                  <a:pt x="64088" y="129975"/>
                </a:cubicBezTo>
                <a:cubicBezTo>
                  <a:pt x="72019" y="129975"/>
                  <a:pt x="79251" y="128235"/>
                  <a:pt x="85783" y="124754"/>
                </a:cubicBezTo>
                <a:cubicBezTo>
                  <a:pt x="92316" y="121271"/>
                  <a:pt x="98914" y="115613"/>
                  <a:pt x="105580" y="107779"/>
                </a:cubicBezTo>
                <a:lnTo>
                  <a:pt x="110379" y="107779"/>
                </a:lnTo>
                <a:cubicBezTo>
                  <a:pt x="102114" y="120250"/>
                  <a:pt x="93765" y="129000"/>
                  <a:pt x="85334" y="134030"/>
                </a:cubicBezTo>
                <a:cubicBezTo>
                  <a:pt x="76902" y="139059"/>
                  <a:pt x="66587" y="141573"/>
                  <a:pt x="54390" y="141573"/>
                </a:cubicBezTo>
                <a:cubicBezTo>
                  <a:pt x="38059" y="141573"/>
                  <a:pt x="24912" y="136631"/>
                  <a:pt x="14947" y="126747"/>
                </a:cubicBezTo>
                <a:cubicBezTo>
                  <a:pt x="4982" y="116862"/>
                  <a:pt x="0" y="103965"/>
                  <a:pt x="0" y="88058"/>
                </a:cubicBezTo>
                <a:cubicBezTo>
                  <a:pt x="0" y="73148"/>
                  <a:pt x="3966" y="58922"/>
                  <a:pt x="11898" y="45379"/>
                </a:cubicBezTo>
                <a:cubicBezTo>
                  <a:pt x="19830" y="31833"/>
                  <a:pt x="31244" y="20885"/>
                  <a:pt x="46141" y="12532"/>
                </a:cubicBezTo>
                <a:cubicBezTo>
                  <a:pt x="61038" y="4177"/>
                  <a:pt x="75852" y="0"/>
                  <a:pt x="90583" y="0"/>
                </a:cubicBezTo>
                <a:cubicBezTo>
                  <a:pt x="96181" y="0"/>
                  <a:pt x="103147" y="1171"/>
                  <a:pt x="111479" y="3512"/>
                </a:cubicBezTo>
                <a:cubicBezTo>
                  <a:pt x="115744" y="4682"/>
                  <a:pt x="118710" y="5268"/>
                  <a:pt x="120377" y="5268"/>
                </a:cubicBezTo>
                <a:cubicBezTo>
                  <a:pt x="123709" y="5268"/>
                  <a:pt x="127076" y="3512"/>
                  <a:pt x="130475" y="0"/>
                </a:cubicBezTo>
                <a:lnTo>
                  <a:pt x="134174" y="0"/>
                </a:lnTo>
                <a:close/>
                <a:moveTo>
                  <a:pt x="192309" y="45791"/>
                </a:moveTo>
                <a:cubicBezTo>
                  <a:pt x="197575" y="45791"/>
                  <a:pt x="202524" y="47009"/>
                  <a:pt x="207157" y="49444"/>
                </a:cubicBezTo>
                <a:cubicBezTo>
                  <a:pt x="211789" y="51879"/>
                  <a:pt x="215288" y="55265"/>
                  <a:pt x="217655" y="59604"/>
                </a:cubicBezTo>
                <a:cubicBezTo>
                  <a:pt x="220021" y="63941"/>
                  <a:pt x="221204" y="68744"/>
                  <a:pt x="221204" y="74014"/>
                </a:cubicBezTo>
                <a:cubicBezTo>
                  <a:pt x="221204" y="84824"/>
                  <a:pt x="218188" y="95635"/>
                  <a:pt x="212156" y="106445"/>
                </a:cubicBezTo>
                <a:cubicBezTo>
                  <a:pt x="206123" y="117253"/>
                  <a:pt x="198175" y="125777"/>
                  <a:pt x="188310" y="132015"/>
                </a:cubicBezTo>
                <a:cubicBezTo>
                  <a:pt x="178445" y="138254"/>
                  <a:pt x="168514" y="141373"/>
                  <a:pt x="158516" y="141373"/>
                </a:cubicBezTo>
                <a:cubicBezTo>
                  <a:pt x="149451" y="141373"/>
                  <a:pt x="142436" y="138671"/>
                  <a:pt x="137470" y="133268"/>
                </a:cubicBezTo>
                <a:cubicBezTo>
                  <a:pt x="132504" y="127863"/>
                  <a:pt x="130021" y="121257"/>
                  <a:pt x="130021" y="113450"/>
                </a:cubicBezTo>
                <a:cubicBezTo>
                  <a:pt x="130021" y="104175"/>
                  <a:pt x="131871" y="95484"/>
                  <a:pt x="135570" y="87377"/>
                </a:cubicBezTo>
                <a:cubicBezTo>
                  <a:pt x="139270" y="79270"/>
                  <a:pt x="143969" y="72198"/>
                  <a:pt x="149668" y="66159"/>
                </a:cubicBezTo>
                <a:cubicBezTo>
                  <a:pt x="155367" y="60121"/>
                  <a:pt x="161915" y="55216"/>
                  <a:pt x="169314" y="51446"/>
                </a:cubicBezTo>
                <a:cubicBezTo>
                  <a:pt x="176712" y="47676"/>
                  <a:pt x="184378" y="45791"/>
                  <a:pt x="192309" y="45791"/>
                </a:cubicBezTo>
                <a:moveTo>
                  <a:pt x="188210" y="51190"/>
                </a:moveTo>
                <a:cubicBezTo>
                  <a:pt x="184678" y="51190"/>
                  <a:pt x="181745" y="52222"/>
                  <a:pt x="179412" y="54286"/>
                </a:cubicBezTo>
                <a:cubicBezTo>
                  <a:pt x="174746" y="58479"/>
                  <a:pt x="169481" y="68283"/>
                  <a:pt x="163615" y="83696"/>
                </a:cubicBezTo>
                <a:cubicBezTo>
                  <a:pt x="157749" y="99108"/>
                  <a:pt x="154817" y="113005"/>
                  <a:pt x="154817" y="125388"/>
                </a:cubicBezTo>
                <a:cubicBezTo>
                  <a:pt x="154817" y="128450"/>
                  <a:pt x="155750" y="130980"/>
                  <a:pt x="157616" y="132977"/>
                </a:cubicBezTo>
                <a:cubicBezTo>
                  <a:pt x="159482" y="134975"/>
                  <a:pt x="161682" y="135974"/>
                  <a:pt x="164215" y="135974"/>
                </a:cubicBezTo>
                <a:cubicBezTo>
                  <a:pt x="166814" y="135974"/>
                  <a:pt x="169114" y="135175"/>
                  <a:pt x="171114" y="133577"/>
                </a:cubicBezTo>
                <a:cubicBezTo>
                  <a:pt x="174046" y="131180"/>
                  <a:pt x="177646" y="125804"/>
                  <a:pt x="181911" y="117449"/>
                </a:cubicBezTo>
                <a:cubicBezTo>
                  <a:pt x="186177" y="109095"/>
                  <a:pt x="189677" y="99874"/>
                  <a:pt x="192409" y="89789"/>
                </a:cubicBezTo>
                <a:cubicBezTo>
                  <a:pt x="195142" y="79701"/>
                  <a:pt x="196509" y="70463"/>
                  <a:pt x="196509" y="62076"/>
                </a:cubicBezTo>
                <a:cubicBezTo>
                  <a:pt x="196509" y="58614"/>
                  <a:pt x="195676" y="55934"/>
                  <a:pt x="194009" y="54036"/>
                </a:cubicBezTo>
                <a:cubicBezTo>
                  <a:pt x="192343" y="52139"/>
                  <a:pt x="190410" y="51190"/>
                  <a:pt x="188210" y="51190"/>
                </a:cubicBezTo>
                <a:close/>
                <a:moveTo>
                  <a:pt x="281274" y="45791"/>
                </a:moveTo>
                <a:lnTo>
                  <a:pt x="268876" y="88730"/>
                </a:lnTo>
                <a:cubicBezTo>
                  <a:pt x="277208" y="76184"/>
                  <a:pt x="283440" y="67610"/>
                  <a:pt x="287573" y="63007"/>
                </a:cubicBezTo>
                <a:cubicBezTo>
                  <a:pt x="293638" y="56335"/>
                  <a:pt x="298871" y="51798"/>
                  <a:pt x="303270" y="49397"/>
                </a:cubicBezTo>
                <a:cubicBezTo>
                  <a:pt x="307669" y="46993"/>
                  <a:pt x="311801" y="45791"/>
                  <a:pt x="315667" y="45791"/>
                </a:cubicBezTo>
                <a:cubicBezTo>
                  <a:pt x="319133" y="45791"/>
                  <a:pt x="322099" y="47084"/>
                  <a:pt x="324566" y="49669"/>
                </a:cubicBezTo>
                <a:cubicBezTo>
                  <a:pt x="327032" y="52251"/>
                  <a:pt x="328265" y="55623"/>
                  <a:pt x="328265" y="59782"/>
                </a:cubicBezTo>
                <a:cubicBezTo>
                  <a:pt x="328265" y="63529"/>
                  <a:pt x="327465" y="68080"/>
                  <a:pt x="325865" y="73433"/>
                </a:cubicBezTo>
                <a:lnTo>
                  <a:pt x="313068" y="116293"/>
                </a:lnTo>
                <a:cubicBezTo>
                  <a:pt x="312001" y="120040"/>
                  <a:pt x="311468" y="122483"/>
                  <a:pt x="311468" y="123620"/>
                </a:cubicBezTo>
                <a:cubicBezTo>
                  <a:pt x="311468" y="124286"/>
                  <a:pt x="311718" y="124886"/>
                  <a:pt x="312218" y="125420"/>
                </a:cubicBezTo>
                <a:cubicBezTo>
                  <a:pt x="312718" y="125953"/>
                  <a:pt x="313235" y="126219"/>
                  <a:pt x="313768" y="126219"/>
                </a:cubicBezTo>
                <a:cubicBezTo>
                  <a:pt x="314434" y="126219"/>
                  <a:pt x="315134" y="125953"/>
                  <a:pt x="315867" y="125420"/>
                </a:cubicBezTo>
                <a:cubicBezTo>
                  <a:pt x="318200" y="123497"/>
                  <a:pt x="320566" y="120795"/>
                  <a:pt x="322966" y="117315"/>
                </a:cubicBezTo>
                <a:cubicBezTo>
                  <a:pt x="323566" y="116396"/>
                  <a:pt x="324532" y="115017"/>
                  <a:pt x="325865" y="113178"/>
                </a:cubicBezTo>
                <a:lnTo>
                  <a:pt x="329665" y="115443"/>
                </a:lnTo>
                <a:cubicBezTo>
                  <a:pt x="319867" y="131663"/>
                  <a:pt x="309569" y="139773"/>
                  <a:pt x="298771" y="139773"/>
                </a:cubicBezTo>
                <a:cubicBezTo>
                  <a:pt x="294638" y="139773"/>
                  <a:pt x="291405" y="138707"/>
                  <a:pt x="289073" y="136574"/>
                </a:cubicBezTo>
                <a:cubicBezTo>
                  <a:pt x="286740" y="134441"/>
                  <a:pt x="285573" y="131775"/>
                  <a:pt x="285573" y="128575"/>
                </a:cubicBezTo>
                <a:cubicBezTo>
                  <a:pt x="285573" y="125767"/>
                  <a:pt x="286373" y="121589"/>
                  <a:pt x="287973" y="116040"/>
                </a:cubicBezTo>
                <a:lnTo>
                  <a:pt x="300470" y="73214"/>
                </a:lnTo>
                <a:cubicBezTo>
                  <a:pt x="301337" y="70406"/>
                  <a:pt x="301770" y="68334"/>
                  <a:pt x="301770" y="66996"/>
                </a:cubicBezTo>
                <a:cubicBezTo>
                  <a:pt x="301770" y="66261"/>
                  <a:pt x="301470" y="65609"/>
                  <a:pt x="300870" y="65041"/>
                </a:cubicBezTo>
                <a:cubicBezTo>
                  <a:pt x="300270" y="64472"/>
                  <a:pt x="299571" y="64188"/>
                  <a:pt x="298771" y="64188"/>
                </a:cubicBezTo>
                <a:cubicBezTo>
                  <a:pt x="296238" y="64188"/>
                  <a:pt x="293172" y="65928"/>
                  <a:pt x="289572" y="69408"/>
                </a:cubicBezTo>
                <a:cubicBezTo>
                  <a:pt x="280374" y="78246"/>
                  <a:pt x="271476" y="91403"/>
                  <a:pt x="262878" y="108879"/>
                </a:cubicBezTo>
                <a:lnTo>
                  <a:pt x="254679" y="138573"/>
                </a:lnTo>
                <a:lnTo>
                  <a:pt x="229184" y="138573"/>
                </a:lnTo>
                <a:lnTo>
                  <a:pt x="247880" y="74392"/>
                </a:lnTo>
                <a:cubicBezTo>
                  <a:pt x="249680" y="68045"/>
                  <a:pt x="250580" y="63541"/>
                  <a:pt x="250580" y="60879"/>
                </a:cubicBezTo>
                <a:cubicBezTo>
                  <a:pt x="250580" y="59748"/>
                  <a:pt x="250313" y="58800"/>
                  <a:pt x="249780" y="58036"/>
                </a:cubicBezTo>
                <a:cubicBezTo>
                  <a:pt x="249247" y="57269"/>
                  <a:pt x="248380" y="56670"/>
                  <a:pt x="247181" y="56239"/>
                </a:cubicBezTo>
                <a:cubicBezTo>
                  <a:pt x="245981" y="55806"/>
                  <a:pt x="243715" y="55589"/>
                  <a:pt x="240382" y="55589"/>
                </a:cubicBezTo>
                <a:lnTo>
                  <a:pt x="241482" y="51790"/>
                </a:lnTo>
                <a:lnTo>
                  <a:pt x="275175" y="45791"/>
                </a:lnTo>
                <a:lnTo>
                  <a:pt x="281274" y="45791"/>
                </a:lnTo>
                <a:close/>
                <a:moveTo>
                  <a:pt x="371083" y="141373"/>
                </a:moveTo>
                <a:lnTo>
                  <a:pt x="367483" y="141373"/>
                </a:lnTo>
                <a:cubicBezTo>
                  <a:pt x="367683" y="135907"/>
                  <a:pt x="367783" y="131775"/>
                  <a:pt x="367783" y="128975"/>
                </a:cubicBezTo>
                <a:cubicBezTo>
                  <a:pt x="367783" y="121377"/>
                  <a:pt x="367200" y="110395"/>
                  <a:pt x="366034" y="96031"/>
                </a:cubicBezTo>
                <a:cubicBezTo>
                  <a:pt x="364867" y="81668"/>
                  <a:pt x="363551" y="72086"/>
                  <a:pt x="362084" y="67287"/>
                </a:cubicBezTo>
                <a:cubicBezTo>
                  <a:pt x="360951" y="63754"/>
                  <a:pt x="359451" y="61188"/>
                  <a:pt x="357585" y="59589"/>
                </a:cubicBezTo>
                <a:cubicBezTo>
                  <a:pt x="356319" y="58522"/>
                  <a:pt x="354686" y="57989"/>
                  <a:pt x="352686" y="57989"/>
                </a:cubicBezTo>
                <a:cubicBezTo>
                  <a:pt x="351553" y="57989"/>
                  <a:pt x="350187" y="58122"/>
                  <a:pt x="348587" y="58389"/>
                </a:cubicBezTo>
                <a:lnTo>
                  <a:pt x="348587" y="54789"/>
                </a:lnTo>
                <a:lnTo>
                  <a:pt x="381880" y="45791"/>
                </a:lnTo>
                <a:cubicBezTo>
                  <a:pt x="388546" y="64006"/>
                  <a:pt x="391779" y="87326"/>
                  <a:pt x="391579" y="115750"/>
                </a:cubicBezTo>
                <a:cubicBezTo>
                  <a:pt x="401377" y="106424"/>
                  <a:pt x="408125" y="98864"/>
                  <a:pt x="411825" y="93070"/>
                </a:cubicBezTo>
                <a:cubicBezTo>
                  <a:pt x="415524" y="87275"/>
                  <a:pt x="417374" y="82446"/>
                  <a:pt x="417374" y="78582"/>
                </a:cubicBezTo>
                <a:cubicBezTo>
                  <a:pt x="417374" y="75518"/>
                  <a:pt x="416224" y="72403"/>
                  <a:pt x="413924" y="69237"/>
                </a:cubicBezTo>
                <a:cubicBezTo>
                  <a:pt x="411625" y="66071"/>
                  <a:pt x="410192" y="63818"/>
                  <a:pt x="409625" y="62479"/>
                </a:cubicBezTo>
                <a:cubicBezTo>
                  <a:pt x="409059" y="61137"/>
                  <a:pt x="408775" y="59662"/>
                  <a:pt x="408775" y="58054"/>
                </a:cubicBezTo>
                <a:cubicBezTo>
                  <a:pt x="408775" y="54570"/>
                  <a:pt x="409908" y="51655"/>
                  <a:pt x="412175" y="49309"/>
                </a:cubicBezTo>
                <a:cubicBezTo>
                  <a:pt x="414441" y="46964"/>
                  <a:pt x="417307" y="45791"/>
                  <a:pt x="420773" y="45791"/>
                </a:cubicBezTo>
                <a:cubicBezTo>
                  <a:pt x="424439" y="45791"/>
                  <a:pt x="427272" y="46960"/>
                  <a:pt x="429271" y="49297"/>
                </a:cubicBezTo>
                <a:cubicBezTo>
                  <a:pt x="432071" y="52567"/>
                  <a:pt x="433471" y="56437"/>
                  <a:pt x="433471" y="60907"/>
                </a:cubicBezTo>
                <a:cubicBezTo>
                  <a:pt x="433471" y="65512"/>
                  <a:pt x="432654" y="70034"/>
                  <a:pt x="431021" y="74473"/>
                </a:cubicBezTo>
                <a:cubicBezTo>
                  <a:pt x="429388" y="78912"/>
                  <a:pt x="426589" y="84151"/>
                  <a:pt x="422623" y="90192"/>
                </a:cubicBezTo>
                <a:cubicBezTo>
                  <a:pt x="418657" y="96232"/>
                  <a:pt x="414241" y="101722"/>
                  <a:pt x="409375" y="106661"/>
                </a:cubicBezTo>
                <a:cubicBezTo>
                  <a:pt x="400444" y="115738"/>
                  <a:pt x="387679" y="127309"/>
                  <a:pt x="371083" y="141373"/>
                </a:cubicBezTo>
                <a:close/>
                <a:moveTo>
                  <a:pt x="465796" y="100981"/>
                </a:moveTo>
                <a:cubicBezTo>
                  <a:pt x="465196" y="105313"/>
                  <a:pt x="464896" y="108879"/>
                  <a:pt x="464896" y="111678"/>
                </a:cubicBezTo>
                <a:cubicBezTo>
                  <a:pt x="464896" y="116678"/>
                  <a:pt x="466346" y="120677"/>
                  <a:pt x="469245" y="123676"/>
                </a:cubicBezTo>
                <a:cubicBezTo>
                  <a:pt x="472145" y="126676"/>
                  <a:pt x="476027" y="128175"/>
                  <a:pt x="480893" y="128175"/>
                </a:cubicBezTo>
                <a:cubicBezTo>
                  <a:pt x="485559" y="128175"/>
                  <a:pt x="490241" y="127183"/>
                  <a:pt x="494940" y="125198"/>
                </a:cubicBezTo>
                <a:cubicBezTo>
                  <a:pt x="499639" y="123213"/>
                  <a:pt x="505088" y="119739"/>
                  <a:pt x="511287" y="114778"/>
                </a:cubicBezTo>
                <a:lnTo>
                  <a:pt x="514287" y="117306"/>
                </a:lnTo>
                <a:cubicBezTo>
                  <a:pt x="506621" y="125983"/>
                  <a:pt x="499156" y="132164"/>
                  <a:pt x="491891" y="135849"/>
                </a:cubicBezTo>
                <a:cubicBezTo>
                  <a:pt x="484626" y="139531"/>
                  <a:pt x="476594" y="141373"/>
                  <a:pt x="467796" y="141373"/>
                </a:cubicBezTo>
                <a:cubicBezTo>
                  <a:pt x="456664" y="141373"/>
                  <a:pt x="448966" y="138705"/>
                  <a:pt x="444700" y="133368"/>
                </a:cubicBezTo>
                <a:cubicBezTo>
                  <a:pt x="440434" y="128029"/>
                  <a:pt x="438301" y="121857"/>
                  <a:pt x="438301" y="114850"/>
                </a:cubicBezTo>
                <a:cubicBezTo>
                  <a:pt x="438301" y="103908"/>
                  <a:pt x="441484" y="92966"/>
                  <a:pt x="447849" y="82025"/>
                </a:cubicBezTo>
                <a:cubicBezTo>
                  <a:pt x="454215" y="71081"/>
                  <a:pt x="462880" y="62307"/>
                  <a:pt x="473844" y="55702"/>
                </a:cubicBezTo>
                <a:cubicBezTo>
                  <a:pt x="484809" y="49095"/>
                  <a:pt x="495824" y="45791"/>
                  <a:pt x="506888" y="45791"/>
                </a:cubicBezTo>
                <a:cubicBezTo>
                  <a:pt x="512487" y="45791"/>
                  <a:pt x="516720" y="47124"/>
                  <a:pt x="519586" y="49790"/>
                </a:cubicBezTo>
                <a:cubicBezTo>
                  <a:pt x="522452" y="52457"/>
                  <a:pt x="523885" y="55823"/>
                  <a:pt x="523885" y="59888"/>
                </a:cubicBezTo>
                <a:cubicBezTo>
                  <a:pt x="523885" y="64754"/>
                  <a:pt x="522485" y="69487"/>
                  <a:pt x="519686" y="74086"/>
                </a:cubicBezTo>
                <a:cubicBezTo>
                  <a:pt x="515820" y="80351"/>
                  <a:pt x="510954" y="85400"/>
                  <a:pt x="505088" y="89233"/>
                </a:cubicBezTo>
                <a:cubicBezTo>
                  <a:pt x="499223" y="93065"/>
                  <a:pt x="492658" y="95981"/>
                  <a:pt x="485392" y="97981"/>
                </a:cubicBezTo>
                <a:cubicBezTo>
                  <a:pt x="480527" y="99314"/>
                  <a:pt x="473994" y="100314"/>
                  <a:pt x="465796" y="100981"/>
                </a:cubicBezTo>
                <a:moveTo>
                  <a:pt x="466696" y="95782"/>
                </a:moveTo>
                <a:cubicBezTo>
                  <a:pt x="472561" y="94919"/>
                  <a:pt x="477111" y="93742"/>
                  <a:pt x="480343" y="92251"/>
                </a:cubicBezTo>
                <a:cubicBezTo>
                  <a:pt x="483576" y="90757"/>
                  <a:pt x="486742" y="88368"/>
                  <a:pt x="489841" y="85084"/>
                </a:cubicBezTo>
                <a:cubicBezTo>
                  <a:pt x="492941" y="81799"/>
                  <a:pt x="495624" y="77652"/>
                  <a:pt x="497890" y="72642"/>
                </a:cubicBezTo>
                <a:cubicBezTo>
                  <a:pt x="500156" y="67633"/>
                  <a:pt x="501289" y="62939"/>
                  <a:pt x="501289" y="58561"/>
                </a:cubicBezTo>
                <a:cubicBezTo>
                  <a:pt x="501289" y="56703"/>
                  <a:pt x="500773" y="55244"/>
                  <a:pt x="499739" y="54183"/>
                </a:cubicBezTo>
                <a:cubicBezTo>
                  <a:pt x="498706" y="53121"/>
                  <a:pt x="497390" y="52590"/>
                  <a:pt x="495790" y="52590"/>
                </a:cubicBezTo>
                <a:cubicBezTo>
                  <a:pt x="492591" y="52590"/>
                  <a:pt x="488992" y="54812"/>
                  <a:pt x="484992" y="59257"/>
                </a:cubicBezTo>
                <a:cubicBezTo>
                  <a:pt x="477660" y="67352"/>
                  <a:pt x="471562" y="79526"/>
                  <a:pt x="466696" y="95782"/>
                </a:cubicBezTo>
                <a:close/>
                <a:moveTo>
                  <a:pt x="573821" y="45791"/>
                </a:moveTo>
                <a:lnTo>
                  <a:pt x="558724" y="102040"/>
                </a:lnTo>
                <a:cubicBezTo>
                  <a:pt x="571122" y="74616"/>
                  <a:pt x="580453" y="57735"/>
                  <a:pt x="586719" y="51396"/>
                </a:cubicBezTo>
                <a:cubicBezTo>
                  <a:pt x="590385" y="47660"/>
                  <a:pt x="594251" y="45791"/>
                  <a:pt x="598316" y="45791"/>
                </a:cubicBezTo>
                <a:cubicBezTo>
                  <a:pt x="601116" y="45791"/>
                  <a:pt x="603382" y="46808"/>
                  <a:pt x="605115" y="48841"/>
                </a:cubicBezTo>
                <a:cubicBezTo>
                  <a:pt x="606848" y="50874"/>
                  <a:pt x="607715" y="53756"/>
                  <a:pt x="607715" y="57489"/>
                </a:cubicBezTo>
                <a:cubicBezTo>
                  <a:pt x="607715" y="63954"/>
                  <a:pt x="606148" y="69387"/>
                  <a:pt x="603016" y="73786"/>
                </a:cubicBezTo>
                <a:cubicBezTo>
                  <a:pt x="601016" y="76585"/>
                  <a:pt x="598783" y="77985"/>
                  <a:pt x="596317" y="77985"/>
                </a:cubicBezTo>
                <a:cubicBezTo>
                  <a:pt x="593651" y="77985"/>
                  <a:pt x="591651" y="76766"/>
                  <a:pt x="590318" y="74329"/>
                </a:cubicBezTo>
                <a:cubicBezTo>
                  <a:pt x="588985" y="71890"/>
                  <a:pt x="588052" y="70457"/>
                  <a:pt x="587518" y="70030"/>
                </a:cubicBezTo>
                <a:cubicBezTo>
                  <a:pt x="586985" y="69601"/>
                  <a:pt x="586419" y="69387"/>
                  <a:pt x="585819" y="69387"/>
                </a:cubicBezTo>
                <a:cubicBezTo>
                  <a:pt x="585152" y="69387"/>
                  <a:pt x="584452" y="69587"/>
                  <a:pt x="583719" y="69987"/>
                </a:cubicBezTo>
                <a:cubicBezTo>
                  <a:pt x="582253" y="70786"/>
                  <a:pt x="580337" y="72736"/>
                  <a:pt x="577970" y="75835"/>
                </a:cubicBezTo>
                <a:cubicBezTo>
                  <a:pt x="575604" y="78933"/>
                  <a:pt x="572688" y="84114"/>
                  <a:pt x="569222" y="91379"/>
                </a:cubicBezTo>
                <a:cubicBezTo>
                  <a:pt x="565756" y="98642"/>
                  <a:pt x="563057" y="104790"/>
                  <a:pt x="561124" y="109823"/>
                </a:cubicBezTo>
                <a:cubicBezTo>
                  <a:pt x="559191" y="114853"/>
                  <a:pt x="556491" y="124436"/>
                  <a:pt x="553025" y="138573"/>
                </a:cubicBezTo>
                <a:lnTo>
                  <a:pt x="528830" y="138573"/>
                </a:lnTo>
                <a:lnTo>
                  <a:pt x="545327" y="72286"/>
                </a:lnTo>
                <a:cubicBezTo>
                  <a:pt x="546526" y="67354"/>
                  <a:pt x="547126" y="64088"/>
                  <a:pt x="547126" y="62488"/>
                </a:cubicBezTo>
                <a:cubicBezTo>
                  <a:pt x="547126" y="60688"/>
                  <a:pt x="546810" y="59289"/>
                  <a:pt x="546176" y="58289"/>
                </a:cubicBezTo>
                <a:cubicBezTo>
                  <a:pt x="545543" y="57289"/>
                  <a:pt x="544677" y="56556"/>
                  <a:pt x="543577" y="56089"/>
                </a:cubicBezTo>
                <a:cubicBezTo>
                  <a:pt x="542477" y="55623"/>
                  <a:pt x="540194" y="55389"/>
                  <a:pt x="536728" y="55389"/>
                </a:cubicBezTo>
                <a:lnTo>
                  <a:pt x="537628" y="52390"/>
                </a:lnTo>
                <a:lnTo>
                  <a:pt x="567822" y="45791"/>
                </a:lnTo>
                <a:lnTo>
                  <a:pt x="573821" y="45791"/>
                </a:lnTo>
                <a:close/>
                <a:moveTo>
                  <a:pt x="663058" y="21396"/>
                </a:moveTo>
                <a:lnTo>
                  <a:pt x="655060" y="48591"/>
                </a:lnTo>
                <a:lnTo>
                  <a:pt x="668157" y="48591"/>
                </a:lnTo>
                <a:lnTo>
                  <a:pt x="664658" y="60188"/>
                </a:lnTo>
                <a:lnTo>
                  <a:pt x="651760" y="60188"/>
                </a:lnTo>
                <a:lnTo>
                  <a:pt x="635064" y="118165"/>
                </a:lnTo>
                <a:cubicBezTo>
                  <a:pt x="633997" y="121764"/>
                  <a:pt x="633464" y="124497"/>
                  <a:pt x="633464" y="126363"/>
                </a:cubicBezTo>
                <a:cubicBezTo>
                  <a:pt x="633464" y="127234"/>
                  <a:pt x="633764" y="127987"/>
                  <a:pt x="634364" y="128622"/>
                </a:cubicBezTo>
                <a:cubicBezTo>
                  <a:pt x="634964" y="129257"/>
                  <a:pt x="635630" y="129575"/>
                  <a:pt x="636363" y="129575"/>
                </a:cubicBezTo>
                <a:cubicBezTo>
                  <a:pt x="637496" y="129575"/>
                  <a:pt x="638663" y="129108"/>
                  <a:pt x="639863" y="128175"/>
                </a:cubicBezTo>
                <a:cubicBezTo>
                  <a:pt x="642929" y="125842"/>
                  <a:pt x="646495" y="121777"/>
                  <a:pt x="650561" y="115978"/>
                </a:cubicBezTo>
                <a:lnTo>
                  <a:pt x="654060" y="118177"/>
                </a:lnTo>
                <a:cubicBezTo>
                  <a:pt x="649461" y="126176"/>
                  <a:pt x="644395" y="132041"/>
                  <a:pt x="638863" y="135774"/>
                </a:cubicBezTo>
                <a:cubicBezTo>
                  <a:pt x="633331" y="139506"/>
                  <a:pt x="627898" y="141373"/>
                  <a:pt x="622566" y="141373"/>
                </a:cubicBezTo>
                <a:cubicBezTo>
                  <a:pt x="618034" y="141373"/>
                  <a:pt x="614518" y="140223"/>
                  <a:pt x="612018" y="137923"/>
                </a:cubicBezTo>
                <a:cubicBezTo>
                  <a:pt x="609519" y="135624"/>
                  <a:pt x="608269" y="132708"/>
                  <a:pt x="608269" y="129175"/>
                </a:cubicBezTo>
                <a:cubicBezTo>
                  <a:pt x="608269" y="125309"/>
                  <a:pt x="609135" y="120343"/>
                  <a:pt x="610868" y="114278"/>
                </a:cubicBezTo>
                <a:lnTo>
                  <a:pt x="626665" y="60188"/>
                </a:lnTo>
                <a:lnTo>
                  <a:pt x="613068" y="60188"/>
                </a:lnTo>
                <a:lnTo>
                  <a:pt x="615067" y="52771"/>
                </a:lnTo>
                <a:cubicBezTo>
                  <a:pt x="623599" y="49630"/>
                  <a:pt x="630798" y="45955"/>
                  <a:pt x="636663" y="41745"/>
                </a:cubicBezTo>
                <a:cubicBezTo>
                  <a:pt x="642529" y="37535"/>
                  <a:pt x="649594" y="30752"/>
                  <a:pt x="657859" y="21396"/>
                </a:cubicBezTo>
                <a:lnTo>
                  <a:pt x="663058" y="21396"/>
                </a:lnTo>
                <a:close/>
              </a:path>
            </a:pathLst>
          </a:custGeom>
          <a:solidFill xmlns:a="http://schemas.openxmlformats.org/drawingml/2006/main">
            <a:srgbClr val="13808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3c918a9df4441"/>
          <a:stretch xmlns:a="http://schemas.openxmlformats.org/drawingml/2006/main"/>
        </p:blipFill>
        <p:spPr>
          <a:xfrm xmlns:a="http://schemas.openxmlformats.org/drawingml/2006/main">
            <a:off x="7010132" y="2205042"/>
            <a:ext cx="609906" cy="454957"/>
          </a:xfrm>
          <a:prstGeom xmlns:a="http://schemas.openxmlformats.org/drawingml/2006/main" prst="rect">
            <a:avLst/>
          </a:prstGeom>
        </p:spPr>
      </p:pic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0ecf8f0254ffd"/>
          <a:stretch xmlns:a="http://schemas.openxmlformats.org/drawingml/2006/main"/>
        </p:blipFill>
        <p:spPr>
          <a:xfrm xmlns:a="http://schemas.openxmlformats.org/drawingml/2006/main">
            <a:off x="7152818" y="2273351"/>
            <a:ext cx="183380" cy="183380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5156eb8994b50"/>
          <a:stretch xmlns:a="http://schemas.openxmlformats.org/drawingml/2006/main"/>
        </p:blipFill>
        <p:spPr>
          <a:xfrm xmlns:a="http://schemas.openxmlformats.org/drawingml/2006/main">
            <a:off x="6996599" y="2874488"/>
            <a:ext cx="623319" cy="464963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1dee0a5314f6c"/>
          <a:stretch xmlns:a="http://schemas.openxmlformats.org/drawingml/2006/main"/>
        </p:blipFill>
        <p:spPr>
          <a:xfrm xmlns:a="http://schemas.openxmlformats.org/drawingml/2006/main">
            <a:off x="7146938" y="2947347"/>
            <a:ext cx="187383" cy="1873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05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2026-09-05T17:37:07.6760000Z</dcterms:created>
  <dcterms:modified xsi:type="dcterms:W3CDTF">2026-09-05T17:37:07.6760000Z</dcterms:modified>
</coreProperties>
</file>