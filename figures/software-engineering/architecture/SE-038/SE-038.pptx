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85c0ca2754154" /><Relationship Type="http://schemas.openxmlformats.org/officeDocument/2006/relationships/extended-properties" Target="/docProps/app.xml" Id="R7c09adac76754306" /><Relationship Type="http://schemas.openxmlformats.org/officeDocument/2006/relationships/officeDocument" Target="/ppt/presentation.xml" Id="R07f7e85a77ba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3e46834b6244d0"/>
  </p:sldMasterIdLst>
  <p:notesMasterIdLst>
    <p:notesMasterId xmlns:r="http://schemas.openxmlformats.org/officeDocument/2006/relationships" r:id="R20a88788257748e2"/>
  </p:notesMasterIdLst>
  <p:sldIdLst>
    <p:sldId xmlns:r="http://schemas.openxmlformats.org/officeDocument/2006/relationships" id="256" r:id="Rf0c5c8b1f8e74720"/>
  </p:sldIdLst>
  <p:sldSz cx="14744700" cy="3257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88232b99c74625" /><Relationship Type="http://schemas.openxmlformats.org/officeDocument/2006/relationships/slideMaster" Target="/ppt/slideMasters/slideMaster1.xml" Id="R073e46834b6244d0" /><Relationship Type="http://schemas.openxmlformats.org/officeDocument/2006/relationships/notesMaster" Target="/ppt/notesMasters/notesMaster1.xml" Id="R20a88788257748e2" /><Relationship Type="http://schemas.openxmlformats.org/officeDocument/2006/relationships/presProps" Target="/ppt/presProps.xml" Id="Raf8bb26d0e454060" /><Relationship Type="http://schemas.openxmlformats.org/officeDocument/2006/relationships/tableStyles" Target="/ppt/tableStyles.xml" Id="Rd157fa4c1c4f4a86" /><Relationship Type="http://schemas.openxmlformats.org/officeDocument/2006/relationships/slide" Target="/ppt/slides/slide1.xml" Id="Rf0c5c8b1f8e747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3c4c6c92e4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07dcdc0554b5c" /><Relationship Type="http://schemas.openxmlformats.org/officeDocument/2006/relationships/notesMaster" Target="/ppt/notesMasters/notesMaster1.xml" Id="Re52c28d22c2b408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素材ID：SE-038</ns1:t>
            </ns1:r>
          </ns1:p>
          <ns1:p>
            <ns1:r>
              <ns1:t>论文：Thanos: DBMS Bug Detection via Storage Engine Rotation Based Differential Testing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借鉴点：用引擎筛选、功能交集Venn、测试合成与多数据库一致性判定四栏展示如何构造等价测试目标。</ns1:t>
            </ns1:r>
          </ns1:p>
          <ns1:p>
            <ns1:r>
              <ns1:t>论文URL：https://zhangbuzhang.github.io/papers/ICSE25B.pdf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aac7b493a44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ea32166db4b41" /><Relationship Type="http://schemas.openxmlformats.org/officeDocument/2006/relationships/slideLayout" Target="/ppt/slideLayouts/slideLayout1.xml" Id="Rb396fdd9ecf242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6fdd9ecf242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2537bf58f4cc9" /><Relationship Type="http://schemas.openxmlformats.org/officeDocument/2006/relationships/image" Target="/ppt/media/image.png" Id="Rc331882e78d14471" /><Relationship Type="http://schemas.openxmlformats.org/officeDocument/2006/relationships/image" Target="/ppt/media/image2.png" Id="R8d0b6926adb94202" /><Relationship Type="http://schemas.openxmlformats.org/officeDocument/2006/relationships/image" Target="/ppt/media/image3.png" Id="R11ebd26180e54bdf" /><Relationship Type="http://schemas.openxmlformats.org/officeDocument/2006/relationships/image" Target="/ppt/media/image4.png" Id="Ra47deb16393544f1" /><Relationship Type="http://schemas.openxmlformats.org/officeDocument/2006/relationships/image" Target="/ppt/media/image5.png" Id="Rc8d81ca9dfb2451f" /><Relationship Type="http://schemas.openxmlformats.org/officeDocument/2006/relationships/image" Target="/ppt/media/image6.png" Id="R7b2fe58cb99e48d9" /><Relationship Type="http://schemas.openxmlformats.org/officeDocument/2006/relationships/image" Target="/ppt/media/image7.png" Id="R778f57d07d584eeb" /><Relationship Type="http://schemas.openxmlformats.org/officeDocument/2006/relationships/image" Target="/ppt/media/image8.png" Id="Ra3b8a9a32983456d" /><Relationship Type="http://schemas.openxmlformats.org/officeDocument/2006/relationships/image" Target="/ppt/media/image9.png" Id="Ree50b7d038c5417f" /><Relationship Type="http://schemas.openxmlformats.org/officeDocument/2006/relationships/image" Target="/ppt/media/image10.png" Id="R58283ccb1bcb4434" /><Relationship Type="http://schemas.openxmlformats.org/officeDocument/2006/relationships/notesSlide" Target="/ppt/notesSlides/notesSlide1.xml" Id="R7f9cf2b930434a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BEDD6-641F-473B-BE4A-8C6218D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44057"/>
            <a:ext cx="14690974" cy="3125739"/>
          </a:xfrm>
          <a:custGeom xmlns:a="http://schemas.openxmlformats.org/drawingml/2006/main">
            <a:pathLst>
              <a:path w="14690974" h="3125739">
                <a:moveTo>
                  <a:pt x="0" y="0"/>
                </a:moveTo>
                <a:lnTo>
                  <a:pt x="14690974" y="0"/>
                </a:lnTo>
                <a:lnTo>
                  <a:pt x="14690974" y="3125739"/>
                </a:lnTo>
                <a:lnTo>
                  <a:pt x="0" y="31257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CommonFeatures+ComplementFeatures">
            <a:extLst xmlns:a="http://schemas.openxmlformats.org/drawingml/2006/main">
              <a:ext uri="{FF2B5EF4-FFF2-40B4-BE49-F238E27FC236}">
                <a16:creationId xmlns:a16="http://schemas.microsoft.com/office/drawing/2014/main" id="{5D70555E-58FA-4BD7-8D99-E25CB0A6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955" y="2754728"/>
            <a:ext cx="2411701" cy="119036"/>
          </a:xfrm>
          <a:custGeom xmlns:a="http://schemas.openxmlformats.org/drawingml/2006/main">
            <a:pathLst>
              <a:path w="2411701" h="119036">
                <a:moveTo>
                  <a:pt x="63732" y="81931"/>
                </a:moveTo>
                <a:cubicBezTo>
                  <a:pt x="63732" y="82653"/>
                  <a:pt x="63709" y="83285"/>
                  <a:pt x="63664" y="83827"/>
                </a:cubicBezTo>
                <a:cubicBezTo>
                  <a:pt x="63619" y="84368"/>
                  <a:pt x="63539" y="84842"/>
                  <a:pt x="63426" y="85248"/>
                </a:cubicBezTo>
                <a:cubicBezTo>
                  <a:pt x="63313" y="85655"/>
                  <a:pt x="63166" y="86016"/>
                  <a:pt x="62985" y="86332"/>
                </a:cubicBezTo>
                <a:cubicBezTo>
                  <a:pt x="62804" y="86648"/>
                  <a:pt x="62487" y="87034"/>
                  <a:pt x="62035" y="87489"/>
                </a:cubicBezTo>
                <a:cubicBezTo>
                  <a:pt x="61582" y="87944"/>
                  <a:pt x="60632" y="88637"/>
                  <a:pt x="59184" y="89569"/>
                </a:cubicBezTo>
                <a:cubicBezTo>
                  <a:pt x="57736" y="90502"/>
                  <a:pt x="55938" y="91412"/>
                  <a:pt x="53788" y="92299"/>
                </a:cubicBezTo>
                <a:cubicBezTo>
                  <a:pt x="51639" y="93186"/>
                  <a:pt x="49173" y="93937"/>
                  <a:pt x="46390" y="94550"/>
                </a:cubicBezTo>
                <a:cubicBezTo>
                  <a:pt x="43608" y="95165"/>
                  <a:pt x="40565" y="95473"/>
                  <a:pt x="37262" y="95473"/>
                </a:cubicBezTo>
                <a:cubicBezTo>
                  <a:pt x="31560" y="95473"/>
                  <a:pt x="26413" y="94525"/>
                  <a:pt x="21821" y="92629"/>
                </a:cubicBezTo>
                <a:cubicBezTo>
                  <a:pt x="17228" y="90733"/>
                  <a:pt x="13314" y="87934"/>
                  <a:pt x="10079" y="84233"/>
                </a:cubicBezTo>
                <a:cubicBezTo>
                  <a:pt x="6844" y="80531"/>
                  <a:pt x="4355" y="75961"/>
                  <a:pt x="2613" y="70521"/>
                </a:cubicBezTo>
                <a:cubicBezTo>
                  <a:pt x="871" y="65082"/>
                  <a:pt x="0" y="58819"/>
                  <a:pt x="0" y="51731"/>
                </a:cubicBezTo>
                <a:cubicBezTo>
                  <a:pt x="0" y="44464"/>
                  <a:pt x="939" y="37986"/>
                  <a:pt x="2817" y="32298"/>
                </a:cubicBezTo>
                <a:cubicBezTo>
                  <a:pt x="4694" y="26611"/>
                  <a:pt x="7330" y="21792"/>
                  <a:pt x="10724" y="17842"/>
                </a:cubicBezTo>
                <a:cubicBezTo>
                  <a:pt x="14117" y="13892"/>
                  <a:pt x="18178" y="10879"/>
                  <a:pt x="22907" y="8802"/>
                </a:cubicBezTo>
                <a:cubicBezTo>
                  <a:pt x="27635" y="6726"/>
                  <a:pt x="32873" y="5688"/>
                  <a:pt x="38619" y="5688"/>
                </a:cubicBezTo>
                <a:cubicBezTo>
                  <a:pt x="41153" y="5688"/>
                  <a:pt x="43619" y="5927"/>
                  <a:pt x="46017" y="6405"/>
                </a:cubicBezTo>
                <a:cubicBezTo>
                  <a:pt x="48415" y="6883"/>
                  <a:pt x="50632" y="7486"/>
                  <a:pt x="52669" y="8214"/>
                </a:cubicBezTo>
                <a:cubicBezTo>
                  <a:pt x="54705" y="8942"/>
                  <a:pt x="56515" y="9784"/>
                  <a:pt x="58098" y="10741"/>
                </a:cubicBezTo>
                <a:cubicBezTo>
                  <a:pt x="59682" y="11696"/>
                  <a:pt x="60779" y="12481"/>
                  <a:pt x="61390" y="13096"/>
                </a:cubicBezTo>
                <a:cubicBezTo>
                  <a:pt x="62001" y="13709"/>
                  <a:pt x="62397" y="14174"/>
                  <a:pt x="62578" y="14490"/>
                </a:cubicBezTo>
                <a:cubicBezTo>
                  <a:pt x="62759" y="14806"/>
                  <a:pt x="62906" y="15179"/>
                  <a:pt x="63019" y="15607"/>
                </a:cubicBezTo>
                <a:cubicBezTo>
                  <a:pt x="63132" y="16036"/>
                  <a:pt x="63223" y="16544"/>
                  <a:pt x="63290" y="17131"/>
                </a:cubicBezTo>
                <a:cubicBezTo>
                  <a:pt x="63358" y="17718"/>
                  <a:pt x="63392" y="18417"/>
                  <a:pt x="63392" y="19230"/>
                </a:cubicBezTo>
                <a:cubicBezTo>
                  <a:pt x="63392" y="20133"/>
                  <a:pt x="63347" y="20900"/>
                  <a:pt x="63257" y="21532"/>
                </a:cubicBezTo>
                <a:cubicBezTo>
                  <a:pt x="63166" y="22164"/>
                  <a:pt x="63030" y="22695"/>
                  <a:pt x="62849" y="23123"/>
                </a:cubicBezTo>
                <a:cubicBezTo>
                  <a:pt x="62668" y="23552"/>
                  <a:pt x="62453" y="23868"/>
                  <a:pt x="62205" y="24071"/>
                </a:cubicBezTo>
                <a:cubicBezTo>
                  <a:pt x="61956" y="24274"/>
                  <a:pt x="61650" y="24376"/>
                  <a:pt x="61288" y="24376"/>
                </a:cubicBezTo>
                <a:cubicBezTo>
                  <a:pt x="60655" y="24376"/>
                  <a:pt x="59772" y="23932"/>
                  <a:pt x="58641" y="23045"/>
                </a:cubicBezTo>
                <a:cubicBezTo>
                  <a:pt x="57510" y="22158"/>
                  <a:pt x="56051" y="21180"/>
                  <a:pt x="54264" y="20110"/>
                </a:cubicBezTo>
                <a:cubicBezTo>
                  <a:pt x="52476" y="19041"/>
                  <a:pt x="50304" y="18063"/>
                  <a:pt x="47748" y="17175"/>
                </a:cubicBezTo>
                <a:cubicBezTo>
                  <a:pt x="45191" y="16288"/>
                  <a:pt x="42126" y="15844"/>
                  <a:pt x="38551" y="15844"/>
                </a:cubicBezTo>
                <a:cubicBezTo>
                  <a:pt x="34660" y="15844"/>
                  <a:pt x="31119" y="16623"/>
                  <a:pt x="27929" y="18180"/>
                </a:cubicBezTo>
                <a:cubicBezTo>
                  <a:pt x="24739" y="19738"/>
                  <a:pt x="22013" y="22029"/>
                  <a:pt x="19751" y="25053"/>
                </a:cubicBezTo>
                <a:cubicBezTo>
                  <a:pt x="17488" y="28078"/>
                  <a:pt x="15735" y="31768"/>
                  <a:pt x="14491" y="36124"/>
                </a:cubicBezTo>
                <a:cubicBezTo>
                  <a:pt x="13246" y="40480"/>
                  <a:pt x="12624" y="45457"/>
                  <a:pt x="12624" y="51054"/>
                </a:cubicBezTo>
                <a:cubicBezTo>
                  <a:pt x="12624" y="56607"/>
                  <a:pt x="13224" y="61516"/>
                  <a:pt x="14423" y="65781"/>
                </a:cubicBezTo>
                <a:cubicBezTo>
                  <a:pt x="15622" y="70047"/>
                  <a:pt x="17341" y="73613"/>
                  <a:pt x="19581" y="76480"/>
                </a:cubicBezTo>
                <a:cubicBezTo>
                  <a:pt x="21821" y="79346"/>
                  <a:pt x="24570" y="81513"/>
                  <a:pt x="27827" y="82980"/>
                </a:cubicBezTo>
                <a:cubicBezTo>
                  <a:pt x="31085" y="84447"/>
                  <a:pt x="34773" y="85181"/>
                  <a:pt x="38891" y="85181"/>
                </a:cubicBezTo>
                <a:cubicBezTo>
                  <a:pt x="42375" y="85181"/>
                  <a:pt x="45418" y="84748"/>
                  <a:pt x="48019" y="83884"/>
                </a:cubicBezTo>
                <a:cubicBezTo>
                  <a:pt x="50621" y="83019"/>
                  <a:pt x="52838" y="82052"/>
                  <a:pt x="54671" y="80983"/>
                </a:cubicBezTo>
                <a:cubicBezTo>
                  <a:pt x="56503" y="79913"/>
                  <a:pt x="58008" y="78946"/>
                  <a:pt x="59184" y="78082"/>
                </a:cubicBezTo>
                <a:cubicBezTo>
                  <a:pt x="60361" y="77217"/>
                  <a:pt x="61288" y="76785"/>
                  <a:pt x="61967" y="76785"/>
                </a:cubicBezTo>
                <a:cubicBezTo>
                  <a:pt x="62284" y="76785"/>
                  <a:pt x="62555" y="76852"/>
                  <a:pt x="62781" y="76988"/>
                </a:cubicBezTo>
                <a:cubicBezTo>
                  <a:pt x="63008" y="77123"/>
                  <a:pt x="63189" y="77383"/>
                  <a:pt x="63324" y="77766"/>
                </a:cubicBezTo>
                <a:cubicBezTo>
                  <a:pt x="63460" y="78150"/>
                  <a:pt x="63562" y="78680"/>
                  <a:pt x="63630" y="79358"/>
                </a:cubicBezTo>
                <a:cubicBezTo>
                  <a:pt x="63698" y="80035"/>
                  <a:pt x="63732" y="80892"/>
                  <a:pt x="63732" y="81931"/>
                </a:cubicBezTo>
                <a:close/>
                <a:moveTo>
                  <a:pt x="134447" y="61583"/>
                </a:moveTo>
                <a:cubicBezTo>
                  <a:pt x="134447" y="66553"/>
                  <a:pt x="133791" y="71128"/>
                  <a:pt x="132479" y="75308"/>
                </a:cubicBezTo>
                <a:cubicBezTo>
                  <a:pt x="131167" y="79487"/>
                  <a:pt x="129210" y="83092"/>
                  <a:pt x="126608" y="86120"/>
                </a:cubicBezTo>
                <a:cubicBezTo>
                  <a:pt x="124006" y="89148"/>
                  <a:pt x="120749" y="91508"/>
                  <a:pt x="116835" y="93202"/>
                </a:cubicBezTo>
                <a:cubicBezTo>
                  <a:pt x="112921" y="94897"/>
                  <a:pt x="108385" y="95744"/>
                  <a:pt x="103226" y="95744"/>
                </a:cubicBezTo>
                <a:cubicBezTo>
                  <a:pt x="98204" y="95744"/>
                  <a:pt x="93826" y="94998"/>
                  <a:pt x="90093" y="93507"/>
                </a:cubicBezTo>
                <a:cubicBezTo>
                  <a:pt x="86360" y="92016"/>
                  <a:pt x="83249" y="89847"/>
                  <a:pt x="80761" y="87001"/>
                </a:cubicBezTo>
                <a:cubicBezTo>
                  <a:pt x="78272" y="84154"/>
                  <a:pt x="76417" y="80697"/>
                  <a:pt x="75195" y="76630"/>
                </a:cubicBezTo>
                <a:cubicBezTo>
                  <a:pt x="73974" y="72563"/>
                  <a:pt x="73363" y="67954"/>
                  <a:pt x="73363" y="62802"/>
                </a:cubicBezTo>
                <a:cubicBezTo>
                  <a:pt x="73363" y="57832"/>
                  <a:pt x="74007" y="53258"/>
                  <a:pt x="75297" y="49078"/>
                </a:cubicBezTo>
                <a:cubicBezTo>
                  <a:pt x="76587" y="44898"/>
                  <a:pt x="78532" y="41295"/>
                  <a:pt x="81134" y="38267"/>
                </a:cubicBezTo>
                <a:cubicBezTo>
                  <a:pt x="83736" y="35239"/>
                  <a:pt x="86982" y="32889"/>
                  <a:pt x="90874" y="31217"/>
                </a:cubicBezTo>
                <a:cubicBezTo>
                  <a:pt x="94765" y="29545"/>
                  <a:pt x="99312" y="28710"/>
                  <a:pt x="104516" y="28710"/>
                </a:cubicBezTo>
                <a:cubicBezTo>
                  <a:pt x="109538" y="28710"/>
                  <a:pt x="113916" y="29455"/>
                  <a:pt x="117649" y="30946"/>
                </a:cubicBezTo>
                <a:cubicBezTo>
                  <a:pt x="121382" y="32437"/>
                  <a:pt x="124493" y="34606"/>
                  <a:pt x="126981" y="37453"/>
                </a:cubicBezTo>
                <a:cubicBezTo>
                  <a:pt x="129470" y="40299"/>
                  <a:pt x="131337" y="43756"/>
                  <a:pt x="132581" y="47823"/>
                </a:cubicBezTo>
                <a:cubicBezTo>
                  <a:pt x="133825" y="51890"/>
                  <a:pt x="134447" y="56477"/>
                  <a:pt x="134447" y="61583"/>
                </a:cubicBezTo>
                <a:moveTo>
                  <a:pt x="122638" y="62328"/>
                </a:moveTo>
                <a:cubicBezTo>
                  <a:pt x="122638" y="59029"/>
                  <a:pt x="122332" y="55910"/>
                  <a:pt x="121721" y="52971"/>
                </a:cubicBezTo>
                <a:cubicBezTo>
                  <a:pt x="121111" y="50033"/>
                  <a:pt x="120104" y="47456"/>
                  <a:pt x="118701" y="45242"/>
                </a:cubicBezTo>
                <a:cubicBezTo>
                  <a:pt x="117298" y="43027"/>
                  <a:pt x="115398" y="41276"/>
                  <a:pt x="113000" y="39988"/>
                </a:cubicBezTo>
                <a:cubicBezTo>
                  <a:pt x="110602" y="38698"/>
                  <a:pt x="107615" y="38054"/>
                  <a:pt x="104041" y="38054"/>
                </a:cubicBezTo>
                <a:cubicBezTo>
                  <a:pt x="100738" y="38054"/>
                  <a:pt x="97898" y="38641"/>
                  <a:pt x="95523" y="39816"/>
                </a:cubicBezTo>
                <a:cubicBezTo>
                  <a:pt x="93147" y="40991"/>
                  <a:pt x="91190" y="42653"/>
                  <a:pt x="89652" y="44802"/>
                </a:cubicBezTo>
                <a:cubicBezTo>
                  <a:pt x="88114" y="46949"/>
                  <a:pt x="86971" y="49491"/>
                  <a:pt x="86224" y="52430"/>
                </a:cubicBezTo>
                <a:cubicBezTo>
                  <a:pt x="85478" y="55367"/>
                  <a:pt x="85105" y="58576"/>
                  <a:pt x="85105" y="62057"/>
                </a:cubicBezTo>
                <a:cubicBezTo>
                  <a:pt x="85105" y="65402"/>
                  <a:pt x="85410" y="68544"/>
                  <a:pt x="86021" y="71482"/>
                </a:cubicBezTo>
                <a:cubicBezTo>
                  <a:pt x="86632" y="74420"/>
                  <a:pt x="87650" y="76986"/>
                  <a:pt x="89075" y="79178"/>
                </a:cubicBezTo>
                <a:cubicBezTo>
                  <a:pt x="90500" y="81370"/>
                  <a:pt x="92412" y="83111"/>
                  <a:pt x="94810" y="84400"/>
                </a:cubicBezTo>
                <a:cubicBezTo>
                  <a:pt x="97208" y="85688"/>
                  <a:pt x="100195" y="86332"/>
                  <a:pt x="103769" y="86332"/>
                </a:cubicBezTo>
                <a:cubicBezTo>
                  <a:pt x="107027" y="86332"/>
                  <a:pt x="109855" y="85744"/>
                  <a:pt x="112253" y="84569"/>
                </a:cubicBezTo>
                <a:cubicBezTo>
                  <a:pt x="114651" y="83394"/>
                  <a:pt x="116620" y="81744"/>
                  <a:pt x="118158" y="79620"/>
                </a:cubicBezTo>
                <a:cubicBezTo>
                  <a:pt x="119697" y="77494"/>
                  <a:pt x="120828" y="74963"/>
                  <a:pt x="121552" y="72026"/>
                </a:cubicBezTo>
                <a:cubicBezTo>
                  <a:pt x="122276" y="69087"/>
                  <a:pt x="122638" y="65855"/>
                  <a:pt x="122638" y="62328"/>
                </a:cubicBezTo>
                <a:close/>
                <a:moveTo>
                  <a:pt x="242085" y="92697"/>
                </a:moveTo>
                <a:cubicBezTo>
                  <a:pt x="242085" y="93058"/>
                  <a:pt x="241995" y="93363"/>
                  <a:pt x="241814" y="93611"/>
                </a:cubicBezTo>
                <a:cubicBezTo>
                  <a:pt x="241633" y="93859"/>
                  <a:pt x="241338" y="94074"/>
                  <a:pt x="240931" y="94254"/>
                </a:cubicBezTo>
                <a:cubicBezTo>
                  <a:pt x="240524" y="94435"/>
                  <a:pt x="239958" y="94570"/>
                  <a:pt x="239234" y="94660"/>
                </a:cubicBezTo>
                <a:cubicBezTo>
                  <a:pt x="238510" y="94751"/>
                  <a:pt x="237605" y="94796"/>
                  <a:pt x="236520" y="94796"/>
                </a:cubicBezTo>
                <a:cubicBezTo>
                  <a:pt x="235388" y="94796"/>
                  <a:pt x="234461" y="94751"/>
                  <a:pt x="233737" y="94660"/>
                </a:cubicBezTo>
                <a:cubicBezTo>
                  <a:pt x="233013" y="94570"/>
                  <a:pt x="232436" y="94435"/>
                  <a:pt x="232006" y="94254"/>
                </a:cubicBezTo>
                <a:cubicBezTo>
                  <a:pt x="231576" y="94074"/>
                  <a:pt x="231271" y="93859"/>
                  <a:pt x="231090" y="93611"/>
                </a:cubicBezTo>
                <a:cubicBezTo>
                  <a:pt x="230909" y="93363"/>
                  <a:pt x="230818" y="93058"/>
                  <a:pt x="230818" y="92697"/>
                </a:cubicBezTo>
                <a:lnTo>
                  <a:pt x="230818" y="55659"/>
                </a:lnTo>
                <a:cubicBezTo>
                  <a:pt x="230818" y="53086"/>
                  <a:pt x="230592" y="50738"/>
                  <a:pt x="230140" y="48617"/>
                </a:cubicBezTo>
                <a:cubicBezTo>
                  <a:pt x="229687" y="46495"/>
                  <a:pt x="228963" y="44667"/>
                  <a:pt x="227968" y="43132"/>
                </a:cubicBezTo>
                <a:cubicBezTo>
                  <a:pt x="226972" y="41597"/>
                  <a:pt x="225705" y="40424"/>
                  <a:pt x="224167" y="39611"/>
                </a:cubicBezTo>
                <a:cubicBezTo>
                  <a:pt x="222628" y="38799"/>
                  <a:pt x="220819" y="38392"/>
                  <a:pt x="218737" y="38392"/>
                </a:cubicBezTo>
                <a:cubicBezTo>
                  <a:pt x="216158" y="38392"/>
                  <a:pt x="213568" y="39385"/>
                  <a:pt x="210966" y="41372"/>
                </a:cubicBezTo>
                <a:cubicBezTo>
                  <a:pt x="208364" y="43358"/>
                  <a:pt x="205502" y="46269"/>
                  <a:pt x="202380" y="50106"/>
                </a:cubicBezTo>
                <a:lnTo>
                  <a:pt x="202380" y="92697"/>
                </a:lnTo>
                <a:cubicBezTo>
                  <a:pt x="202380" y="93058"/>
                  <a:pt x="202290" y="93363"/>
                  <a:pt x="202109" y="93611"/>
                </a:cubicBezTo>
                <a:cubicBezTo>
                  <a:pt x="201928" y="93859"/>
                  <a:pt x="201622" y="94074"/>
                  <a:pt x="201192" y="94254"/>
                </a:cubicBezTo>
                <a:cubicBezTo>
                  <a:pt x="200762" y="94435"/>
                  <a:pt x="200185" y="94570"/>
                  <a:pt x="199462" y="94660"/>
                </a:cubicBezTo>
                <a:cubicBezTo>
                  <a:pt x="198738" y="94751"/>
                  <a:pt x="197833" y="94796"/>
                  <a:pt x="196747" y="94796"/>
                </a:cubicBezTo>
                <a:cubicBezTo>
                  <a:pt x="195706" y="94796"/>
                  <a:pt x="194812" y="94751"/>
                  <a:pt x="194066" y="94660"/>
                </a:cubicBezTo>
                <a:cubicBezTo>
                  <a:pt x="193319" y="94570"/>
                  <a:pt x="192731" y="94435"/>
                  <a:pt x="192301" y="94254"/>
                </a:cubicBezTo>
                <a:cubicBezTo>
                  <a:pt x="191871" y="94074"/>
                  <a:pt x="191577" y="93859"/>
                  <a:pt x="191419" y="93611"/>
                </a:cubicBezTo>
                <a:cubicBezTo>
                  <a:pt x="191260" y="93363"/>
                  <a:pt x="191181" y="93058"/>
                  <a:pt x="191181" y="92697"/>
                </a:cubicBezTo>
                <a:lnTo>
                  <a:pt x="191181" y="55659"/>
                </a:lnTo>
                <a:cubicBezTo>
                  <a:pt x="191181" y="53086"/>
                  <a:pt x="190932" y="50738"/>
                  <a:pt x="190435" y="48617"/>
                </a:cubicBezTo>
                <a:cubicBezTo>
                  <a:pt x="189937" y="46495"/>
                  <a:pt x="189190" y="44667"/>
                  <a:pt x="188195" y="43132"/>
                </a:cubicBezTo>
                <a:cubicBezTo>
                  <a:pt x="187199" y="41597"/>
                  <a:pt x="185944" y="40424"/>
                  <a:pt x="184428" y="39611"/>
                </a:cubicBezTo>
                <a:cubicBezTo>
                  <a:pt x="182912" y="38799"/>
                  <a:pt x="181113" y="38392"/>
                  <a:pt x="179032" y="38392"/>
                </a:cubicBezTo>
                <a:cubicBezTo>
                  <a:pt x="176453" y="38392"/>
                  <a:pt x="173851" y="39385"/>
                  <a:pt x="171227" y="41372"/>
                </a:cubicBezTo>
                <a:cubicBezTo>
                  <a:pt x="168602" y="43358"/>
                  <a:pt x="165752" y="46269"/>
                  <a:pt x="162675" y="50106"/>
                </a:cubicBezTo>
                <a:lnTo>
                  <a:pt x="162675" y="92697"/>
                </a:lnTo>
                <a:cubicBezTo>
                  <a:pt x="162675" y="93058"/>
                  <a:pt x="162584" y="93363"/>
                  <a:pt x="162403" y="93611"/>
                </a:cubicBezTo>
                <a:cubicBezTo>
                  <a:pt x="162223" y="93859"/>
                  <a:pt x="161928" y="94074"/>
                  <a:pt x="161521" y="94254"/>
                </a:cubicBezTo>
                <a:cubicBezTo>
                  <a:pt x="161114" y="94435"/>
                  <a:pt x="160548" y="94570"/>
                  <a:pt x="159824" y="94660"/>
                </a:cubicBezTo>
                <a:cubicBezTo>
                  <a:pt x="159100" y="94751"/>
                  <a:pt x="158173" y="94796"/>
                  <a:pt x="157042" y="94796"/>
                </a:cubicBezTo>
                <a:cubicBezTo>
                  <a:pt x="155956" y="94796"/>
                  <a:pt x="155051" y="94751"/>
                  <a:pt x="154327" y="94660"/>
                </a:cubicBezTo>
                <a:cubicBezTo>
                  <a:pt x="153603" y="94570"/>
                  <a:pt x="153026" y="94435"/>
                  <a:pt x="152596" y="94254"/>
                </a:cubicBezTo>
                <a:cubicBezTo>
                  <a:pt x="152166" y="94074"/>
                  <a:pt x="151872" y="93859"/>
                  <a:pt x="151714" y="93611"/>
                </a:cubicBezTo>
                <a:cubicBezTo>
                  <a:pt x="151555" y="93363"/>
                  <a:pt x="151476" y="93058"/>
                  <a:pt x="151476" y="92697"/>
                </a:cubicBezTo>
                <a:lnTo>
                  <a:pt x="151476" y="31757"/>
                </a:lnTo>
                <a:cubicBezTo>
                  <a:pt x="151476" y="31395"/>
                  <a:pt x="151544" y="31091"/>
                  <a:pt x="151680" y="30842"/>
                </a:cubicBezTo>
                <a:cubicBezTo>
                  <a:pt x="151815" y="30594"/>
                  <a:pt x="152087" y="30369"/>
                  <a:pt x="152494" y="30165"/>
                </a:cubicBezTo>
                <a:cubicBezTo>
                  <a:pt x="152901" y="29962"/>
                  <a:pt x="153422" y="29827"/>
                  <a:pt x="154055" y="29759"/>
                </a:cubicBezTo>
                <a:cubicBezTo>
                  <a:pt x="154689" y="29691"/>
                  <a:pt x="155526" y="29658"/>
                  <a:pt x="156567" y="29658"/>
                </a:cubicBezTo>
                <a:cubicBezTo>
                  <a:pt x="157562" y="29658"/>
                  <a:pt x="158388" y="29691"/>
                  <a:pt x="159044" y="29759"/>
                </a:cubicBezTo>
                <a:cubicBezTo>
                  <a:pt x="159700" y="29827"/>
                  <a:pt x="160209" y="29962"/>
                  <a:pt x="160571" y="30165"/>
                </a:cubicBezTo>
                <a:cubicBezTo>
                  <a:pt x="160933" y="30369"/>
                  <a:pt x="161193" y="30594"/>
                  <a:pt x="161351" y="30842"/>
                </a:cubicBezTo>
                <a:cubicBezTo>
                  <a:pt x="161510" y="31091"/>
                  <a:pt x="161589" y="31395"/>
                  <a:pt x="161589" y="31757"/>
                </a:cubicBezTo>
                <a:lnTo>
                  <a:pt x="161589" y="39814"/>
                </a:lnTo>
                <a:cubicBezTo>
                  <a:pt x="165028" y="35977"/>
                  <a:pt x="168365" y="33167"/>
                  <a:pt x="171600" y="31384"/>
                </a:cubicBezTo>
                <a:cubicBezTo>
                  <a:pt x="174835" y="29601"/>
                  <a:pt x="178105" y="28710"/>
                  <a:pt x="181408" y="28710"/>
                </a:cubicBezTo>
                <a:cubicBezTo>
                  <a:pt x="183941" y="28710"/>
                  <a:pt x="186215" y="29003"/>
                  <a:pt x="188229" y="29590"/>
                </a:cubicBezTo>
                <a:cubicBezTo>
                  <a:pt x="190242" y="30177"/>
                  <a:pt x="192018" y="31000"/>
                  <a:pt x="193557" y="32061"/>
                </a:cubicBezTo>
                <a:cubicBezTo>
                  <a:pt x="195095" y="33122"/>
                  <a:pt x="196407" y="34386"/>
                  <a:pt x="197493" y="35853"/>
                </a:cubicBezTo>
                <a:cubicBezTo>
                  <a:pt x="198579" y="37320"/>
                  <a:pt x="199484" y="38957"/>
                  <a:pt x="200208" y="40762"/>
                </a:cubicBezTo>
                <a:cubicBezTo>
                  <a:pt x="202244" y="38550"/>
                  <a:pt x="204179" y="36677"/>
                  <a:pt x="206011" y="35142"/>
                </a:cubicBezTo>
                <a:cubicBezTo>
                  <a:pt x="207844" y="33607"/>
                  <a:pt x="209608" y="32366"/>
                  <a:pt x="211305" y="31418"/>
                </a:cubicBezTo>
                <a:cubicBezTo>
                  <a:pt x="213002" y="30470"/>
                  <a:pt x="214653" y="29782"/>
                  <a:pt x="216260" y="29353"/>
                </a:cubicBezTo>
                <a:cubicBezTo>
                  <a:pt x="217866" y="28924"/>
                  <a:pt x="219484" y="28710"/>
                  <a:pt x="221113" y="28710"/>
                </a:cubicBezTo>
                <a:cubicBezTo>
                  <a:pt x="225049" y="28710"/>
                  <a:pt x="228352" y="29398"/>
                  <a:pt x="231022" y="30775"/>
                </a:cubicBezTo>
                <a:cubicBezTo>
                  <a:pt x="233692" y="32152"/>
                  <a:pt x="235852" y="33991"/>
                  <a:pt x="237504" y="36293"/>
                </a:cubicBezTo>
                <a:cubicBezTo>
                  <a:pt x="239155" y="38595"/>
                  <a:pt x="240332" y="41293"/>
                  <a:pt x="241033" y="44385"/>
                </a:cubicBezTo>
                <a:cubicBezTo>
                  <a:pt x="241734" y="47477"/>
                  <a:pt x="242085" y="50738"/>
                  <a:pt x="242085" y="54169"/>
                </a:cubicBezTo>
                <a:lnTo>
                  <a:pt x="242085" y="92697"/>
                </a:lnTo>
                <a:close/>
                <a:moveTo>
                  <a:pt x="352897" y="92697"/>
                </a:moveTo>
                <a:cubicBezTo>
                  <a:pt x="352897" y="93058"/>
                  <a:pt x="352806" y="93363"/>
                  <a:pt x="352625" y="93611"/>
                </a:cubicBezTo>
                <a:cubicBezTo>
                  <a:pt x="352444" y="93859"/>
                  <a:pt x="352150" y="94074"/>
                  <a:pt x="351743" y="94254"/>
                </a:cubicBezTo>
                <a:cubicBezTo>
                  <a:pt x="351336" y="94435"/>
                  <a:pt x="350770" y="94570"/>
                  <a:pt x="350046" y="94660"/>
                </a:cubicBezTo>
                <a:cubicBezTo>
                  <a:pt x="349322" y="94751"/>
                  <a:pt x="348417" y="94796"/>
                  <a:pt x="347331" y="94796"/>
                </a:cubicBezTo>
                <a:cubicBezTo>
                  <a:pt x="346200" y="94796"/>
                  <a:pt x="345273" y="94751"/>
                  <a:pt x="344549" y="94660"/>
                </a:cubicBezTo>
                <a:cubicBezTo>
                  <a:pt x="343825" y="94570"/>
                  <a:pt x="343248" y="94435"/>
                  <a:pt x="342818" y="94254"/>
                </a:cubicBezTo>
                <a:cubicBezTo>
                  <a:pt x="342388" y="94074"/>
                  <a:pt x="342083" y="93859"/>
                  <a:pt x="341902" y="93611"/>
                </a:cubicBezTo>
                <a:cubicBezTo>
                  <a:pt x="341721" y="93363"/>
                  <a:pt x="341630" y="93058"/>
                  <a:pt x="341630" y="92697"/>
                </a:cubicBezTo>
                <a:lnTo>
                  <a:pt x="341630" y="55659"/>
                </a:lnTo>
                <a:cubicBezTo>
                  <a:pt x="341630" y="53086"/>
                  <a:pt x="341404" y="50738"/>
                  <a:pt x="340951" y="48617"/>
                </a:cubicBezTo>
                <a:cubicBezTo>
                  <a:pt x="340499" y="46495"/>
                  <a:pt x="339775" y="44667"/>
                  <a:pt x="338780" y="43132"/>
                </a:cubicBezTo>
                <a:cubicBezTo>
                  <a:pt x="337784" y="41597"/>
                  <a:pt x="336517" y="40424"/>
                  <a:pt x="334979" y="39611"/>
                </a:cubicBezTo>
                <a:cubicBezTo>
                  <a:pt x="333440" y="38799"/>
                  <a:pt x="331630" y="38392"/>
                  <a:pt x="329549" y="38392"/>
                </a:cubicBezTo>
                <a:cubicBezTo>
                  <a:pt x="326970" y="38392"/>
                  <a:pt x="324379" y="39385"/>
                  <a:pt x="321778" y="41372"/>
                </a:cubicBezTo>
                <a:cubicBezTo>
                  <a:pt x="319176" y="43358"/>
                  <a:pt x="316314" y="46269"/>
                  <a:pt x="313192" y="50106"/>
                </a:cubicBezTo>
                <a:lnTo>
                  <a:pt x="313192" y="92697"/>
                </a:lnTo>
                <a:cubicBezTo>
                  <a:pt x="313192" y="93058"/>
                  <a:pt x="313101" y="93363"/>
                  <a:pt x="312920" y="93611"/>
                </a:cubicBezTo>
                <a:cubicBezTo>
                  <a:pt x="312739" y="93859"/>
                  <a:pt x="312434" y="94074"/>
                  <a:pt x="312004" y="94254"/>
                </a:cubicBezTo>
                <a:cubicBezTo>
                  <a:pt x="311574" y="94435"/>
                  <a:pt x="310997" y="94570"/>
                  <a:pt x="310273" y="94660"/>
                </a:cubicBezTo>
                <a:cubicBezTo>
                  <a:pt x="309549" y="94751"/>
                  <a:pt x="308644" y="94796"/>
                  <a:pt x="307558" y="94796"/>
                </a:cubicBezTo>
                <a:cubicBezTo>
                  <a:pt x="306518" y="94796"/>
                  <a:pt x="305624" y="94751"/>
                  <a:pt x="304878" y="94660"/>
                </a:cubicBezTo>
                <a:cubicBezTo>
                  <a:pt x="304131" y="94570"/>
                  <a:pt x="303543" y="94435"/>
                  <a:pt x="303113" y="94254"/>
                </a:cubicBezTo>
                <a:cubicBezTo>
                  <a:pt x="302683" y="94074"/>
                  <a:pt x="302389" y="93859"/>
                  <a:pt x="302231" y="93611"/>
                </a:cubicBezTo>
                <a:cubicBezTo>
                  <a:pt x="302072" y="93363"/>
                  <a:pt x="301993" y="93058"/>
                  <a:pt x="301993" y="92697"/>
                </a:cubicBezTo>
                <a:lnTo>
                  <a:pt x="301993" y="55659"/>
                </a:lnTo>
                <a:cubicBezTo>
                  <a:pt x="301993" y="53086"/>
                  <a:pt x="301744" y="50738"/>
                  <a:pt x="301246" y="48617"/>
                </a:cubicBezTo>
                <a:cubicBezTo>
                  <a:pt x="300749" y="46495"/>
                  <a:pt x="300002" y="44667"/>
                  <a:pt x="299007" y="43132"/>
                </a:cubicBezTo>
                <a:cubicBezTo>
                  <a:pt x="298011" y="41597"/>
                  <a:pt x="296756" y="40424"/>
                  <a:pt x="295240" y="39611"/>
                </a:cubicBezTo>
                <a:cubicBezTo>
                  <a:pt x="293724" y="38799"/>
                  <a:pt x="291925" y="38392"/>
                  <a:pt x="289844" y="38392"/>
                </a:cubicBezTo>
                <a:cubicBezTo>
                  <a:pt x="287265" y="38392"/>
                  <a:pt x="284663" y="39385"/>
                  <a:pt x="282039" y="41372"/>
                </a:cubicBezTo>
                <a:cubicBezTo>
                  <a:pt x="279414" y="43358"/>
                  <a:pt x="276564" y="46269"/>
                  <a:pt x="273487" y="50106"/>
                </a:cubicBezTo>
                <a:lnTo>
                  <a:pt x="273487" y="92697"/>
                </a:lnTo>
                <a:cubicBezTo>
                  <a:pt x="273487" y="93058"/>
                  <a:pt x="273396" y="93363"/>
                  <a:pt x="273215" y="93611"/>
                </a:cubicBezTo>
                <a:cubicBezTo>
                  <a:pt x="273034" y="93859"/>
                  <a:pt x="272740" y="94074"/>
                  <a:pt x="272333" y="94254"/>
                </a:cubicBezTo>
                <a:cubicBezTo>
                  <a:pt x="271926" y="94435"/>
                  <a:pt x="271360" y="94570"/>
                  <a:pt x="270636" y="94660"/>
                </a:cubicBezTo>
                <a:cubicBezTo>
                  <a:pt x="269912" y="94751"/>
                  <a:pt x="268985" y="94796"/>
                  <a:pt x="267853" y="94796"/>
                </a:cubicBezTo>
                <a:cubicBezTo>
                  <a:pt x="266768" y="94796"/>
                  <a:pt x="265863" y="94751"/>
                  <a:pt x="265139" y="94660"/>
                </a:cubicBezTo>
                <a:cubicBezTo>
                  <a:pt x="264415" y="94570"/>
                  <a:pt x="263838" y="94435"/>
                  <a:pt x="263408" y="94254"/>
                </a:cubicBezTo>
                <a:cubicBezTo>
                  <a:pt x="262978" y="94074"/>
                  <a:pt x="262684" y="93859"/>
                  <a:pt x="262526" y="93611"/>
                </a:cubicBezTo>
                <a:cubicBezTo>
                  <a:pt x="262367" y="93363"/>
                  <a:pt x="262288" y="93058"/>
                  <a:pt x="262288" y="92697"/>
                </a:cubicBezTo>
                <a:lnTo>
                  <a:pt x="262288" y="31757"/>
                </a:lnTo>
                <a:cubicBezTo>
                  <a:pt x="262288" y="31395"/>
                  <a:pt x="262356" y="31091"/>
                  <a:pt x="262492" y="30842"/>
                </a:cubicBezTo>
                <a:cubicBezTo>
                  <a:pt x="262627" y="30594"/>
                  <a:pt x="262899" y="30369"/>
                  <a:pt x="263306" y="30165"/>
                </a:cubicBezTo>
                <a:cubicBezTo>
                  <a:pt x="263713" y="29962"/>
                  <a:pt x="264234" y="29827"/>
                  <a:pt x="264867" y="29759"/>
                </a:cubicBezTo>
                <a:cubicBezTo>
                  <a:pt x="265501" y="29691"/>
                  <a:pt x="266338" y="29658"/>
                  <a:pt x="267378" y="29658"/>
                </a:cubicBezTo>
                <a:cubicBezTo>
                  <a:pt x="268374" y="29658"/>
                  <a:pt x="269200" y="29691"/>
                  <a:pt x="269856" y="29759"/>
                </a:cubicBezTo>
                <a:cubicBezTo>
                  <a:pt x="270512" y="29827"/>
                  <a:pt x="271021" y="29962"/>
                  <a:pt x="271383" y="30165"/>
                </a:cubicBezTo>
                <a:cubicBezTo>
                  <a:pt x="271745" y="30369"/>
                  <a:pt x="272005" y="30594"/>
                  <a:pt x="272163" y="30842"/>
                </a:cubicBezTo>
                <a:cubicBezTo>
                  <a:pt x="272322" y="31091"/>
                  <a:pt x="272401" y="31395"/>
                  <a:pt x="272401" y="31757"/>
                </a:cubicBezTo>
                <a:lnTo>
                  <a:pt x="272401" y="39814"/>
                </a:lnTo>
                <a:cubicBezTo>
                  <a:pt x="275840" y="35977"/>
                  <a:pt x="279177" y="33167"/>
                  <a:pt x="282412" y="31384"/>
                </a:cubicBezTo>
                <a:cubicBezTo>
                  <a:pt x="285647" y="29601"/>
                  <a:pt x="288916" y="28710"/>
                  <a:pt x="292219" y="28710"/>
                </a:cubicBezTo>
                <a:cubicBezTo>
                  <a:pt x="294753" y="28710"/>
                  <a:pt x="297027" y="29003"/>
                  <a:pt x="299041" y="29590"/>
                </a:cubicBezTo>
                <a:cubicBezTo>
                  <a:pt x="301054" y="30177"/>
                  <a:pt x="302830" y="31000"/>
                  <a:pt x="304369" y="32061"/>
                </a:cubicBezTo>
                <a:cubicBezTo>
                  <a:pt x="305907" y="33122"/>
                  <a:pt x="307219" y="34386"/>
                  <a:pt x="308305" y="35853"/>
                </a:cubicBezTo>
                <a:cubicBezTo>
                  <a:pt x="309391" y="37320"/>
                  <a:pt x="310296" y="38957"/>
                  <a:pt x="311020" y="40762"/>
                </a:cubicBezTo>
                <a:cubicBezTo>
                  <a:pt x="313056" y="38550"/>
                  <a:pt x="314990" y="36677"/>
                  <a:pt x="316823" y="35142"/>
                </a:cubicBezTo>
                <a:cubicBezTo>
                  <a:pt x="318656" y="33607"/>
                  <a:pt x="320420" y="32366"/>
                  <a:pt x="322117" y="31418"/>
                </a:cubicBezTo>
                <a:cubicBezTo>
                  <a:pt x="323814" y="30470"/>
                  <a:pt x="325465" y="29782"/>
                  <a:pt x="327072" y="29353"/>
                </a:cubicBezTo>
                <a:cubicBezTo>
                  <a:pt x="328678" y="28924"/>
                  <a:pt x="330296" y="28710"/>
                  <a:pt x="331924" y="28710"/>
                </a:cubicBezTo>
                <a:cubicBezTo>
                  <a:pt x="335861" y="28710"/>
                  <a:pt x="339164" y="29398"/>
                  <a:pt x="341834" y="30775"/>
                </a:cubicBezTo>
                <a:cubicBezTo>
                  <a:pt x="344503" y="32152"/>
                  <a:pt x="346664" y="33991"/>
                  <a:pt x="348316" y="36293"/>
                </a:cubicBezTo>
                <a:cubicBezTo>
                  <a:pt x="349967" y="38595"/>
                  <a:pt x="351144" y="41293"/>
                  <a:pt x="351845" y="44385"/>
                </a:cubicBezTo>
                <a:cubicBezTo>
                  <a:pt x="352546" y="47477"/>
                  <a:pt x="352897" y="50738"/>
                  <a:pt x="352897" y="54169"/>
                </a:cubicBezTo>
                <a:lnTo>
                  <a:pt x="352897" y="92697"/>
                </a:lnTo>
                <a:close/>
                <a:moveTo>
                  <a:pt x="429909" y="61583"/>
                </a:moveTo>
                <a:cubicBezTo>
                  <a:pt x="429909" y="66553"/>
                  <a:pt x="429253" y="71128"/>
                  <a:pt x="427941" y="75308"/>
                </a:cubicBezTo>
                <a:cubicBezTo>
                  <a:pt x="426628" y="79487"/>
                  <a:pt x="424671" y="83092"/>
                  <a:pt x="422070" y="86120"/>
                </a:cubicBezTo>
                <a:cubicBezTo>
                  <a:pt x="419468" y="89148"/>
                  <a:pt x="416210" y="91508"/>
                  <a:pt x="412296" y="93202"/>
                </a:cubicBezTo>
                <a:cubicBezTo>
                  <a:pt x="408382" y="94897"/>
                  <a:pt x="403846" y="95744"/>
                  <a:pt x="398688" y="95744"/>
                </a:cubicBezTo>
                <a:cubicBezTo>
                  <a:pt x="393665" y="95744"/>
                  <a:pt x="389288" y="94998"/>
                  <a:pt x="385555" y="93507"/>
                </a:cubicBezTo>
                <a:cubicBezTo>
                  <a:pt x="381822" y="92016"/>
                  <a:pt x="378711" y="89847"/>
                  <a:pt x="376222" y="87001"/>
                </a:cubicBezTo>
                <a:cubicBezTo>
                  <a:pt x="373734" y="84154"/>
                  <a:pt x="371878" y="80697"/>
                  <a:pt x="370657" y="76630"/>
                </a:cubicBezTo>
                <a:cubicBezTo>
                  <a:pt x="369435" y="72563"/>
                  <a:pt x="368824" y="67954"/>
                  <a:pt x="368824" y="62802"/>
                </a:cubicBezTo>
                <a:cubicBezTo>
                  <a:pt x="368824" y="57832"/>
                  <a:pt x="369469" y="53258"/>
                  <a:pt x="370759" y="49078"/>
                </a:cubicBezTo>
                <a:cubicBezTo>
                  <a:pt x="372048" y="44898"/>
                  <a:pt x="373994" y="41295"/>
                  <a:pt x="376596" y="38267"/>
                </a:cubicBezTo>
                <a:cubicBezTo>
                  <a:pt x="379197" y="35239"/>
                  <a:pt x="382444" y="32889"/>
                  <a:pt x="386335" y="31217"/>
                </a:cubicBezTo>
                <a:cubicBezTo>
                  <a:pt x="390226" y="29545"/>
                  <a:pt x="394774" y="28710"/>
                  <a:pt x="399977" y="28710"/>
                </a:cubicBezTo>
                <a:cubicBezTo>
                  <a:pt x="405000" y="28710"/>
                  <a:pt x="409378" y="29455"/>
                  <a:pt x="413111" y="30946"/>
                </a:cubicBezTo>
                <a:cubicBezTo>
                  <a:pt x="416844" y="32437"/>
                  <a:pt x="419954" y="34606"/>
                  <a:pt x="422443" y="37453"/>
                </a:cubicBezTo>
                <a:cubicBezTo>
                  <a:pt x="424932" y="40299"/>
                  <a:pt x="426798" y="43756"/>
                  <a:pt x="428042" y="47823"/>
                </a:cubicBezTo>
                <a:cubicBezTo>
                  <a:pt x="429287" y="51890"/>
                  <a:pt x="429909" y="56477"/>
                  <a:pt x="429909" y="61583"/>
                </a:cubicBezTo>
                <a:moveTo>
                  <a:pt x="418099" y="62328"/>
                </a:moveTo>
                <a:cubicBezTo>
                  <a:pt x="418099" y="59029"/>
                  <a:pt x="417794" y="55910"/>
                  <a:pt x="417183" y="52971"/>
                </a:cubicBezTo>
                <a:cubicBezTo>
                  <a:pt x="416572" y="50033"/>
                  <a:pt x="415565" y="47456"/>
                  <a:pt x="414163" y="45242"/>
                </a:cubicBezTo>
                <a:cubicBezTo>
                  <a:pt x="412760" y="43027"/>
                  <a:pt x="410859" y="41276"/>
                  <a:pt x="408461" y="39988"/>
                </a:cubicBezTo>
                <a:cubicBezTo>
                  <a:pt x="406063" y="38698"/>
                  <a:pt x="403077" y="38054"/>
                  <a:pt x="399502" y="38054"/>
                </a:cubicBezTo>
                <a:cubicBezTo>
                  <a:pt x="396199" y="38054"/>
                  <a:pt x="393360" y="38641"/>
                  <a:pt x="390984" y="39816"/>
                </a:cubicBezTo>
                <a:cubicBezTo>
                  <a:pt x="388609" y="40991"/>
                  <a:pt x="386652" y="42653"/>
                  <a:pt x="385113" y="44802"/>
                </a:cubicBezTo>
                <a:cubicBezTo>
                  <a:pt x="383575" y="46949"/>
                  <a:pt x="382432" y="49491"/>
                  <a:pt x="381686" y="52430"/>
                </a:cubicBezTo>
                <a:cubicBezTo>
                  <a:pt x="380939" y="55367"/>
                  <a:pt x="380566" y="58576"/>
                  <a:pt x="380566" y="62057"/>
                </a:cubicBezTo>
                <a:cubicBezTo>
                  <a:pt x="380566" y="65402"/>
                  <a:pt x="380871" y="68544"/>
                  <a:pt x="381482" y="71482"/>
                </a:cubicBezTo>
                <a:cubicBezTo>
                  <a:pt x="382093" y="74420"/>
                  <a:pt x="383111" y="76986"/>
                  <a:pt x="384537" y="79178"/>
                </a:cubicBezTo>
                <a:cubicBezTo>
                  <a:pt x="385962" y="81370"/>
                  <a:pt x="387874" y="83111"/>
                  <a:pt x="390272" y="84400"/>
                </a:cubicBezTo>
                <a:cubicBezTo>
                  <a:pt x="392670" y="85688"/>
                  <a:pt x="395656" y="86332"/>
                  <a:pt x="399231" y="86332"/>
                </a:cubicBezTo>
                <a:cubicBezTo>
                  <a:pt x="402489" y="86332"/>
                  <a:pt x="405317" y="85744"/>
                  <a:pt x="407715" y="84569"/>
                </a:cubicBezTo>
                <a:cubicBezTo>
                  <a:pt x="410113" y="83394"/>
                  <a:pt x="412081" y="81744"/>
                  <a:pt x="413620" y="79620"/>
                </a:cubicBezTo>
                <a:cubicBezTo>
                  <a:pt x="415158" y="77494"/>
                  <a:pt x="416289" y="74963"/>
                  <a:pt x="417013" y="72026"/>
                </a:cubicBezTo>
                <a:cubicBezTo>
                  <a:pt x="417737" y="69087"/>
                  <a:pt x="418099" y="65855"/>
                  <a:pt x="418099" y="62328"/>
                </a:cubicBezTo>
                <a:close/>
                <a:moveTo>
                  <a:pt x="499538" y="92697"/>
                </a:moveTo>
                <a:cubicBezTo>
                  <a:pt x="499538" y="93058"/>
                  <a:pt x="499448" y="93363"/>
                  <a:pt x="499267" y="93611"/>
                </a:cubicBezTo>
                <a:cubicBezTo>
                  <a:pt x="499086" y="93859"/>
                  <a:pt x="498792" y="94074"/>
                  <a:pt x="498384" y="94254"/>
                </a:cubicBezTo>
                <a:cubicBezTo>
                  <a:pt x="497977" y="94435"/>
                  <a:pt x="497412" y="94570"/>
                  <a:pt x="496688" y="94660"/>
                </a:cubicBezTo>
                <a:cubicBezTo>
                  <a:pt x="495964" y="94751"/>
                  <a:pt x="495059" y="94796"/>
                  <a:pt x="493973" y="94796"/>
                </a:cubicBezTo>
                <a:cubicBezTo>
                  <a:pt x="492842" y="94796"/>
                  <a:pt x="491914" y="94751"/>
                  <a:pt x="491190" y="94660"/>
                </a:cubicBezTo>
                <a:cubicBezTo>
                  <a:pt x="490466" y="94570"/>
                  <a:pt x="489900" y="94435"/>
                  <a:pt x="489493" y="94254"/>
                </a:cubicBezTo>
                <a:cubicBezTo>
                  <a:pt x="489086" y="94074"/>
                  <a:pt x="488792" y="93859"/>
                  <a:pt x="488611" y="93611"/>
                </a:cubicBezTo>
                <a:cubicBezTo>
                  <a:pt x="488430" y="93363"/>
                  <a:pt x="488339" y="93058"/>
                  <a:pt x="488339" y="92697"/>
                </a:cubicBezTo>
                <a:lnTo>
                  <a:pt x="488339" y="57013"/>
                </a:lnTo>
                <a:cubicBezTo>
                  <a:pt x="488339" y="53537"/>
                  <a:pt x="488068" y="50738"/>
                  <a:pt x="487525" y="48617"/>
                </a:cubicBezTo>
                <a:cubicBezTo>
                  <a:pt x="486982" y="46495"/>
                  <a:pt x="486190" y="44667"/>
                  <a:pt x="485149" y="43132"/>
                </a:cubicBezTo>
                <a:cubicBezTo>
                  <a:pt x="484109" y="41597"/>
                  <a:pt x="482763" y="40424"/>
                  <a:pt x="481111" y="39611"/>
                </a:cubicBezTo>
                <a:cubicBezTo>
                  <a:pt x="479460" y="38799"/>
                  <a:pt x="477548" y="38392"/>
                  <a:pt x="475376" y="38392"/>
                </a:cubicBezTo>
                <a:cubicBezTo>
                  <a:pt x="472571" y="38392"/>
                  <a:pt x="469765" y="39385"/>
                  <a:pt x="466960" y="41372"/>
                </a:cubicBezTo>
                <a:cubicBezTo>
                  <a:pt x="464154" y="43358"/>
                  <a:pt x="461213" y="46269"/>
                  <a:pt x="458136" y="50106"/>
                </a:cubicBezTo>
                <a:lnTo>
                  <a:pt x="458136" y="92697"/>
                </a:lnTo>
                <a:cubicBezTo>
                  <a:pt x="458136" y="93058"/>
                  <a:pt x="458046" y="93363"/>
                  <a:pt x="457865" y="93611"/>
                </a:cubicBezTo>
                <a:cubicBezTo>
                  <a:pt x="457684" y="93859"/>
                  <a:pt x="457390" y="94074"/>
                  <a:pt x="456983" y="94254"/>
                </a:cubicBezTo>
                <a:cubicBezTo>
                  <a:pt x="456575" y="94435"/>
                  <a:pt x="456010" y="94570"/>
                  <a:pt x="455286" y="94660"/>
                </a:cubicBezTo>
                <a:cubicBezTo>
                  <a:pt x="454562" y="94751"/>
                  <a:pt x="453634" y="94796"/>
                  <a:pt x="452503" y="94796"/>
                </a:cubicBezTo>
                <a:cubicBezTo>
                  <a:pt x="451417" y="94796"/>
                  <a:pt x="450512" y="94751"/>
                  <a:pt x="449788" y="94660"/>
                </a:cubicBezTo>
                <a:cubicBezTo>
                  <a:pt x="449064" y="94570"/>
                  <a:pt x="448487" y="94435"/>
                  <a:pt x="448058" y="94254"/>
                </a:cubicBezTo>
                <a:cubicBezTo>
                  <a:pt x="447628" y="94074"/>
                  <a:pt x="447334" y="93859"/>
                  <a:pt x="447175" y="93611"/>
                </a:cubicBezTo>
                <a:cubicBezTo>
                  <a:pt x="447017" y="93363"/>
                  <a:pt x="446938" y="93058"/>
                  <a:pt x="446938" y="92697"/>
                </a:cubicBezTo>
                <a:lnTo>
                  <a:pt x="446938" y="31757"/>
                </a:lnTo>
                <a:cubicBezTo>
                  <a:pt x="446938" y="31395"/>
                  <a:pt x="447006" y="31091"/>
                  <a:pt x="447141" y="30842"/>
                </a:cubicBezTo>
                <a:cubicBezTo>
                  <a:pt x="447277" y="30594"/>
                  <a:pt x="447548" y="30369"/>
                  <a:pt x="447956" y="30165"/>
                </a:cubicBezTo>
                <a:cubicBezTo>
                  <a:pt x="448363" y="29962"/>
                  <a:pt x="448883" y="29827"/>
                  <a:pt x="449517" y="29759"/>
                </a:cubicBezTo>
                <a:cubicBezTo>
                  <a:pt x="450150" y="29691"/>
                  <a:pt x="450987" y="29658"/>
                  <a:pt x="452028" y="29658"/>
                </a:cubicBezTo>
                <a:cubicBezTo>
                  <a:pt x="453023" y="29658"/>
                  <a:pt x="453849" y="29691"/>
                  <a:pt x="454505" y="29759"/>
                </a:cubicBezTo>
                <a:cubicBezTo>
                  <a:pt x="455161" y="29827"/>
                  <a:pt x="455670" y="29962"/>
                  <a:pt x="456032" y="30165"/>
                </a:cubicBezTo>
                <a:cubicBezTo>
                  <a:pt x="456394" y="30369"/>
                  <a:pt x="456655" y="30594"/>
                  <a:pt x="456813" y="30842"/>
                </a:cubicBezTo>
                <a:cubicBezTo>
                  <a:pt x="456971" y="31091"/>
                  <a:pt x="457051" y="31395"/>
                  <a:pt x="457051" y="31757"/>
                </a:cubicBezTo>
                <a:lnTo>
                  <a:pt x="457051" y="39814"/>
                </a:lnTo>
                <a:cubicBezTo>
                  <a:pt x="460489" y="35977"/>
                  <a:pt x="463917" y="33167"/>
                  <a:pt x="467333" y="31384"/>
                </a:cubicBezTo>
                <a:cubicBezTo>
                  <a:pt x="470749" y="29601"/>
                  <a:pt x="474199" y="28710"/>
                  <a:pt x="477684" y="28710"/>
                </a:cubicBezTo>
                <a:cubicBezTo>
                  <a:pt x="481756" y="28710"/>
                  <a:pt x="485183" y="29398"/>
                  <a:pt x="487966" y="30775"/>
                </a:cubicBezTo>
                <a:cubicBezTo>
                  <a:pt x="490749" y="32152"/>
                  <a:pt x="493000" y="33991"/>
                  <a:pt x="494719" y="36293"/>
                </a:cubicBezTo>
                <a:cubicBezTo>
                  <a:pt x="496439" y="38595"/>
                  <a:pt x="497672" y="41293"/>
                  <a:pt x="498418" y="44385"/>
                </a:cubicBezTo>
                <a:cubicBezTo>
                  <a:pt x="499165" y="47477"/>
                  <a:pt x="499538" y="51190"/>
                  <a:pt x="499538" y="55523"/>
                </a:cubicBezTo>
                <a:lnTo>
                  <a:pt x="499538" y="92697"/>
                </a:lnTo>
                <a:close/>
                <a:moveTo>
                  <a:pt x="598563" y="11782"/>
                </a:moveTo>
                <a:cubicBezTo>
                  <a:pt x="598563" y="12639"/>
                  <a:pt x="598518" y="13384"/>
                  <a:pt x="598427" y="14016"/>
                </a:cubicBezTo>
                <a:cubicBezTo>
                  <a:pt x="598337" y="14648"/>
                  <a:pt x="598178" y="15156"/>
                  <a:pt x="597952" y="15540"/>
                </a:cubicBezTo>
                <a:cubicBezTo>
                  <a:pt x="597726" y="15923"/>
                  <a:pt x="597466" y="16206"/>
                  <a:pt x="597171" y="16386"/>
                </a:cubicBezTo>
                <a:cubicBezTo>
                  <a:pt x="596877" y="16567"/>
                  <a:pt x="596572" y="16657"/>
                  <a:pt x="596255" y="16657"/>
                </a:cubicBezTo>
                <a:lnTo>
                  <a:pt x="564084" y="16657"/>
                </a:lnTo>
                <a:lnTo>
                  <a:pt x="564084" y="46382"/>
                </a:lnTo>
                <a:lnTo>
                  <a:pt x="594490" y="46382"/>
                </a:lnTo>
                <a:cubicBezTo>
                  <a:pt x="594807" y="46382"/>
                  <a:pt x="595113" y="46461"/>
                  <a:pt x="595407" y="46619"/>
                </a:cubicBezTo>
                <a:cubicBezTo>
                  <a:pt x="595701" y="46777"/>
                  <a:pt x="595961" y="47037"/>
                  <a:pt x="596187" y="47398"/>
                </a:cubicBezTo>
                <a:cubicBezTo>
                  <a:pt x="596413" y="47759"/>
                  <a:pt x="596572" y="48244"/>
                  <a:pt x="596662" y="48854"/>
                </a:cubicBezTo>
                <a:cubicBezTo>
                  <a:pt x="596753" y="49463"/>
                  <a:pt x="596798" y="50242"/>
                  <a:pt x="596798" y="51190"/>
                </a:cubicBezTo>
                <a:cubicBezTo>
                  <a:pt x="596798" y="52047"/>
                  <a:pt x="596753" y="52781"/>
                  <a:pt x="596662" y="53390"/>
                </a:cubicBezTo>
                <a:cubicBezTo>
                  <a:pt x="596572" y="54000"/>
                  <a:pt x="596413" y="54496"/>
                  <a:pt x="596187" y="54880"/>
                </a:cubicBezTo>
                <a:cubicBezTo>
                  <a:pt x="595961" y="55264"/>
                  <a:pt x="595701" y="55557"/>
                  <a:pt x="595407" y="55760"/>
                </a:cubicBezTo>
                <a:cubicBezTo>
                  <a:pt x="595113" y="55963"/>
                  <a:pt x="594807" y="56065"/>
                  <a:pt x="594490" y="56065"/>
                </a:cubicBezTo>
                <a:lnTo>
                  <a:pt x="564084" y="56065"/>
                </a:lnTo>
                <a:lnTo>
                  <a:pt x="564084" y="92625"/>
                </a:lnTo>
                <a:cubicBezTo>
                  <a:pt x="564084" y="92942"/>
                  <a:pt x="563993" y="93248"/>
                  <a:pt x="563812" y="93541"/>
                </a:cubicBezTo>
                <a:cubicBezTo>
                  <a:pt x="563631" y="93834"/>
                  <a:pt x="563315" y="94061"/>
                  <a:pt x="562862" y="94220"/>
                </a:cubicBezTo>
                <a:cubicBezTo>
                  <a:pt x="562410" y="94378"/>
                  <a:pt x="561821" y="94514"/>
                  <a:pt x="561098" y="94626"/>
                </a:cubicBezTo>
                <a:cubicBezTo>
                  <a:pt x="560374" y="94739"/>
                  <a:pt x="559423" y="94796"/>
                  <a:pt x="558247" y="94796"/>
                </a:cubicBezTo>
                <a:cubicBezTo>
                  <a:pt x="557161" y="94796"/>
                  <a:pt x="556233" y="94739"/>
                  <a:pt x="555464" y="94626"/>
                </a:cubicBezTo>
                <a:cubicBezTo>
                  <a:pt x="554695" y="94514"/>
                  <a:pt x="554084" y="94378"/>
                  <a:pt x="553632" y="94220"/>
                </a:cubicBezTo>
                <a:cubicBezTo>
                  <a:pt x="553179" y="94062"/>
                  <a:pt x="552862" y="93837"/>
                  <a:pt x="552681" y="93543"/>
                </a:cubicBezTo>
                <a:cubicBezTo>
                  <a:pt x="552500" y="93250"/>
                  <a:pt x="552410" y="92945"/>
                  <a:pt x="552410" y="92629"/>
                </a:cubicBezTo>
                <a:lnTo>
                  <a:pt x="552410" y="11511"/>
                </a:lnTo>
                <a:cubicBezTo>
                  <a:pt x="552410" y="9750"/>
                  <a:pt x="552874" y="8520"/>
                  <a:pt x="553801" y="7821"/>
                </a:cubicBezTo>
                <a:cubicBezTo>
                  <a:pt x="554729" y="7121"/>
                  <a:pt x="555713" y="6771"/>
                  <a:pt x="556754" y="6771"/>
                </a:cubicBezTo>
                <a:lnTo>
                  <a:pt x="596255" y="6771"/>
                </a:lnTo>
                <a:cubicBezTo>
                  <a:pt x="596572" y="6771"/>
                  <a:pt x="596877" y="6861"/>
                  <a:pt x="597171" y="7042"/>
                </a:cubicBezTo>
                <a:cubicBezTo>
                  <a:pt x="597466" y="7223"/>
                  <a:pt x="597726" y="7516"/>
                  <a:pt x="597952" y="7922"/>
                </a:cubicBezTo>
                <a:cubicBezTo>
                  <a:pt x="598178" y="8328"/>
                  <a:pt x="598337" y="8859"/>
                  <a:pt x="598427" y="9513"/>
                </a:cubicBezTo>
                <a:cubicBezTo>
                  <a:pt x="598518" y="10168"/>
                  <a:pt x="598563" y="10924"/>
                  <a:pt x="598563" y="11782"/>
                </a:cubicBezTo>
                <a:close/>
                <a:moveTo>
                  <a:pt x="666228" y="59586"/>
                </a:moveTo>
                <a:cubicBezTo>
                  <a:pt x="666228" y="61346"/>
                  <a:pt x="665787" y="62599"/>
                  <a:pt x="664904" y="63344"/>
                </a:cubicBezTo>
                <a:cubicBezTo>
                  <a:pt x="664022" y="64089"/>
                  <a:pt x="663015" y="64461"/>
                  <a:pt x="661884" y="64461"/>
                </a:cubicBezTo>
                <a:lnTo>
                  <a:pt x="621840" y="64461"/>
                </a:lnTo>
                <a:cubicBezTo>
                  <a:pt x="621840" y="67857"/>
                  <a:pt x="622179" y="70913"/>
                  <a:pt x="622858" y="73630"/>
                </a:cubicBezTo>
                <a:cubicBezTo>
                  <a:pt x="623536" y="76347"/>
                  <a:pt x="624668" y="78678"/>
                  <a:pt x="626251" y="80625"/>
                </a:cubicBezTo>
                <a:cubicBezTo>
                  <a:pt x="627835" y="82572"/>
                  <a:pt x="629894" y="84066"/>
                  <a:pt x="632428" y="85109"/>
                </a:cubicBezTo>
                <a:cubicBezTo>
                  <a:pt x="634962" y="86150"/>
                  <a:pt x="638061" y="86670"/>
                  <a:pt x="641726" y="86670"/>
                </a:cubicBezTo>
                <a:cubicBezTo>
                  <a:pt x="644622" y="86670"/>
                  <a:pt x="647201" y="86433"/>
                  <a:pt x="649463" y="85959"/>
                </a:cubicBezTo>
                <a:cubicBezTo>
                  <a:pt x="651726" y="85485"/>
                  <a:pt x="653683" y="84955"/>
                  <a:pt x="655334" y="84368"/>
                </a:cubicBezTo>
                <a:cubicBezTo>
                  <a:pt x="656986" y="83781"/>
                  <a:pt x="658343" y="83251"/>
                  <a:pt x="659407" y="82777"/>
                </a:cubicBezTo>
                <a:cubicBezTo>
                  <a:pt x="660470" y="82303"/>
                  <a:pt x="661273" y="82066"/>
                  <a:pt x="661816" y="82066"/>
                </a:cubicBezTo>
                <a:cubicBezTo>
                  <a:pt x="662133" y="82066"/>
                  <a:pt x="662416" y="82145"/>
                  <a:pt x="662665" y="82303"/>
                </a:cubicBezTo>
                <a:cubicBezTo>
                  <a:pt x="662913" y="82461"/>
                  <a:pt x="663106" y="82698"/>
                  <a:pt x="663241" y="83014"/>
                </a:cubicBezTo>
                <a:cubicBezTo>
                  <a:pt x="663377" y="83330"/>
                  <a:pt x="663479" y="83770"/>
                  <a:pt x="663547" y="84334"/>
                </a:cubicBezTo>
                <a:cubicBezTo>
                  <a:pt x="663615" y="84899"/>
                  <a:pt x="663649" y="85587"/>
                  <a:pt x="663649" y="86400"/>
                </a:cubicBezTo>
                <a:cubicBezTo>
                  <a:pt x="663649" y="86986"/>
                  <a:pt x="663626" y="87494"/>
                  <a:pt x="663581" y="87923"/>
                </a:cubicBezTo>
                <a:cubicBezTo>
                  <a:pt x="663536" y="88352"/>
                  <a:pt x="663479" y="88736"/>
                  <a:pt x="663411" y="89074"/>
                </a:cubicBezTo>
                <a:cubicBezTo>
                  <a:pt x="663343" y="89413"/>
                  <a:pt x="663230" y="89717"/>
                  <a:pt x="663072" y="89988"/>
                </a:cubicBezTo>
                <a:cubicBezTo>
                  <a:pt x="662913" y="90259"/>
                  <a:pt x="662710" y="90519"/>
                  <a:pt x="662461" y="90767"/>
                </a:cubicBezTo>
                <a:cubicBezTo>
                  <a:pt x="662212" y="91015"/>
                  <a:pt x="661477" y="91421"/>
                  <a:pt x="660255" y="91986"/>
                </a:cubicBezTo>
                <a:cubicBezTo>
                  <a:pt x="659033" y="92550"/>
                  <a:pt x="657450" y="93103"/>
                  <a:pt x="655504" y="93645"/>
                </a:cubicBezTo>
                <a:cubicBezTo>
                  <a:pt x="653558" y="94186"/>
                  <a:pt x="651307" y="94672"/>
                  <a:pt x="648751" y="95100"/>
                </a:cubicBezTo>
                <a:cubicBezTo>
                  <a:pt x="646194" y="95529"/>
                  <a:pt x="643468" y="95744"/>
                  <a:pt x="640572" y="95744"/>
                </a:cubicBezTo>
                <a:cubicBezTo>
                  <a:pt x="635550" y="95744"/>
                  <a:pt x="631149" y="95043"/>
                  <a:pt x="627371" y="93643"/>
                </a:cubicBezTo>
                <a:cubicBezTo>
                  <a:pt x="623593" y="92242"/>
                  <a:pt x="620414" y="90163"/>
                  <a:pt x="617835" y="87407"/>
                </a:cubicBezTo>
                <a:cubicBezTo>
                  <a:pt x="615256" y="84650"/>
                  <a:pt x="613310" y="81194"/>
                  <a:pt x="611998" y="77036"/>
                </a:cubicBezTo>
                <a:cubicBezTo>
                  <a:pt x="610686" y="72879"/>
                  <a:pt x="610030" y="68044"/>
                  <a:pt x="610030" y="62531"/>
                </a:cubicBezTo>
                <a:cubicBezTo>
                  <a:pt x="610030" y="57289"/>
                  <a:pt x="610709" y="52579"/>
                  <a:pt x="612066" y="48399"/>
                </a:cubicBezTo>
                <a:cubicBezTo>
                  <a:pt x="613424" y="44219"/>
                  <a:pt x="615380" y="40672"/>
                  <a:pt x="617937" y="37757"/>
                </a:cubicBezTo>
                <a:cubicBezTo>
                  <a:pt x="620494" y="34843"/>
                  <a:pt x="623582" y="32607"/>
                  <a:pt x="627202" y="31048"/>
                </a:cubicBezTo>
                <a:cubicBezTo>
                  <a:pt x="630821" y="29489"/>
                  <a:pt x="634871" y="28710"/>
                  <a:pt x="639351" y="28710"/>
                </a:cubicBezTo>
                <a:cubicBezTo>
                  <a:pt x="644147" y="28710"/>
                  <a:pt x="648230" y="29477"/>
                  <a:pt x="651601" y="31012"/>
                </a:cubicBezTo>
                <a:cubicBezTo>
                  <a:pt x="654972" y="32547"/>
                  <a:pt x="657744" y="34612"/>
                  <a:pt x="659916" y="37207"/>
                </a:cubicBezTo>
                <a:cubicBezTo>
                  <a:pt x="662088" y="39803"/>
                  <a:pt x="663683" y="42850"/>
                  <a:pt x="664701" y="46348"/>
                </a:cubicBezTo>
                <a:cubicBezTo>
                  <a:pt x="665719" y="49847"/>
                  <a:pt x="666228" y="53582"/>
                  <a:pt x="666228" y="57555"/>
                </a:cubicBezTo>
                <a:lnTo>
                  <a:pt x="666228" y="59586"/>
                </a:lnTo>
                <a:moveTo>
                  <a:pt x="654961" y="56268"/>
                </a:moveTo>
                <a:cubicBezTo>
                  <a:pt x="655097" y="50400"/>
                  <a:pt x="653796" y="45795"/>
                  <a:pt x="651058" y="42455"/>
                </a:cubicBezTo>
                <a:cubicBezTo>
                  <a:pt x="648321" y="39115"/>
                  <a:pt x="644260" y="37444"/>
                  <a:pt x="638875" y="37444"/>
                </a:cubicBezTo>
                <a:cubicBezTo>
                  <a:pt x="636115" y="37444"/>
                  <a:pt x="633695" y="37963"/>
                  <a:pt x="631613" y="39002"/>
                </a:cubicBezTo>
                <a:cubicBezTo>
                  <a:pt x="629532" y="40040"/>
                  <a:pt x="627790" y="41417"/>
                  <a:pt x="626387" y="43132"/>
                </a:cubicBezTo>
                <a:cubicBezTo>
                  <a:pt x="624984" y="44847"/>
                  <a:pt x="623898" y="46845"/>
                  <a:pt x="623129" y="49125"/>
                </a:cubicBezTo>
                <a:cubicBezTo>
                  <a:pt x="622360" y="51404"/>
                  <a:pt x="621930" y="53785"/>
                  <a:pt x="621840" y="56268"/>
                </a:cubicBezTo>
                <a:lnTo>
                  <a:pt x="654961" y="56268"/>
                </a:lnTo>
                <a:close/>
                <a:moveTo>
                  <a:pt x="729634" y="92764"/>
                </a:moveTo>
                <a:cubicBezTo>
                  <a:pt x="729634" y="93306"/>
                  <a:pt x="729453" y="93712"/>
                  <a:pt x="729091" y="93983"/>
                </a:cubicBezTo>
                <a:cubicBezTo>
                  <a:pt x="728729" y="94254"/>
                  <a:pt x="728231" y="94457"/>
                  <a:pt x="727598" y="94593"/>
                </a:cubicBezTo>
                <a:cubicBezTo>
                  <a:pt x="726964" y="94728"/>
                  <a:pt x="726037" y="94796"/>
                  <a:pt x="724815" y="94796"/>
                </a:cubicBezTo>
                <a:cubicBezTo>
                  <a:pt x="723639" y="94796"/>
                  <a:pt x="722700" y="94728"/>
                  <a:pt x="721998" y="94593"/>
                </a:cubicBezTo>
                <a:cubicBezTo>
                  <a:pt x="721297" y="94457"/>
                  <a:pt x="720788" y="94254"/>
                  <a:pt x="720471" y="93983"/>
                </a:cubicBezTo>
                <a:cubicBezTo>
                  <a:pt x="720155" y="93712"/>
                  <a:pt x="719996" y="93306"/>
                  <a:pt x="719996" y="92764"/>
                </a:cubicBezTo>
                <a:lnTo>
                  <a:pt x="719996" y="86670"/>
                </a:lnTo>
                <a:cubicBezTo>
                  <a:pt x="717327" y="89514"/>
                  <a:pt x="714352" y="91737"/>
                  <a:pt x="711071" y="93340"/>
                </a:cubicBezTo>
                <a:cubicBezTo>
                  <a:pt x="707791" y="94942"/>
                  <a:pt x="704318" y="95744"/>
                  <a:pt x="700653" y="95744"/>
                </a:cubicBezTo>
                <a:cubicBezTo>
                  <a:pt x="697440" y="95744"/>
                  <a:pt x="694533" y="95325"/>
                  <a:pt x="691931" y="94487"/>
                </a:cubicBezTo>
                <a:cubicBezTo>
                  <a:pt x="689329" y="93649"/>
                  <a:pt x="687112" y="92437"/>
                  <a:pt x="685280" y="90852"/>
                </a:cubicBezTo>
                <a:cubicBezTo>
                  <a:pt x="683447" y="89266"/>
                  <a:pt x="682022" y="87319"/>
                  <a:pt x="681004" y="85009"/>
                </a:cubicBezTo>
                <a:cubicBezTo>
                  <a:pt x="679986" y="82699"/>
                  <a:pt x="679477" y="80071"/>
                  <a:pt x="679477" y="77125"/>
                </a:cubicBezTo>
                <a:cubicBezTo>
                  <a:pt x="679477" y="73683"/>
                  <a:pt x="680178" y="70694"/>
                  <a:pt x="681581" y="68158"/>
                </a:cubicBezTo>
                <a:cubicBezTo>
                  <a:pt x="682983" y="65620"/>
                  <a:pt x="684997" y="63513"/>
                  <a:pt x="687621" y="61837"/>
                </a:cubicBezTo>
                <a:cubicBezTo>
                  <a:pt x="690246" y="60161"/>
                  <a:pt x="693458" y="58905"/>
                  <a:pt x="697259" y="58067"/>
                </a:cubicBezTo>
                <a:cubicBezTo>
                  <a:pt x="701060" y="57229"/>
                  <a:pt x="705336" y="56810"/>
                  <a:pt x="710087" y="56810"/>
                </a:cubicBezTo>
                <a:lnTo>
                  <a:pt x="718503" y="56810"/>
                </a:lnTo>
                <a:lnTo>
                  <a:pt x="718503" y="52087"/>
                </a:lnTo>
                <a:cubicBezTo>
                  <a:pt x="718503" y="49748"/>
                  <a:pt x="718254" y="47679"/>
                  <a:pt x="717756" y="45881"/>
                </a:cubicBezTo>
                <a:cubicBezTo>
                  <a:pt x="717259" y="44081"/>
                  <a:pt x="716456" y="42585"/>
                  <a:pt x="715347" y="41393"/>
                </a:cubicBezTo>
                <a:cubicBezTo>
                  <a:pt x="714238" y="40201"/>
                  <a:pt x="712802" y="39301"/>
                  <a:pt x="711037" y="38695"/>
                </a:cubicBezTo>
                <a:cubicBezTo>
                  <a:pt x="709272" y="38087"/>
                  <a:pt x="707101" y="37783"/>
                  <a:pt x="704521" y="37783"/>
                </a:cubicBezTo>
                <a:cubicBezTo>
                  <a:pt x="701761" y="37783"/>
                  <a:pt x="699284" y="38107"/>
                  <a:pt x="697089" y="38754"/>
                </a:cubicBezTo>
                <a:cubicBezTo>
                  <a:pt x="694895" y="39402"/>
                  <a:pt x="692972" y="40116"/>
                  <a:pt x="691320" y="40898"/>
                </a:cubicBezTo>
                <a:cubicBezTo>
                  <a:pt x="689669" y="41679"/>
                  <a:pt x="688289" y="42394"/>
                  <a:pt x="687180" y="43041"/>
                </a:cubicBezTo>
                <a:cubicBezTo>
                  <a:pt x="686072" y="43689"/>
                  <a:pt x="685246" y="44012"/>
                  <a:pt x="684703" y="44012"/>
                </a:cubicBezTo>
                <a:cubicBezTo>
                  <a:pt x="684341" y="44012"/>
                  <a:pt x="684024" y="43922"/>
                  <a:pt x="683753" y="43741"/>
                </a:cubicBezTo>
                <a:cubicBezTo>
                  <a:pt x="683481" y="43561"/>
                  <a:pt x="683244" y="43290"/>
                  <a:pt x="683040" y="42929"/>
                </a:cubicBezTo>
                <a:cubicBezTo>
                  <a:pt x="682836" y="42568"/>
                  <a:pt x="682689" y="42105"/>
                  <a:pt x="682599" y="41541"/>
                </a:cubicBezTo>
                <a:cubicBezTo>
                  <a:pt x="682508" y="40977"/>
                  <a:pt x="682463" y="40356"/>
                  <a:pt x="682463" y="39679"/>
                </a:cubicBezTo>
                <a:cubicBezTo>
                  <a:pt x="682463" y="38550"/>
                  <a:pt x="682542" y="37659"/>
                  <a:pt x="682701" y="37004"/>
                </a:cubicBezTo>
                <a:cubicBezTo>
                  <a:pt x="682859" y="36350"/>
                  <a:pt x="683244" y="35729"/>
                  <a:pt x="683854" y="35142"/>
                </a:cubicBezTo>
                <a:cubicBezTo>
                  <a:pt x="684465" y="34555"/>
                  <a:pt x="685517" y="33872"/>
                  <a:pt x="687011" y="33092"/>
                </a:cubicBezTo>
                <a:cubicBezTo>
                  <a:pt x="688504" y="32310"/>
                  <a:pt x="690223" y="31596"/>
                  <a:pt x="692169" y="30950"/>
                </a:cubicBezTo>
                <a:cubicBezTo>
                  <a:pt x="694114" y="30304"/>
                  <a:pt x="696241" y="29770"/>
                  <a:pt x="698549" y="29346"/>
                </a:cubicBezTo>
                <a:cubicBezTo>
                  <a:pt x="700856" y="28922"/>
                  <a:pt x="703187" y="28710"/>
                  <a:pt x="705540" y="28710"/>
                </a:cubicBezTo>
                <a:cubicBezTo>
                  <a:pt x="709929" y="28710"/>
                  <a:pt x="713662" y="29206"/>
                  <a:pt x="716738" y="30199"/>
                </a:cubicBezTo>
                <a:cubicBezTo>
                  <a:pt x="719815" y="31192"/>
                  <a:pt x="722304" y="32648"/>
                  <a:pt x="724204" y="34567"/>
                </a:cubicBezTo>
                <a:cubicBezTo>
                  <a:pt x="726105" y="36485"/>
                  <a:pt x="727485" y="38866"/>
                  <a:pt x="728344" y="41710"/>
                </a:cubicBezTo>
                <a:cubicBezTo>
                  <a:pt x="729204" y="44554"/>
                  <a:pt x="729634" y="47872"/>
                  <a:pt x="729634" y="51664"/>
                </a:cubicBezTo>
                <a:lnTo>
                  <a:pt x="729634" y="92764"/>
                </a:lnTo>
                <a:moveTo>
                  <a:pt x="718503" y="64867"/>
                </a:moveTo>
                <a:lnTo>
                  <a:pt x="708933" y="64867"/>
                </a:lnTo>
                <a:cubicBezTo>
                  <a:pt x="705856" y="64867"/>
                  <a:pt x="703187" y="65129"/>
                  <a:pt x="700924" y="65652"/>
                </a:cubicBezTo>
                <a:cubicBezTo>
                  <a:pt x="698662" y="66174"/>
                  <a:pt x="696784" y="66946"/>
                  <a:pt x="695291" y="67967"/>
                </a:cubicBezTo>
                <a:cubicBezTo>
                  <a:pt x="693798" y="68989"/>
                  <a:pt x="692700" y="70215"/>
                  <a:pt x="691999" y="71647"/>
                </a:cubicBezTo>
                <a:cubicBezTo>
                  <a:pt x="691298" y="73077"/>
                  <a:pt x="690947" y="74724"/>
                  <a:pt x="690947" y="76586"/>
                </a:cubicBezTo>
                <a:cubicBezTo>
                  <a:pt x="690947" y="79765"/>
                  <a:pt x="691954" y="82297"/>
                  <a:pt x="693967" y="84182"/>
                </a:cubicBezTo>
                <a:cubicBezTo>
                  <a:pt x="695981" y="86067"/>
                  <a:pt x="698798" y="87009"/>
                  <a:pt x="702417" y="87009"/>
                </a:cubicBezTo>
                <a:cubicBezTo>
                  <a:pt x="705359" y="87009"/>
                  <a:pt x="708085" y="86260"/>
                  <a:pt x="710596" y="84762"/>
                </a:cubicBezTo>
                <a:cubicBezTo>
                  <a:pt x="713107" y="83262"/>
                  <a:pt x="715743" y="80969"/>
                  <a:pt x="718503" y="77881"/>
                </a:cubicBezTo>
                <a:lnTo>
                  <a:pt x="718503" y="64867"/>
                </a:lnTo>
                <a:close/>
                <a:moveTo>
                  <a:pt x="782672" y="88295"/>
                </a:moveTo>
                <a:cubicBezTo>
                  <a:pt x="782672" y="89605"/>
                  <a:pt x="782581" y="90643"/>
                  <a:pt x="782400" y="91410"/>
                </a:cubicBezTo>
                <a:cubicBezTo>
                  <a:pt x="782219" y="92178"/>
                  <a:pt x="781948" y="92742"/>
                  <a:pt x="781586" y="93103"/>
                </a:cubicBezTo>
                <a:cubicBezTo>
                  <a:pt x="781224" y="93464"/>
                  <a:pt x="780681" y="93803"/>
                  <a:pt x="779957" y="94119"/>
                </a:cubicBezTo>
                <a:cubicBezTo>
                  <a:pt x="779233" y="94435"/>
                  <a:pt x="778407" y="94694"/>
                  <a:pt x="777479" y="94897"/>
                </a:cubicBezTo>
                <a:cubicBezTo>
                  <a:pt x="776552" y="95100"/>
                  <a:pt x="775568" y="95270"/>
                  <a:pt x="774527" y="95405"/>
                </a:cubicBezTo>
                <a:cubicBezTo>
                  <a:pt x="773486" y="95541"/>
                  <a:pt x="772446" y="95608"/>
                  <a:pt x="771405" y="95608"/>
                </a:cubicBezTo>
                <a:cubicBezTo>
                  <a:pt x="768238" y="95608"/>
                  <a:pt x="765523" y="95190"/>
                  <a:pt x="763260" y="94354"/>
                </a:cubicBezTo>
                <a:cubicBezTo>
                  <a:pt x="760998" y="93516"/>
                  <a:pt x="759143" y="92248"/>
                  <a:pt x="757695" y="90551"/>
                </a:cubicBezTo>
                <a:cubicBezTo>
                  <a:pt x="756247" y="88854"/>
                  <a:pt x="755195" y="86705"/>
                  <a:pt x="754539" y="84104"/>
                </a:cubicBezTo>
                <a:cubicBezTo>
                  <a:pt x="753883" y="81503"/>
                  <a:pt x="753555" y="78437"/>
                  <a:pt x="753555" y="74908"/>
                </a:cubicBezTo>
                <a:lnTo>
                  <a:pt x="753555" y="39205"/>
                </a:lnTo>
                <a:lnTo>
                  <a:pt x="745003" y="39205"/>
                </a:lnTo>
                <a:cubicBezTo>
                  <a:pt x="744324" y="39205"/>
                  <a:pt x="743781" y="38844"/>
                  <a:pt x="743374" y="38121"/>
                </a:cubicBezTo>
                <a:cubicBezTo>
                  <a:pt x="742967" y="37399"/>
                  <a:pt x="742763" y="36226"/>
                  <a:pt x="742763" y="34600"/>
                </a:cubicBezTo>
                <a:cubicBezTo>
                  <a:pt x="742763" y="33743"/>
                  <a:pt x="742820" y="33021"/>
                  <a:pt x="742933" y="32434"/>
                </a:cubicBezTo>
                <a:cubicBezTo>
                  <a:pt x="743046" y="31847"/>
                  <a:pt x="743193" y="31362"/>
                  <a:pt x="743374" y="30978"/>
                </a:cubicBezTo>
                <a:cubicBezTo>
                  <a:pt x="743555" y="30594"/>
                  <a:pt x="743792" y="30323"/>
                  <a:pt x="744087" y="30165"/>
                </a:cubicBezTo>
                <a:cubicBezTo>
                  <a:pt x="744381" y="30007"/>
                  <a:pt x="744709" y="29928"/>
                  <a:pt x="745071" y="29928"/>
                </a:cubicBezTo>
                <a:lnTo>
                  <a:pt x="753555" y="29928"/>
                </a:lnTo>
                <a:lnTo>
                  <a:pt x="753555" y="15438"/>
                </a:lnTo>
                <a:cubicBezTo>
                  <a:pt x="753555" y="15122"/>
                  <a:pt x="753634" y="14829"/>
                  <a:pt x="753792" y="14558"/>
                </a:cubicBezTo>
                <a:cubicBezTo>
                  <a:pt x="753951" y="14287"/>
                  <a:pt x="754245" y="14050"/>
                  <a:pt x="754675" y="13847"/>
                </a:cubicBezTo>
                <a:cubicBezTo>
                  <a:pt x="755104" y="13644"/>
                  <a:pt x="755681" y="13497"/>
                  <a:pt x="756405" y="13407"/>
                </a:cubicBezTo>
                <a:cubicBezTo>
                  <a:pt x="757129" y="13317"/>
                  <a:pt x="758034" y="13271"/>
                  <a:pt x="759120" y="13271"/>
                </a:cubicBezTo>
                <a:cubicBezTo>
                  <a:pt x="760251" y="13271"/>
                  <a:pt x="761179" y="13317"/>
                  <a:pt x="761903" y="13407"/>
                </a:cubicBezTo>
                <a:cubicBezTo>
                  <a:pt x="762627" y="13497"/>
                  <a:pt x="763192" y="13644"/>
                  <a:pt x="763600" y="13847"/>
                </a:cubicBezTo>
                <a:cubicBezTo>
                  <a:pt x="764007" y="14050"/>
                  <a:pt x="764301" y="14287"/>
                  <a:pt x="764482" y="14558"/>
                </a:cubicBezTo>
                <a:cubicBezTo>
                  <a:pt x="764663" y="14829"/>
                  <a:pt x="764753" y="15122"/>
                  <a:pt x="764753" y="15438"/>
                </a:cubicBezTo>
                <a:lnTo>
                  <a:pt x="764753" y="29928"/>
                </a:lnTo>
                <a:lnTo>
                  <a:pt x="780432" y="29928"/>
                </a:lnTo>
                <a:cubicBezTo>
                  <a:pt x="780794" y="29928"/>
                  <a:pt x="781111" y="30007"/>
                  <a:pt x="781382" y="30165"/>
                </a:cubicBezTo>
                <a:cubicBezTo>
                  <a:pt x="781654" y="30323"/>
                  <a:pt x="781891" y="30594"/>
                  <a:pt x="782095" y="30978"/>
                </a:cubicBezTo>
                <a:cubicBezTo>
                  <a:pt x="782298" y="31362"/>
                  <a:pt x="782445" y="31847"/>
                  <a:pt x="782536" y="32434"/>
                </a:cubicBezTo>
                <a:cubicBezTo>
                  <a:pt x="782626" y="33021"/>
                  <a:pt x="782672" y="33743"/>
                  <a:pt x="782672" y="34600"/>
                </a:cubicBezTo>
                <a:cubicBezTo>
                  <a:pt x="782672" y="36226"/>
                  <a:pt x="782468" y="37399"/>
                  <a:pt x="782061" y="38121"/>
                </a:cubicBezTo>
                <a:cubicBezTo>
                  <a:pt x="781654" y="38844"/>
                  <a:pt x="781111" y="39205"/>
                  <a:pt x="780432" y="39205"/>
                </a:cubicBezTo>
                <a:lnTo>
                  <a:pt x="764753" y="39205"/>
                </a:lnTo>
                <a:lnTo>
                  <a:pt x="764753" y="73295"/>
                </a:lnTo>
                <a:cubicBezTo>
                  <a:pt x="764753" y="77505"/>
                  <a:pt x="765376" y="80685"/>
                  <a:pt x="766620" y="82836"/>
                </a:cubicBezTo>
                <a:cubicBezTo>
                  <a:pt x="767864" y="84986"/>
                  <a:pt x="770093" y="86061"/>
                  <a:pt x="773305" y="86061"/>
                </a:cubicBezTo>
                <a:cubicBezTo>
                  <a:pt x="774346" y="86061"/>
                  <a:pt x="775274" y="85959"/>
                  <a:pt x="776088" y="85756"/>
                </a:cubicBezTo>
                <a:cubicBezTo>
                  <a:pt x="776903" y="85553"/>
                  <a:pt x="777626" y="85339"/>
                  <a:pt x="778260" y="85113"/>
                </a:cubicBezTo>
                <a:cubicBezTo>
                  <a:pt x="778893" y="84887"/>
                  <a:pt x="779436" y="84673"/>
                  <a:pt x="779889" y="84470"/>
                </a:cubicBezTo>
                <a:cubicBezTo>
                  <a:pt x="780341" y="84267"/>
                  <a:pt x="780749" y="84165"/>
                  <a:pt x="781111" y="84165"/>
                </a:cubicBezTo>
                <a:cubicBezTo>
                  <a:pt x="781337" y="84165"/>
                  <a:pt x="781552" y="84222"/>
                  <a:pt x="781755" y="84334"/>
                </a:cubicBezTo>
                <a:cubicBezTo>
                  <a:pt x="781959" y="84447"/>
                  <a:pt x="782117" y="84662"/>
                  <a:pt x="782230" y="84978"/>
                </a:cubicBezTo>
                <a:cubicBezTo>
                  <a:pt x="782344" y="85294"/>
                  <a:pt x="782445" y="85722"/>
                  <a:pt x="782536" y="86264"/>
                </a:cubicBezTo>
                <a:cubicBezTo>
                  <a:pt x="782626" y="86806"/>
                  <a:pt x="782672" y="87483"/>
                  <a:pt x="782672" y="88295"/>
                </a:cubicBezTo>
                <a:close/>
                <a:moveTo>
                  <a:pt x="848843" y="92697"/>
                </a:moveTo>
                <a:cubicBezTo>
                  <a:pt x="848843" y="93058"/>
                  <a:pt x="848764" y="93363"/>
                  <a:pt x="848606" y="93611"/>
                </a:cubicBezTo>
                <a:cubicBezTo>
                  <a:pt x="848447" y="93859"/>
                  <a:pt x="848164" y="94074"/>
                  <a:pt x="847757" y="94254"/>
                </a:cubicBezTo>
                <a:cubicBezTo>
                  <a:pt x="847350" y="94435"/>
                  <a:pt x="846818" y="94570"/>
                  <a:pt x="846162" y="94660"/>
                </a:cubicBezTo>
                <a:cubicBezTo>
                  <a:pt x="845506" y="94751"/>
                  <a:pt x="844703" y="94796"/>
                  <a:pt x="843753" y="94796"/>
                </a:cubicBezTo>
                <a:cubicBezTo>
                  <a:pt x="842712" y="94796"/>
                  <a:pt x="841864" y="94751"/>
                  <a:pt x="841207" y="94660"/>
                </a:cubicBezTo>
                <a:cubicBezTo>
                  <a:pt x="840551" y="94570"/>
                  <a:pt x="840031" y="94435"/>
                  <a:pt x="839646" y="94254"/>
                </a:cubicBezTo>
                <a:cubicBezTo>
                  <a:pt x="839262" y="94074"/>
                  <a:pt x="839002" y="93859"/>
                  <a:pt x="838866" y="93611"/>
                </a:cubicBezTo>
                <a:cubicBezTo>
                  <a:pt x="838730" y="93363"/>
                  <a:pt x="838662" y="93058"/>
                  <a:pt x="838662" y="92697"/>
                </a:cubicBezTo>
                <a:lnTo>
                  <a:pt x="838662" y="84639"/>
                </a:lnTo>
                <a:cubicBezTo>
                  <a:pt x="835178" y="88500"/>
                  <a:pt x="831739" y="91316"/>
                  <a:pt x="828346" y="93088"/>
                </a:cubicBezTo>
                <a:cubicBezTo>
                  <a:pt x="824952" y="94859"/>
                  <a:pt x="821513" y="95744"/>
                  <a:pt x="818029" y="95744"/>
                </a:cubicBezTo>
                <a:cubicBezTo>
                  <a:pt x="813957" y="95744"/>
                  <a:pt x="810529" y="95066"/>
                  <a:pt x="807747" y="93710"/>
                </a:cubicBezTo>
                <a:cubicBezTo>
                  <a:pt x="804964" y="92355"/>
                  <a:pt x="802713" y="90514"/>
                  <a:pt x="800993" y="88188"/>
                </a:cubicBezTo>
                <a:cubicBezTo>
                  <a:pt x="799274" y="85860"/>
                  <a:pt x="798041" y="83149"/>
                  <a:pt x="797294" y="80054"/>
                </a:cubicBezTo>
                <a:cubicBezTo>
                  <a:pt x="796548" y="76957"/>
                  <a:pt x="796175" y="73195"/>
                  <a:pt x="796175" y="68767"/>
                </a:cubicBezTo>
                <a:lnTo>
                  <a:pt x="796175" y="31759"/>
                </a:lnTo>
                <a:cubicBezTo>
                  <a:pt x="796175" y="31398"/>
                  <a:pt x="796254" y="31093"/>
                  <a:pt x="796412" y="30845"/>
                </a:cubicBezTo>
                <a:cubicBezTo>
                  <a:pt x="796570" y="30595"/>
                  <a:pt x="796876" y="30369"/>
                  <a:pt x="797328" y="30165"/>
                </a:cubicBezTo>
                <a:cubicBezTo>
                  <a:pt x="797781" y="29962"/>
                  <a:pt x="798369" y="29827"/>
                  <a:pt x="799093" y="29759"/>
                </a:cubicBezTo>
                <a:cubicBezTo>
                  <a:pt x="799817" y="29691"/>
                  <a:pt x="800722" y="29658"/>
                  <a:pt x="801808" y="29658"/>
                </a:cubicBezTo>
                <a:cubicBezTo>
                  <a:pt x="802894" y="29658"/>
                  <a:pt x="803799" y="29691"/>
                  <a:pt x="804523" y="29759"/>
                </a:cubicBezTo>
                <a:cubicBezTo>
                  <a:pt x="805247" y="29827"/>
                  <a:pt x="805824" y="29962"/>
                  <a:pt x="806254" y="30165"/>
                </a:cubicBezTo>
                <a:cubicBezTo>
                  <a:pt x="806683" y="30369"/>
                  <a:pt x="806989" y="30595"/>
                  <a:pt x="807170" y="30845"/>
                </a:cubicBezTo>
                <a:cubicBezTo>
                  <a:pt x="807351" y="31093"/>
                  <a:pt x="807441" y="31398"/>
                  <a:pt x="807441" y="31759"/>
                </a:cubicBezTo>
                <a:lnTo>
                  <a:pt x="807441" y="67282"/>
                </a:lnTo>
                <a:cubicBezTo>
                  <a:pt x="807441" y="70852"/>
                  <a:pt x="807701" y="73711"/>
                  <a:pt x="808222" y="75858"/>
                </a:cubicBezTo>
                <a:cubicBezTo>
                  <a:pt x="808742" y="78005"/>
                  <a:pt x="809534" y="79836"/>
                  <a:pt x="810597" y="81351"/>
                </a:cubicBezTo>
                <a:cubicBezTo>
                  <a:pt x="811661" y="82864"/>
                  <a:pt x="813007" y="84040"/>
                  <a:pt x="814636" y="84876"/>
                </a:cubicBezTo>
                <a:cubicBezTo>
                  <a:pt x="816265" y="85711"/>
                  <a:pt x="818165" y="86129"/>
                  <a:pt x="820337" y="86129"/>
                </a:cubicBezTo>
                <a:cubicBezTo>
                  <a:pt x="823142" y="86129"/>
                  <a:pt x="825936" y="85130"/>
                  <a:pt x="828719" y="83133"/>
                </a:cubicBezTo>
                <a:cubicBezTo>
                  <a:pt x="831502" y="81135"/>
                  <a:pt x="834454" y="78207"/>
                  <a:pt x="837576" y="74347"/>
                </a:cubicBezTo>
                <a:lnTo>
                  <a:pt x="837576" y="31757"/>
                </a:lnTo>
                <a:cubicBezTo>
                  <a:pt x="837576" y="31395"/>
                  <a:pt x="837656" y="31091"/>
                  <a:pt x="837814" y="30842"/>
                </a:cubicBezTo>
                <a:cubicBezTo>
                  <a:pt x="837972" y="30594"/>
                  <a:pt x="838278" y="30369"/>
                  <a:pt x="838730" y="30165"/>
                </a:cubicBezTo>
                <a:cubicBezTo>
                  <a:pt x="839183" y="29962"/>
                  <a:pt x="839760" y="29827"/>
                  <a:pt x="840461" y="29759"/>
                </a:cubicBezTo>
                <a:cubicBezTo>
                  <a:pt x="841162" y="29691"/>
                  <a:pt x="842079" y="29658"/>
                  <a:pt x="843210" y="29658"/>
                </a:cubicBezTo>
                <a:cubicBezTo>
                  <a:pt x="844296" y="29658"/>
                  <a:pt x="845201" y="29691"/>
                  <a:pt x="845925" y="29759"/>
                </a:cubicBezTo>
                <a:cubicBezTo>
                  <a:pt x="846649" y="29827"/>
                  <a:pt x="847214" y="29962"/>
                  <a:pt x="847621" y="30165"/>
                </a:cubicBezTo>
                <a:cubicBezTo>
                  <a:pt x="848029" y="30369"/>
                  <a:pt x="848334" y="30594"/>
                  <a:pt x="848538" y="30842"/>
                </a:cubicBezTo>
                <a:cubicBezTo>
                  <a:pt x="848741" y="31091"/>
                  <a:pt x="848843" y="31395"/>
                  <a:pt x="848843" y="31757"/>
                </a:cubicBezTo>
                <a:lnTo>
                  <a:pt x="848843" y="92697"/>
                </a:lnTo>
                <a:close/>
                <a:moveTo>
                  <a:pt x="906038" y="35752"/>
                </a:moveTo>
                <a:cubicBezTo>
                  <a:pt x="906038" y="36745"/>
                  <a:pt x="906015" y="37580"/>
                  <a:pt x="905970" y="38257"/>
                </a:cubicBezTo>
                <a:cubicBezTo>
                  <a:pt x="905925" y="38934"/>
                  <a:pt x="905834" y="39464"/>
                  <a:pt x="905699" y="39848"/>
                </a:cubicBezTo>
                <a:cubicBezTo>
                  <a:pt x="905563" y="40232"/>
                  <a:pt x="905393" y="40525"/>
                  <a:pt x="905190" y="40728"/>
                </a:cubicBezTo>
                <a:cubicBezTo>
                  <a:pt x="904986" y="40931"/>
                  <a:pt x="904703" y="41033"/>
                  <a:pt x="904341" y="41033"/>
                </a:cubicBezTo>
                <a:cubicBezTo>
                  <a:pt x="903979" y="41033"/>
                  <a:pt x="903538" y="40931"/>
                  <a:pt x="903018" y="40728"/>
                </a:cubicBezTo>
                <a:cubicBezTo>
                  <a:pt x="902497" y="40525"/>
                  <a:pt x="901909" y="40322"/>
                  <a:pt x="901253" y="40119"/>
                </a:cubicBezTo>
                <a:cubicBezTo>
                  <a:pt x="900597" y="39916"/>
                  <a:pt x="899862" y="39724"/>
                  <a:pt x="899047" y="39543"/>
                </a:cubicBezTo>
                <a:cubicBezTo>
                  <a:pt x="898233" y="39363"/>
                  <a:pt x="897350" y="39273"/>
                  <a:pt x="896400" y="39273"/>
                </a:cubicBezTo>
                <a:cubicBezTo>
                  <a:pt x="895269" y="39273"/>
                  <a:pt x="894160" y="39498"/>
                  <a:pt x="893074" y="39950"/>
                </a:cubicBezTo>
                <a:cubicBezTo>
                  <a:pt x="891989" y="40401"/>
                  <a:pt x="890846" y="41146"/>
                  <a:pt x="889647" y="42184"/>
                </a:cubicBezTo>
                <a:cubicBezTo>
                  <a:pt x="888448" y="43222"/>
                  <a:pt x="887192" y="44599"/>
                  <a:pt x="885880" y="46315"/>
                </a:cubicBezTo>
                <a:cubicBezTo>
                  <a:pt x="884568" y="48030"/>
                  <a:pt x="883120" y="50129"/>
                  <a:pt x="881536" y="52612"/>
                </a:cubicBezTo>
                <a:lnTo>
                  <a:pt x="881536" y="92697"/>
                </a:lnTo>
                <a:cubicBezTo>
                  <a:pt x="881536" y="93058"/>
                  <a:pt x="881446" y="93363"/>
                  <a:pt x="881265" y="93611"/>
                </a:cubicBezTo>
                <a:cubicBezTo>
                  <a:pt x="881084" y="93859"/>
                  <a:pt x="880790" y="94074"/>
                  <a:pt x="880382" y="94254"/>
                </a:cubicBezTo>
                <a:cubicBezTo>
                  <a:pt x="879975" y="94435"/>
                  <a:pt x="879410" y="94570"/>
                  <a:pt x="878686" y="94660"/>
                </a:cubicBezTo>
                <a:cubicBezTo>
                  <a:pt x="877962" y="94751"/>
                  <a:pt x="877034" y="94796"/>
                  <a:pt x="875903" y="94796"/>
                </a:cubicBezTo>
                <a:cubicBezTo>
                  <a:pt x="874817" y="94796"/>
                  <a:pt x="873912" y="94751"/>
                  <a:pt x="873188" y="94660"/>
                </a:cubicBezTo>
                <a:cubicBezTo>
                  <a:pt x="872464" y="94570"/>
                  <a:pt x="871887" y="94435"/>
                  <a:pt x="871457" y="94254"/>
                </a:cubicBezTo>
                <a:cubicBezTo>
                  <a:pt x="871027" y="94074"/>
                  <a:pt x="870733" y="93859"/>
                  <a:pt x="870575" y="93611"/>
                </a:cubicBezTo>
                <a:cubicBezTo>
                  <a:pt x="870417" y="93363"/>
                  <a:pt x="870337" y="93058"/>
                  <a:pt x="870337" y="92697"/>
                </a:cubicBezTo>
                <a:lnTo>
                  <a:pt x="870337" y="31757"/>
                </a:lnTo>
                <a:cubicBezTo>
                  <a:pt x="870337" y="31395"/>
                  <a:pt x="870405" y="31091"/>
                  <a:pt x="870541" y="30842"/>
                </a:cubicBezTo>
                <a:cubicBezTo>
                  <a:pt x="870677" y="30594"/>
                  <a:pt x="870948" y="30369"/>
                  <a:pt x="871355" y="30165"/>
                </a:cubicBezTo>
                <a:cubicBezTo>
                  <a:pt x="871763" y="29962"/>
                  <a:pt x="872283" y="29827"/>
                  <a:pt x="872917" y="29759"/>
                </a:cubicBezTo>
                <a:cubicBezTo>
                  <a:pt x="873550" y="29691"/>
                  <a:pt x="874387" y="29658"/>
                  <a:pt x="875428" y="29658"/>
                </a:cubicBezTo>
                <a:cubicBezTo>
                  <a:pt x="876423" y="29658"/>
                  <a:pt x="877249" y="29691"/>
                  <a:pt x="877905" y="29759"/>
                </a:cubicBezTo>
                <a:cubicBezTo>
                  <a:pt x="878561" y="29827"/>
                  <a:pt x="879070" y="29962"/>
                  <a:pt x="879432" y="30165"/>
                </a:cubicBezTo>
                <a:cubicBezTo>
                  <a:pt x="879794" y="30369"/>
                  <a:pt x="880054" y="30594"/>
                  <a:pt x="880213" y="30842"/>
                </a:cubicBezTo>
                <a:cubicBezTo>
                  <a:pt x="880371" y="31091"/>
                  <a:pt x="880450" y="31395"/>
                  <a:pt x="880450" y="31757"/>
                </a:cubicBezTo>
                <a:lnTo>
                  <a:pt x="880450" y="40627"/>
                </a:lnTo>
                <a:cubicBezTo>
                  <a:pt x="882124" y="38189"/>
                  <a:pt x="883697" y="36203"/>
                  <a:pt x="885167" y="34668"/>
                </a:cubicBezTo>
                <a:cubicBezTo>
                  <a:pt x="886638" y="33133"/>
                  <a:pt x="888029" y="31926"/>
                  <a:pt x="889342" y="31046"/>
                </a:cubicBezTo>
                <a:cubicBezTo>
                  <a:pt x="890654" y="30165"/>
                  <a:pt x="891955" y="29556"/>
                  <a:pt x="893244" y="29217"/>
                </a:cubicBezTo>
                <a:cubicBezTo>
                  <a:pt x="894534" y="28879"/>
                  <a:pt x="895835" y="28710"/>
                  <a:pt x="897147" y="28710"/>
                </a:cubicBezTo>
                <a:cubicBezTo>
                  <a:pt x="897735" y="28710"/>
                  <a:pt x="898402" y="28743"/>
                  <a:pt x="899149" y="28811"/>
                </a:cubicBezTo>
                <a:cubicBezTo>
                  <a:pt x="899896" y="28879"/>
                  <a:pt x="900676" y="29003"/>
                  <a:pt x="901491" y="29184"/>
                </a:cubicBezTo>
                <a:cubicBezTo>
                  <a:pt x="902305" y="29364"/>
                  <a:pt x="903040" y="29567"/>
                  <a:pt x="903696" y="29793"/>
                </a:cubicBezTo>
                <a:cubicBezTo>
                  <a:pt x="904353" y="30019"/>
                  <a:pt x="904816" y="30244"/>
                  <a:pt x="905088" y="30470"/>
                </a:cubicBezTo>
                <a:cubicBezTo>
                  <a:pt x="905359" y="30696"/>
                  <a:pt x="905540" y="30910"/>
                  <a:pt x="905631" y="31113"/>
                </a:cubicBezTo>
                <a:cubicBezTo>
                  <a:pt x="905721" y="31316"/>
                  <a:pt x="905800" y="31576"/>
                  <a:pt x="905868" y="31892"/>
                </a:cubicBezTo>
                <a:cubicBezTo>
                  <a:pt x="905936" y="32208"/>
                  <a:pt x="905981" y="32671"/>
                  <a:pt x="906004" y="33280"/>
                </a:cubicBezTo>
                <a:cubicBezTo>
                  <a:pt x="906027" y="33889"/>
                  <a:pt x="906038" y="34713"/>
                  <a:pt x="906038" y="35752"/>
                </a:cubicBezTo>
                <a:close/>
                <a:moveTo>
                  <a:pt x="970293" y="59586"/>
                </a:moveTo>
                <a:cubicBezTo>
                  <a:pt x="970293" y="61346"/>
                  <a:pt x="969852" y="62599"/>
                  <a:pt x="968970" y="63344"/>
                </a:cubicBezTo>
                <a:cubicBezTo>
                  <a:pt x="968087" y="64089"/>
                  <a:pt x="967081" y="64461"/>
                  <a:pt x="965949" y="64461"/>
                </a:cubicBezTo>
                <a:lnTo>
                  <a:pt x="925905" y="64461"/>
                </a:lnTo>
                <a:cubicBezTo>
                  <a:pt x="925905" y="67857"/>
                  <a:pt x="926244" y="70913"/>
                  <a:pt x="926923" y="73630"/>
                </a:cubicBezTo>
                <a:cubicBezTo>
                  <a:pt x="927602" y="76347"/>
                  <a:pt x="928733" y="78678"/>
                  <a:pt x="930317" y="80625"/>
                </a:cubicBezTo>
                <a:cubicBezTo>
                  <a:pt x="931900" y="82572"/>
                  <a:pt x="933959" y="84066"/>
                  <a:pt x="936493" y="85109"/>
                </a:cubicBezTo>
                <a:cubicBezTo>
                  <a:pt x="939027" y="86150"/>
                  <a:pt x="942126" y="86670"/>
                  <a:pt x="945792" y="86670"/>
                </a:cubicBezTo>
                <a:cubicBezTo>
                  <a:pt x="948687" y="86670"/>
                  <a:pt x="951266" y="86433"/>
                  <a:pt x="953529" y="85959"/>
                </a:cubicBezTo>
                <a:cubicBezTo>
                  <a:pt x="955791" y="85485"/>
                  <a:pt x="957748" y="84955"/>
                  <a:pt x="959400" y="84368"/>
                </a:cubicBezTo>
                <a:cubicBezTo>
                  <a:pt x="961051" y="83781"/>
                  <a:pt x="962409" y="83251"/>
                  <a:pt x="963472" y="82777"/>
                </a:cubicBezTo>
                <a:cubicBezTo>
                  <a:pt x="964535" y="82303"/>
                  <a:pt x="965339" y="82066"/>
                  <a:pt x="965882" y="82066"/>
                </a:cubicBezTo>
                <a:cubicBezTo>
                  <a:pt x="966198" y="82066"/>
                  <a:pt x="966481" y="82145"/>
                  <a:pt x="966730" y="82303"/>
                </a:cubicBezTo>
                <a:cubicBezTo>
                  <a:pt x="966979" y="82461"/>
                  <a:pt x="967171" y="82698"/>
                  <a:pt x="967307" y="83014"/>
                </a:cubicBezTo>
                <a:cubicBezTo>
                  <a:pt x="967443" y="83330"/>
                  <a:pt x="967544" y="83770"/>
                  <a:pt x="967612" y="84334"/>
                </a:cubicBezTo>
                <a:cubicBezTo>
                  <a:pt x="967680" y="84899"/>
                  <a:pt x="967714" y="85587"/>
                  <a:pt x="967714" y="86400"/>
                </a:cubicBezTo>
                <a:cubicBezTo>
                  <a:pt x="967714" y="86986"/>
                  <a:pt x="967691" y="87494"/>
                  <a:pt x="967646" y="87923"/>
                </a:cubicBezTo>
                <a:cubicBezTo>
                  <a:pt x="967601" y="88352"/>
                  <a:pt x="967544" y="88736"/>
                  <a:pt x="967477" y="89074"/>
                </a:cubicBezTo>
                <a:cubicBezTo>
                  <a:pt x="967409" y="89413"/>
                  <a:pt x="967296" y="89717"/>
                  <a:pt x="967137" y="89988"/>
                </a:cubicBezTo>
                <a:cubicBezTo>
                  <a:pt x="966979" y="90259"/>
                  <a:pt x="966775" y="90519"/>
                  <a:pt x="966526" y="90767"/>
                </a:cubicBezTo>
                <a:cubicBezTo>
                  <a:pt x="966277" y="91015"/>
                  <a:pt x="965542" y="91421"/>
                  <a:pt x="964321" y="91986"/>
                </a:cubicBezTo>
                <a:cubicBezTo>
                  <a:pt x="963099" y="92550"/>
                  <a:pt x="961515" y="93103"/>
                  <a:pt x="959569" y="93645"/>
                </a:cubicBezTo>
                <a:cubicBezTo>
                  <a:pt x="957624" y="94186"/>
                  <a:pt x="955373" y="94672"/>
                  <a:pt x="952816" y="95100"/>
                </a:cubicBezTo>
                <a:cubicBezTo>
                  <a:pt x="950260" y="95529"/>
                  <a:pt x="947534" y="95744"/>
                  <a:pt x="944638" y="95744"/>
                </a:cubicBezTo>
                <a:cubicBezTo>
                  <a:pt x="939615" y="95744"/>
                  <a:pt x="935215" y="95043"/>
                  <a:pt x="931437" y="93643"/>
                </a:cubicBezTo>
                <a:cubicBezTo>
                  <a:pt x="927658" y="92242"/>
                  <a:pt x="924480" y="90163"/>
                  <a:pt x="921901" y="87407"/>
                </a:cubicBezTo>
                <a:cubicBezTo>
                  <a:pt x="919321" y="84650"/>
                  <a:pt x="917376" y="81194"/>
                  <a:pt x="916064" y="77036"/>
                </a:cubicBezTo>
                <a:cubicBezTo>
                  <a:pt x="914751" y="72879"/>
                  <a:pt x="914095" y="68044"/>
                  <a:pt x="914095" y="62531"/>
                </a:cubicBezTo>
                <a:cubicBezTo>
                  <a:pt x="914095" y="57289"/>
                  <a:pt x="914774" y="52579"/>
                  <a:pt x="916132" y="48399"/>
                </a:cubicBezTo>
                <a:cubicBezTo>
                  <a:pt x="917489" y="44219"/>
                  <a:pt x="919446" y="40672"/>
                  <a:pt x="922002" y="37757"/>
                </a:cubicBezTo>
                <a:cubicBezTo>
                  <a:pt x="924559" y="34843"/>
                  <a:pt x="927647" y="32607"/>
                  <a:pt x="931267" y="31048"/>
                </a:cubicBezTo>
                <a:cubicBezTo>
                  <a:pt x="934887" y="29489"/>
                  <a:pt x="938936" y="28710"/>
                  <a:pt x="943416" y="28710"/>
                </a:cubicBezTo>
                <a:cubicBezTo>
                  <a:pt x="948212" y="28710"/>
                  <a:pt x="952296" y="29477"/>
                  <a:pt x="955667" y="31012"/>
                </a:cubicBezTo>
                <a:cubicBezTo>
                  <a:pt x="959038" y="32547"/>
                  <a:pt x="961809" y="34612"/>
                  <a:pt x="963981" y="37207"/>
                </a:cubicBezTo>
                <a:cubicBezTo>
                  <a:pt x="966153" y="39803"/>
                  <a:pt x="967748" y="42850"/>
                  <a:pt x="968766" y="46348"/>
                </a:cubicBezTo>
                <a:cubicBezTo>
                  <a:pt x="969784" y="49847"/>
                  <a:pt x="970293" y="53582"/>
                  <a:pt x="970293" y="57555"/>
                </a:cubicBezTo>
                <a:lnTo>
                  <a:pt x="970293" y="59586"/>
                </a:lnTo>
                <a:moveTo>
                  <a:pt x="959027" y="56268"/>
                </a:moveTo>
                <a:cubicBezTo>
                  <a:pt x="959162" y="50400"/>
                  <a:pt x="957861" y="45795"/>
                  <a:pt x="955124" y="42455"/>
                </a:cubicBezTo>
                <a:cubicBezTo>
                  <a:pt x="952386" y="39115"/>
                  <a:pt x="948325" y="37444"/>
                  <a:pt x="942941" y="37444"/>
                </a:cubicBezTo>
                <a:cubicBezTo>
                  <a:pt x="940181" y="37444"/>
                  <a:pt x="937760" y="37963"/>
                  <a:pt x="935679" y="39002"/>
                </a:cubicBezTo>
                <a:cubicBezTo>
                  <a:pt x="933597" y="40040"/>
                  <a:pt x="931855" y="41417"/>
                  <a:pt x="930452" y="43132"/>
                </a:cubicBezTo>
                <a:cubicBezTo>
                  <a:pt x="929050" y="44847"/>
                  <a:pt x="927964" y="46845"/>
                  <a:pt x="927195" y="49125"/>
                </a:cubicBezTo>
                <a:cubicBezTo>
                  <a:pt x="926425" y="51404"/>
                  <a:pt x="925996" y="53785"/>
                  <a:pt x="925905" y="56268"/>
                </a:cubicBezTo>
                <a:lnTo>
                  <a:pt x="959027" y="56268"/>
                </a:lnTo>
                <a:close/>
                <a:moveTo>
                  <a:pt x="1026030" y="76156"/>
                </a:moveTo>
                <a:cubicBezTo>
                  <a:pt x="1026030" y="79274"/>
                  <a:pt x="1025453" y="82053"/>
                  <a:pt x="1024299" y="84493"/>
                </a:cubicBezTo>
                <a:cubicBezTo>
                  <a:pt x="1023145" y="86932"/>
                  <a:pt x="1021505" y="88988"/>
                  <a:pt x="1019379" y="90661"/>
                </a:cubicBezTo>
                <a:cubicBezTo>
                  <a:pt x="1017252" y="92333"/>
                  <a:pt x="1014718" y="93597"/>
                  <a:pt x="1011777" y="94455"/>
                </a:cubicBezTo>
                <a:cubicBezTo>
                  <a:pt x="1008836" y="95314"/>
                  <a:pt x="1005601" y="95744"/>
                  <a:pt x="1002071" y="95744"/>
                </a:cubicBezTo>
                <a:cubicBezTo>
                  <a:pt x="999899" y="95744"/>
                  <a:pt x="997829" y="95574"/>
                  <a:pt x="995861" y="95236"/>
                </a:cubicBezTo>
                <a:cubicBezTo>
                  <a:pt x="993893" y="94897"/>
                  <a:pt x="992128" y="94469"/>
                  <a:pt x="990567" y="93949"/>
                </a:cubicBezTo>
                <a:cubicBezTo>
                  <a:pt x="989006" y="93430"/>
                  <a:pt x="987682" y="92889"/>
                  <a:pt x="986596" y="92324"/>
                </a:cubicBezTo>
                <a:cubicBezTo>
                  <a:pt x="985510" y="91760"/>
                  <a:pt x="984719" y="91252"/>
                  <a:pt x="984221" y="90801"/>
                </a:cubicBezTo>
                <a:cubicBezTo>
                  <a:pt x="983723" y="90349"/>
                  <a:pt x="983361" y="89717"/>
                  <a:pt x="983135" y="88905"/>
                </a:cubicBezTo>
                <a:cubicBezTo>
                  <a:pt x="982909" y="88092"/>
                  <a:pt x="982796" y="86986"/>
                  <a:pt x="982796" y="85587"/>
                </a:cubicBezTo>
                <a:cubicBezTo>
                  <a:pt x="982796" y="84729"/>
                  <a:pt x="982841" y="84007"/>
                  <a:pt x="982931" y="83420"/>
                </a:cubicBezTo>
                <a:cubicBezTo>
                  <a:pt x="983022" y="82833"/>
                  <a:pt x="983135" y="82359"/>
                  <a:pt x="983271" y="81998"/>
                </a:cubicBezTo>
                <a:cubicBezTo>
                  <a:pt x="983406" y="81637"/>
                  <a:pt x="983599" y="81378"/>
                  <a:pt x="983848" y="81220"/>
                </a:cubicBezTo>
                <a:cubicBezTo>
                  <a:pt x="984096" y="81062"/>
                  <a:pt x="984379" y="80983"/>
                  <a:pt x="984696" y="80983"/>
                </a:cubicBezTo>
                <a:cubicBezTo>
                  <a:pt x="985194" y="80983"/>
                  <a:pt x="985929" y="81287"/>
                  <a:pt x="986902" y="81897"/>
                </a:cubicBezTo>
                <a:cubicBezTo>
                  <a:pt x="987875" y="82506"/>
                  <a:pt x="989074" y="83172"/>
                  <a:pt x="990499" y="83894"/>
                </a:cubicBezTo>
                <a:cubicBezTo>
                  <a:pt x="991924" y="84617"/>
                  <a:pt x="993610" y="85282"/>
                  <a:pt x="995555" y="85892"/>
                </a:cubicBezTo>
                <a:cubicBezTo>
                  <a:pt x="997501" y="86501"/>
                  <a:pt x="999741" y="86806"/>
                  <a:pt x="1002275" y="86806"/>
                </a:cubicBezTo>
                <a:cubicBezTo>
                  <a:pt x="1004175" y="86806"/>
                  <a:pt x="1005895" y="86603"/>
                  <a:pt x="1007433" y="86196"/>
                </a:cubicBezTo>
                <a:cubicBezTo>
                  <a:pt x="1008971" y="85789"/>
                  <a:pt x="1010306" y="85189"/>
                  <a:pt x="1011437" y="84398"/>
                </a:cubicBezTo>
                <a:cubicBezTo>
                  <a:pt x="1012569" y="83606"/>
                  <a:pt x="1013440" y="82600"/>
                  <a:pt x="1014051" y="81378"/>
                </a:cubicBezTo>
                <a:cubicBezTo>
                  <a:pt x="1014661" y="80157"/>
                  <a:pt x="1014967" y="78709"/>
                  <a:pt x="1014967" y="77036"/>
                </a:cubicBezTo>
                <a:cubicBezTo>
                  <a:pt x="1014967" y="75320"/>
                  <a:pt x="1014526" y="73874"/>
                  <a:pt x="1013643" y="72699"/>
                </a:cubicBezTo>
                <a:cubicBezTo>
                  <a:pt x="1012761" y="71524"/>
                  <a:pt x="1011596" y="70485"/>
                  <a:pt x="1010148" y="69582"/>
                </a:cubicBezTo>
                <a:cubicBezTo>
                  <a:pt x="1008700" y="68678"/>
                  <a:pt x="1007071" y="67876"/>
                  <a:pt x="1005261" y="67176"/>
                </a:cubicBezTo>
                <a:cubicBezTo>
                  <a:pt x="1003451" y="66475"/>
                  <a:pt x="1001585" y="65741"/>
                  <a:pt x="999662" y="64973"/>
                </a:cubicBezTo>
                <a:cubicBezTo>
                  <a:pt x="997739" y="64204"/>
                  <a:pt x="995861" y="63334"/>
                  <a:pt x="994028" y="62362"/>
                </a:cubicBezTo>
                <a:cubicBezTo>
                  <a:pt x="992196" y="61390"/>
                  <a:pt x="990556" y="60204"/>
                  <a:pt x="989108" y="58803"/>
                </a:cubicBezTo>
                <a:cubicBezTo>
                  <a:pt x="987660" y="57402"/>
                  <a:pt x="986495" y="55731"/>
                  <a:pt x="985612" y="53788"/>
                </a:cubicBezTo>
                <a:cubicBezTo>
                  <a:pt x="984730" y="51846"/>
                  <a:pt x="984289" y="49519"/>
                  <a:pt x="984289" y="46808"/>
                </a:cubicBezTo>
                <a:cubicBezTo>
                  <a:pt x="984289" y="44412"/>
                  <a:pt x="984753" y="42119"/>
                  <a:pt x="985680" y="39928"/>
                </a:cubicBezTo>
                <a:cubicBezTo>
                  <a:pt x="986608" y="37736"/>
                  <a:pt x="987999" y="35816"/>
                  <a:pt x="989854" y="34167"/>
                </a:cubicBezTo>
                <a:cubicBezTo>
                  <a:pt x="991709" y="32516"/>
                  <a:pt x="994028" y="31194"/>
                  <a:pt x="996811" y="30201"/>
                </a:cubicBezTo>
                <a:cubicBezTo>
                  <a:pt x="999594" y="29207"/>
                  <a:pt x="1002840" y="28710"/>
                  <a:pt x="1006551" y="28710"/>
                </a:cubicBezTo>
                <a:cubicBezTo>
                  <a:pt x="1008180" y="28710"/>
                  <a:pt x="1009809" y="28847"/>
                  <a:pt x="1011437" y="29122"/>
                </a:cubicBezTo>
                <a:cubicBezTo>
                  <a:pt x="1013066" y="29397"/>
                  <a:pt x="1014537" y="29741"/>
                  <a:pt x="1015849" y="30153"/>
                </a:cubicBezTo>
                <a:cubicBezTo>
                  <a:pt x="1017161" y="30565"/>
                  <a:pt x="1018281" y="31011"/>
                  <a:pt x="1019209" y="31492"/>
                </a:cubicBezTo>
                <a:cubicBezTo>
                  <a:pt x="1020136" y="31973"/>
                  <a:pt x="1020838" y="32397"/>
                  <a:pt x="1021313" y="32764"/>
                </a:cubicBezTo>
                <a:cubicBezTo>
                  <a:pt x="1021788" y="33131"/>
                  <a:pt x="1022105" y="33449"/>
                  <a:pt x="1022263" y="33720"/>
                </a:cubicBezTo>
                <a:cubicBezTo>
                  <a:pt x="1022421" y="33991"/>
                  <a:pt x="1022535" y="34296"/>
                  <a:pt x="1022602" y="34634"/>
                </a:cubicBezTo>
                <a:cubicBezTo>
                  <a:pt x="1022670" y="34973"/>
                  <a:pt x="1022738" y="35390"/>
                  <a:pt x="1022806" y="35887"/>
                </a:cubicBezTo>
                <a:cubicBezTo>
                  <a:pt x="1022874" y="36384"/>
                  <a:pt x="1022908" y="36993"/>
                  <a:pt x="1022908" y="37715"/>
                </a:cubicBezTo>
                <a:cubicBezTo>
                  <a:pt x="1022908" y="38483"/>
                  <a:pt x="1022874" y="39148"/>
                  <a:pt x="1022806" y="39713"/>
                </a:cubicBezTo>
                <a:cubicBezTo>
                  <a:pt x="1022738" y="40277"/>
                  <a:pt x="1022625" y="40740"/>
                  <a:pt x="1022467" y="41101"/>
                </a:cubicBezTo>
                <a:cubicBezTo>
                  <a:pt x="1022308" y="41462"/>
                  <a:pt x="1022116" y="41721"/>
                  <a:pt x="1021890" y="41879"/>
                </a:cubicBezTo>
                <a:cubicBezTo>
                  <a:pt x="1021664" y="42037"/>
                  <a:pt x="1021415" y="42116"/>
                  <a:pt x="1021143" y="42116"/>
                </a:cubicBezTo>
                <a:cubicBezTo>
                  <a:pt x="1020736" y="42116"/>
                  <a:pt x="1020148" y="41865"/>
                  <a:pt x="1019379" y="41361"/>
                </a:cubicBezTo>
                <a:cubicBezTo>
                  <a:pt x="1018609" y="40857"/>
                  <a:pt x="1017614" y="40319"/>
                  <a:pt x="1016392" y="39747"/>
                </a:cubicBezTo>
                <a:cubicBezTo>
                  <a:pt x="1015170" y="39174"/>
                  <a:pt x="1013734" y="38636"/>
                  <a:pt x="1012082" y="38132"/>
                </a:cubicBezTo>
                <a:cubicBezTo>
                  <a:pt x="1010431" y="37628"/>
                  <a:pt x="1008542" y="37377"/>
                  <a:pt x="1006415" y="37377"/>
                </a:cubicBezTo>
                <a:cubicBezTo>
                  <a:pt x="1004515" y="37377"/>
                  <a:pt x="1002840" y="37592"/>
                  <a:pt x="1001392" y="38022"/>
                </a:cubicBezTo>
                <a:cubicBezTo>
                  <a:pt x="999945" y="38451"/>
                  <a:pt x="998757" y="39061"/>
                  <a:pt x="997829" y="39852"/>
                </a:cubicBezTo>
                <a:cubicBezTo>
                  <a:pt x="996902" y="40644"/>
                  <a:pt x="996200" y="41582"/>
                  <a:pt x="995725" y="42669"/>
                </a:cubicBezTo>
                <a:cubicBezTo>
                  <a:pt x="995250" y="43753"/>
                  <a:pt x="995013" y="44929"/>
                  <a:pt x="995013" y="46196"/>
                </a:cubicBezTo>
                <a:cubicBezTo>
                  <a:pt x="995013" y="47958"/>
                  <a:pt x="995465" y="49438"/>
                  <a:pt x="996370" y="50635"/>
                </a:cubicBezTo>
                <a:cubicBezTo>
                  <a:pt x="997275" y="51833"/>
                  <a:pt x="998451" y="52884"/>
                  <a:pt x="999899" y="53788"/>
                </a:cubicBezTo>
                <a:cubicBezTo>
                  <a:pt x="1001347" y="54691"/>
                  <a:pt x="1002999" y="55504"/>
                  <a:pt x="1004854" y="56228"/>
                </a:cubicBezTo>
                <a:cubicBezTo>
                  <a:pt x="1006709" y="56950"/>
                  <a:pt x="1008598" y="57696"/>
                  <a:pt x="1010521" y="58464"/>
                </a:cubicBezTo>
                <a:cubicBezTo>
                  <a:pt x="1012444" y="59232"/>
                  <a:pt x="1014345" y="60090"/>
                  <a:pt x="1016222" y="61040"/>
                </a:cubicBezTo>
                <a:cubicBezTo>
                  <a:pt x="1018100" y="61989"/>
                  <a:pt x="1019763" y="63141"/>
                  <a:pt x="1021211" y="64497"/>
                </a:cubicBezTo>
                <a:cubicBezTo>
                  <a:pt x="1022659" y="65853"/>
                  <a:pt x="1023824" y="67480"/>
                  <a:pt x="1024706" y="69379"/>
                </a:cubicBezTo>
                <a:cubicBezTo>
                  <a:pt x="1025589" y="71276"/>
                  <a:pt x="1026030" y="73535"/>
                  <a:pt x="1026030" y="76156"/>
                </a:cubicBezTo>
                <a:close/>
                <a:moveTo>
                  <a:pt x="1126470" y="55388"/>
                </a:moveTo>
                <a:cubicBezTo>
                  <a:pt x="1126470" y="56245"/>
                  <a:pt x="1126402" y="56979"/>
                  <a:pt x="1126267" y="57588"/>
                </a:cubicBezTo>
                <a:cubicBezTo>
                  <a:pt x="1126131" y="58198"/>
                  <a:pt x="1125950" y="58706"/>
                  <a:pt x="1125724" y="59112"/>
                </a:cubicBezTo>
                <a:cubicBezTo>
                  <a:pt x="1125497" y="59518"/>
                  <a:pt x="1125226" y="59812"/>
                  <a:pt x="1124909" y="59992"/>
                </a:cubicBezTo>
                <a:cubicBezTo>
                  <a:pt x="1124592" y="60173"/>
                  <a:pt x="1124253" y="60263"/>
                  <a:pt x="1123891" y="60263"/>
                </a:cubicBezTo>
                <a:lnTo>
                  <a:pt x="1101629" y="60263"/>
                </a:lnTo>
                <a:lnTo>
                  <a:pt x="1101629" y="84910"/>
                </a:lnTo>
                <a:cubicBezTo>
                  <a:pt x="1101629" y="85271"/>
                  <a:pt x="1101539" y="85576"/>
                  <a:pt x="1101358" y="85824"/>
                </a:cubicBezTo>
                <a:cubicBezTo>
                  <a:pt x="1101177" y="86072"/>
                  <a:pt x="1100894" y="86287"/>
                  <a:pt x="1100509" y="86467"/>
                </a:cubicBezTo>
                <a:cubicBezTo>
                  <a:pt x="1100125" y="86648"/>
                  <a:pt x="1099616" y="86795"/>
                  <a:pt x="1098982" y="86907"/>
                </a:cubicBezTo>
                <a:cubicBezTo>
                  <a:pt x="1098349" y="87020"/>
                  <a:pt x="1097557" y="87077"/>
                  <a:pt x="1096607" y="87077"/>
                </a:cubicBezTo>
                <a:cubicBezTo>
                  <a:pt x="1095702" y="87077"/>
                  <a:pt x="1094921" y="87020"/>
                  <a:pt x="1094265" y="86907"/>
                </a:cubicBezTo>
                <a:cubicBezTo>
                  <a:pt x="1093609" y="86795"/>
                  <a:pt x="1093089" y="86648"/>
                  <a:pt x="1092704" y="86467"/>
                </a:cubicBezTo>
                <a:cubicBezTo>
                  <a:pt x="1092319" y="86287"/>
                  <a:pt x="1092037" y="86072"/>
                  <a:pt x="1091856" y="85824"/>
                </a:cubicBezTo>
                <a:cubicBezTo>
                  <a:pt x="1091675" y="85576"/>
                  <a:pt x="1091584" y="85271"/>
                  <a:pt x="1091584" y="84910"/>
                </a:cubicBezTo>
                <a:lnTo>
                  <a:pt x="1091584" y="60263"/>
                </a:lnTo>
                <a:lnTo>
                  <a:pt x="1069322" y="60263"/>
                </a:lnTo>
                <a:cubicBezTo>
                  <a:pt x="1068915" y="60263"/>
                  <a:pt x="1068564" y="60173"/>
                  <a:pt x="1068270" y="59992"/>
                </a:cubicBezTo>
                <a:cubicBezTo>
                  <a:pt x="1067976" y="59812"/>
                  <a:pt x="1067716" y="59518"/>
                  <a:pt x="1067490" y="59112"/>
                </a:cubicBezTo>
                <a:cubicBezTo>
                  <a:pt x="1067263" y="58706"/>
                  <a:pt x="1067082" y="58198"/>
                  <a:pt x="1066947" y="57588"/>
                </a:cubicBezTo>
                <a:cubicBezTo>
                  <a:pt x="1066811" y="56979"/>
                  <a:pt x="1066743" y="56245"/>
                  <a:pt x="1066743" y="55388"/>
                </a:cubicBezTo>
                <a:cubicBezTo>
                  <a:pt x="1066743" y="54575"/>
                  <a:pt x="1066811" y="53864"/>
                  <a:pt x="1066947" y="53255"/>
                </a:cubicBezTo>
                <a:cubicBezTo>
                  <a:pt x="1067082" y="52646"/>
                  <a:pt x="1067263" y="52138"/>
                  <a:pt x="1067490" y="51731"/>
                </a:cubicBezTo>
                <a:cubicBezTo>
                  <a:pt x="1067716" y="51325"/>
                  <a:pt x="1067976" y="51032"/>
                  <a:pt x="1068270" y="50851"/>
                </a:cubicBezTo>
                <a:cubicBezTo>
                  <a:pt x="1068564" y="50671"/>
                  <a:pt x="1068892" y="50580"/>
                  <a:pt x="1069254" y="50580"/>
                </a:cubicBezTo>
                <a:lnTo>
                  <a:pt x="1091584" y="50580"/>
                </a:lnTo>
                <a:lnTo>
                  <a:pt x="1091584" y="25872"/>
                </a:lnTo>
                <a:cubicBezTo>
                  <a:pt x="1091584" y="25510"/>
                  <a:pt x="1091675" y="25182"/>
                  <a:pt x="1091856" y="24888"/>
                </a:cubicBezTo>
                <a:cubicBezTo>
                  <a:pt x="1092037" y="24593"/>
                  <a:pt x="1092319" y="24344"/>
                  <a:pt x="1092704" y="24141"/>
                </a:cubicBezTo>
                <a:cubicBezTo>
                  <a:pt x="1093089" y="23937"/>
                  <a:pt x="1093609" y="23778"/>
                  <a:pt x="1094265" y="23665"/>
                </a:cubicBezTo>
                <a:cubicBezTo>
                  <a:pt x="1094921" y="23552"/>
                  <a:pt x="1095702" y="23496"/>
                  <a:pt x="1096607" y="23496"/>
                </a:cubicBezTo>
                <a:cubicBezTo>
                  <a:pt x="1097557" y="23496"/>
                  <a:pt x="1098349" y="23552"/>
                  <a:pt x="1098982" y="23665"/>
                </a:cubicBezTo>
                <a:cubicBezTo>
                  <a:pt x="1099616" y="23778"/>
                  <a:pt x="1100125" y="23937"/>
                  <a:pt x="1100509" y="24141"/>
                </a:cubicBezTo>
                <a:cubicBezTo>
                  <a:pt x="1100894" y="24344"/>
                  <a:pt x="1101177" y="24593"/>
                  <a:pt x="1101358" y="24888"/>
                </a:cubicBezTo>
                <a:cubicBezTo>
                  <a:pt x="1101539" y="25182"/>
                  <a:pt x="1101629" y="25510"/>
                  <a:pt x="1101629" y="25872"/>
                </a:cubicBezTo>
                <a:lnTo>
                  <a:pt x="1101629" y="50580"/>
                </a:lnTo>
                <a:lnTo>
                  <a:pt x="1123959" y="50580"/>
                </a:lnTo>
                <a:cubicBezTo>
                  <a:pt x="1124321" y="50580"/>
                  <a:pt x="1124649" y="50671"/>
                  <a:pt x="1124943" y="50851"/>
                </a:cubicBezTo>
                <a:cubicBezTo>
                  <a:pt x="1125237" y="51032"/>
                  <a:pt x="1125509" y="51325"/>
                  <a:pt x="1125758" y="51731"/>
                </a:cubicBezTo>
                <a:cubicBezTo>
                  <a:pt x="1126006" y="52138"/>
                  <a:pt x="1126187" y="52646"/>
                  <a:pt x="1126301" y="53255"/>
                </a:cubicBezTo>
                <a:cubicBezTo>
                  <a:pt x="1126414" y="53864"/>
                  <a:pt x="1126470" y="54575"/>
                  <a:pt x="1126470" y="55388"/>
                </a:cubicBezTo>
                <a:close/>
                <a:moveTo>
                  <a:pt x="1232214" y="81931"/>
                </a:moveTo>
                <a:cubicBezTo>
                  <a:pt x="1232214" y="82653"/>
                  <a:pt x="1232191" y="83285"/>
                  <a:pt x="1232146" y="83827"/>
                </a:cubicBezTo>
                <a:cubicBezTo>
                  <a:pt x="1232101" y="84368"/>
                  <a:pt x="1232022" y="84842"/>
                  <a:pt x="1231909" y="85248"/>
                </a:cubicBezTo>
                <a:cubicBezTo>
                  <a:pt x="1231795" y="85655"/>
                  <a:pt x="1231648" y="86016"/>
                  <a:pt x="1231467" y="86332"/>
                </a:cubicBezTo>
                <a:cubicBezTo>
                  <a:pt x="1231286" y="86648"/>
                  <a:pt x="1230970" y="87034"/>
                  <a:pt x="1230517" y="87489"/>
                </a:cubicBezTo>
                <a:cubicBezTo>
                  <a:pt x="1230065" y="87944"/>
                  <a:pt x="1229114" y="88637"/>
                  <a:pt x="1227667" y="89569"/>
                </a:cubicBezTo>
                <a:cubicBezTo>
                  <a:pt x="1226219" y="90502"/>
                  <a:pt x="1224420" y="91412"/>
                  <a:pt x="1222271" y="92299"/>
                </a:cubicBezTo>
                <a:cubicBezTo>
                  <a:pt x="1220121" y="93186"/>
                  <a:pt x="1217655" y="93937"/>
                  <a:pt x="1214873" y="94550"/>
                </a:cubicBezTo>
                <a:cubicBezTo>
                  <a:pt x="1212090" y="95165"/>
                  <a:pt x="1209047" y="95473"/>
                  <a:pt x="1205744" y="95473"/>
                </a:cubicBezTo>
                <a:cubicBezTo>
                  <a:pt x="1200043" y="95473"/>
                  <a:pt x="1194896" y="94525"/>
                  <a:pt x="1190303" y="92629"/>
                </a:cubicBezTo>
                <a:cubicBezTo>
                  <a:pt x="1185710" y="90733"/>
                  <a:pt x="1181797" y="87934"/>
                  <a:pt x="1178561" y="84233"/>
                </a:cubicBezTo>
                <a:cubicBezTo>
                  <a:pt x="1175326" y="80531"/>
                  <a:pt x="1172837" y="75961"/>
                  <a:pt x="1171095" y="70521"/>
                </a:cubicBezTo>
                <a:cubicBezTo>
                  <a:pt x="1169353" y="65082"/>
                  <a:pt x="1168482" y="58819"/>
                  <a:pt x="1168482" y="51731"/>
                </a:cubicBezTo>
                <a:cubicBezTo>
                  <a:pt x="1168482" y="44464"/>
                  <a:pt x="1169421" y="37986"/>
                  <a:pt x="1171299" y="32298"/>
                </a:cubicBezTo>
                <a:cubicBezTo>
                  <a:pt x="1173177" y="26611"/>
                  <a:pt x="1175812" y="21792"/>
                  <a:pt x="1179206" y="17842"/>
                </a:cubicBezTo>
                <a:cubicBezTo>
                  <a:pt x="1182600" y="13892"/>
                  <a:pt x="1186661" y="10879"/>
                  <a:pt x="1191389" y="8802"/>
                </a:cubicBezTo>
                <a:cubicBezTo>
                  <a:pt x="1196117" y="6726"/>
                  <a:pt x="1201355" y="5688"/>
                  <a:pt x="1207101" y="5688"/>
                </a:cubicBezTo>
                <a:cubicBezTo>
                  <a:pt x="1209635" y="5688"/>
                  <a:pt x="1212101" y="5927"/>
                  <a:pt x="1214499" y="6405"/>
                </a:cubicBezTo>
                <a:cubicBezTo>
                  <a:pt x="1216898" y="6883"/>
                  <a:pt x="1219115" y="7486"/>
                  <a:pt x="1221151" y="8214"/>
                </a:cubicBezTo>
                <a:cubicBezTo>
                  <a:pt x="1223187" y="8942"/>
                  <a:pt x="1224997" y="9784"/>
                  <a:pt x="1226581" y="10741"/>
                </a:cubicBezTo>
                <a:cubicBezTo>
                  <a:pt x="1228164" y="11696"/>
                  <a:pt x="1229262" y="12481"/>
                  <a:pt x="1229872" y="13096"/>
                </a:cubicBezTo>
                <a:cubicBezTo>
                  <a:pt x="1230483" y="13709"/>
                  <a:pt x="1230879" y="14174"/>
                  <a:pt x="1231060" y="14490"/>
                </a:cubicBezTo>
                <a:cubicBezTo>
                  <a:pt x="1231241" y="14806"/>
                  <a:pt x="1231388" y="15179"/>
                  <a:pt x="1231501" y="15607"/>
                </a:cubicBezTo>
                <a:cubicBezTo>
                  <a:pt x="1231614" y="16036"/>
                  <a:pt x="1231705" y="16544"/>
                  <a:pt x="1231773" y="17131"/>
                </a:cubicBezTo>
                <a:cubicBezTo>
                  <a:pt x="1231841" y="17718"/>
                  <a:pt x="1231875" y="18417"/>
                  <a:pt x="1231875" y="19230"/>
                </a:cubicBezTo>
                <a:cubicBezTo>
                  <a:pt x="1231875" y="20133"/>
                  <a:pt x="1231829" y="20900"/>
                  <a:pt x="1231739" y="21532"/>
                </a:cubicBezTo>
                <a:cubicBezTo>
                  <a:pt x="1231648" y="22164"/>
                  <a:pt x="1231513" y="22695"/>
                  <a:pt x="1231332" y="23123"/>
                </a:cubicBezTo>
                <a:cubicBezTo>
                  <a:pt x="1231151" y="23552"/>
                  <a:pt x="1230936" y="23868"/>
                  <a:pt x="1230687" y="24071"/>
                </a:cubicBezTo>
                <a:cubicBezTo>
                  <a:pt x="1230438" y="24274"/>
                  <a:pt x="1230133" y="24376"/>
                  <a:pt x="1229771" y="24376"/>
                </a:cubicBezTo>
                <a:cubicBezTo>
                  <a:pt x="1229137" y="24376"/>
                  <a:pt x="1228255" y="23932"/>
                  <a:pt x="1227124" y="23045"/>
                </a:cubicBezTo>
                <a:cubicBezTo>
                  <a:pt x="1225992" y="22158"/>
                  <a:pt x="1224533" y="21180"/>
                  <a:pt x="1222746" y="20110"/>
                </a:cubicBezTo>
                <a:cubicBezTo>
                  <a:pt x="1220959" y="19041"/>
                  <a:pt x="1218787" y="18063"/>
                  <a:pt x="1216230" y="17175"/>
                </a:cubicBezTo>
                <a:cubicBezTo>
                  <a:pt x="1213674" y="16288"/>
                  <a:pt x="1210608" y="15844"/>
                  <a:pt x="1207034" y="15844"/>
                </a:cubicBezTo>
                <a:cubicBezTo>
                  <a:pt x="1203142" y="15844"/>
                  <a:pt x="1199602" y="16623"/>
                  <a:pt x="1196412" y="18180"/>
                </a:cubicBezTo>
                <a:cubicBezTo>
                  <a:pt x="1193222" y="19738"/>
                  <a:pt x="1190495" y="22029"/>
                  <a:pt x="1188233" y="25053"/>
                </a:cubicBezTo>
                <a:cubicBezTo>
                  <a:pt x="1185971" y="28078"/>
                  <a:pt x="1184217" y="31768"/>
                  <a:pt x="1182973" y="36124"/>
                </a:cubicBezTo>
                <a:cubicBezTo>
                  <a:pt x="1181729" y="40480"/>
                  <a:pt x="1181106" y="45457"/>
                  <a:pt x="1181106" y="51054"/>
                </a:cubicBezTo>
                <a:cubicBezTo>
                  <a:pt x="1181106" y="56607"/>
                  <a:pt x="1181706" y="61516"/>
                  <a:pt x="1182905" y="65781"/>
                </a:cubicBezTo>
                <a:cubicBezTo>
                  <a:pt x="1184104" y="70047"/>
                  <a:pt x="1185824" y="73613"/>
                  <a:pt x="1188063" y="76480"/>
                </a:cubicBezTo>
                <a:cubicBezTo>
                  <a:pt x="1190303" y="79346"/>
                  <a:pt x="1193052" y="81513"/>
                  <a:pt x="1196310" y="82980"/>
                </a:cubicBezTo>
                <a:cubicBezTo>
                  <a:pt x="1199568" y="84447"/>
                  <a:pt x="1203255" y="85181"/>
                  <a:pt x="1207373" y="85181"/>
                </a:cubicBezTo>
                <a:cubicBezTo>
                  <a:pt x="1210857" y="85181"/>
                  <a:pt x="1213900" y="84748"/>
                  <a:pt x="1216502" y="83884"/>
                </a:cubicBezTo>
                <a:cubicBezTo>
                  <a:pt x="1219103" y="83019"/>
                  <a:pt x="1221321" y="82052"/>
                  <a:pt x="1223153" y="80983"/>
                </a:cubicBezTo>
                <a:cubicBezTo>
                  <a:pt x="1224986" y="79913"/>
                  <a:pt x="1226490" y="78946"/>
                  <a:pt x="1227667" y="78082"/>
                </a:cubicBezTo>
                <a:cubicBezTo>
                  <a:pt x="1228843" y="77217"/>
                  <a:pt x="1229771" y="76785"/>
                  <a:pt x="1230449" y="76785"/>
                </a:cubicBezTo>
                <a:cubicBezTo>
                  <a:pt x="1230766" y="76785"/>
                  <a:pt x="1231038" y="76852"/>
                  <a:pt x="1231264" y="76988"/>
                </a:cubicBezTo>
                <a:cubicBezTo>
                  <a:pt x="1231490" y="77123"/>
                  <a:pt x="1231671" y="77383"/>
                  <a:pt x="1231807" y="77766"/>
                </a:cubicBezTo>
                <a:cubicBezTo>
                  <a:pt x="1231942" y="78150"/>
                  <a:pt x="1232044" y="78680"/>
                  <a:pt x="1232112" y="79358"/>
                </a:cubicBezTo>
                <a:cubicBezTo>
                  <a:pt x="1232180" y="80035"/>
                  <a:pt x="1232214" y="80892"/>
                  <a:pt x="1232214" y="81931"/>
                </a:cubicBezTo>
                <a:close/>
                <a:moveTo>
                  <a:pt x="1302937" y="61583"/>
                </a:moveTo>
                <a:cubicBezTo>
                  <a:pt x="1302937" y="66553"/>
                  <a:pt x="1302281" y="71128"/>
                  <a:pt x="1300969" y="75308"/>
                </a:cubicBezTo>
                <a:cubicBezTo>
                  <a:pt x="1299657" y="79487"/>
                  <a:pt x="1297700" y="83092"/>
                  <a:pt x="1295098" y="86120"/>
                </a:cubicBezTo>
                <a:cubicBezTo>
                  <a:pt x="1292496" y="89148"/>
                  <a:pt x="1289238" y="91508"/>
                  <a:pt x="1285324" y="93202"/>
                </a:cubicBezTo>
                <a:cubicBezTo>
                  <a:pt x="1281410" y="94897"/>
                  <a:pt x="1276874" y="95744"/>
                  <a:pt x="1271716" y="95744"/>
                </a:cubicBezTo>
                <a:cubicBezTo>
                  <a:pt x="1266694" y="95744"/>
                  <a:pt x="1262316" y="94998"/>
                  <a:pt x="1258583" y="93507"/>
                </a:cubicBezTo>
                <a:cubicBezTo>
                  <a:pt x="1254850" y="92016"/>
                  <a:pt x="1251739" y="89847"/>
                  <a:pt x="1249250" y="87001"/>
                </a:cubicBezTo>
                <a:cubicBezTo>
                  <a:pt x="1246762" y="84154"/>
                  <a:pt x="1244907" y="80697"/>
                  <a:pt x="1243685" y="76630"/>
                </a:cubicBezTo>
                <a:cubicBezTo>
                  <a:pt x="1242463" y="72563"/>
                  <a:pt x="1241852" y="67954"/>
                  <a:pt x="1241852" y="62802"/>
                </a:cubicBezTo>
                <a:cubicBezTo>
                  <a:pt x="1241852" y="57832"/>
                  <a:pt x="1242497" y="53258"/>
                  <a:pt x="1243787" y="49078"/>
                </a:cubicBezTo>
                <a:cubicBezTo>
                  <a:pt x="1245076" y="44898"/>
                  <a:pt x="1247022" y="41295"/>
                  <a:pt x="1249624" y="38267"/>
                </a:cubicBezTo>
                <a:cubicBezTo>
                  <a:pt x="1252226" y="35239"/>
                  <a:pt x="1255472" y="32889"/>
                  <a:pt x="1259363" y="31217"/>
                </a:cubicBezTo>
                <a:cubicBezTo>
                  <a:pt x="1263255" y="29545"/>
                  <a:pt x="1267802" y="28710"/>
                  <a:pt x="1273006" y="28710"/>
                </a:cubicBezTo>
                <a:cubicBezTo>
                  <a:pt x="1278028" y="28710"/>
                  <a:pt x="1282406" y="29455"/>
                  <a:pt x="1286139" y="30946"/>
                </a:cubicBezTo>
                <a:cubicBezTo>
                  <a:pt x="1289872" y="32437"/>
                  <a:pt x="1292983" y="34606"/>
                  <a:pt x="1295471" y="37453"/>
                </a:cubicBezTo>
                <a:cubicBezTo>
                  <a:pt x="1297960" y="40299"/>
                  <a:pt x="1299826" y="43756"/>
                  <a:pt x="1301071" y="47823"/>
                </a:cubicBezTo>
                <a:cubicBezTo>
                  <a:pt x="1302315" y="51890"/>
                  <a:pt x="1302937" y="56477"/>
                  <a:pt x="1302937" y="61583"/>
                </a:cubicBezTo>
                <a:moveTo>
                  <a:pt x="1291127" y="62328"/>
                </a:moveTo>
                <a:cubicBezTo>
                  <a:pt x="1291127" y="59029"/>
                  <a:pt x="1290822" y="55910"/>
                  <a:pt x="1290211" y="52971"/>
                </a:cubicBezTo>
                <a:cubicBezTo>
                  <a:pt x="1289600" y="50033"/>
                  <a:pt x="1288594" y="47456"/>
                  <a:pt x="1287191" y="45242"/>
                </a:cubicBezTo>
                <a:cubicBezTo>
                  <a:pt x="1285788" y="43027"/>
                  <a:pt x="1283888" y="41276"/>
                  <a:pt x="1281490" y="39988"/>
                </a:cubicBezTo>
                <a:cubicBezTo>
                  <a:pt x="1279091" y="38698"/>
                  <a:pt x="1276105" y="38054"/>
                  <a:pt x="1272531" y="38054"/>
                </a:cubicBezTo>
                <a:cubicBezTo>
                  <a:pt x="1269227" y="38054"/>
                  <a:pt x="1266388" y="38641"/>
                  <a:pt x="1264013" y="39816"/>
                </a:cubicBezTo>
                <a:cubicBezTo>
                  <a:pt x="1261637" y="40991"/>
                  <a:pt x="1259680" y="42653"/>
                  <a:pt x="1258142" y="44802"/>
                </a:cubicBezTo>
                <a:cubicBezTo>
                  <a:pt x="1256603" y="46949"/>
                  <a:pt x="1255461" y="49491"/>
                  <a:pt x="1254714" y="52430"/>
                </a:cubicBezTo>
                <a:cubicBezTo>
                  <a:pt x="1253968" y="55367"/>
                  <a:pt x="1253594" y="58576"/>
                  <a:pt x="1253594" y="62057"/>
                </a:cubicBezTo>
                <a:cubicBezTo>
                  <a:pt x="1253594" y="65402"/>
                  <a:pt x="1253900" y="68544"/>
                  <a:pt x="1254511" y="71482"/>
                </a:cubicBezTo>
                <a:cubicBezTo>
                  <a:pt x="1255121" y="74420"/>
                  <a:pt x="1256139" y="76986"/>
                  <a:pt x="1257565" y="79178"/>
                </a:cubicBezTo>
                <a:cubicBezTo>
                  <a:pt x="1258990" y="81370"/>
                  <a:pt x="1260902" y="83111"/>
                  <a:pt x="1263300" y="84400"/>
                </a:cubicBezTo>
                <a:cubicBezTo>
                  <a:pt x="1265698" y="85688"/>
                  <a:pt x="1268684" y="86332"/>
                  <a:pt x="1272259" y="86332"/>
                </a:cubicBezTo>
                <a:cubicBezTo>
                  <a:pt x="1275517" y="86332"/>
                  <a:pt x="1278345" y="85744"/>
                  <a:pt x="1280743" y="84569"/>
                </a:cubicBezTo>
                <a:cubicBezTo>
                  <a:pt x="1283141" y="83394"/>
                  <a:pt x="1285109" y="81744"/>
                  <a:pt x="1286648" y="79620"/>
                </a:cubicBezTo>
                <a:cubicBezTo>
                  <a:pt x="1288186" y="77494"/>
                  <a:pt x="1289317" y="74963"/>
                  <a:pt x="1290041" y="72026"/>
                </a:cubicBezTo>
                <a:cubicBezTo>
                  <a:pt x="1290765" y="69087"/>
                  <a:pt x="1291127" y="65855"/>
                  <a:pt x="1291127" y="62328"/>
                </a:cubicBezTo>
                <a:close/>
                <a:moveTo>
                  <a:pt x="1410589" y="92697"/>
                </a:moveTo>
                <a:cubicBezTo>
                  <a:pt x="1410589" y="93058"/>
                  <a:pt x="1410498" y="93363"/>
                  <a:pt x="1410317" y="93611"/>
                </a:cubicBezTo>
                <a:cubicBezTo>
                  <a:pt x="1410136" y="93859"/>
                  <a:pt x="1409842" y="94074"/>
                  <a:pt x="1409435" y="94254"/>
                </a:cubicBezTo>
                <a:cubicBezTo>
                  <a:pt x="1409028" y="94435"/>
                  <a:pt x="1408462" y="94570"/>
                  <a:pt x="1407738" y="94660"/>
                </a:cubicBezTo>
                <a:cubicBezTo>
                  <a:pt x="1407014" y="94751"/>
                  <a:pt x="1406109" y="94796"/>
                  <a:pt x="1405023" y="94796"/>
                </a:cubicBezTo>
                <a:cubicBezTo>
                  <a:pt x="1403892" y="94796"/>
                  <a:pt x="1402964" y="94751"/>
                  <a:pt x="1402241" y="94660"/>
                </a:cubicBezTo>
                <a:cubicBezTo>
                  <a:pt x="1401517" y="94570"/>
                  <a:pt x="1400940" y="94435"/>
                  <a:pt x="1400510" y="94254"/>
                </a:cubicBezTo>
                <a:cubicBezTo>
                  <a:pt x="1400080" y="94074"/>
                  <a:pt x="1399775" y="93859"/>
                  <a:pt x="1399594" y="93611"/>
                </a:cubicBezTo>
                <a:cubicBezTo>
                  <a:pt x="1399413" y="93363"/>
                  <a:pt x="1399322" y="93058"/>
                  <a:pt x="1399322" y="92697"/>
                </a:cubicBezTo>
                <a:lnTo>
                  <a:pt x="1399322" y="55659"/>
                </a:lnTo>
                <a:cubicBezTo>
                  <a:pt x="1399322" y="53086"/>
                  <a:pt x="1399096" y="50738"/>
                  <a:pt x="1398643" y="48617"/>
                </a:cubicBezTo>
                <a:cubicBezTo>
                  <a:pt x="1398191" y="46495"/>
                  <a:pt x="1397467" y="44667"/>
                  <a:pt x="1396471" y="43132"/>
                </a:cubicBezTo>
                <a:cubicBezTo>
                  <a:pt x="1395476" y="41597"/>
                  <a:pt x="1394209" y="40424"/>
                  <a:pt x="1392671" y="39611"/>
                </a:cubicBezTo>
                <a:cubicBezTo>
                  <a:pt x="1391132" y="38799"/>
                  <a:pt x="1389322" y="38392"/>
                  <a:pt x="1387241" y="38392"/>
                </a:cubicBezTo>
                <a:cubicBezTo>
                  <a:pt x="1384662" y="38392"/>
                  <a:pt x="1382071" y="39385"/>
                  <a:pt x="1379470" y="41372"/>
                </a:cubicBezTo>
                <a:cubicBezTo>
                  <a:pt x="1376868" y="43358"/>
                  <a:pt x="1374006" y="46269"/>
                  <a:pt x="1370884" y="50106"/>
                </a:cubicBezTo>
                <a:lnTo>
                  <a:pt x="1370884" y="92697"/>
                </a:lnTo>
                <a:cubicBezTo>
                  <a:pt x="1370884" y="93058"/>
                  <a:pt x="1370793" y="93363"/>
                  <a:pt x="1370612" y="93611"/>
                </a:cubicBezTo>
                <a:cubicBezTo>
                  <a:pt x="1370431" y="93859"/>
                  <a:pt x="1370126" y="94074"/>
                  <a:pt x="1369696" y="94254"/>
                </a:cubicBezTo>
                <a:cubicBezTo>
                  <a:pt x="1369266" y="94435"/>
                  <a:pt x="1368689" y="94570"/>
                  <a:pt x="1367965" y="94660"/>
                </a:cubicBezTo>
                <a:cubicBezTo>
                  <a:pt x="1367241" y="94751"/>
                  <a:pt x="1366336" y="94796"/>
                  <a:pt x="1365250" y="94796"/>
                </a:cubicBezTo>
                <a:cubicBezTo>
                  <a:pt x="1364210" y="94796"/>
                  <a:pt x="1363316" y="94751"/>
                  <a:pt x="1362569" y="94660"/>
                </a:cubicBezTo>
                <a:cubicBezTo>
                  <a:pt x="1361823" y="94570"/>
                  <a:pt x="1361235" y="94435"/>
                  <a:pt x="1360805" y="94254"/>
                </a:cubicBezTo>
                <a:cubicBezTo>
                  <a:pt x="1360375" y="94074"/>
                  <a:pt x="1360081" y="93859"/>
                  <a:pt x="1359922" y="93611"/>
                </a:cubicBezTo>
                <a:cubicBezTo>
                  <a:pt x="1359764" y="93363"/>
                  <a:pt x="1359685" y="93058"/>
                  <a:pt x="1359685" y="92697"/>
                </a:cubicBezTo>
                <a:lnTo>
                  <a:pt x="1359685" y="55659"/>
                </a:lnTo>
                <a:cubicBezTo>
                  <a:pt x="1359685" y="53086"/>
                  <a:pt x="1359436" y="50738"/>
                  <a:pt x="1358938" y="48617"/>
                </a:cubicBezTo>
                <a:cubicBezTo>
                  <a:pt x="1358441" y="46495"/>
                  <a:pt x="1357694" y="44667"/>
                  <a:pt x="1356699" y="43132"/>
                </a:cubicBezTo>
                <a:cubicBezTo>
                  <a:pt x="1355703" y="41597"/>
                  <a:pt x="1354447" y="40424"/>
                  <a:pt x="1352932" y="39611"/>
                </a:cubicBezTo>
                <a:cubicBezTo>
                  <a:pt x="1351416" y="38799"/>
                  <a:pt x="1349617" y="38392"/>
                  <a:pt x="1347536" y="38392"/>
                </a:cubicBezTo>
                <a:cubicBezTo>
                  <a:pt x="1344957" y="38392"/>
                  <a:pt x="1342355" y="39385"/>
                  <a:pt x="1339731" y="41372"/>
                </a:cubicBezTo>
                <a:cubicBezTo>
                  <a:pt x="1337106" y="43358"/>
                  <a:pt x="1334256" y="46269"/>
                  <a:pt x="1331179" y="50106"/>
                </a:cubicBezTo>
                <a:lnTo>
                  <a:pt x="1331179" y="92697"/>
                </a:lnTo>
                <a:cubicBezTo>
                  <a:pt x="1331179" y="93058"/>
                  <a:pt x="1331088" y="93363"/>
                  <a:pt x="1330907" y="93611"/>
                </a:cubicBezTo>
                <a:cubicBezTo>
                  <a:pt x="1330726" y="93859"/>
                  <a:pt x="1330432" y="94074"/>
                  <a:pt x="1330025" y="94254"/>
                </a:cubicBezTo>
                <a:cubicBezTo>
                  <a:pt x="1329618" y="94435"/>
                  <a:pt x="1329052" y="94570"/>
                  <a:pt x="1328328" y="94660"/>
                </a:cubicBezTo>
                <a:cubicBezTo>
                  <a:pt x="1327604" y="94751"/>
                  <a:pt x="1326677" y="94796"/>
                  <a:pt x="1325545" y="94796"/>
                </a:cubicBezTo>
                <a:cubicBezTo>
                  <a:pt x="1324459" y="94796"/>
                  <a:pt x="1323554" y="94751"/>
                  <a:pt x="1322831" y="94660"/>
                </a:cubicBezTo>
                <a:cubicBezTo>
                  <a:pt x="1322107" y="94570"/>
                  <a:pt x="1321530" y="94435"/>
                  <a:pt x="1321100" y="94254"/>
                </a:cubicBezTo>
                <a:cubicBezTo>
                  <a:pt x="1320670" y="94074"/>
                  <a:pt x="1320376" y="93859"/>
                  <a:pt x="1320217" y="93611"/>
                </a:cubicBezTo>
                <a:cubicBezTo>
                  <a:pt x="1320059" y="93363"/>
                  <a:pt x="1319980" y="93058"/>
                  <a:pt x="1319980" y="92697"/>
                </a:cubicBezTo>
                <a:lnTo>
                  <a:pt x="1319980" y="31757"/>
                </a:lnTo>
                <a:cubicBezTo>
                  <a:pt x="1319980" y="31395"/>
                  <a:pt x="1320048" y="31091"/>
                  <a:pt x="1320184" y="30842"/>
                </a:cubicBezTo>
                <a:cubicBezTo>
                  <a:pt x="1320319" y="30594"/>
                  <a:pt x="1320591" y="30369"/>
                  <a:pt x="1320998" y="30165"/>
                </a:cubicBezTo>
                <a:cubicBezTo>
                  <a:pt x="1321405" y="29962"/>
                  <a:pt x="1321926" y="29827"/>
                  <a:pt x="1322559" y="29759"/>
                </a:cubicBezTo>
                <a:cubicBezTo>
                  <a:pt x="1323192" y="29691"/>
                  <a:pt x="1324030" y="29658"/>
                  <a:pt x="1325070" y="29658"/>
                </a:cubicBezTo>
                <a:cubicBezTo>
                  <a:pt x="1326066" y="29658"/>
                  <a:pt x="1326892" y="29691"/>
                  <a:pt x="1327548" y="29759"/>
                </a:cubicBezTo>
                <a:cubicBezTo>
                  <a:pt x="1328204" y="29827"/>
                  <a:pt x="1328713" y="29962"/>
                  <a:pt x="1329075" y="30165"/>
                </a:cubicBezTo>
                <a:cubicBezTo>
                  <a:pt x="1329437" y="30369"/>
                  <a:pt x="1329697" y="30594"/>
                  <a:pt x="1329855" y="30842"/>
                </a:cubicBezTo>
                <a:cubicBezTo>
                  <a:pt x="1330014" y="31091"/>
                  <a:pt x="1330093" y="31395"/>
                  <a:pt x="1330093" y="31757"/>
                </a:cubicBezTo>
                <a:lnTo>
                  <a:pt x="1330093" y="39814"/>
                </a:lnTo>
                <a:cubicBezTo>
                  <a:pt x="1333532" y="35977"/>
                  <a:pt x="1336869" y="33167"/>
                  <a:pt x="1340104" y="31384"/>
                </a:cubicBezTo>
                <a:cubicBezTo>
                  <a:pt x="1343339" y="29601"/>
                  <a:pt x="1346608" y="28710"/>
                  <a:pt x="1349911" y="28710"/>
                </a:cubicBezTo>
                <a:cubicBezTo>
                  <a:pt x="1352445" y="28710"/>
                  <a:pt x="1354719" y="29003"/>
                  <a:pt x="1356732" y="29590"/>
                </a:cubicBezTo>
                <a:cubicBezTo>
                  <a:pt x="1358746" y="30177"/>
                  <a:pt x="1360522" y="31000"/>
                  <a:pt x="1362060" y="32061"/>
                </a:cubicBezTo>
                <a:cubicBezTo>
                  <a:pt x="1363599" y="33122"/>
                  <a:pt x="1364911" y="34386"/>
                  <a:pt x="1365997" y="35853"/>
                </a:cubicBezTo>
                <a:cubicBezTo>
                  <a:pt x="1367083" y="37320"/>
                  <a:pt x="1367988" y="38957"/>
                  <a:pt x="1368712" y="40762"/>
                </a:cubicBezTo>
                <a:cubicBezTo>
                  <a:pt x="1370748" y="38550"/>
                  <a:pt x="1372682" y="36677"/>
                  <a:pt x="1374515" y="35142"/>
                </a:cubicBezTo>
                <a:cubicBezTo>
                  <a:pt x="1376347" y="33607"/>
                  <a:pt x="1378112" y="32366"/>
                  <a:pt x="1379809" y="31418"/>
                </a:cubicBezTo>
                <a:cubicBezTo>
                  <a:pt x="1381506" y="30470"/>
                  <a:pt x="1383157" y="29782"/>
                  <a:pt x="1384764" y="29353"/>
                </a:cubicBezTo>
                <a:cubicBezTo>
                  <a:pt x="1386370" y="28924"/>
                  <a:pt x="1387987" y="28710"/>
                  <a:pt x="1389616" y="28710"/>
                </a:cubicBezTo>
                <a:cubicBezTo>
                  <a:pt x="1393553" y="28710"/>
                  <a:pt x="1396856" y="29398"/>
                  <a:pt x="1399526" y="30775"/>
                </a:cubicBezTo>
                <a:cubicBezTo>
                  <a:pt x="1402195" y="32152"/>
                  <a:pt x="1404356" y="33991"/>
                  <a:pt x="1406007" y="36293"/>
                </a:cubicBezTo>
                <a:cubicBezTo>
                  <a:pt x="1407659" y="38595"/>
                  <a:pt x="1408835" y="41293"/>
                  <a:pt x="1409537" y="44385"/>
                </a:cubicBezTo>
                <a:cubicBezTo>
                  <a:pt x="1410238" y="47477"/>
                  <a:pt x="1410589" y="50738"/>
                  <a:pt x="1410589" y="54169"/>
                </a:cubicBezTo>
                <a:lnTo>
                  <a:pt x="1410589" y="92697"/>
                </a:lnTo>
                <a:close/>
                <a:moveTo>
                  <a:pt x="1487004" y="61313"/>
                </a:moveTo>
                <a:cubicBezTo>
                  <a:pt x="1487004" y="66643"/>
                  <a:pt x="1486427" y="71433"/>
                  <a:pt x="1485273" y="75680"/>
                </a:cubicBezTo>
                <a:cubicBezTo>
                  <a:pt x="1484119" y="79928"/>
                  <a:pt x="1482423" y="83532"/>
                  <a:pt x="1480183" y="86493"/>
                </a:cubicBezTo>
                <a:cubicBezTo>
                  <a:pt x="1477943" y="89452"/>
                  <a:pt x="1475172" y="91734"/>
                  <a:pt x="1471868" y="93338"/>
                </a:cubicBezTo>
                <a:cubicBezTo>
                  <a:pt x="1468565" y="94942"/>
                  <a:pt x="1464787" y="95744"/>
                  <a:pt x="1460534" y="95744"/>
                </a:cubicBezTo>
                <a:cubicBezTo>
                  <a:pt x="1458724" y="95744"/>
                  <a:pt x="1457050" y="95563"/>
                  <a:pt x="1455511" y="95202"/>
                </a:cubicBezTo>
                <a:cubicBezTo>
                  <a:pt x="1453973" y="94841"/>
                  <a:pt x="1452468" y="94277"/>
                  <a:pt x="1450998" y="93509"/>
                </a:cubicBezTo>
                <a:cubicBezTo>
                  <a:pt x="1449527" y="92740"/>
                  <a:pt x="1448068" y="91769"/>
                  <a:pt x="1446620" y="90593"/>
                </a:cubicBezTo>
                <a:cubicBezTo>
                  <a:pt x="1445172" y="89418"/>
                  <a:pt x="1443634" y="88040"/>
                  <a:pt x="1442005" y="86459"/>
                </a:cubicBezTo>
                <a:lnTo>
                  <a:pt x="1442005" y="116874"/>
                </a:lnTo>
                <a:cubicBezTo>
                  <a:pt x="1442005" y="117234"/>
                  <a:pt x="1441914" y="117549"/>
                  <a:pt x="1441733" y="117820"/>
                </a:cubicBezTo>
                <a:cubicBezTo>
                  <a:pt x="1441552" y="118091"/>
                  <a:pt x="1441258" y="118316"/>
                  <a:pt x="1440851" y="118495"/>
                </a:cubicBezTo>
                <a:cubicBezTo>
                  <a:pt x="1440444" y="118675"/>
                  <a:pt x="1439878" y="118811"/>
                  <a:pt x="1439154" y="118901"/>
                </a:cubicBezTo>
                <a:cubicBezTo>
                  <a:pt x="1438430" y="118991"/>
                  <a:pt x="1437503" y="119036"/>
                  <a:pt x="1436372" y="119036"/>
                </a:cubicBezTo>
                <a:cubicBezTo>
                  <a:pt x="1435286" y="119036"/>
                  <a:pt x="1434381" y="118991"/>
                  <a:pt x="1433657" y="118901"/>
                </a:cubicBezTo>
                <a:cubicBezTo>
                  <a:pt x="1432933" y="118811"/>
                  <a:pt x="1432356" y="118675"/>
                  <a:pt x="1431926" y="118495"/>
                </a:cubicBezTo>
                <a:cubicBezTo>
                  <a:pt x="1431496" y="118314"/>
                  <a:pt x="1431202" y="118088"/>
                  <a:pt x="1431044" y="117818"/>
                </a:cubicBezTo>
                <a:cubicBezTo>
                  <a:pt x="1430885" y="117547"/>
                  <a:pt x="1430806" y="117231"/>
                  <a:pt x="1430806" y="116870"/>
                </a:cubicBezTo>
                <a:lnTo>
                  <a:pt x="1430806" y="31757"/>
                </a:lnTo>
                <a:cubicBezTo>
                  <a:pt x="1430806" y="31350"/>
                  <a:pt x="1430874" y="31023"/>
                  <a:pt x="1431010" y="30775"/>
                </a:cubicBezTo>
                <a:cubicBezTo>
                  <a:pt x="1431145" y="30526"/>
                  <a:pt x="1431417" y="30312"/>
                  <a:pt x="1431824" y="30132"/>
                </a:cubicBezTo>
                <a:cubicBezTo>
                  <a:pt x="1432231" y="29951"/>
                  <a:pt x="1432752" y="29827"/>
                  <a:pt x="1433385" y="29759"/>
                </a:cubicBezTo>
                <a:cubicBezTo>
                  <a:pt x="1434019" y="29691"/>
                  <a:pt x="1434788" y="29658"/>
                  <a:pt x="1435693" y="29658"/>
                </a:cubicBezTo>
                <a:cubicBezTo>
                  <a:pt x="1436643" y="29658"/>
                  <a:pt x="1437424" y="29691"/>
                  <a:pt x="1438034" y="29759"/>
                </a:cubicBezTo>
                <a:cubicBezTo>
                  <a:pt x="1438645" y="29827"/>
                  <a:pt x="1439154" y="29951"/>
                  <a:pt x="1439561" y="30132"/>
                </a:cubicBezTo>
                <a:cubicBezTo>
                  <a:pt x="1439969" y="30312"/>
                  <a:pt x="1440252" y="30527"/>
                  <a:pt x="1440410" y="30777"/>
                </a:cubicBezTo>
                <a:cubicBezTo>
                  <a:pt x="1440568" y="31025"/>
                  <a:pt x="1440647" y="31352"/>
                  <a:pt x="1440647" y="31759"/>
                </a:cubicBezTo>
                <a:lnTo>
                  <a:pt x="1440647" y="39960"/>
                </a:lnTo>
                <a:cubicBezTo>
                  <a:pt x="1442503" y="38063"/>
                  <a:pt x="1444290" y="36414"/>
                  <a:pt x="1446009" y="35013"/>
                </a:cubicBezTo>
                <a:cubicBezTo>
                  <a:pt x="1447729" y="33612"/>
                  <a:pt x="1449459" y="32449"/>
                  <a:pt x="1451202" y="31524"/>
                </a:cubicBezTo>
                <a:cubicBezTo>
                  <a:pt x="1452944" y="30597"/>
                  <a:pt x="1454731" y="29897"/>
                  <a:pt x="1456563" y="29423"/>
                </a:cubicBezTo>
                <a:cubicBezTo>
                  <a:pt x="1458396" y="28947"/>
                  <a:pt x="1460330" y="28710"/>
                  <a:pt x="1462366" y="28710"/>
                </a:cubicBezTo>
                <a:cubicBezTo>
                  <a:pt x="1466801" y="28710"/>
                  <a:pt x="1470579" y="29568"/>
                  <a:pt x="1473701" y="31285"/>
                </a:cubicBezTo>
                <a:cubicBezTo>
                  <a:pt x="1476823" y="33001"/>
                  <a:pt x="1479368" y="35352"/>
                  <a:pt x="1481337" y="38335"/>
                </a:cubicBezTo>
                <a:cubicBezTo>
                  <a:pt x="1483305" y="41317"/>
                  <a:pt x="1484742" y="44785"/>
                  <a:pt x="1485646" y="48739"/>
                </a:cubicBezTo>
                <a:cubicBezTo>
                  <a:pt x="1486551" y="52692"/>
                  <a:pt x="1487004" y="56883"/>
                  <a:pt x="1487004" y="61313"/>
                </a:cubicBezTo>
                <a:moveTo>
                  <a:pt x="1475194" y="62599"/>
                </a:moveTo>
                <a:cubicBezTo>
                  <a:pt x="1475194" y="59480"/>
                  <a:pt x="1474957" y="56463"/>
                  <a:pt x="1474482" y="53547"/>
                </a:cubicBezTo>
                <a:cubicBezTo>
                  <a:pt x="1474006" y="50631"/>
                  <a:pt x="1473192" y="48043"/>
                  <a:pt x="1472038" y="45783"/>
                </a:cubicBezTo>
                <a:cubicBezTo>
                  <a:pt x="1470884" y="43524"/>
                  <a:pt x="1469335" y="41716"/>
                  <a:pt x="1467389" y="40360"/>
                </a:cubicBezTo>
                <a:cubicBezTo>
                  <a:pt x="1465443" y="39003"/>
                  <a:pt x="1463023" y="38325"/>
                  <a:pt x="1460127" y="38325"/>
                </a:cubicBezTo>
                <a:cubicBezTo>
                  <a:pt x="1458679" y="38325"/>
                  <a:pt x="1457253" y="38540"/>
                  <a:pt x="1455851" y="38970"/>
                </a:cubicBezTo>
                <a:cubicBezTo>
                  <a:pt x="1454448" y="39399"/>
                  <a:pt x="1453023" y="40077"/>
                  <a:pt x="1451575" y="41003"/>
                </a:cubicBezTo>
                <a:cubicBezTo>
                  <a:pt x="1450127" y="41930"/>
                  <a:pt x="1448611" y="43151"/>
                  <a:pt x="1447027" y="44666"/>
                </a:cubicBezTo>
                <a:cubicBezTo>
                  <a:pt x="1445444" y="46181"/>
                  <a:pt x="1443770" y="48047"/>
                  <a:pt x="1442005" y="50263"/>
                </a:cubicBezTo>
                <a:lnTo>
                  <a:pt x="1442005" y="74529"/>
                </a:lnTo>
                <a:cubicBezTo>
                  <a:pt x="1445082" y="78283"/>
                  <a:pt x="1448000" y="81155"/>
                  <a:pt x="1450760" y="83145"/>
                </a:cubicBezTo>
                <a:cubicBezTo>
                  <a:pt x="1453520" y="85134"/>
                  <a:pt x="1456416" y="86129"/>
                  <a:pt x="1459448" y="86129"/>
                </a:cubicBezTo>
                <a:cubicBezTo>
                  <a:pt x="1462253" y="86129"/>
                  <a:pt x="1464663" y="85451"/>
                  <a:pt x="1466676" y="84095"/>
                </a:cubicBezTo>
                <a:cubicBezTo>
                  <a:pt x="1468690" y="82738"/>
                  <a:pt x="1470319" y="80930"/>
                  <a:pt x="1471563" y="78670"/>
                </a:cubicBezTo>
                <a:cubicBezTo>
                  <a:pt x="1472807" y="76410"/>
                  <a:pt x="1473724" y="73879"/>
                  <a:pt x="1474312" y="71076"/>
                </a:cubicBezTo>
                <a:cubicBezTo>
                  <a:pt x="1474900" y="68273"/>
                  <a:pt x="1475194" y="65447"/>
                  <a:pt x="1475194" y="62599"/>
                </a:cubicBezTo>
                <a:close/>
                <a:moveTo>
                  <a:pt x="1515856" y="92695"/>
                </a:moveTo>
                <a:cubicBezTo>
                  <a:pt x="1515856" y="93056"/>
                  <a:pt x="1515766" y="93361"/>
                  <a:pt x="1515585" y="93611"/>
                </a:cubicBezTo>
                <a:cubicBezTo>
                  <a:pt x="1515404" y="93859"/>
                  <a:pt x="1515110" y="94074"/>
                  <a:pt x="1514702" y="94254"/>
                </a:cubicBezTo>
                <a:cubicBezTo>
                  <a:pt x="1514295" y="94435"/>
                  <a:pt x="1513729" y="94570"/>
                  <a:pt x="1513005" y="94660"/>
                </a:cubicBezTo>
                <a:cubicBezTo>
                  <a:pt x="1512282" y="94751"/>
                  <a:pt x="1511354" y="94796"/>
                  <a:pt x="1510223" y="94796"/>
                </a:cubicBezTo>
                <a:cubicBezTo>
                  <a:pt x="1509137" y="94796"/>
                  <a:pt x="1508232" y="94751"/>
                  <a:pt x="1507508" y="94660"/>
                </a:cubicBezTo>
                <a:cubicBezTo>
                  <a:pt x="1506784" y="94570"/>
                  <a:pt x="1506207" y="94435"/>
                  <a:pt x="1505777" y="94254"/>
                </a:cubicBezTo>
                <a:cubicBezTo>
                  <a:pt x="1505347" y="94074"/>
                  <a:pt x="1505053" y="93859"/>
                  <a:pt x="1504895" y="93611"/>
                </a:cubicBezTo>
                <a:cubicBezTo>
                  <a:pt x="1504736" y="93361"/>
                  <a:pt x="1504657" y="93056"/>
                  <a:pt x="1504657" y="92695"/>
                </a:cubicBezTo>
                <a:lnTo>
                  <a:pt x="1504657" y="2169"/>
                </a:lnTo>
                <a:cubicBezTo>
                  <a:pt x="1504657" y="1808"/>
                  <a:pt x="1504736" y="1492"/>
                  <a:pt x="1504895" y="1221"/>
                </a:cubicBezTo>
                <a:cubicBezTo>
                  <a:pt x="1505053" y="949"/>
                  <a:pt x="1505347" y="722"/>
                  <a:pt x="1505777" y="542"/>
                </a:cubicBezTo>
                <a:cubicBezTo>
                  <a:pt x="1506207" y="361"/>
                  <a:pt x="1506784" y="226"/>
                  <a:pt x="1507508" y="135"/>
                </a:cubicBezTo>
                <a:cubicBezTo>
                  <a:pt x="1508232" y="45"/>
                  <a:pt x="1509137" y="0"/>
                  <a:pt x="1510223" y="0"/>
                </a:cubicBezTo>
                <a:cubicBezTo>
                  <a:pt x="1511354" y="0"/>
                  <a:pt x="1512282" y="45"/>
                  <a:pt x="1513005" y="135"/>
                </a:cubicBezTo>
                <a:cubicBezTo>
                  <a:pt x="1513729" y="226"/>
                  <a:pt x="1514295" y="361"/>
                  <a:pt x="1514702" y="542"/>
                </a:cubicBezTo>
                <a:cubicBezTo>
                  <a:pt x="1515110" y="722"/>
                  <a:pt x="1515404" y="949"/>
                  <a:pt x="1515585" y="1221"/>
                </a:cubicBezTo>
                <a:cubicBezTo>
                  <a:pt x="1515766" y="1492"/>
                  <a:pt x="1515856" y="1808"/>
                  <a:pt x="1515856" y="2169"/>
                </a:cubicBezTo>
                <a:lnTo>
                  <a:pt x="1515856" y="92695"/>
                </a:lnTo>
                <a:close/>
                <a:moveTo>
                  <a:pt x="1589351" y="59586"/>
                </a:moveTo>
                <a:cubicBezTo>
                  <a:pt x="1589351" y="61346"/>
                  <a:pt x="1588910" y="62599"/>
                  <a:pt x="1588027" y="63344"/>
                </a:cubicBezTo>
                <a:cubicBezTo>
                  <a:pt x="1587145" y="64089"/>
                  <a:pt x="1586138" y="64461"/>
                  <a:pt x="1585007" y="64461"/>
                </a:cubicBezTo>
                <a:lnTo>
                  <a:pt x="1544963" y="64461"/>
                </a:lnTo>
                <a:cubicBezTo>
                  <a:pt x="1544963" y="67857"/>
                  <a:pt x="1545302" y="70913"/>
                  <a:pt x="1545981" y="73630"/>
                </a:cubicBezTo>
                <a:cubicBezTo>
                  <a:pt x="1546660" y="76347"/>
                  <a:pt x="1547791" y="78678"/>
                  <a:pt x="1549374" y="80625"/>
                </a:cubicBezTo>
                <a:cubicBezTo>
                  <a:pt x="1550958" y="82572"/>
                  <a:pt x="1553017" y="84066"/>
                  <a:pt x="1555551" y="85109"/>
                </a:cubicBezTo>
                <a:cubicBezTo>
                  <a:pt x="1558085" y="86150"/>
                  <a:pt x="1561184" y="86670"/>
                  <a:pt x="1564849" y="86670"/>
                </a:cubicBezTo>
                <a:cubicBezTo>
                  <a:pt x="1567745" y="86670"/>
                  <a:pt x="1570324" y="86433"/>
                  <a:pt x="1572587" y="85959"/>
                </a:cubicBezTo>
                <a:cubicBezTo>
                  <a:pt x="1574849" y="85485"/>
                  <a:pt x="1576806" y="84955"/>
                  <a:pt x="1578457" y="84368"/>
                </a:cubicBezTo>
                <a:cubicBezTo>
                  <a:pt x="1580109" y="83781"/>
                  <a:pt x="1581466" y="83251"/>
                  <a:pt x="1582530" y="82777"/>
                </a:cubicBezTo>
                <a:cubicBezTo>
                  <a:pt x="1583593" y="82303"/>
                  <a:pt x="1584396" y="82066"/>
                  <a:pt x="1584939" y="82066"/>
                </a:cubicBezTo>
                <a:cubicBezTo>
                  <a:pt x="1585256" y="82066"/>
                  <a:pt x="1585539" y="82145"/>
                  <a:pt x="1585788" y="82303"/>
                </a:cubicBezTo>
                <a:cubicBezTo>
                  <a:pt x="1586036" y="82461"/>
                  <a:pt x="1586229" y="82698"/>
                  <a:pt x="1586365" y="83014"/>
                </a:cubicBezTo>
                <a:cubicBezTo>
                  <a:pt x="1586500" y="83330"/>
                  <a:pt x="1586602" y="83770"/>
                  <a:pt x="1586670" y="84334"/>
                </a:cubicBezTo>
                <a:cubicBezTo>
                  <a:pt x="1586738" y="84899"/>
                  <a:pt x="1586772" y="85587"/>
                  <a:pt x="1586772" y="86400"/>
                </a:cubicBezTo>
                <a:cubicBezTo>
                  <a:pt x="1586772" y="86986"/>
                  <a:pt x="1586749" y="87494"/>
                  <a:pt x="1586704" y="87923"/>
                </a:cubicBezTo>
                <a:cubicBezTo>
                  <a:pt x="1586659" y="88352"/>
                  <a:pt x="1586602" y="88736"/>
                  <a:pt x="1586534" y="89074"/>
                </a:cubicBezTo>
                <a:cubicBezTo>
                  <a:pt x="1586466" y="89413"/>
                  <a:pt x="1586353" y="89717"/>
                  <a:pt x="1586195" y="89988"/>
                </a:cubicBezTo>
                <a:cubicBezTo>
                  <a:pt x="1586036" y="90259"/>
                  <a:pt x="1585833" y="90519"/>
                  <a:pt x="1585584" y="90767"/>
                </a:cubicBezTo>
                <a:cubicBezTo>
                  <a:pt x="1585335" y="91015"/>
                  <a:pt x="1584600" y="91421"/>
                  <a:pt x="1583378" y="91986"/>
                </a:cubicBezTo>
                <a:cubicBezTo>
                  <a:pt x="1582156" y="92550"/>
                  <a:pt x="1580573" y="93103"/>
                  <a:pt x="1578627" y="93645"/>
                </a:cubicBezTo>
                <a:cubicBezTo>
                  <a:pt x="1576681" y="94186"/>
                  <a:pt x="1574430" y="94672"/>
                  <a:pt x="1571874" y="95100"/>
                </a:cubicBezTo>
                <a:cubicBezTo>
                  <a:pt x="1569317" y="95529"/>
                  <a:pt x="1566591" y="95744"/>
                  <a:pt x="1563695" y="95744"/>
                </a:cubicBezTo>
                <a:cubicBezTo>
                  <a:pt x="1558673" y="95744"/>
                  <a:pt x="1554272" y="95043"/>
                  <a:pt x="1550494" y="93643"/>
                </a:cubicBezTo>
                <a:cubicBezTo>
                  <a:pt x="1546716" y="92242"/>
                  <a:pt x="1543537" y="90163"/>
                  <a:pt x="1540958" y="87407"/>
                </a:cubicBezTo>
                <a:cubicBezTo>
                  <a:pt x="1538379" y="84650"/>
                  <a:pt x="1536433" y="81194"/>
                  <a:pt x="1535121" y="77036"/>
                </a:cubicBezTo>
                <a:cubicBezTo>
                  <a:pt x="1533809" y="72879"/>
                  <a:pt x="1533153" y="68044"/>
                  <a:pt x="1533153" y="62531"/>
                </a:cubicBezTo>
                <a:cubicBezTo>
                  <a:pt x="1533153" y="57289"/>
                  <a:pt x="1533832" y="52579"/>
                  <a:pt x="1535189" y="48399"/>
                </a:cubicBezTo>
                <a:cubicBezTo>
                  <a:pt x="1536547" y="44219"/>
                  <a:pt x="1538504" y="40672"/>
                  <a:pt x="1541060" y="37757"/>
                </a:cubicBezTo>
                <a:cubicBezTo>
                  <a:pt x="1543617" y="34843"/>
                  <a:pt x="1546705" y="32607"/>
                  <a:pt x="1550325" y="31048"/>
                </a:cubicBezTo>
                <a:cubicBezTo>
                  <a:pt x="1553944" y="29489"/>
                  <a:pt x="1557994" y="28710"/>
                  <a:pt x="1562474" y="28710"/>
                </a:cubicBezTo>
                <a:cubicBezTo>
                  <a:pt x="1567270" y="28710"/>
                  <a:pt x="1571354" y="29477"/>
                  <a:pt x="1574725" y="31012"/>
                </a:cubicBezTo>
                <a:cubicBezTo>
                  <a:pt x="1578095" y="32547"/>
                  <a:pt x="1580867" y="34612"/>
                  <a:pt x="1583039" y="37207"/>
                </a:cubicBezTo>
                <a:cubicBezTo>
                  <a:pt x="1585211" y="39803"/>
                  <a:pt x="1586806" y="42850"/>
                  <a:pt x="1587824" y="46348"/>
                </a:cubicBezTo>
                <a:cubicBezTo>
                  <a:pt x="1588842" y="49847"/>
                  <a:pt x="1589351" y="53582"/>
                  <a:pt x="1589351" y="57555"/>
                </a:cubicBezTo>
                <a:lnTo>
                  <a:pt x="1589351" y="59586"/>
                </a:lnTo>
                <a:moveTo>
                  <a:pt x="1578084" y="56268"/>
                </a:moveTo>
                <a:cubicBezTo>
                  <a:pt x="1578220" y="50400"/>
                  <a:pt x="1576919" y="45795"/>
                  <a:pt x="1574182" y="42455"/>
                </a:cubicBezTo>
                <a:cubicBezTo>
                  <a:pt x="1571444" y="39115"/>
                  <a:pt x="1567383" y="37444"/>
                  <a:pt x="1561999" y="37444"/>
                </a:cubicBezTo>
                <a:cubicBezTo>
                  <a:pt x="1559238" y="37444"/>
                  <a:pt x="1556818" y="37963"/>
                  <a:pt x="1554736" y="39002"/>
                </a:cubicBezTo>
                <a:cubicBezTo>
                  <a:pt x="1552655" y="40040"/>
                  <a:pt x="1550913" y="41417"/>
                  <a:pt x="1549510" y="43132"/>
                </a:cubicBezTo>
                <a:cubicBezTo>
                  <a:pt x="1548107" y="44847"/>
                  <a:pt x="1547021" y="46845"/>
                  <a:pt x="1546252" y="49125"/>
                </a:cubicBezTo>
                <a:cubicBezTo>
                  <a:pt x="1545483" y="51404"/>
                  <a:pt x="1545053" y="53785"/>
                  <a:pt x="1544963" y="56268"/>
                </a:cubicBezTo>
                <a:lnTo>
                  <a:pt x="1578084" y="56268"/>
                </a:lnTo>
                <a:close/>
                <a:moveTo>
                  <a:pt x="1697377" y="92697"/>
                </a:moveTo>
                <a:cubicBezTo>
                  <a:pt x="1697377" y="93058"/>
                  <a:pt x="1697286" y="93363"/>
                  <a:pt x="1697105" y="93611"/>
                </a:cubicBezTo>
                <a:cubicBezTo>
                  <a:pt x="1696924" y="93859"/>
                  <a:pt x="1696630" y="94074"/>
                  <a:pt x="1696223" y="94254"/>
                </a:cubicBezTo>
                <a:cubicBezTo>
                  <a:pt x="1695816" y="94435"/>
                  <a:pt x="1695250" y="94570"/>
                  <a:pt x="1694526" y="94660"/>
                </a:cubicBezTo>
                <a:cubicBezTo>
                  <a:pt x="1693802" y="94751"/>
                  <a:pt x="1692897" y="94796"/>
                  <a:pt x="1691811" y="94796"/>
                </a:cubicBezTo>
                <a:cubicBezTo>
                  <a:pt x="1690680" y="94796"/>
                  <a:pt x="1689753" y="94751"/>
                  <a:pt x="1689029" y="94660"/>
                </a:cubicBezTo>
                <a:cubicBezTo>
                  <a:pt x="1688305" y="94570"/>
                  <a:pt x="1687728" y="94435"/>
                  <a:pt x="1687298" y="94254"/>
                </a:cubicBezTo>
                <a:cubicBezTo>
                  <a:pt x="1686868" y="94074"/>
                  <a:pt x="1686563" y="93859"/>
                  <a:pt x="1686382" y="93611"/>
                </a:cubicBezTo>
                <a:cubicBezTo>
                  <a:pt x="1686201" y="93363"/>
                  <a:pt x="1686110" y="93058"/>
                  <a:pt x="1686110" y="92697"/>
                </a:cubicBezTo>
                <a:lnTo>
                  <a:pt x="1686110" y="55659"/>
                </a:lnTo>
                <a:cubicBezTo>
                  <a:pt x="1686110" y="53086"/>
                  <a:pt x="1685884" y="50738"/>
                  <a:pt x="1685431" y="48617"/>
                </a:cubicBezTo>
                <a:cubicBezTo>
                  <a:pt x="1684979" y="46495"/>
                  <a:pt x="1684255" y="44667"/>
                  <a:pt x="1683260" y="43132"/>
                </a:cubicBezTo>
                <a:cubicBezTo>
                  <a:pt x="1682264" y="41597"/>
                  <a:pt x="1680997" y="40424"/>
                  <a:pt x="1679459" y="39611"/>
                </a:cubicBezTo>
                <a:cubicBezTo>
                  <a:pt x="1677920" y="38799"/>
                  <a:pt x="1676110" y="38392"/>
                  <a:pt x="1674029" y="38392"/>
                </a:cubicBezTo>
                <a:cubicBezTo>
                  <a:pt x="1671450" y="38392"/>
                  <a:pt x="1668859" y="39385"/>
                  <a:pt x="1666258" y="41372"/>
                </a:cubicBezTo>
                <a:cubicBezTo>
                  <a:pt x="1663656" y="43358"/>
                  <a:pt x="1660794" y="46269"/>
                  <a:pt x="1657672" y="50106"/>
                </a:cubicBezTo>
                <a:lnTo>
                  <a:pt x="1657672" y="92697"/>
                </a:lnTo>
                <a:cubicBezTo>
                  <a:pt x="1657672" y="93058"/>
                  <a:pt x="1657581" y="93363"/>
                  <a:pt x="1657400" y="93611"/>
                </a:cubicBezTo>
                <a:cubicBezTo>
                  <a:pt x="1657219" y="93859"/>
                  <a:pt x="1656914" y="94074"/>
                  <a:pt x="1656484" y="94254"/>
                </a:cubicBezTo>
                <a:cubicBezTo>
                  <a:pt x="1656054" y="94435"/>
                  <a:pt x="1655477" y="94570"/>
                  <a:pt x="1654753" y="94660"/>
                </a:cubicBezTo>
                <a:cubicBezTo>
                  <a:pt x="1654029" y="94751"/>
                  <a:pt x="1653124" y="94796"/>
                  <a:pt x="1652039" y="94796"/>
                </a:cubicBezTo>
                <a:cubicBezTo>
                  <a:pt x="1650998" y="94796"/>
                  <a:pt x="1650104" y="94751"/>
                  <a:pt x="1649358" y="94660"/>
                </a:cubicBezTo>
                <a:cubicBezTo>
                  <a:pt x="1648611" y="94570"/>
                  <a:pt x="1648023" y="94435"/>
                  <a:pt x="1647593" y="94254"/>
                </a:cubicBezTo>
                <a:cubicBezTo>
                  <a:pt x="1647163" y="94074"/>
                  <a:pt x="1646869" y="93859"/>
                  <a:pt x="1646711" y="93611"/>
                </a:cubicBezTo>
                <a:cubicBezTo>
                  <a:pt x="1646552" y="93363"/>
                  <a:pt x="1646473" y="93058"/>
                  <a:pt x="1646473" y="92697"/>
                </a:cubicBezTo>
                <a:lnTo>
                  <a:pt x="1646473" y="55659"/>
                </a:lnTo>
                <a:cubicBezTo>
                  <a:pt x="1646473" y="53086"/>
                  <a:pt x="1646224" y="50738"/>
                  <a:pt x="1645726" y="48617"/>
                </a:cubicBezTo>
                <a:cubicBezTo>
                  <a:pt x="1645229" y="46495"/>
                  <a:pt x="1644482" y="44667"/>
                  <a:pt x="1643487" y="43132"/>
                </a:cubicBezTo>
                <a:cubicBezTo>
                  <a:pt x="1642491" y="41597"/>
                  <a:pt x="1641236" y="40424"/>
                  <a:pt x="1639720" y="39611"/>
                </a:cubicBezTo>
                <a:cubicBezTo>
                  <a:pt x="1638204" y="38799"/>
                  <a:pt x="1636405" y="38392"/>
                  <a:pt x="1634324" y="38392"/>
                </a:cubicBezTo>
                <a:cubicBezTo>
                  <a:pt x="1631745" y="38392"/>
                  <a:pt x="1629143" y="39385"/>
                  <a:pt x="1626519" y="41372"/>
                </a:cubicBezTo>
                <a:cubicBezTo>
                  <a:pt x="1623894" y="43358"/>
                  <a:pt x="1621044" y="46269"/>
                  <a:pt x="1617967" y="50106"/>
                </a:cubicBezTo>
                <a:lnTo>
                  <a:pt x="1617967" y="92697"/>
                </a:lnTo>
                <a:cubicBezTo>
                  <a:pt x="1617967" y="93058"/>
                  <a:pt x="1617876" y="93363"/>
                  <a:pt x="1617695" y="93611"/>
                </a:cubicBezTo>
                <a:cubicBezTo>
                  <a:pt x="1617514" y="93859"/>
                  <a:pt x="1617220" y="94074"/>
                  <a:pt x="1616813" y="94254"/>
                </a:cubicBezTo>
                <a:cubicBezTo>
                  <a:pt x="1616406" y="94435"/>
                  <a:pt x="1615840" y="94570"/>
                  <a:pt x="1615116" y="94660"/>
                </a:cubicBezTo>
                <a:cubicBezTo>
                  <a:pt x="1614392" y="94751"/>
                  <a:pt x="1613465" y="94796"/>
                  <a:pt x="1612334" y="94796"/>
                </a:cubicBezTo>
                <a:cubicBezTo>
                  <a:pt x="1611248" y="94796"/>
                  <a:pt x="1610343" y="94751"/>
                  <a:pt x="1609619" y="94660"/>
                </a:cubicBezTo>
                <a:cubicBezTo>
                  <a:pt x="1608895" y="94570"/>
                  <a:pt x="1608318" y="94435"/>
                  <a:pt x="1607888" y="94254"/>
                </a:cubicBezTo>
                <a:cubicBezTo>
                  <a:pt x="1607458" y="94074"/>
                  <a:pt x="1607164" y="93859"/>
                  <a:pt x="1607006" y="93611"/>
                </a:cubicBezTo>
                <a:cubicBezTo>
                  <a:pt x="1606847" y="93363"/>
                  <a:pt x="1606768" y="93058"/>
                  <a:pt x="1606768" y="92697"/>
                </a:cubicBezTo>
                <a:lnTo>
                  <a:pt x="1606768" y="31757"/>
                </a:lnTo>
                <a:cubicBezTo>
                  <a:pt x="1606768" y="31395"/>
                  <a:pt x="1606836" y="31091"/>
                  <a:pt x="1606972" y="30842"/>
                </a:cubicBezTo>
                <a:cubicBezTo>
                  <a:pt x="1607107" y="30594"/>
                  <a:pt x="1607379" y="30369"/>
                  <a:pt x="1607786" y="30165"/>
                </a:cubicBezTo>
                <a:cubicBezTo>
                  <a:pt x="1608193" y="29962"/>
                  <a:pt x="1608714" y="29827"/>
                  <a:pt x="1609347" y="29759"/>
                </a:cubicBezTo>
                <a:cubicBezTo>
                  <a:pt x="1609981" y="29691"/>
                  <a:pt x="1610818" y="29658"/>
                  <a:pt x="1611858" y="29658"/>
                </a:cubicBezTo>
                <a:cubicBezTo>
                  <a:pt x="1612854" y="29658"/>
                  <a:pt x="1613680" y="29691"/>
                  <a:pt x="1614336" y="29759"/>
                </a:cubicBezTo>
                <a:cubicBezTo>
                  <a:pt x="1614992" y="29827"/>
                  <a:pt x="1615501" y="29962"/>
                  <a:pt x="1615863" y="30165"/>
                </a:cubicBezTo>
                <a:cubicBezTo>
                  <a:pt x="1616225" y="30369"/>
                  <a:pt x="1616485" y="30594"/>
                  <a:pt x="1616643" y="30842"/>
                </a:cubicBezTo>
                <a:cubicBezTo>
                  <a:pt x="1616802" y="31091"/>
                  <a:pt x="1616881" y="31395"/>
                  <a:pt x="1616881" y="31757"/>
                </a:cubicBezTo>
                <a:lnTo>
                  <a:pt x="1616881" y="39814"/>
                </a:lnTo>
                <a:cubicBezTo>
                  <a:pt x="1620320" y="35977"/>
                  <a:pt x="1623657" y="33167"/>
                  <a:pt x="1626892" y="31384"/>
                </a:cubicBezTo>
                <a:cubicBezTo>
                  <a:pt x="1630127" y="29601"/>
                  <a:pt x="1633396" y="28710"/>
                  <a:pt x="1636699" y="28710"/>
                </a:cubicBezTo>
                <a:cubicBezTo>
                  <a:pt x="1639233" y="28710"/>
                  <a:pt x="1641507" y="29003"/>
                  <a:pt x="1643521" y="29590"/>
                </a:cubicBezTo>
                <a:cubicBezTo>
                  <a:pt x="1645534" y="30177"/>
                  <a:pt x="1647310" y="31000"/>
                  <a:pt x="1648849" y="32061"/>
                </a:cubicBezTo>
                <a:cubicBezTo>
                  <a:pt x="1650387" y="33122"/>
                  <a:pt x="1651699" y="34386"/>
                  <a:pt x="1652785" y="35853"/>
                </a:cubicBezTo>
                <a:cubicBezTo>
                  <a:pt x="1653871" y="37320"/>
                  <a:pt x="1654776" y="38957"/>
                  <a:pt x="1655500" y="40762"/>
                </a:cubicBezTo>
                <a:cubicBezTo>
                  <a:pt x="1657536" y="38550"/>
                  <a:pt x="1659470" y="36677"/>
                  <a:pt x="1661303" y="35142"/>
                </a:cubicBezTo>
                <a:cubicBezTo>
                  <a:pt x="1663136" y="33607"/>
                  <a:pt x="1664900" y="32366"/>
                  <a:pt x="1666597" y="31418"/>
                </a:cubicBezTo>
                <a:cubicBezTo>
                  <a:pt x="1668294" y="30470"/>
                  <a:pt x="1669945" y="29782"/>
                  <a:pt x="1671552" y="29353"/>
                </a:cubicBezTo>
                <a:cubicBezTo>
                  <a:pt x="1673158" y="28924"/>
                  <a:pt x="1674776" y="28710"/>
                  <a:pt x="1676405" y="28710"/>
                </a:cubicBezTo>
                <a:cubicBezTo>
                  <a:pt x="1680341" y="28710"/>
                  <a:pt x="1683644" y="29398"/>
                  <a:pt x="1686314" y="30775"/>
                </a:cubicBezTo>
                <a:cubicBezTo>
                  <a:pt x="1688983" y="32152"/>
                  <a:pt x="1691144" y="33991"/>
                  <a:pt x="1692796" y="36293"/>
                </a:cubicBezTo>
                <a:cubicBezTo>
                  <a:pt x="1694447" y="38595"/>
                  <a:pt x="1695624" y="41293"/>
                  <a:pt x="1696325" y="44385"/>
                </a:cubicBezTo>
                <a:cubicBezTo>
                  <a:pt x="1697026" y="47477"/>
                  <a:pt x="1697377" y="50738"/>
                  <a:pt x="1697377" y="54169"/>
                </a:cubicBezTo>
                <a:lnTo>
                  <a:pt x="1697377" y="92697"/>
                </a:lnTo>
                <a:close/>
                <a:moveTo>
                  <a:pt x="1769719" y="59586"/>
                </a:moveTo>
                <a:cubicBezTo>
                  <a:pt x="1769719" y="61346"/>
                  <a:pt x="1769278" y="62599"/>
                  <a:pt x="1768396" y="63344"/>
                </a:cubicBezTo>
                <a:cubicBezTo>
                  <a:pt x="1767513" y="64089"/>
                  <a:pt x="1766507" y="64461"/>
                  <a:pt x="1765375" y="64461"/>
                </a:cubicBezTo>
                <a:lnTo>
                  <a:pt x="1725331" y="64461"/>
                </a:lnTo>
                <a:cubicBezTo>
                  <a:pt x="1725331" y="67857"/>
                  <a:pt x="1725670" y="70913"/>
                  <a:pt x="1726349" y="73630"/>
                </a:cubicBezTo>
                <a:cubicBezTo>
                  <a:pt x="1727028" y="76347"/>
                  <a:pt x="1728159" y="78678"/>
                  <a:pt x="1729743" y="80625"/>
                </a:cubicBezTo>
                <a:cubicBezTo>
                  <a:pt x="1731326" y="82572"/>
                  <a:pt x="1733385" y="84066"/>
                  <a:pt x="1735919" y="85109"/>
                </a:cubicBezTo>
                <a:cubicBezTo>
                  <a:pt x="1738453" y="86150"/>
                  <a:pt x="1741552" y="86670"/>
                  <a:pt x="1745217" y="86670"/>
                </a:cubicBezTo>
                <a:cubicBezTo>
                  <a:pt x="1748113" y="86670"/>
                  <a:pt x="1750692" y="86433"/>
                  <a:pt x="1752955" y="85959"/>
                </a:cubicBezTo>
                <a:cubicBezTo>
                  <a:pt x="1755217" y="85485"/>
                  <a:pt x="1757174" y="84955"/>
                  <a:pt x="1758826" y="84368"/>
                </a:cubicBezTo>
                <a:cubicBezTo>
                  <a:pt x="1760477" y="83781"/>
                  <a:pt x="1761835" y="83251"/>
                  <a:pt x="1762898" y="82777"/>
                </a:cubicBezTo>
                <a:cubicBezTo>
                  <a:pt x="1763961" y="82303"/>
                  <a:pt x="1764765" y="82066"/>
                  <a:pt x="1765307" y="82066"/>
                </a:cubicBezTo>
                <a:cubicBezTo>
                  <a:pt x="1765624" y="82066"/>
                  <a:pt x="1765907" y="82145"/>
                  <a:pt x="1766156" y="82303"/>
                </a:cubicBezTo>
                <a:cubicBezTo>
                  <a:pt x="1766405" y="82461"/>
                  <a:pt x="1766597" y="82698"/>
                  <a:pt x="1766733" y="83014"/>
                </a:cubicBezTo>
                <a:cubicBezTo>
                  <a:pt x="1766869" y="83330"/>
                  <a:pt x="1766970" y="83770"/>
                  <a:pt x="1767038" y="84334"/>
                </a:cubicBezTo>
                <a:cubicBezTo>
                  <a:pt x="1767106" y="84899"/>
                  <a:pt x="1767140" y="85587"/>
                  <a:pt x="1767140" y="86400"/>
                </a:cubicBezTo>
                <a:cubicBezTo>
                  <a:pt x="1767140" y="86986"/>
                  <a:pt x="1767117" y="87494"/>
                  <a:pt x="1767072" y="87923"/>
                </a:cubicBezTo>
                <a:cubicBezTo>
                  <a:pt x="1767027" y="88352"/>
                  <a:pt x="1766970" y="88736"/>
                  <a:pt x="1766902" y="89074"/>
                </a:cubicBezTo>
                <a:cubicBezTo>
                  <a:pt x="1766835" y="89413"/>
                  <a:pt x="1766721" y="89717"/>
                  <a:pt x="1766563" y="89988"/>
                </a:cubicBezTo>
                <a:cubicBezTo>
                  <a:pt x="1766405" y="90259"/>
                  <a:pt x="1766201" y="90519"/>
                  <a:pt x="1765952" y="90767"/>
                </a:cubicBezTo>
                <a:cubicBezTo>
                  <a:pt x="1765703" y="91015"/>
                  <a:pt x="1764968" y="91421"/>
                  <a:pt x="1763746" y="91986"/>
                </a:cubicBezTo>
                <a:cubicBezTo>
                  <a:pt x="1762525" y="92550"/>
                  <a:pt x="1760941" y="93103"/>
                  <a:pt x="1758995" y="93645"/>
                </a:cubicBezTo>
                <a:cubicBezTo>
                  <a:pt x="1757050" y="94186"/>
                  <a:pt x="1754799" y="94672"/>
                  <a:pt x="1752242" y="95100"/>
                </a:cubicBezTo>
                <a:cubicBezTo>
                  <a:pt x="1749686" y="95529"/>
                  <a:pt x="1746959" y="95744"/>
                  <a:pt x="1744064" y="95744"/>
                </a:cubicBezTo>
                <a:cubicBezTo>
                  <a:pt x="1739041" y="95744"/>
                  <a:pt x="1734641" y="95043"/>
                  <a:pt x="1730863" y="93643"/>
                </a:cubicBezTo>
                <a:cubicBezTo>
                  <a:pt x="1727084" y="92242"/>
                  <a:pt x="1723906" y="90163"/>
                  <a:pt x="1721327" y="87407"/>
                </a:cubicBezTo>
                <a:cubicBezTo>
                  <a:pt x="1718747" y="84650"/>
                  <a:pt x="1716802" y="81194"/>
                  <a:pt x="1715490" y="77036"/>
                </a:cubicBezTo>
                <a:cubicBezTo>
                  <a:pt x="1714177" y="72879"/>
                  <a:pt x="1713521" y="68044"/>
                  <a:pt x="1713521" y="62531"/>
                </a:cubicBezTo>
                <a:cubicBezTo>
                  <a:pt x="1713521" y="57289"/>
                  <a:pt x="1714200" y="52579"/>
                  <a:pt x="1715557" y="48399"/>
                </a:cubicBezTo>
                <a:cubicBezTo>
                  <a:pt x="1716915" y="44219"/>
                  <a:pt x="1718872" y="40672"/>
                  <a:pt x="1721428" y="37757"/>
                </a:cubicBezTo>
                <a:cubicBezTo>
                  <a:pt x="1723985" y="34843"/>
                  <a:pt x="1727073" y="32607"/>
                  <a:pt x="1730693" y="31048"/>
                </a:cubicBezTo>
                <a:cubicBezTo>
                  <a:pt x="1734313" y="29489"/>
                  <a:pt x="1738362" y="28710"/>
                  <a:pt x="1742842" y="28710"/>
                </a:cubicBezTo>
                <a:cubicBezTo>
                  <a:pt x="1747638" y="28710"/>
                  <a:pt x="1751722" y="29477"/>
                  <a:pt x="1755093" y="31012"/>
                </a:cubicBezTo>
                <a:cubicBezTo>
                  <a:pt x="1758464" y="32547"/>
                  <a:pt x="1761235" y="34612"/>
                  <a:pt x="1763407" y="37207"/>
                </a:cubicBezTo>
                <a:cubicBezTo>
                  <a:pt x="1765579" y="39803"/>
                  <a:pt x="1767174" y="42850"/>
                  <a:pt x="1768192" y="46348"/>
                </a:cubicBezTo>
                <a:cubicBezTo>
                  <a:pt x="1769210" y="49847"/>
                  <a:pt x="1769719" y="53582"/>
                  <a:pt x="1769719" y="57555"/>
                </a:cubicBezTo>
                <a:lnTo>
                  <a:pt x="1769719" y="59586"/>
                </a:lnTo>
                <a:moveTo>
                  <a:pt x="1758452" y="56268"/>
                </a:moveTo>
                <a:cubicBezTo>
                  <a:pt x="1758588" y="50400"/>
                  <a:pt x="1757287" y="45795"/>
                  <a:pt x="1754550" y="42455"/>
                </a:cubicBezTo>
                <a:cubicBezTo>
                  <a:pt x="1751812" y="39115"/>
                  <a:pt x="1747751" y="37444"/>
                  <a:pt x="1742367" y="37444"/>
                </a:cubicBezTo>
                <a:cubicBezTo>
                  <a:pt x="1739607" y="37444"/>
                  <a:pt x="1737186" y="37963"/>
                  <a:pt x="1735105" y="39002"/>
                </a:cubicBezTo>
                <a:cubicBezTo>
                  <a:pt x="1733023" y="40040"/>
                  <a:pt x="1731281" y="41417"/>
                  <a:pt x="1729878" y="43132"/>
                </a:cubicBezTo>
                <a:cubicBezTo>
                  <a:pt x="1728476" y="44847"/>
                  <a:pt x="1727390" y="46845"/>
                  <a:pt x="1726621" y="49125"/>
                </a:cubicBezTo>
                <a:cubicBezTo>
                  <a:pt x="1725851" y="51404"/>
                  <a:pt x="1725421" y="53785"/>
                  <a:pt x="1725331" y="56268"/>
                </a:cubicBezTo>
                <a:lnTo>
                  <a:pt x="1758452" y="56268"/>
                </a:lnTo>
                <a:close/>
                <a:moveTo>
                  <a:pt x="1839736" y="92697"/>
                </a:moveTo>
                <a:cubicBezTo>
                  <a:pt x="1839736" y="93058"/>
                  <a:pt x="1839646" y="93363"/>
                  <a:pt x="1839465" y="93611"/>
                </a:cubicBezTo>
                <a:cubicBezTo>
                  <a:pt x="1839284" y="93859"/>
                  <a:pt x="1838990" y="94074"/>
                  <a:pt x="1838583" y="94254"/>
                </a:cubicBezTo>
                <a:cubicBezTo>
                  <a:pt x="1838175" y="94435"/>
                  <a:pt x="1837610" y="94570"/>
                  <a:pt x="1836886" y="94660"/>
                </a:cubicBezTo>
                <a:cubicBezTo>
                  <a:pt x="1836162" y="94751"/>
                  <a:pt x="1835257" y="94796"/>
                  <a:pt x="1834171" y="94796"/>
                </a:cubicBezTo>
                <a:cubicBezTo>
                  <a:pt x="1833040" y="94796"/>
                  <a:pt x="1832112" y="94751"/>
                  <a:pt x="1831388" y="94660"/>
                </a:cubicBezTo>
                <a:cubicBezTo>
                  <a:pt x="1830664" y="94570"/>
                  <a:pt x="1830099" y="94435"/>
                  <a:pt x="1829691" y="94254"/>
                </a:cubicBezTo>
                <a:cubicBezTo>
                  <a:pt x="1829284" y="94074"/>
                  <a:pt x="1828990" y="93859"/>
                  <a:pt x="1828809" y="93611"/>
                </a:cubicBezTo>
                <a:cubicBezTo>
                  <a:pt x="1828628" y="93363"/>
                  <a:pt x="1828538" y="93058"/>
                  <a:pt x="1828538" y="92697"/>
                </a:cubicBezTo>
                <a:lnTo>
                  <a:pt x="1828538" y="57013"/>
                </a:lnTo>
                <a:cubicBezTo>
                  <a:pt x="1828538" y="53537"/>
                  <a:pt x="1828266" y="50738"/>
                  <a:pt x="1827723" y="48617"/>
                </a:cubicBezTo>
                <a:cubicBezTo>
                  <a:pt x="1827180" y="46495"/>
                  <a:pt x="1826388" y="44667"/>
                  <a:pt x="1825348" y="43132"/>
                </a:cubicBezTo>
                <a:cubicBezTo>
                  <a:pt x="1824307" y="41597"/>
                  <a:pt x="1822961" y="40424"/>
                  <a:pt x="1821309" y="39611"/>
                </a:cubicBezTo>
                <a:cubicBezTo>
                  <a:pt x="1819658" y="38799"/>
                  <a:pt x="1817746" y="38392"/>
                  <a:pt x="1815574" y="38392"/>
                </a:cubicBezTo>
                <a:cubicBezTo>
                  <a:pt x="1812769" y="38392"/>
                  <a:pt x="1809963" y="39385"/>
                  <a:pt x="1807158" y="41372"/>
                </a:cubicBezTo>
                <a:cubicBezTo>
                  <a:pt x="1804353" y="43358"/>
                  <a:pt x="1801411" y="46269"/>
                  <a:pt x="1798335" y="50106"/>
                </a:cubicBezTo>
                <a:lnTo>
                  <a:pt x="1798335" y="92697"/>
                </a:lnTo>
                <a:cubicBezTo>
                  <a:pt x="1798335" y="93058"/>
                  <a:pt x="1798244" y="93363"/>
                  <a:pt x="1798063" y="93611"/>
                </a:cubicBezTo>
                <a:cubicBezTo>
                  <a:pt x="1797882" y="93859"/>
                  <a:pt x="1797588" y="94074"/>
                  <a:pt x="1797181" y="94254"/>
                </a:cubicBezTo>
                <a:cubicBezTo>
                  <a:pt x="1796774" y="94435"/>
                  <a:pt x="1796208" y="94570"/>
                  <a:pt x="1795484" y="94660"/>
                </a:cubicBezTo>
                <a:cubicBezTo>
                  <a:pt x="1794760" y="94751"/>
                  <a:pt x="1793832" y="94796"/>
                  <a:pt x="1792701" y="94796"/>
                </a:cubicBezTo>
                <a:cubicBezTo>
                  <a:pt x="1791615" y="94796"/>
                  <a:pt x="1790710" y="94751"/>
                  <a:pt x="1789986" y="94660"/>
                </a:cubicBezTo>
                <a:cubicBezTo>
                  <a:pt x="1789262" y="94570"/>
                  <a:pt x="1788685" y="94435"/>
                  <a:pt x="1788256" y="94254"/>
                </a:cubicBezTo>
                <a:cubicBezTo>
                  <a:pt x="1787826" y="94074"/>
                  <a:pt x="1787532" y="93859"/>
                  <a:pt x="1787373" y="93611"/>
                </a:cubicBezTo>
                <a:cubicBezTo>
                  <a:pt x="1787215" y="93363"/>
                  <a:pt x="1787136" y="93058"/>
                  <a:pt x="1787136" y="92697"/>
                </a:cubicBezTo>
                <a:lnTo>
                  <a:pt x="1787136" y="31757"/>
                </a:lnTo>
                <a:cubicBezTo>
                  <a:pt x="1787136" y="31395"/>
                  <a:pt x="1787204" y="31091"/>
                  <a:pt x="1787339" y="30842"/>
                </a:cubicBezTo>
                <a:cubicBezTo>
                  <a:pt x="1787475" y="30594"/>
                  <a:pt x="1787747" y="30369"/>
                  <a:pt x="1788154" y="30165"/>
                </a:cubicBezTo>
                <a:cubicBezTo>
                  <a:pt x="1788561" y="29962"/>
                  <a:pt x="1789081" y="29827"/>
                  <a:pt x="1789715" y="29759"/>
                </a:cubicBezTo>
                <a:cubicBezTo>
                  <a:pt x="1790348" y="29691"/>
                  <a:pt x="1791185" y="29658"/>
                  <a:pt x="1792226" y="29658"/>
                </a:cubicBezTo>
                <a:cubicBezTo>
                  <a:pt x="1793222" y="29658"/>
                  <a:pt x="1794047" y="29691"/>
                  <a:pt x="1794703" y="29759"/>
                </a:cubicBezTo>
                <a:cubicBezTo>
                  <a:pt x="1795360" y="29827"/>
                  <a:pt x="1795869" y="29962"/>
                  <a:pt x="1796231" y="30165"/>
                </a:cubicBezTo>
                <a:cubicBezTo>
                  <a:pt x="1796593" y="30369"/>
                  <a:pt x="1796853" y="30594"/>
                  <a:pt x="1797011" y="30842"/>
                </a:cubicBezTo>
                <a:cubicBezTo>
                  <a:pt x="1797169" y="31091"/>
                  <a:pt x="1797249" y="31395"/>
                  <a:pt x="1797249" y="31757"/>
                </a:cubicBezTo>
                <a:lnTo>
                  <a:pt x="1797249" y="39814"/>
                </a:lnTo>
                <a:cubicBezTo>
                  <a:pt x="1800687" y="35977"/>
                  <a:pt x="1804115" y="33167"/>
                  <a:pt x="1807531" y="31384"/>
                </a:cubicBezTo>
                <a:cubicBezTo>
                  <a:pt x="1810947" y="29601"/>
                  <a:pt x="1814398" y="28710"/>
                  <a:pt x="1817882" y="28710"/>
                </a:cubicBezTo>
                <a:cubicBezTo>
                  <a:pt x="1821954" y="28710"/>
                  <a:pt x="1825381" y="29398"/>
                  <a:pt x="1828164" y="30775"/>
                </a:cubicBezTo>
                <a:cubicBezTo>
                  <a:pt x="1830947" y="32152"/>
                  <a:pt x="1833198" y="33991"/>
                  <a:pt x="1834917" y="36293"/>
                </a:cubicBezTo>
                <a:cubicBezTo>
                  <a:pt x="1836637" y="38595"/>
                  <a:pt x="1837870" y="41293"/>
                  <a:pt x="1838616" y="44385"/>
                </a:cubicBezTo>
                <a:cubicBezTo>
                  <a:pt x="1839363" y="47477"/>
                  <a:pt x="1839736" y="51190"/>
                  <a:pt x="1839736" y="55523"/>
                </a:cubicBezTo>
                <a:lnTo>
                  <a:pt x="1839736" y="92697"/>
                </a:lnTo>
                <a:close/>
                <a:moveTo>
                  <a:pt x="1892752" y="88295"/>
                </a:moveTo>
                <a:cubicBezTo>
                  <a:pt x="1892752" y="89605"/>
                  <a:pt x="1892661" y="90643"/>
                  <a:pt x="1892480" y="91410"/>
                </a:cubicBezTo>
                <a:cubicBezTo>
                  <a:pt x="1892299" y="92178"/>
                  <a:pt x="1892028" y="92742"/>
                  <a:pt x="1891666" y="93103"/>
                </a:cubicBezTo>
                <a:cubicBezTo>
                  <a:pt x="1891304" y="93464"/>
                  <a:pt x="1890761" y="93803"/>
                  <a:pt x="1890037" y="94119"/>
                </a:cubicBezTo>
                <a:cubicBezTo>
                  <a:pt x="1889313" y="94435"/>
                  <a:pt x="1888487" y="94694"/>
                  <a:pt x="1887559" y="94897"/>
                </a:cubicBezTo>
                <a:cubicBezTo>
                  <a:pt x="1886632" y="95100"/>
                  <a:pt x="1885648" y="95270"/>
                  <a:pt x="1884607" y="95405"/>
                </a:cubicBezTo>
                <a:cubicBezTo>
                  <a:pt x="1883566" y="95541"/>
                  <a:pt x="1882526" y="95608"/>
                  <a:pt x="1881485" y="95608"/>
                </a:cubicBezTo>
                <a:cubicBezTo>
                  <a:pt x="1878317" y="95608"/>
                  <a:pt x="1875603" y="95190"/>
                  <a:pt x="1873340" y="94354"/>
                </a:cubicBezTo>
                <a:cubicBezTo>
                  <a:pt x="1871078" y="93516"/>
                  <a:pt x="1869223" y="92248"/>
                  <a:pt x="1867775" y="90551"/>
                </a:cubicBezTo>
                <a:cubicBezTo>
                  <a:pt x="1866327" y="88854"/>
                  <a:pt x="1865275" y="86705"/>
                  <a:pt x="1864619" y="84104"/>
                </a:cubicBezTo>
                <a:cubicBezTo>
                  <a:pt x="1863963" y="81503"/>
                  <a:pt x="1863635" y="78437"/>
                  <a:pt x="1863635" y="74908"/>
                </a:cubicBezTo>
                <a:lnTo>
                  <a:pt x="1863635" y="39205"/>
                </a:lnTo>
                <a:lnTo>
                  <a:pt x="1855083" y="39205"/>
                </a:lnTo>
                <a:cubicBezTo>
                  <a:pt x="1854404" y="39205"/>
                  <a:pt x="1853861" y="38844"/>
                  <a:pt x="1853454" y="38121"/>
                </a:cubicBezTo>
                <a:cubicBezTo>
                  <a:pt x="1853047" y="37399"/>
                  <a:pt x="1852843" y="36226"/>
                  <a:pt x="1852843" y="34600"/>
                </a:cubicBezTo>
                <a:cubicBezTo>
                  <a:pt x="1852843" y="33743"/>
                  <a:pt x="1852899" y="33021"/>
                  <a:pt x="1853013" y="32434"/>
                </a:cubicBezTo>
                <a:cubicBezTo>
                  <a:pt x="1853126" y="31847"/>
                  <a:pt x="1853273" y="31362"/>
                  <a:pt x="1853454" y="30978"/>
                </a:cubicBezTo>
                <a:cubicBezTo>
                  <a:pt x="1853635" y="30594"/>
                  <a:pt x="1853872" y="30323"/>
                  <a:pt x="1854166" y="30165"/>
                </a:cubicBezTo>
                <a:cubicBezTo>
                  <a:pt x="1854461" y="30007"/>
                  <a:pt x="1854789" y="29928"/>
                  <a:pt x="1855151" y="29928"/>
                </a:cubicBezTo>
                <a:lnTo>
                  <a:pt x="1863635" y="29928"/>
                </a:lnTo>
                <a:lnTo>
                  <a:pt x="1863635" y="15438"/>
                </a:lnTo>
                <a:cubicBezTo>
                  <a:pt x="1863635" y="15122"/>
                  <a:pt x="1863714" y="14829"/>
                  <a:pt x="1863872" y="14558"/>
                </a:cubicBezTo>
                <a:cubicBezTo>
                  <a:pt x="1864030" y="14287"/>
                  <a:pt x="1864325" y="14050"/>
                  <a:pt x="1864754" y="13847"/>
                </a:cubicBezTo>
                <a:cubicBezTo>
                  <a:pt x="1865184" y="13644"/>
                  <a:pt x="1865761" y="13497"/>
                  <a:pt x="1866485" y="13407"/>
                </a:cubicBezTo>
                <a:cubicBezTo>
                  <a:pt x="1867209" y="13317"/>
                  <a:pt x="1868114" y="13271"/>
                  <a:pt x="1869200" y="13271"/>
                </a:cubicBezTo>
                <a:cubicBezTo>
                  <a:pt x="1870331" y="13271"/>
                  <a:pt x="1871259" y="13317"/>
                  <a:pt x="1871983" y="13407"/>
                </a:cubicBezTo>
                <a:cubicBezTo>
                  <a:pt x="1872707" y="13497"/>
                  <a:pt x="1873272" y="13644"/>
                  <a:pt x="1873680" y="13847"/>
                </a:cubicBezTo>
                <a:cubicBezTo>
                  <a:pt x="1874087" y="14050"/>
                  <a:pt x="1874381" y="14287"/>
                  <a:pt x="1874562" y="14558"/>
                </a:cubicBezTo>
                <a:cubicBezTo>
                  <a:pt x="1874743" y="14829"/>
                  <a:pt x="1874833" y="15122"/>
                  <a:pt x="1874833" y="15438"/>
                </a:cubicBezTo>
                <a:lnTo>
                  <a:pt x="1874833" y="29928"/>
                </a:lnTo>
                <a:lnTo>
                  <a:pt x="1890512" y="29928"/>
                </a:lnTo>
                <a:cubicBezTo>
                  <a:pt x="1890874" y="29928"/>
                  <a:pt x="1891190" y="30007"/>
                  <a:pt x="1891462" y="30165"/>
                </a:cubicBezTo>
                <a:cubicBezTo>
                  <a:pt x="1891733" y="30323"/>
                  <a:pt x="1891971" y="30594"/>
                  <a:pt x="1892175" y="30978"/>
                </a:cubicBezTo>
                <a:cubicBezTo>
                  <a:pt x="1892378" y="31362"/>
                  <a:pt x="1892525" y="31847"/>
                  <a:pt x="1892616" y="32434"/>
                </a:cubicBezTo>
                <a:cubicBezTo>
                  <a:pt x="1892706" y="33021"/>
                  <a:pt x="1892752" y="33743"/>
                  <a:pt x="1892752" y="34600"/>
                </a:cubicBezTo>
                <a:cubicBezTo>
                  <a:pt x="1892752" y="36226"/>
                  <a:pt x="1892548" y="37399"/>
                  <a:pt x="1892141" y="38121"/>
                </a:cubicBezTo>
                <a:cubicBezTo>
                  <a:pt x="1891733" y="38844"/>
                  <a:pt x="1891190" y="39205"/>
                  <a:pt x="1890512" y="39205"/>
                </a:cubicBezTo>
                <a:lnTo>
                  <a:pt x="1874833" y="39205"/>
                </a:lnTo>
                <a:lnTo>
                  <a:pt x="1874833" y="73295"/>
                </a:lnTo>
                <a:cubicBezTo>
                  <a:pt x="1874833" y="77505"/>
                  <a:pt x="1875456" y="80685"/>
                  <a:pt x="1876700" y="82836"/>
                </a:cubicBezTo>
                <a:cubicBezTo>
                  <a:pt x="1877944" y="84986"/>
                  <a:pt x="1880173" y="86061"/>
                  <a:pt x="1883385" y="86061"/>
                </a:cubicBezTo>
                <a:cubicBezTo>
                  <a:pt x="1884426" y="86061"/>
                  <a:pt x="1885353" y="85959"/>
                  <a:pt x="1886168" y="85756"/>
                </a:cubicBezTo>
                <a:cubicBezTo>
                  <a:pt x="1886982" y="85553"/>
                  <a:pt x="1887706" y="85339"/>
                  <a:pt x="1888340" y="85113"/>
                </a:cubicBezTo>
                <a:cubicBezTo>
                  <a:pt x="1888973" y="84887"/>
                  <a:pt x="1889516" y="84673"/>
                  <a:pt x="1889969" y="84470"/>
                </a:cubicBezTo>
                <a:cubicBezTo>
                  <a:pt x="1890421" y="84267"/>
                  <a:pt x="1890828" y="84165"/>
                  <a:pt x="1891190" y="84165"/>
                </a:cubicBezTo>
                <a:cubicBezTo>
                  <a:pt x="1891417" y="84165"/>
                  <a:pt x="1891632" y="84222"/>
                  <a:pt x="1891835" y="84334"/>
                </a:cubicBezTo>
                <a:cubicBezTo>
                  <a:pt x="1892039" y="84447"/>
                  <a:pt x="1892197" y="84662"/>
                  <a:pt x="1892310" y="84978"/>
                </a:cubicBezTo>
                <a:cubicBezTo>
                  <a:pt x="1892423" y="85294"/>
                  <a:pt x="1892525" y="85722"/>
                  <a:pt x="1892616" y="86264"/>
                </a:cubicBezTo>
                <a:cubicBezTo>
                  <a:pt x="1892706" y="86806"/>
                  <a:pt x="1892752" y="87483"/>
                  <a:pt x="1892752" y="88295"/>
                </a:cubicBezTo>
                <a:close/>
                <a:moveTo>
                  <a:pt x="1984234" y="11782"/>
                </a:moveTo>
                <a:cubicBezTo>
                  <a:pt x="1984234" y="12639"/>
                  <a:pt x="1984189" y="13384"/>
                  <a:pt x="1984098" y="14016"/>
                </a:cubicBezTo>
                <a:cubicBezTo>
                  <a:pt x="1984008" y="14648"/>
                  <a:pt x="1983850" y="15156"/>
                  <a:pt x="1983623" y="15540"/>
                </a:cubicBezTo>
                <a:cubicBezTo>
                  <a:pt x="1983397" y="15923"/>
                  <a:pt x="1983137" y="16206"/>
                  <a:pt x="1982843" y="16386"/>
                </a:cubicBezTo>
                <a:cubicBezTo>
                  <a:pt x="1982549" y="16567"/>
                  <a:pt x="1982243" y="16657"/>
                  <a:pt x="1981927" y="16657"/>
                </a:cubicBezTo>
                <a:lnTo>
                  <a:pt x="1949755" y="16657"/>
                </a:lnTo>
                <a:lnTo>
                  <a:pt x="1949755" y="46382"/>
                </a:lnTo>
                <a:lnTo>
                  <a:pt x="1980162" y="46382"/>
                </a:lnTo>
                <a:cubicBezTo>
                  <a:pt x="1980479" y="46382"/>
                  <a:pt x="1980784" y="46461"/>
                  <a:pt x="1981078" y="46619"/>
                </a:cubicBezTo>
                <a:cubicBezTo>
                  <a:pt x="1981372" y="46777"/>
                  <a:pt x="1981632" y="47037"/>
                  <a:pt x="1981859" y="47398"/>
                </a:cubicBezTo>
                <a:cubicBezTo>
                  <a:pt x="1982085" y="47759"/>
                  <a:pt x="1982243" y="48244"/>
                  <a:pt x="1982334" y="48854"/>
                </a:cubicBezTo>
                <a:cubicBezTo>
                  <a:pt x="1982424" y="49463"/>
                  <a:pt x="1982470" y="50242"/>
                  <a:pt x="1982470" y="51190"/>
                </a:cubicBezTo>
                <a:cubicBezTo>
                  <a:pt x="1982470" y="52047"/>
                  <a:pt x="1982424" y="52781"/>
                  <a:pt x="1982334" y="53390"/>
                </a:cubicBezTo>
                <a:cubicBezTo>
                  <a:pt x="1982243" y="54000"/>
                  <a:pt x="1982085" y="54496"/>
                  <a:pt x="1981859" y="54880"/>
                </a:cubicBezTo>
                <a:cubicBezTo>
                  <a:pt x="1981632" y="55264"/>
                  <a:pt x="1981372" y="55557"/>
                  <a:pt x="1981078" y="55760"/>
                </a:cubicBezTo>
                <a:cubicBezTo>
                  <a:pt x="1980784" y="55963"/>
                  <a:pt x="1980479" y="56065"/>
                  <a:pt x="1980162" y="56065"/>
                </a:cubicBezTo>
                <a:lnTo>
                  <a:pt x="1949755" y="56065"/>
                </a:lnTo>
                <a:lnTo>
                  <a:pt x="1949755" y="92625"/>
                </a:lnTo>
                <a:cubicBezTo>
                  <a:pt x="1949755" y="92942"/>
                  <a:pt x="1949665" y="93248"/>
                  <a:pt x="1949484" y="93541"/>
                </a:cubicBezTo>
                <a:cubicBezTo>
                  <a:pt x="1949303" y="93834"/>
                  <a:pt x="1948986" y="94061"/>
                  <a:pt x="1948534" y="94220"/>
                </a:cubicBezTo>
                <a:cubicBezTo>
                  <a:pt x="1948081" y="94378"/>
                  <a:pt x="1947493" y="94514"/>
                  <a:pt x="1946769" y="94626"/>
                </a:cubicBezTo>
                <a:cubicBezTo>
                  <a:pt x="1946045" y="94739"/>
                  <a:pt x="1945095" y="94796"/>
                  <a:pt x="1943918" y="94796"/>
                </a:cubicBezTo>
                <a:cubicBezTo>
                  <a:pt x="1942832" y="94796"/>
                  <a:pt x="1941905" y="94739"/>
                  <a:pt x="1941136" y="94626"/>
                </a:cubicBezTo>
                <a:cubicBezTo>
                  <a:pt x="1940366" y="94514"/>
                  <a:pt x="1939756" y="94378"/>
                  <a:pt x="1939303" y="94220"/>
                </a:cubicBezTo>
                <a:cubicBezTo>
                  <a:pt x="1938851" y="94062"/>
                  <a:pt x="1938534" y="93837"/>
                  <a:pt x="1938353" y="93543"/>
                </a:cubicBezTo>
                <a:cubicBezTo>
                  <a:pt x="1938172" y="93250"/>
                  <a:pt x="1938081" y="92945"/>
                  <a:pt x="1938081" y="92629"/>
                </a:cubicBezTo>
                <a:lnTo>
                  <a:pt x="1938081" y="11511"/>
                </a:lnTo>
                <a:cubicBezTo>
                  <a:pt x="1938081" y="9750"/>
                  <a:pt x="1938545" y="8520"/>
                  <a:pt x="1939473" y="7821"/>
                </a:cubicBezTo>
                <a:cubicBezTo>
                  <a:pt x="1940400" y="7121"/>
                  <a:pt x="1941385" y="6771"/>
                  <a:pt x="1942425" y="6771"/>
                </a:cubicBezTo>
                <a:lnTo>
                  <a:pt x="1981927" y="6771"/>
                </a:lnTo>
                <a:cubicBezTo>
                  <a:pt x="1982243" y="6771"/>
                  <a:pt x="1982549" y="6861"/>
                  <a:pt x="1982843" y="7042"/>
                </a:cubicBezTo>
                <a:cubicBezTo>
                  <a:pt x="1983137" y="7223"/>
                  <a:pt x="1983397" y="7516"/>
                  <a:pt x="1983623" y="7922"/>
                </a:cubicBezTo>
                <a:cubicBezTo>
                  <a:pt x="1983850" y="8328"/>
                  <a:pt x="1984008" y="8859"/>
                  <a:pt x="1984098" y="9513"/>
                </a:cubicBezTo>
                <a:cubicBezTo>
                  <a:pt x="1984189" y="10168"/>
                  <a:pt x="1984234" y="10924"/>
                  <a:pt x="1984234" y="11782"/>
                </a:cubicBezTo>
                <a:close/>
                <a:moveTo>
                  <a:pt x="2051899" y="59586"/>
                </a:moveTo>
                <a:cubicBezTo>
                  <a:pt x="2051899" y="61346"/>
                  <a:pt x="2051458" y="62599"/>
                  <a:pt x="2050576" y="63344"/>
                </a:cubicBezTo>
                <a:cubicBezTo>
                  <a:pt x="2049693" y="64089"/>
                  <a:pt x="2048687" y="64461"/>
                  <a:pt x="2047555" y="64461"/>
                </a:cubicBezTo>
                <a:lnTo>
                  <a:pt x="2007511" y="64461"/>
                </a:lnTo>
                <a:cubicBezTo>
                  <a:pt x="2007511" y="67857"/>
                  <a:pt x="2007850" y="70913"/>
                  <a:pt x="2008529" y="73630"/>
                </a:cubicBezTo>
                <a:cubicBezTo>
                  <a:pt x="2009208" y="76347"/>
                  <a:pt x="2010339" y="78678"/>
                  <a:pt x="2011923" y="80625"/>
                </a:cubicBezTo>
                <a:cubicBezTo>
                  <a:pt x="2013506" y="82572"/>
                  <a:pt x="2015565" y="84066"/>
                  <a:pt x="2018099" y="85109"/>
                </a:cubicBezTo>
                <a:cubicBezTo>
                  <a:pt x="2020633" y="86150"/>
                  <a:pt x="2023732" y="86670"/>
                  <a:pt x="2027398" y="86670"/>
                </a:cubicBezTo>
                <a:cubicBezTo>
                  <a:pt x="2030293" y="86670"/>
                  <a:pt x="2032873" y="86433"/>
                  <a:pt x="2035135" y="85959"/>
                </a:cubicBezTo>
                <a:cubicBezTo>
                  <a:pt x="2037397" y="85485"/>
                  <a:pt x="2039354" y="84955"/>
                  <a:pt x="2041006" y="84368"/>
                </a:cubicBezTo>
                <a:cubicBezTo>
                  <a:pt x="2042657" y="83781"/>
                  <a:pt x="2044015" y="83251"/>
                  <a:pt x="2045078" y="82777"/>
                </a:cubicBezTo>
                <a:cubicBezTo>
                  <a:pt x="2046141" y="82303"/>
                  <a:pt x="2046945" y="82066"/>
                  <a:pt x="2047488" y="82066"/>
                </a:cubicBezTo>
                <a:cubicBezTo>
                  <a:pt x="2047804" y="82066"/>
                  <a:pt x="2048087" y="82145"/>
                  <a:pt x="2048336" y="82303"/>
                </a:cubicBezTo>
                <a:cubicBezTo>
                  <a:pt x="2048585" y="82461"/>
                  <a:pt x="2048777" y="82698"/>
                  <a:pt x="2048913" y="83014"/>
                </a:cubicBezTo>
                <a:cubicBezTo>
                  <a:pt x="2049049" y="83330"/>
                  <a:pt x="2049150" y="83770"/>
                  <a:pt x="2049218" y="84334"/>
                </a:cubicBezTo>
                <a:cubicBezTo>
                  <a:pt x="2049286" y="84899"/>
                  <a:pt x="2049320" y="85587"/>
                  <a:pt x="2049320" y="86400"/>
                </a:cubicBezTo>
                <a:cubicBezTo>
                  <a:pt x="2049320" y="86986"/>
                  <a:pt x="2049298" y="87494"/>
                  <a:pt x="2049252" y="87923"/>
                </a:cubicBezTo>
                <a:cubicBezTo>
                  <a:pt x="2049207" y="88352"/>
                  <a:pt x="2049150" y="88736"/>
                  <a:pt x="2049083" y="89074"/>
                </a:cubicBezTo>
                <a:cubicBezTo>
                  <a:pt x="2049015" y="89413"/>
                  <a:pt x="2048902" y="89717"/>
                  <a:pt x="2048743" y="89988"/>
                </a:cubicBezTo>
                <a:cubicBezTo>
                  <a:pt x="2048585" y="90259"/>
                  <a:pt x="2048381" y="90519"/>
                  <a:pt x="2048132" y="90767"/>
                </a:cubicBezTo>
                <a:cubicBezTo>
                  <a:pt x="2047884" y="91015"/>
                  <a:pt x="2047148" y="91421"/>
                  <a:pt x="2045927" y="91986"/>
                </a:cubicBezTo>
                <a:cubicBezTo>
                  <a:pt x="2044705" y="92550"/>
                  <a:pt x="2043121" y="93103"/>
                  <a:pt x="2041176" y="93645"/>
                </a:cubicBezTo>
                <a:cubicBezTo>
                  <a:pt x="2039230" y="94186"/>
                  <a:pt x="2036979" y="94672"/>
                  <a:pt x="2034422" y="95100"/>
                </a:cubicBezTo>
                <a:cubicBezTo>
                  <a:pt x="2031866" y="95529"/>
                  <a:pt x="2029140" y="95744"/>
                  <a:pt x="2026244" y="95744"/>
                </a:cubicBezTo>
                <a:cubicBezTo>
                  <a:pt x="2021221" y="95744"/>
                  <a:pt x="2016821" y="95043"/>
                  <a:pt x="2013043" y="93643"/>
                </a:cubicBezTo>
                <a:cubicBezTo>
                  <a:pt x="2009264" y="92242"/>
                  <a:pt x="2006086" y="90163"/>
                  <a:pt x="2003507" y="87407"/>
                </a:cubicBezTo>
                <a:cubicBezTo>
                  <a:pt x="2000928" y="84650"/>
                  <a:pt x="1998982" y="81194"/>
                  <a:pt x="1997670" y="77036"/>
                </a:cubicBezTo>
                <a:cubicBezTo>
                  <a:pt x="1996358" y="72879"/>
                  <a:pt x="1995701" y="68044"/>
                  <a:pt x="1995701" y="62531"/>
                </a:cubicBezTo>
                <a:cubicBezTo>
                  <a:pt x="1995701" y="57289"/>
                  <a:pt x="1996380" y="52579"/>
                  <a:pt x="1997738" y="48399"/>
                </a:cubicBezTo>
                <a:cubicBezTo>
                  <a:pt x="1999095" y="44219"/>
                  <a:pt x="2001052" y="40672"/>
                  <a:pt x="2003608" y="37757"/>
                </a:cubicBezTo>
                <a:cubicBezTo>
                  <a:pt x="2006165" y="34843"/>
                  <a:pt x="2009253" y="32607"/>
                  <a:pt x="2012873" y="31048"/>
                </a:cubicBezTo>
                <a:cubicBezTo>
                  <a:pt x="2016493" y="29489"/>
                  <a:pt x="2020542" y="28710"/>
                  <a:pt x="2025022" y="28710"/>
                </a:cubicBezTo>
                <a:cubicBezTo>
                  <a:pt x="2029818" y="28710"/>
                  <a:pt x="2033902" y="29477"/>
                  <a:pt x="2037273" y="31012"/>
                </a:cubicBezTo>
                <a:cubicBezTo>
                  <a:pt x="2040644" y="32547"/>
                  <a:pt x="2043415" y="34612"/>
                  <a:pt x="2045587" y="37207"/>
                </a:cubicBezTo>
                <a:cubicBezTo>
                  <a:pt x="2047759" y="39803"/>
                  <a:pt x="2049354" y="42850"/>
                  <a:pt x="2050372" y="46348"/>
                </a:cubicBezTo>
                <a:cubicBezTo>
                  <a:pt x="2051390" y="49847"/>
                  <a:pt x="2051899" y="53582"/>
                  <a:pt x="2051899" y="57555"/>
                </a:cubicBezTo>
                <a:lnTo>
                  <a:pt x="2051899" y="59586"/>
                </a:lnTo>
                <a:moveTo>
                  <a:pt x="2040633" y="56268"/>
                </a:moveTo>
                <a:cubicBezTo>
                  <a:pt x="2040768" y="50400"/>
                  <a:pt x="2039467" y="45795"/>
                  <a:pt x="2036730" y="42455"/>
                </a:cubicBezTo>
                <a:cubicBezTo>
                  <a:pt x="2033992" y="39115"/>
                  <a:pt x="2029931" y="37444"/>
                  <a:pt x="2024547" y="37444"/>
                </a:cubicBezTo>
                <a:cubicBezTo>
                  <a:pt x="2021787" y="37444"/>
                  <a:pt x="2019366" y="37963"/>
                  <a:pt x="2017285" y="39002"/>
                </a:cubicBezTo>
                <a:cubicBezTo>
                  <a:pt x="2015203" y="40040"/>
                  <a:pt x="2013461" y="41417"/>
                  <a:pt x="2012059" y="43132"/>
                </a:cubicBezTo>
                <a:cubicBezTo>
                  <a:pt x="2010656" y="44847"/>
                  <a:pt x="2009570" y="46845"/>
                  <a:pt x="2008801" y="49125"/>
                </a:cubicBezTo>
                <a:cubicBezTo>
                  <a:pt x="2008031" y="51404"/>
                  <a:pt x="2007602" y="53785"/>
                  <a:pt x="2007511" y="56268"/>
                </a:cubicBezTo>
                <a:lnTo>
                  <a:pt x="2040633" y="56268"/>
                </a:lnTo>
                <a:close/>
                <a:moveTo>
                  <a:pt x="2115305" y="92764"/>
                </a:moveTo>
                <a:cubicBezTo>
                  <a:pt x="2115305" y="93306"/>
                  <a:pt x="2115124" y="93712"/>
                  <a:pt x="2114762" y="93983"/>
                </a:cubicBezTo>
                <a:cubicBezTo>
                  <a:pt x="2114400" y="94254"/>
                  <a:pt x="2113903" y="94457"/>
                  <a:pt x="2113269" y="94593"/>
                </a:cubicBezTo>
                <a:cubicBezTo>
                  <a:pt x="2112636" y="94728"/>
                  <a:pt x="2111708" y="94796"/>
                  <a:pt x="2110486" y="94796"/>
                </a:cubicBezTo>
                <a:cubicBezTo>
                  <a:pt x="2109310" y="94796"/>
                  <a:pt x="2108371" y="94728"/>
                  <a:pt x="2107670" y="94593"/>
                </a:cubicBezTo>
                <a:cubicBezTo>
                  <a:pt x="2106968" y="94457"/>
                  <a:pt x="2106459" y="94254"/>
                  <a:pt x="2106143" y="93983"/>
                </a:cubicBezTo>
                <a:cubicBezTo>
                  <a:pt x="2105826" y="93712"/>
                  <a:pt x="2105667" y="93306"/>
                  <a:pt x="2105667" y="92764"/>
                </a:cubicBezTo>
                <a:lnTo>
                  <a:pt x="2105667" y="86670"/>
                </a:lnTo>
                <a:cubicBezTo>
                  <a:pt x="2102998" y="89514"/>
                  <a:pt x="2100023" y="91737"/>
                  <a:pt x="2096742" y="93340"/>
                </a:cubicBezTo>
                <a:cubicBezTo>
                  <a:pt x="2093462" y="94942"/>
                  <a:pt x="2089989" y="95744"/>
                  <a:pt x="2086324" y="95744"/>
                </a:cubicBezTo>
                <a:cubicBezTo>
                  <a:pt x="2083111" y="95744"/>
                  <a:pt x="2080204" y="95325"/>
                  <a:pt x="2077602" y="94487"/>
                </a:cubicBezTo>
                <a:cubicBezTo>
                  <a:pt x="2075001" y="93649"/>
                  <a:pt x="2072784" y="92437"/>
                  <a:pt x="2070951" y="90852"/>
                </a:cubicBezTo>
                <a:cubicBezTo>
                  <a:pt x="2069118" y="89266"/>
                  <a:pt x="2067693" y="87319"/>
                  <a:pt x="2066675" y="85009"/>
                </a:cubicBezTo>
                <a:cubicBezTo>
                  <a:pt x="2065657" y="82699"/>
                  <a:pt x="2065148" y="80071"/>
                  <a:pt x="2065148" y="77125"/>
                </a:cubicBezTo>
                <a:cubicBezTo>
                  <a:pt x="2065148" y="73683"/>
                  <a:pt x="2065849" y="70694"/>
                  <a:pt x="2067252" y="68158"/>
                </a:cubicBezTo>
                <a:cubicBezTo>
                  <a:pt x="2068655" y="65620"/>
                  <a:pt x="2070668" y="63513"/>
                  <a:pt x="2073293" y="61837"/>
                </a:cubicBezTo>
                <a:cubicBezTo>
                  <a:pt x="2075917" y="60161"/>
                  <a:pt x="2079130" y="58905"/>
                  <a:pt x="2082930" y="58067"/>
                </a:cubicBezTo>
                <a:cubicBezTo>
                  <a:pt x="2086731" y="57229"/>
                  <a:pt x="2091007" y="56810"/>
                  <a:pt x="2095758" y="56810"/>
                </a:cubicBezTo>
                <a:lnTo>
                  <a:pt x="2104174" y="56810"/>
                </a:lnTo>
                <a:lnTo>
                  <a:pt x="2104174" y="52087"/>
                </a:lnTo>
                <a:cubicBezTo>
                  <a:pt x="2104174" y="49748"/>
                  <a:pt x="2103925" y="47679"/>
                  <a:pt x="2103428" y="45881"/>
                </a:cubicBezTo>
                <a:cubicBezTo>
                  <a:pt x="2102930" y="44081"/>
                  <a:pt x="2102127" y="42585"/>
                  <a:pt x="2101018" y="41393"/>
                </a:cubicBezTo>
                <a:cubicBezTo>
                  <a:pt x="2099910" y="40201"/>
                  <a:pt x="2098473" y="39301"/>
                  <a:pt x="2096708" y="38695"/>
                </a:cubicBezTo>
                <a:cubicBezTo>
                  <a:pt x="2094944" y="38087"/>
                  <a:pt x="2092772" y="37783"/>
                  <a:pt x="2090193" y="37783"/>
                </a:cubicBezTo>
                <a:cubicBezTo>
                  <a:pt x="2087433" y="37783"/>
                  <a:pt x="2084955" y="38107"/>
                  <a:pt x="2082761" y="38754"/>
                </a:cubicBezTo>
                <a:cubicBezTo>
                  <a:pt x="2080566" y="39402"/>
                  <a:pt x="2078643" y="40116"/>
                  <a:pt x="2076992" y="40898"/>
                </a:cubicBezTo>
                <a:cubicBezTo>
                  <a:pt x="2075340" y="41679"/>
                  <a:pt x="2073960" y="42394"/>
                  <a:pt x="2072851" y="43041"/>
                </a:cubicBezTo>
                <a:cubicBezTo>
                  <a:pt x="2071743" y="43689"/>
                  <a:pt x="2070917" y="44012"/>
                  <a:pt x="2070374" y="44012"/>
                </a:cubicBezTo>
                <a:cubicBezTo>
                  <a:pt x="2070012" y="44012"/>
                  <a:pt x="2069695" y="43922"/>
                  <a:pt x="2069424" y="43741"/>
                </a:cubicBezTo>
                <a:cubicBezTo>
                  <a:pt x="2069152" y="43561"/>
                  <a:pt x="2068915" y="43290"/>
                  <a:pt x="2068711" y="42929"/>
                </a:cubicBezTo>
                <a:cubicBezTo>
                  <a:pt x="2068508" y="42568"/>
                  <a:pt x="2068361" y="42105"/>
                  <a:pt x="2068270" y="41541"/>
                </a:cubicBezTo>
                <a:cubicBezTo>
                  <a:pt x="2068180" y="40977"/>
                  <a:pt x="2068134" y="40356"/>
                  <a:pt x="2068134" y="39679"/>
                </a:cubicBezTo>
                <a:cubicBezTo>
                  <a:pt x="2068134" y="38550"/>
                  <a:pt x="2068213" y="37659"/>
                  <a:pt x="2068372" y="37004"/>
                </a:cubicBezTo>
                <a:cubicBezTo>
                  <a:pt x="2068530" y="36350"/>
                  <a:pt x="2068915" y="35729"/>
                  <a:pt x="2069526" y="35142"/>
                </a:cubicBezTo>
                <a:cubicBezTo>
                  <a:pt x="2070137" y="34555"/>
                  <a:pt x="2071189" y="33872"/>
                  <a:pt x="2072682" y="33092"/>
                </a:cubicBezTo>
                <a:cubicBezTo>
                  <a:pt x="2074175" y="32310"/>
                  <a:pt x="2075894" y="31596"/>
                  <a:pt x="2077840" y="30950"/>
                </a:cubicBezTo>
                <a:cubicBezTo>
                  <a:pt x="2079786" y="30304"/>
                  <a:pt x="2081912" y="29770"/>
                  <a:pt x="2084220" y="29346"/>
                </a:cubicBezTo>
                <a:cubicBezTo>
                  <a:pt x="2086528" y="28922"/>
                  <a:pt x="2088858" y="28710"/>
                  <a:pt x="2091211" y="28710"/>
                </a:cubicBezTo>
                <a:cubicBezTo>
                  <a:pt x="2095600" y="28710"/>
                  <a:pt x="2099333" y="29206"/>
                  <a:pt x="2102410" y="30199"/>
                </a:cubicBezTo>
                <a:cubicBezTo>
                  <a:pt x="2105486" y="31192"/>
                  <a:pt x="2107975" y="32648"/>
                  <a:pt x="2109875" y="34567"/>
                </a:cubicBezTo>
                <a:cubicBezTo>
                  <a:pt x="2111776" y="36485"/>
                  <a:pt x="2113156" y="38866"/>
                  <a:pt x="2114016" y="41710"/>
                </a:cubicBezTo>
                <a:cubicBezTo>
                  <a:pt x="2114875" y="44554"/>
                  <a:pt x="2115305" y="47872"/>
                  <a:pt x="2115305" y="51664"/>
                </a:cubicBezTo>
                <a:lnTo>
                  <a:pt x="2115305" y="92764"/>
                </a:lnTo>
                <a:moveTo>
                  <a:pt x="2104174" y="64867"/>
                </a:moveTo>
                <a:lnTo>
                  <a:pt x="2094604" y="64867"/>
                </a:lnTo>
                <a:cubicBezTo>
                  <a:pt x="2091527" y="64867"/>
                  <a:pt x="2088858" y="65129"/>
                  <a:pt x="2086595" y="65652"/>
                </a:cubicBezTo>
                <a:cubicBezTo>
                  <a:pt x="2084333" y="66174"/>
                  <a:pt x="2082455" y="66946"/>
                  <a:pt x="2080962" y="67967"/>
                </a:cubicBezTo>
                <a:cubicBezTo>
                  <a:pt x="2079469" y="68989"/>
                  <a:pt x="2078372" y="70215"/>
                  <a:pt x="2077670" y="71647"/>
                </a:cubicBezTo>
                <a:cubicBezTo>
                  <a:pt x="2076969" y="73077"/>
                  <a:pt x="2076618" y="74724"/>
                  <a:pt x="2076618" y="76586"/>
                </a:cubicBezTo>
                <a:cubicBezTo>
                  <a:pt x="2076618" y="79765"/>
                  <a:pt x="2077625" y="82297"/>
                  <a:pt x="2079639" y="84182"/>
                </a:cubicBezTo>
                <a:cubicBezTo>
                  <a:pt x="2081652" y="86067"/>
                  <a:pt x="2084469" y="87009"/>
                  <a:pt x="2088089" y="87009"/>
                </a:cubicBezTo>
                <a:cubicBezTo>
                  <a:pt x="2091030" y="87009"/>
                  <a:pt x="2093756" y="86260"/>
                  <a:pt x="2096267" y="84762"/>
                </a:cubicBezTo>
                <a:cubicBezTo>
                  <a:pt x="2098778" y="83262"/>
                  <a:pt x="2101414" y="80969"/>
                  <a:pt x="2104174" y="77881"/>
                </a:cubicBezTo>
                <a:lnTo>
                  <a:pt x="2104174" y="64867"/>
                </a:lnTo>
                <a:close/>
                <a:moveTo>
                  <a:pt x="2168343" y="88295"/>
                </a:moveTo>
                <a:cubicBezTo>
                  <a:pt x="2168343" y="89605"/>
                  <a:pt x="2168252" y="90643"/>
                  <a:pt x="2168071" y="91410"/>
                </a:cubicBezTo>
                <a:cubicBezTo>
                  <a:pt x="2167890" y="92178"/>
                  <a:pt x="2167619" y="92742"/>
                  <a:pt x="2167257" y="93103"/>
                </a:cubicBezTo>
                <a:cubicBezTo>
                  <a:pt x="2166895" y="93464"/>
                  <a:pt x="2166352" y="93803"/>
                  <a:pt x="2165628" y="94119"/>
                </a:cubicBezTo>
                <a:cubicBezTo>
                  <a:pt x="2164904" y="94435"/>
                  <a:pt x="2164078" y="94694"/>
                  <a:pt x="2163150" y="94897"/>
                </a:cubicBezTo>
                <a:cubicBezTo>
                  <a:pt x="2162223" y="95100"/>
                  <a:pt x="2161239" y="95270"/>
                  <a:pt x="2160198" y="95405"/>
                </a:cubicBezTo>
                <a:cubicBezTo>
                  <a:pt x="2159157" y="95541"/>
                  <a:pt x="2158117" y="95608"/>
                  <a:pt x="2157076" y="95608"/>
                </a:cubicBezTo>
                <a:cubicBezTo>
                  <a:pt x="2153908" y="95608"/>
                  <a:pt x="2151194" y="95190"/>
                  <a:pt x="2148931" y="94354"/>
                </a:cubicBezTo>
                <a:cubicBezTo>
                  <a:pt x="2146669" y="93516"/>
                  <a:pt x="2144814" y="92248"/>
                  <a:pt x="2143366" y="90551"/>
                </a:cubicBezTo>
                <a:cubicBezTo>
                  <a:pt x="2141918" y="88854"/>
                  <a:pt x="2140866" y="86705"/>
                  <a:pt x="2140210" y="84104"/>
                </a:cubicBezTo>
                <a:cubicBezTo>
                  <a:pt x="2139554" y="81503"/>
                  <a:pt x="2139226" y="78437"/>
                  <a:pt x="2139226" y="74908"/>
                </a:cubicBezTo>
                <a:lnTo>
                  <a:pt x="2139226" y="39205"/>
                </a:lnTo>
                <a:lnTo>
                  <a:pt x="2130674" y="39205"/>
                </a:lnTo>
                <a:cubicBezTo>
                  <a:pt x="2129995" y="39205"/>
                  <a:pt x="2129452" y="38844"/>
                  <a:pt x="2129045" y="38121"/>
                </a:cubicBezTo>
                <a:cubicBezTo>
                  <a:pt x="2128638" y="37399"/>
                  <a:pt x="2128434" y="36226"/>
                  <a:pt x="2128434" y="34600"/>
                </a:cubicBezTo>
                <a:cubicBezTo>
                  <a:pt x="2128434" y="33743"/>
                  <a:pt x="2128490" y="33021"/>
                  <a:pt x="2128604" y="32434"/>
                </a:cubicBezTo>
                <a:cubicBezTo>
                  <a:pt x="2128717" y="31847"/>
                  <a:pt x="2128864" y="31362"/>
                  <a:pt x="2129045" y="30978"/>
                </a:cubicBezTo>
                <a:cubicBezTo>
                  <a:pt x="2129226" y="30594"/>
                  <a:pt x="2129463" y="30323"/>
                  <a:pt x="2129757" y="30165"/>
                </a:cubicBezTo>
                <a:cubicBezTo>
                  <a:pt x="2130052" y="30007"/>
                  <a:pt x="2130380" y="29928"/>
                  <a:pt x="2130742" y="29928"/>
                </a:cubicBezTo>
                <a:lnTo>
                  <a:pt x="2139226" y="29928"/>
                </a:lnTo>
                <a:lnTo>
                  <a:pt x="2139226" y="15438"/>
                </a:lnTo>
                <a:cubicBezTo>
                  <a:pt x="2139226" y="15122"/>
                  <a:pt x="2139305" y="14829"/>
                  <a:pt x="2139463" y="14558"/>
                </a:cubicBezTo>
                <a:cubicBezTo>
                  <a:pt x="2139621" y="14287"/>
                  <a:pt x="2139916" y="14050"/>
                  <a:pt x="2140345" y="13847"/>
                </a:cubicBezTo>
                <a:cubicBezTo>
                  <a:pt x="2140775" y="13644"/>
                  <a:pt x="2141352" y="13497"/>
                  <a:pt x="2142076" y="13407"/>
                </a:cubicBezTo>
                <a:cubicBezTo>
                  <a:pt x="2142800" y="13317"/>
                  <a:pt x="2143705" y="13271"/>
                  <a:pt x="2144791" y="13271"/>
                </a:cubicBezTo>
                <a:cubicBezTo>
                  <a:pt x="2145922" y="13271"/>
                  <a:pt x="2146850" y="13317"/>
                  <a:pt x="2147574" y="13407"/>
                </a:cubicBezTo>
                <a:cubicBezTo>
                  <a:pt x="2148298" y="13497"/>
                  <a:pt x="2148863" y="13644"/>
                  <a:pt x="2149271" y="13847"/>
                </a:cubicBezTo>
                <a:cubicBezTo>
                  <a:pt x="2149678" y="14050"/>
                  <a:pt x="2149972" y="14287"/>
                  <a:pt x="2150153" y="14558"/>
                </a:cubicBezTo>
                <a:cubicBezTo>
                  <a:pt x="2150334" y="14829"/>
                  <a:pt x="2150424" y="15122"/>
                  <a:pt x="2150424" y="15438"/>
                </a:cubicBezTo>
                <a:lnTo>
                  <a:pt x="2150424" y="29928"/>
                </a:lnTo>
                <a:lnTo>
                  <a:pt x="2166103" y="29928"/>
                </a:lnTo>
                <a:cubicBezTo>
                  <a:pt x="2166465" y="29928"/>
                  <a:pt x="2166781" y="30007"/>
                  <a:pt x="2167053" y="30165"/>
                </a:cubicBezTo>
                <a:cubicBezTo>
                  <a:pt x="2167324" y="30323"/>
                  <a:pt x="2167562" y="30594"/>
                  <a:pt x="2167766" y="30978"/>
                </a:cubicBezTo>
                <a:cubicBezTo>
                  <a:pt x="2167969" y="31362"/>
                  <a:pt x="2168116" y="31847"/>
                  <a:pt x="2168207" y="32434"/>
                </a:cubicBezTo>
                <a:cubicBezTo>
                  <a:pt x="2168297" y="33021"/>
                  <a:pt x="2168343" y="33743"/>
                  <a:pt x="2168343" y="34600"/>
                </a:cubicBezTo>
                <a:cubicBezTo>
                  <a:pt x="2168343" y="36226"/>
                  <a:pt x="2168139" y="37399"/>
                  <a:pt x="2167732" y="38121"/>
                </a:cubicBezTo>
                <a:cubicBezTo>
                  <a:pt x="2167324" y="38844"/>
                  <a:pt x="2166781" y="39205"/>
                  <a:pt x="2166103" y="39205"/>
                </a:cubicBezTo>
                <a:lnTo>
                  <a:pt x="2150424" y="39205"/>
                </a:lnTo>
                <a:lnTo>
                  <a:pt x="2150424" y="73295"/>
                </a:lnTo>
                <a:cubicBezTo>
                  <a:pt x="2150424" y="77505"/>
                  <a:pt x="2151047" y="80685"/>
                  <a:pt x="2152291" y="82836"/>
                </a:cubicBezTo>
                <a:cubicBezTo>
                  <a:pt x="2153535" y="84986"/>
                  <a:pt x="2155764" y="86061"/>
                  <a:pt x="2158976" y="86061"/>
                </a:cubicBezTo>
                <a:cubicBezTo>
                  <a:pt x="2160017" y="86061"/>
                  <a:pt x="2160945" y="85959"/>
                  <a:pt x="2161759" y="85756"/>
                </a:cubicBezTo>
                <a:cubicBezTo>
                  <a:pt x="2162573" y="85553"/>
                  <a:pt x="2163297" y="85339"/>
                  <a:pt x="2163931" y="85113"/>
                </a:cubicBezTo>
                <a:cubicBezTo>
                  <a:pt x="2164564" y="84887"/>
                  <a:pt x="2165107" y="84673"/>
                  <a:pt x="2165560" y="84470"/>
                </a:cubicBezTo>
                <a:cubicBezTo>
                  <a:pt x="2166012" y="84267"/>
                  <a:pt x="2166420" y="84165"/>
                  <a:pt x="2166781" y="84165"/>
                </a:cubicBezTo>
                <a:cubicBezTo>
                  <a:pt x="2167008" y="84165"/>
                  <a:pt x="2167223" y="84222"/>
                  <a:pt x="2167426" y="84334"/>
                </a:cubicBezTo>
                <a:cubicBezTo>
                  <a:pt x="2167630" y="84447"/>
                  <a:pt x="2167788" y="84662"/>
                  <a:pt x="2167901" y="84978"/>
                </a:cubicBezTo>
                <a:cubicBezTo>
                  <a:pt x="2168014" y="85294"/>
                  <a:pt x="2168116" y="85722"/>
                  <a:pt x="2168207" y="86264"/>
                </a:cubicBezTo>
                <a:cubicBezTo>
                  <a:pt x="2168297" y="86806"/>
                  <a:pt x="2168343" y="87483"/>
                  <a:pt x="2168343" y="88295"/>
                </a:cubicBezTo>
                <a:close/>
                <a:moveTo>
                  <a:pt x="2234514" y="92697"/>
                </a:moveTo>
                <a:cubicBezTo>
                  <a:pt x="2234514" y="93058"/>
                  <a:pt x="2234435" y="93363"/>
                  <a:pt x="2234277" y="93611"/>
                </a:cubicBezTo>
                <a:cubicBezTo>
                  <a:pt x="2234118" y="93859"/>
                  <a:pt x="2233836" y="94074"/>
                  <a:pt x="2233428" y="94254"/>
                </a:cubicBezTo>
                <a:cubicBezTo>
                  <a:pt x="2233021" y="94435"/>
                  <a:pt x="2232489" y="94570"/>
                  <a:pt x="2231833" y="94660"/>
                </a:cubicBezTo>
                <a:cubicBezTo>
                  <a:pt x="2231177" y="94751"/>
                  <a:pt x="2230374" y="94796"/>
                  <a:pt x="2229424" y="94796"/>
                </a:cubicBezTo>
                <a:cubicBezTo>
                  <a:pt x="2228383" y="94796"/>
                  <a:pt x="2227535" y="94751"/>
                  <a:pt x="2226879" y="94660"/>
                </a:cubicBezTo>
                <a:cubicBezTo>
                  <a:pt x="2226223" y="94570"/>
                  <a:pt x="2225702" y="94435"/>
                  <a:pt x="2225318" y="94254"/>
                </a:cubicBezTo>
                <a:cubicBezTo>
                  <a:pt x="2224933" y="94074"/>
                  <a:pt x="2224673" y="93859"/>
                  <a:pt x="2224537" y="93611"/>
                </a:cubicBezTo>
                <a:cubicBezTo>
                  <a:pt x="2224401" y="93363"/>
                  <a:pt x="2224333" y="93058"/>
                  <a:pt x="2224333" y="92697"/>
                </a:cubicBezTo>
                <a:lnTo>
                  <a:pt x="2224333" y="84639"/>
                </a:lnTo>
                <a:cubicBezTo>
                  <a:pt x="2220849" y="88500"/>
                  <a:pt x="2217411" y="91316"/>
                  <a:pt x="2214017" y="93088"/>
                </a:cubicBezTo>
                <a:cubicBezTo>
                  <a:pt x="2210623" y="94859"/>
                  <a:pt x="2207185" y="95744"/>
                  <a:pt x="2203700" y="95744"/>
                </a:cubicBezTo>
                <a:cubicBezTo>
                  <a:pt x="2199628" y="95744"/>
                  <a:pt x="2196201" y="95066"/>
                  <a:pt x="2193418" y="93710"/>
                </a:cubicBezTo>
                <a:cubicBezTo>
                  <a:pt x="2190635" y="92355"/>
                  <a:pt x="2188384" y="90514"/>
                  <a:pt x="2186665" y="88188"/>
                </a:cubicBezTo>
                <a:cubicBezTo>
                  <a:pt x="2184945" y="85860"/>
                  <a:pt x="2183712" y="83149"/>
                  <a:pt x="2182966" y="80054"/>
                </a:cubicBezTo>
                <a:cubicBezTo>
                  <a:pt x="2182219" y="76957"/>
                  <a:pt x="2181846" y="73195"/>
                  <a:pt x="2181846" y="68767"/>
                </a:cubicBezTo>
                <a:lnTo>
                  <a:pt x="2181846" y="31759"/>
                </a:lnTo>
                <a:cubicBezTo>
                  <a:pt x="2181846" y="31398"/>
                  <a:pt x="2181925" y="31093"/>
                  <a:pt x="2182083" y="30845"/>
                </a:cubicBezTo>
                <a:cubicBezTo>
                  <a:pt x="2182242" y="30595"/>
                  <a:pt x="2182547" y="30369"/>
                  <a:pt x="2183000" y="30165"/>
                </a:cubicBezTo>
                <a:cubicBezTo>
                  <a:pt x="2183452" y="29962"/>
                  <a:pt x="2184040" y="29827"/>
                  <a:pt x="2184764" y="29759"/>
                </a:cubicBezTo>
                <a:cubicBezTo>
                  <a:pt x="2185488" y="29691"/>
                  <a:pt x="2186393" y="29658"/>
                  <a:pt x="2187479" y="29658"/>
                </a:cubicBezTo>
                <a:cubicBezTo>
                  <a:pt x="2188565" y="29658"/>
                  <a:pt x="2189470" y="29691"/>
                  <a:pt x="2190194" y="29759"/>
                </a:cubicBezTo>
                <a:cubicBezTo>
                  <a:pt x="2190918" y="29827"/>
                  <a:pt x="2191495" y="29962"/>
                  <a:pt x="2191925" y="30165"/>
                </a:cubicBezTo>
                <a:cubicBezTo>
                  <a:pt x="2192355" y="30369"/>
                  <a:pt x="2192660" y="30595"/>
                  <a:pt x="2192841" y="30845"/>
                </a:cubicBezTo>
                <a:cubicBezTo>
                  <a:pt x="2193022" y="31093"/>
                  <a:pt x="2193112" y="31398"/>
                  <a:pt x="2193112" y="31759"/>
                </a:cubicBezTo>
                <a:lnTo>
                  <a:pt x="2193112" y="67282"/>
                </a:lnTo>
                <a:cubicBezTo>
                  <a:pt x="2193112" y="70852"/>
                  <a:pt x="2193373" y="73711"/>
                  <a:pt x="2193893" y="75858"/>
                </a:cubicBezTo>
                <a:cubicBezTo>
                  <a:pt x="2194413" y="78005"/>
                  <a:pt x="2195205" y="79836"/>
                  <a:pt x="2196268" y="81351"/>
                </a:cubicBezTo>
                <a:cubicBezTo>
                  <a:pt x="2197332" y="82864"/>
                  <a:pt x="2198678" y="84040"/>
                  <a:pt x="2200307" y="84876"/>
                </a:cubicBezTo>
                <a:cubicBezTo>
                  <a:pt x="2201936" y="85711"/>
                  <a:pt x="2203836" y="86129"/>
                  <a:pt x="2206008" y="86129"/>
                </a:cubicBezTo>
                <a:cubicBezTo>
                  <a:pt x="2208813" y="86129"/>
                  <a:pt x="2211608" y="85130"/>
                  <a:pt x="2214390" y="83133"/>
                </a:cubicBezTo>
                <a:cubicBezTo>
                  <a:pt x="2217173" y="81135"/>
                  <a:pt x="2220125" y="78207"/>
                  <a:pt x="2223248" y="74347"/>
                </a:cubicBezTo>
                <a:lnTo>
                  <a:pt x="2223248" y="31757"/>
                </a:lnTo>
                <a:cubicBezTo>
                  <a:pt x="2223248" y="31395"/>
                  <a:pt x="2223327" y="31091"/>
                  <a:pt x="2223485" y="30842"/>
                </a:cubicBezTo>
                <a:cubicBezTo>
                  <a:pt x="2223643" y="30594"/>
                  <a:pt x="2223949" y="30369"/>
                  <a:pt x="2224401" y="30165"/>
                </a:cubicBezTo>
                <a:cubicBezTo>
                  <a:pt x="2224854" y="29962"/>
                  <a:pt x="2225431" y="29827"/>
                  <a:pt x="2226132" y="29759"/>
                </a:cubicBezTo>
                <a:cubicBezTo>
                  <a:pt x="2226833" y="29691"/>
                  <a:pt x="2227750" y="29658"/>
                  <a:pt x="2228881" y="29658"/>
                </a:cubicBezTo>
                <a:cubicBezTo>
                  <a:pt x="2229967" y="29658"/>
                  <a:pt x="2230872" y="29691"/>
                  <a:pt x="2231596" y="29759"/>
                </a:cubicBezTo>
                <a:cubicBezTo>
                  <a:pt x="2232320" y="29827"/>
                  <a:pt x="2232885" y="29962"/>
                  <a:pt x="2233293" y="30165"/>
                </a:cubicBezTo>
                <a:cubicBezTo>
                  <a:pt x="2233700" y="30369"/>
                  <a:pt x="2234005" y="30594"/>
                  <a:pt x="2234209" y="30842"/>
                </a:cubicBezTo>
                <a:cubicBezTo>
                  <a:pt x="2234412" y="31091"/>
                  <a:pt x="2234514" y="31395"/>
                  <a:pt x="2234514" y="31757"/>
                </a:cubicBezTo>
                <a:lnTo>
                  <a:pt x="2234514" y="92697"/>
                </a:lnTo>
                <a:close/>
                <a:moveTo>
                  <a:pt x="2291709" y="35752"/>
                </a:moveTo>
                <a:cubicBezTo>
                  <a:pt x="2291709" y="36745"/>
                  <a:pt x="2291687" y="37580"/>
                  <a:pt x="2291641" y="38257"/>
                </a:cubicBezTo>
                <a:cubicBezTo>
                  <a:pt x="2291596" y="38934"/>
                  <a:pt x="2291506" y="39464"/>
                  <a:pt x="2291370" y="39848"/>
                </a:cubicBezTo>
                <a:cubicBezTo>
                  <a:pt x="2291234" y="40232"/>
                  <a:pt x="2291064" y="40525"/>
                  <a:pt x="2290861" y="40728"/>
                </a:cubicBezTo>
                <a:cubicBezTo>
                  <a:pt x="2290657" y="40931"/>
                  <a:pt x="2290374" y="41033"/>
                  <a:pt x="2290012" y="41033"/>
                </a:cubicBezTo>
                <a:cubicBezTo>
                  <a:pt x="2289650" y="41033"/>
                  <a:pt x="2289209" y="40931"/>
                  <a:pt x="2288689" y="40728"/>
                </a:cubicBezTo>
                <a:cubicBezTo>
                  <a:pt x="2288169" y="40525"/>
                  <a:pt x="2287580" y="40322"/>
                  <a:pt x="2286924" y="40119"/>
                </a:cubicBezTo>
                <a:cubicBezTo>
                  <a:pt x="2286268" y="39916"/>
                  <a:pt x="2285533" y="39724"/>
                  <a:pt x="2284718" y="39543"/>
                </a:cubicBezTo>
                <a:cubicBezTo>
                  <a:pt x="2283904" y="39363"/>
                  <a:pt x="2283022" y="39273"/>
                  <a:pt x="2282071" y="39273"/>
                </a:cubicBezTo>
                <a:cubicBezTo>
                  <a:pt x="2280940" y="39273"/>
                  <a:pt x="2279832" y="39498"/>
                  <a:pt x="2278746" y="39950"/>
                </a:cubicBezTo>
                <a:cubicBezTo>
                  <a:pt x="2277660" y="40401"/>
                  <a:pt x="2276517" y="41146"/>
                  <a:pt x="2275318" y="42184"/>
                </a:cubicBezTo>
                <a:cubicBezTo>
                  <a:pt x="2274119" y="43222"/>
                  <a:pt x="2272863" y="44599"/>
                  <a:pt x="2271551" y="46315"/>
                </a:cubicBezTo>
                <a:cubicBezTo>
                  <a:pt x="2270239" y="48030"/>
                  <a:pt x="2268791" y="50129"/>
                  <a:pt x="2267207" y="52612"/>
                </a:cubicBezTo>
                <a:lnTo>
                  <a:pt x="2267207" y="92697"/>
                </a:lnTo>
                <a:cubicBezTo>
                  <a:pt x="2267207" y="93058"/>
                  <a:pt x="2267117" y="93363"/>
                  <a:pt x="2266936" y="93611"/>
                </a:cubicBezTo>
                <a:cubicBezTo>
                  <a:pt x="2266755" y="93859"/>
                  <a:pt x="2266461" y="94074"/>
                  <a:pt x="2266054" y="94254"/>
                </a:cubicBezTo>
                <a:cubicBezTo>
                  <a:pt x="2265646" y="94435"/>
                  <a:pt x="2265081" y="94570"/>
                  <a:pt x="2264357" y="94660"/>
                </a:cubicBezTo>
                <a:cubicBezTo>
                  <a:pt x="2263633" y="94751"/>
                  <a:pt x="2262705" y="94796"/>
                  <a:pt x="2261574" y="94796"/>
                </a:cubicBezTo>
                <a:cubicBezTo>
                  <a:pt x="2260488" y="94796"/>
                  <a:pt x="2259583" y="94751"/>
                  <a:pt x="2258859" y="94660"/>
                </a:cubicBezTo>
                <a:cubicBezTo>
                  <a:pt x="2258135" y="94570"/>
                  <a:pt x="2257558" y="94435"/>
                  <a:pt x="2257128" y="94254"/>
                </a:cubicBezTo>
                <a:cubicBezTo>
                  <a:pt x="2256699" y="94074"/>
                  <a:pt x="2256405" y="93859"/>
                  <a:pt x="2256246" y="93611"/>
                </a:cubicBezTo>
                <a:cubicBezTo>
                  <a:pt x="2256088" y="93363"/>
                  <a:pt x="2256009" y="93058"/>
                  <a:pt x="2256009" y="92697"/>
                </a:cubicBezTo>
                <a:lnTo>
                  <a:pt x="2256009" y="31757"/>
                </a:lnTo>
                <a:cubicBezTo>
                  <a:pt x="2256009" y="31395"/>
                  <a:pt x="2256076" y="31091"/>
                  <a:pt x="2256212" y="30842"/>
                </a:cubicBezTo>
                <a:cubicBezTo>
                  <a:pt x="2256348" y="30594"/>
                  <a:pt x="2256619" y="30369"/>
                  <a:pt x="2257027" y="30165"/>
                </a:cubicBezTo>
                <a:cubicBezTo>
                  <a:pt x="2257434" y="29962"/>
                  <a:pt x="2257954" y="29827"/>
                  <a:pt x="2258588" y="29759"/>
                </a:cubicBezTo>
                <a:cubicBezTo>
                  <a:pt x="2259221" y="29691"/>
                  <a:pt x="2260058" y="29658"/>
                  <a:pt x="2261099" y="29658"/>
                </a:cubicBezTo>
                <a:cubicBezTo>
                  <a:pt x="2262094" y="29658"/>
                  <a:pt x="2262920" y="29691"/>
                  <a:pt x="2263576" y="29759"/>
                </a:cubicBezTo>
                <a:cubicBezTo>
                  <a:pt x="2264232" y="29827"/>
                  <a:pt x="2264741" y="29962"/>
                  <a:pt x="2265103" y="30165"/>
                </a:cubicBezTo>
                <a:cubicBezTo>
                  <a:pt x="2265465" y="30369"/>
                  <a:pt x="2265726" y="30594"/>
                  <a:pt x="2265884" y="30842"/>
                </a:cubicBezTo>
                <a:cubicBezTo>
                  <a:pt x="2266042" y="31091"/>
                  <a:pt x="2266121" y="31395"/>
                  <a:pt x="2266121" y="31757"/>
                </a:cubicBezTo>
                <a:lnTo>
                  <a:pt x="2266121" y="40627"/>
                </a:lnTo>
                <a:cubicBezTo>
                  <a:pt x="2267796" y="38189"/>
                  <a:pt x="2269368" y="36203"/>
                  <a:pt x="2270839" y="34668"/>
                </a:cubicBezTo>
                <a:cubicBezTo>
                  <a:pt x="2272309" y="33133"/>
                  <a:pt x="2273701" y="31926"/>
                  <a:pt x="2275013" y="31046"/>
                </a:cubicBezTo>
                <a:cubicBezTo>
                  <a:pt x="2276325" y="30165"/>
                  <a:pt x="2277626" y="29556"/>
                  <a:pt x="2278915" y="29217"/>
                </a:cubicBezTo>
                <a:cubicBezTo>
                  <a:pt x="2280205" y="28879"/>
                  <a:pt x="2281506" y="28710"/>
                  <a:pt x="2282818" y="28710"/>
                </a:cubicBezTo>
                <a:cubicBezTo>
                  <a:pt x="2283406" y="28710"/>
                  <a:pt x="2284074" y="28743"/>
                  <a:pt x="2284820" y="28811"/>
                </a:cubicBezTo>
                <a:cubicBezTo>
                  <a:pt x="2285567" y="28879"/>
                  <a:pt x="2286347" y="29003"/>
                  <a:pt x="2287162" y="29184"/>
                </a:cubicBezTo>
                <a:cubicBezTo>
                  <a:pt x="2287976" y="29364"/>
                  <a:pt x="2288711" y="29567"/>
                  <a:pt x="2289368" y="29793"/>
                </a:cubicBezTo>
                <a:cubicBezTo>
                  <a:pt x="2290024" y="30019"/>
                  <a:pt x="2290487" y="30244"/>
                  <a:pt x="2290759" y="30470"/>
                </a:cubicBezTo>
                <a:cubicBezTo>
                  <a:pt x="2291030" y="30696"/>
                  <a:pt x="2291211" y="30910"/>
                  <a:pt x="2291302" y="31113"/>
                </a:cubicBezTo>
                <a:cubicBezTo>
                  <a:pt x="2291392" y="31316"/>
                  <a:pt x="2291472" y="31576"/>
                  <a:pt x="2291539" y="31892"/>
                </a:cubicBezTo>
                <a:cubicBezTo>
                  <a:pt x="2291607" y="32208"/>
                  <a:pt x="2291653" y="32671"/>
                  <a:pt x="2291675" y="33280"/>
                </a:cubicBezTo>
                <a:cubicBezTo>
                  <a:pt x="2291698" y="33889"/>
                  <a:pt x="2291709" y="34713"/>
                  <a:pt x="2291709" y="35752"/>
                </a:cubicBezTo>
                <a:close/>
                <a:moveTo>
                  <a:pt x="2355965" y="59586"/>
                </a:moveTo>
                <a:cubicBezTo>
                  <a:pt x="2355965" y="61346"/>
                  <a:pt x="2355524" y="62599"/>
                  <a:pt x="2354641" y="63344"/>
                </a:cubicBezTo>
                <a:cubicBezTo>
                  <a:pt x="2353759" y="64089"/>
                  <a:pt x="2352752" y="64461"/>
                  <a:pt x="2351621" y="64461"/>
                </a:cubicBezTo>
                <a:lnTo>
                  <a:pt x="2311577" y="64461"/>
                </a:lnTo>
                <a:cubicBezTo>
                  <a:pt x="2311577" y="67857"/>
                  <a:pt x="2311916" y="70913"/>
                  <a:pt x="2312595" y="73630"/>
                </a:cubicBezTo>
                <a:cubicBezTo>
                  <a:pt x="2313273" y="76347"/>
                  <a:pt x="2314405" y="78678"/>
                  <a:pt x="2315988" y="80625"/>
                </a:cubicBezTo>
                <a:cubicBezTo>
                  <a:pt x="2317572" y="82572"/>
                  <a:pt x="2319631" y="84066"/>
                  <a:pt x="2322165" y="85109"/>
                </a:cubicBezTo>
                <a:cubicBezTo>
                  <a:pt x="2324698" y="86150"/>
                  <a:pt x="2327798" y="86670"/>
                  <a:pt x="2331463" y="86670"/>
                </a:cubicBezTo>
                <a:cubicBezTo>
                  <a:pt x="2334359" y="86670"/>
                  <a:pt x="2336938" y="86433"/>
                  <a:pt x="2339200" y="85959"/>
                </a:cubicBezTo>
                <a:cubicBezTo>
                  <a:pt x="2341463" y="85485"/>
                  <a:pt x="2343420" y="84955"/>
                  <a:pt x="2345071" y="84368"/>
                </a:cubicBezTo>
                <a:cubicBezTo>
                  <a:pt x="2346723" y="83781"/>
                  <a:pt x="2348080" y="83251"/>
                  <a:pt x="2349144" y="82777"/>
                </a:cubicBezTo>
                <a:cubicBezTo>
                  <a:pt x="2350207" y="82303"/>
                  <a:pt x="2351010" y="82066"/>
                  <a:pt x="2351553" y="82066"/>
                </a:cubicBezTo>
                <a:cubicBezTo>
                  <a:pt x="2351870" y="82066"/>
                  <a:pt x="2352153" y="82145"/>
                  <a:pt x="2352401" y="82303"/>
                </a:cubicBezTo>
                <a:cubicBezTo>
                  <a:pt x="2352650" y="82461"/>
                  <a:pt x="2352843" y="82698"/>
                  <a:pt x="2352978" y="83014"/>
                </a:cubicBezTo>
                <a:cubicBezTo>
                  <a:pt x="2353114" y="83330"/>
                  <a:pt x="2353216" y="83770"/>
                  <a:pt x="2353284" y="84334"/>
                </a:cubicBezTo>
                <a:cubicBezTo>
                  <a:pt x="2353352" y="84899"/>
                  <a:pt x="2353386" y="85587"/>
                  <a:pt x="2353386" y="86400"/>
                </a:cubicBezTo>
                <a:cubicBezTo>
                  <a:pt x="2353386" y="86986"/>
                  <a:pt x="2353363" y="87494"/>
                  <a:pt x="2353318" y="87923"/>
                </a:cubicBezTo>
                <a:cubicBezTo>
                  <a:pt x="2353272" y="88352"/>
                  <a:pt x="2353216" y="88736"/>
                  <a:pt x="2353148" y="89074"/>
                </a:cubicBezTo>
                <a:cubicBezTo>
                  <a:pt x="2353080" y="89413"/>
                  <a:pt x="2352967" y="89717"/>
                  <a:pt x="2352809" y="89988"/>
                </a:cubicBezTo>
                <a:cubicBezTo>
                  <a:pt x="2352650" y="90259"/>
                  <a:pt x="2352447" y="90519"/>
                  <a:pt x="2352198" y="90767"/>
                </a:cubicBezTo>
                <a:cubicBezTo>
                  <a:pt x="2351949" y="91015"/>
                  <a:pt x="2351214" y="91421"/>
                  <a:pt x="2349992" y="91986"/>
                </a:cubicBezTo>
                <a:cubicBezTo>
                  <a:pt x="2348770" y="92550"/>
                  <a:pt x="2347187" y="93103"/>
                  <a:pt x="2345241" y="93645"/>
                </a:cubicBezTo>
                <a:cubicBezTo>
                  <a:pt x="2343295" y="94186"/>
                  <a:pt x="2341044" y="94672"/>
                  <a:pt x="2338488" y="95100"/>
                </a:cubicBezTo>
                <a:cubicBezTo>
                  <a:pt x="2335931" y="95529"/>
                  <a:pt x="2333205" y="95744"/>
                  <a:pt x="2330309" y="95744"/>
                </a:cubicBezTo>
                <a:cubicBezTo>
                  <a:pt x="2325287" y="95744"/>
                  <a:pt x="2320886" y="95043"/>
                  <a:pt x="2317108" y="93643"/>
                </a:cubicBezTo>
                <a:cubicBezTo>
                  <a:pt x="2313330" y="92242"/>
                  <a:pt x="2310151" y="90163"/>
                  <a:pt x="2307572" y="87407"/>
                </a:cubicBezTo>
                <a:cubicBezTo>
                  <a:pt x="2304993" y="84650"/>
                  <a:pt x="2303047" y="81194"/>
                  <a:pt x="2301735" y="77036"/>
                </a:cubicBezTo>
                <a:cubicBezTo>
                  <a:pt x="2300423" y="72879"/>
                  <a:pt x="2299767" y="68044"/>
                  <a:pt x="2299767" y="62531"/>
                </a:cubicBezTo>
                <a:cubicBezTo>
                  <a:pt x="2299767" y="57289"/>
                  <a:pt x="2300446" y="52579"/>
                  <a:pt x="2301803" y="48399"/>
                </a:cubicBezTo>
                <a:cubicBezTo>
                  <a:pt x="2303160" y="44219"/>
                  <a:pt x="2305117" y="40672"/>
                  <a:pt x="2307674" y="37757"/>
                </a:cubicBezTo>
                <a:cubicBezTo>
                  <a:pt x="2310230" y="34843"/>
                  <a:pt x="2313319" y="32607"/>
                  <a:pt x="2316938" y="31048"/>
                </a:cubicBezTo>
                <a:cubicBezTo>
                  <a:pt x="2320558" y="29489"/>
                  <a:pt x="2324608" y="28710"/>
                  <a:pt x="2329087" y="28710"/>
                </a:cubicBezTo>
                <a:cubicBezTo>
                  <a:pt x="2333884" y="28710"/>
                  <a:pt x="2337967" y="29477"/>
                  <a:pt x="2341338" y="31012"/>
                </a:cubicBezTo>
                <a:cubicBezTo>
                  <a:pt x="2344709" y="32547"/>
                  <a:pt x="2347481" y="34612"/>
                  <a:pt x="2349653" y="37207"/>
                </a:cubicBezTo>
                <a:cubicBezTo>
                  <a:pt x="2351825" y="39803"/>
                  <a:pt x="2353420" y="42850"/>
                  <a:pt x="2354438" y="46348"/>
                </a:cubicBezTo>
                <a:cubicBezTo>
                  <a:pt x="2355456" y="49847"/>
                  <a:pt x="2355965" y="53582"/>
                  <a:pt x="2355965" y="57555"/>
                </a:cubicBezTo>
                <a:lnTo>
                  <a:pt x="2355965" y="59586"/>
                </a:lnTo>
                <a:moveTo>
                  <a:pt x="2344698" y="56268"/>
                </a:moveTo>
                <a:cubicBezTo>
                  <a:pt x="2344834" y="50400"/>
                  <a:pt x="2343533" y="45795"/>
                  <a:pt x="2340795" y="42455"/>
                </a:cubicBezTo>
                <a:cubicBezTo>
                  <a:pt x="2338058" y="39115"/>
                  <a:pt x="2333997" y="37444"/>
                  <a:pt x="2328612" y="37444"/>
                </a:cubicBezTo>
                <a:cubicBezTo>
                  <a:pt x="2325852" y="37444"/>
                  <a:pt x="2323431" y="37963"/>
                  <a:pt x="2321350" y="39002"/>
                </a:cubicBezTo>
                <a:cubicBezTo>
                  <a:pt x="2319269" y="40040"/>
                  <a:pt x="2317527" y="41417"/>
                  <a:pt x="2316124" y="43132"/>
                </a:cubicBezTo>
                <a:cubicBezTo>
                  <a:pt x="2314721" y="44847"/>
                  <a:pt x="2313635" y="46845"/>
                  <a:pt x="2312866" y="49125"/>
                </a:cubicBezTo>
                <a:cubicBezTo>
                  <a:pt x="2312097" y="51404"/>
                  <a:pt x="2311667" y="53785"/>
                  <a:pt x="2311577" y="56268"/>
                </a:cubicBezTo>
                <a:lnTo>
                  <a:pt x="2344698" y="56268"/>
                </a:lnTo>
                <a:close/>
                <a:moveTo>
                  <a:pt x="2411701" y="76156"/>
                </a:moveTo>
                <a:cubicBezTo>
                  <a:pt x="2411701" y="79274"/>
                  <a:pt x="2411125" y="82053"/>
                  <a:pt x="2409971" y="84493"/>
                </a:cubicBezTo>
                <a:cubicBezTo>
                  <a:pt x="2408817" y="86932"/>
                  <a:pt x="2407177" y="88988"/>
                  <a:pt x="2405050" y="90661"/>
                </a:cubicBezTo>
                <a:cubicBezTo>
                  <a:pt x="2402923" y="92333"/>
                  <a:pt x="2400389" y="93597"/>
                  <a:pt x="2397448" y="94455"/>
                </a:cubicBezTo>
                <a:cubicBezTo>
                  <a:pt x="2394507" y="95314"/>
                  <a:pt x="2391272" y="95744"/>
                  <a:pt x="2387743" y="95744"/>
                </a:cubicBezTo>
                <a:cubicBezTo>
                  <a:pt x="2385571" y="95744"/>
                  <a:pt x="2383501" y="95574"/>
                  <a:pt x="2381532" y="95236"/>
                </a:cubicBezTo>
                <a:cubicBezTo>
                  <a:pt x="2379564" y="94897"/>
                  <a:pt x="2377799" y="94469"/>
                  <a:pt x="2376238" y="93949"/>
                </a:cubicBezTo>
                <a:cubicBezTo>
                  <a:pt x="2374677" y="93430"/>
                  <a:pt x="2373354" y="92889"/>
                  <a:pt x="2372268" y="92324"/>
                </a:cubicBezTo>
                <a:cubicBezTo>
                  <a:pt x="2371182" y="91760"/>
                  <a:pt x="2370390" y="91252"/>
                  <a:pt x="2369892" y="90801"/>
                </a:cubicBezTo>
                <a:cubicBezTo>
                  <a:pt x="2369395" y="90349"/>
                  <a:pt x="2369033" y="89717"/>
                  <a:pt x="2368806" y="88905"/>
                </a:cubicBezTo>
                <a:cubicBezTo>
                  <a:pt x="2368580" y="88092"/>
                  <a:pt x="2368467" y="86986"/>
                  <a:pt x="2368467" y="85587"/>
                </a:cubicBezTo>
                <a:cubicBezTo>
                  <a:pt x="2368467" y="84729"/>
                  <a:pt x="2368512" y="84007"/>
                  <a:pt x="2368603" y="83420"/>
                </a:cubicBezTo>
                <a:cubicBezTo>
                  <a:pt x="2368693" y="82833"/>
                  <a:pt x="2368806" y="82359"/>
                  <a:pt x="2368942" y="81998"/>
                </a:cubicBezTo>
                <a:cubicBezTo>
                  <a:pt x="2369078" y="81637"/>
                  <a:pt x="2369270" y="81378"/>
                  <a:pt x="2369519" y="81220"/>
                </a:cubicBezTo>
                <a:cubicBezTo>
                  <a:pt x="2369768" y="81062"/>
                  <a:pt x="2370051" y="80983"/>
                  <a:pt x="2370367" y="80983"/>
                </a:cubicBezTo>
                <a:cubicBezTo>
                  <a:pt x="2370865" y="80983"/>
                  <a:pt x="2371600" y="81287"/>
                  <a:pt x="2372573" y="81897"/>
                </a:cubicBezTo>
                <a:cubicBezTo>
                  <a:pt x="2373546" y="82506"/>
                  <a:pt x="2374745" y="83172"/>
                  <a:pt x="2376171" y="83894"/>
                </a:cubicBezTo>
                <a:cubicBezTo>
                  <a:pt x="2377596" y="84617"/>
                  <a:pt x="2379281" y="85282"/>
                  <a:pt x="2381227" y="85892"/>
                </a:cubicBezTo>
                <a:cubicBezTo>
                  <a:pt x="2383173" y="86501"/>
                  <a:pt x="2385412" y="86806"/>
                  <a:pt x="2387946" y="86806"/>
                </a:cubicBezTo>
                <a:cubicBezTo>
                  <a:pt x="2389847" y="86806"/>
                  <a:pt x="2391566" y="86603"/>
                  <a:pt x="2393105" y="86196"/>
                </a:cubicBezTo>
                <a:cubicBezTo>
                  <a:pt x="2394643" y="85789"/>
                  <a:pt x="2395978" y="85189"/>
                  <a:pt x="2397109" y="84398"/>
                </a:cubicBezTo>
                <a:cubicBezTo>
                  <a:pt x="2398240" y="83606"/>
                  <a:pt x="2399111" y="82600"/>
                  <a:pt x="2399722" y="81378"/>
                </a:cubicBezTo>
                <a:cubicBezTo>
                  <a:pt x="2400333" y="80157"/>
                  <a:pt x="2400638" y="78709"/>
                  <a:pt x="2400638" y="77036"/>
                </a:cubicBezTo>
                <a:cubicBezTo>
                  <a:pt x="2400638" y="75320"/>
                  <a:pt x="2400197" y="73874"/>
                  <a:pt x="2399315" y="72699"/>
                </a:cubicBezTo>
                <a:cubicBezTo>
                  <a:pt x="2398432" y="71524"/>
                  <a:pt x="2397267" y="70485"/>
                  <a:pt x="2395819" y="69582"/>
                </a:cubicBezTo>
                <a:cubicBezTo>
                  <a:pt x="2394371" y="68678"/>
                  <a:pt x="2392743" y="67876"/>
                  <a:pt x="2390933" y="67176"/>
                </a:cubicBezTo>
                <a:cubicBezTo>
                  <a:pt x="2389123" y="66475"/>
                  <a:pt x="2387256" y="65741"/>
                  <a:pt x="2385333" y="64973"/>
                </a:cubicBezTo>
                <a:cubicBezTo>
                  <a:pt x="2383410" y="64204"/>
                  <a:pt x="2381532" y="63334"/>
                  <a:pt x="2379700" y="62362"/>
                </a:cubicBezTo>
                <a:cubicBezTo>
                  <a:pt x="2377867" y="61390"/>
                  <a:pt x="2376227" y="60204"/>
                  <a:pt x="2374779" y="58803"/>
                </a:cubicBezTo>
                <a:cubicBezTo>
                  <a:pt x="2373331" y="57402"/>
                  <a:pt x="2372166" y="55731"/>
                  <a:pt x="2371284" y="53788"/>
                </a:cubicBezTo>
                <a:cubicBezTo>
                  <a:pt x="2370401" y="51846"/>
                  <a:pt x="2369960" y="49519"/>
                  <a:pt x="2369960" y="46808"/>
                </a:cubicBezTo>
                <a:cubicBezTo>
                  <a:pt x="2369960" y="44412"/>
                  <a:pt x="2370424" y="42119"/>
                  <a:pt x="2371352" y="39928"/>
                </a:cubicBezTo>
                <a:cubicBezTo>
                  <a:pt x="2372279" y="37736"/>
                  <a:pt x="2373671" y="35816"/>
                  <a:pt x="2375526" y="34167"/>
                </a:cubicBezTo>
                <a:cubicBezTo>
                  <a:pt x="2377381" y="32516"/>
                  <a:pt x="2379700" y="31194"/>
                  <a:pt x="2382483" y="30201"/>
                </a:cubicBezTo>
                <a:cubicBezTo>
                  <a:pt x="2385265" y="29207"/>
                  <a:pt x="2388512" y="28710"/>
                  <a:pt x="2392222" y="28710"/>
                </a:cubicBezTo>
                <a:cubicBezTo>
                  <a:pt x="2393851" y="28710"/>
                  <a:pt x="2395480" y="28847"/>
                  <a:pt x="2397109" y="29122"/>
                </a:cubicBezTo>
                <a:cubicBezTo>
                  <a:pt x="2398738" y="29397"/>
                  <a:pt x="2400208" y="29741"/>
                  <a:pt x="2401521" y="30153"/>
                </a:cubicBezTo>
                <a:cubicBezTo>
                  <a:pt x="2402833" y="30565"/>
                  <a:pt x="2403953" y="31011"/>
                  <a:pt x="2404880" y="31492"/>
                </a:cubicBezTo>
                <a:cubicBezTo>
                  <a:pt x="2405808" y="31973"/>
                  <a:pt x="2406509" y="32397"/>
                  <a:pt x="2406984" y="32764"/>
                </a:cubicBezTo>
                <a:cubicBezTo>
                  <a:pt x="2407459" y="33131"/>
                  <a:pt x="2407776" y="33449"/>
                  <a:pt x="2407935" y="33720"/>
                </a:cubicBezTo>
                <a:cubicBezTo>
                  <a:pt x="2408093" y="33991"/>
                  <a:pt x="2408206" y="34296"/>
                  <a:pt x="2408274" y="34634"/>
                </a:cubicBezTo>
                <a:cubicBezTo>
                  <a:pt x="2408342" y="34973"/>
                  <a:pt x="2408410" y="35390"/>
                  <a:pt x="2408478" y="35887"/>
                </a:cubicBezTo>
                <a:cubicBezTo>
                  <a:pt x="2408545" y="36384"/>
                  <a:pt x="2408579" y="36993"/>
                  <a:pt x="2408579" y="37715"/>
                </a:cubicBezTo>
                <a:cubicBezTo>
                  <a:pt x="2408579" y="38483"/>
                  <a:pt x="2408545" y="39148"/>
                  <a:pt x="2408478" y="39713"/>
                </a:cubicBezTo>
                <a:cubicBezTo>
                  <a:pt x="2408410" y="40277"/>
                  <a:pt x="2408297" y="40740"/>
                  <a:pt x="2408138" y="41101"/>
                </a:cubicBezTo>
                <a:cubicBezTo>
                  <a:pt x="2407980" y="41462"/>
                  <a:pt x="2407787" y="41721"/>
                  <a:pt x="2407561" y="41879"/>
                </a:cubicBezTo>
                <a:cubicBezTo>
                  <a:pt x="2407335" y="42037"/>
                  <a:pt x="2407086" y="42116"/>
                  <a:pt x="2406815" y="42116"/>
                </a:cubicBezTo>
                <a:cubicBezTo>
                  <a:pt x="2406407" y="42116"/>
                  <a:pt x="2405819" y="41865"/>
                  <a:pt x="2405050" y="41361"/>
                </a:cubicBezTo>
                <a:cubicBezTo>
                  <a:pt x="2404281" y="40857"/>
                  <a:pt x="2403285" y="40319"/>
                  <a:pt x="2402064" y="39747"/>
                </a:cubicBezTo>
                <a:cubicBezTo>
                  <a:pt x="2400842" y="39174"/>
                  <a:pt x="2399405" y="38636"/>
                  <a:pt x="2397754" y="38132"/>
                </a:cubicBezTo>
                <a:cubicBezTo>
                  <a:pt x="2396102" y="37628"/>
                  <a:pt x="2394213" y="37377"/>
                  <a:pt x="2392086" y="37377"/>
                </a:cubicBezTo>
                <a:cubicBezTo>
                  <a:pt x="2390186" y="37377"/>
                  <a:pt x="2388512" y="37592"/>
                  <a:pt x="2387064" y="38022"/>
                </a:cubicBezTo>
                <a:cubicBezTo>
                  <a:pt x="2385616" y="38451"/>
                  <a:pt x="2384428" y="39061"/>
                  <a:pt x="2383501" y="39852"/>
                </a:cubicBezTo>
                <a:cubicBezTo>
                  <a:pt x="2382573" y="40644"/>
                  <a:pt x="2381872" y="41582"/>
                  <a:pt x="2381397" y="42669"/>
                </a:cubicBezTo>
                <a:cubicBezTo>
                  <a:pt x="2380922" y="43753"/>
                  <a:pt x="2380684" y="44929"/>
                  <a:pt x="2380684" y="46196"/>
                </a:cubicBezTo>
                <a:cubicBezTo>
                  <a:pt x="2380684" y="47958"/>
                  <a:pt x="2381136" y="49438"/>
                  <a:pt x="2382041" y="50635"/>
                </a:cubicBezTo>
                <a:cubicBezTo>
                  <a:pt x="2382946" y="51833"/>
                  <a:pt x="2384123" y="52884"/>
                  <a:pt x="2385571" y="53788"/>
                </a:cubicBezTo>
                <a:cubicBezTo>
                  <a:pt x="2387019" y="54691"/>
                  <a:pt x="2388670" y="55504"/>
                  <a:pt x="2390525" y="56228"/>
                </a:cubicBezTo>
                <a:cubicBezTo>
                  <a:pt x="2392381" y="56950"/>
                  <a:pt x="2394270" y="57696"/>
                  <a:pt x="2396193" y="58464"/>
                </a:cubicBezTo>
                <a:cubicBezTo>
                  <a:pt x="2398116" y="59232"/>
                  <a:pt x="2400016" y="60090"/>
                  <a:pt x="2401894" y="61040"/>
                </a:cubicBezTo>
                <a:cubicBezTo>
                  <a:pt x="2403772" y="61989"/>
                  <a:pt x="2405435" y="63141"/>
                  <a:pt x="2406883" y="64497"/>
                </a:cubicBezTo>
                <a:cubicBezTo>
                  <a:pt x="2408330" y="65853"/>
                  <a:pt x="2409496" y="67480"/>
                  <a:pt x="2410378" y="69379"/>
                </a:cubicBezTo>
                <a:cubicBezTo>
                  <a:pt x="2411260" y="71276"/>
                  <a:pt x="2411701" y="73535"/>
                  <a:pt x="2411701" y="76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=EquivalentFeatures">
            <a:extLst xmlns:a="http://schemas.openxmlformats.org/drawingml/2006/main">
              <a:ext uri="{FF2B5EF4-FFF2-40B4-BE49-F238E27FC236}">
                <a16:creationId xmlns:a16="http://schemas.microsoft.com/office/drawing/2014/main" id="{D7B3E8FC-8CC4-4C7B-9694-CD40BADF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751" y="2928068"/>
            <a:ext cx="1178267" cy="119036"/>
          </a:xfrm>
          <a:custGeom xmlns:a="http://schemas.openxmlformats.org/drawingml/2006/main">
            <a:pathLst>
              <a:path w="1178267" h="119036">
                <a:moveTo>
                  <a:pt x="56401" y="42049"/>
                </a:moveTo>
                <a:cubicBezTo>
                  <a:pt x="56401" y="43854"/>
                  <a:pt x="56141" y="45107"/>
                  <a:pt x="55621" y="45807"/>
                </a:cubicBezTo>
                <a:cubicBezTo>
                  <a:pt x="55101" y="46506"/>
                  <a:pt x="54501" y="46856"/>
                  <a:pt x="53822" y="46856"/>
                </a:cubicBezTo>
                <a:lnTo>
                  <a:pt x="2511" y="46856"/>
                </a:lnTo>
                <a:cubicBezTo>
                  <a:pt x="1833" y="46856"/>
                  <a:pt x="1244" y="46506"/>
                  <a:pt x="747" y="45807"/>
                </a:cubicBezTo>
                <a:cubicBezTo>
                  <a:pt x="249" y="45107"/>
                  <a:pt x="0" y="43854"/>
                  <a:pt x="0" y="42049"/>
                </a:cubicBezTo>
                <a:cubicBezTo>
                  <a:pt x="0" y="40424"/>
                  <a:pt x="226" y="39227"/>
                  <a:pt x="679" y="38460"/>
                </a:cubicBezTo>
                <a:cubicBezTo>
                  <a:pt x="1131" y="37693"/>
                  <a:pt x="1742" y="37309"/>
                  <a:pt x="2511" y="37309"/>
                </a:cubicBezTo>
                <a:lnTo>
                  <a:pt x="53822" y="37309"/>
                </a:lnTo>
                <a:cubicBezTo>
                  <a:pt x="54637" y="37309"/>
                  <a:pt x="55270" y="37693"/>
                  <a:pt x="55723" y="38460"/>
                </a:cubicBezTo>
                <a:cubicBezTo>
                  <a:pt x="56175" y="39227"/>
                  <a:pt x="56401" y="40424"/>
                  <a:pt x="56401" y="42049"/>
                </a:cubicBezTo>
                <a:moveTo>
                  <a:pt x="56401" y="68456"/>
                </a:moveTo>
                <a:cubicBezTo>
                  <a:pt x="56401" y="70262"/>
                  <a:pt x="56141" y="71503"/>
                  <a:pt x="55621" y="72180"/>
                </a:cubicBezTo>
                <a:cubicBezTo>
                  <a:pt x="55101" y="72857"/>
                  <a:pt x="54501" y="73196"/>
                  <a:pt x="53822" y="73196"/>
                </a:cubicBezTo>
                <a:lnTo>
                  <a:pt x="2511" y="73196"/>
                </a:lnTo>
                <a:cubicBezTo>
                  <a:pt x="1833" y="73196"/>
                  <a:pt x="1244" y="72857"/>
                  <a:pt x="747" y="72180"/>
                </a:cubicBezTo>
                <a:cubicBezTo>
                  <a:pt x="249" y="71503"/>
                  <a:pt x="0" y="70262"/>
                  <a:pt x="0" y="68456"/>
                </a:cubicBezTo>
                <a:cubicBezTo>
                  <a:pt x="0" y="66786"/>
                  <a:pt x="226" y="65567"/>
                  <a:pt x="679" y="64800"/>
                </a:cubicBezTo>
                <a:cubicBezTo>
                  <a:pt x="1131" y="64032"/>
                  <a:pt x="1742" y="63649"/>
                  <a:pt x="2511" y="63649"/>
                </a:cubicBezTo>
                <a:lnTo>
                  <a:pt x="53822" y="63649"/>
                </a:lnTo>
                <a:cubicBezTo>
                  <a:pt x="54637" y="63649"/>
                  <a:pt x="55270" y="64032"/>
                  <a:pt x="55723" y="64800"/>
                </a:cubicBezTo>
                <a:cubicBezTo>
                  <a:pt x="56175" y="65567"/>
                  <a:pt x="56401" y="66786"/>
                  <a:pt x="56401" y="68456"/>
                </a:cubicBezTo>
                <a:close/>
                <a:moveTo>
                  <a:pt x="123662" y="89582"/>
                </a:moveTo>
                <a:cubicBezTo>
                  <a:pt x="123662" y="90395"/>
                  <a:pt x="123617" y="91106"/>
                  <a:pt x="123527" y="91715"/>
                </a:cubicBezTo>
                <a:cubicBezTo>
                  <a:pt x="123436" y="92324"/>
                  <a:pt x="123278" y="92832"/>
                  <a:pt x="123052" y="93238"/>
                </a:cubicBezTo>
                <a:cubicBezTo>
                  <a:pt x="122825" y="93645"/>
                  <a:pt x="122565" y="93938"/>
                  <a:pt x="122271" y="94119"/>
                </a:cubicBezTo>
                <a:cubicBezTo>
                  <a:pt x="121977" y="94299"/>
                  <a:pt x="121649" y="94390"/>
                  <a:pt x="121287" y="94390"/>
                </a:cubicBezTo>
                <a:lnTo>
                  <a:pt x="79138" y="94390"/>
                </a:lnTo>
                <a:cubicBezTo>
                  <a:pt x="78098" y="94390"/>
                  <a:pt x="77114" y="94040"/>
                  <a:pt x="76186" y="93340"/>
                </a:cubicBezTo>
                <a:cubicBezTo>
                  <a:pt x="75258" y="92640"/>
                  <a:pt x="74795" y="91410"/>
                  <a:pt x="74795" y="89650"/>
                </a:cubicBezTo>
                <a:lnTo>
                  <a:pt x="74795" y="11511"/>
                </a:lnTo>
                <a:cubicBezTo>
                  <a:pt x="74795" y="9750"/>
                  <a:pt x="75258" y="8520"/>
                  <a:pt x="76186" y="7821"/>
                </a:cubicBezTo>
                <a:cubicBezTo>
                  <a:pt x="77114" y="7121"/>
                  <a:pt x="78098" y="6771"/>
                  <a:pt x="79138" y="6771"/>
                </a:cubicBezTo>
                <a:lnTo>
                  <a:pt x="120812" y="6771"/>
                </a:lnTo>
                <a:cubicBezTo>
                  <a:pt x="121174" y="6771"/>
                  <a:pt x="121502" y="6861"/>
                  <a:pt x="121796" y="7042"/>
                </a:cubicBezTo>
                <a:cubicBezTo>
                  <a:pt x="122090" y="7223"/>
                  <a:pt x="122328" y="7516"/>
                  <a:pt x="122509" y="7922"/>
                </a:cubicBezTo>
                <a:cubicBezTo>
                  <a:pt x="122690" y="8328"/>
                  <a:pt x="122837" y="8836"/>
                  <a:pt x="122950" y="9446"/>
                </a:cubicBezTo>
                <a:cubicBezTo>
                  <a:pt x="123063" y="10055"/>
                  <a:pt x="123119" y="10811"/>
                  <a:pt x="123119" y="11714"/>
                </a:cubicBezTo>
                <a:cubicBezTo>
                  <a:pt x="123119" y="12527"/>
                  <a:pt x="123063" y="13238"/>
                  <a:pt x="122950" y="13847"/>
                </a:cubicBezTo>
                <a:cubicBezTo>
                  <a:pt x="122837" y="14456"/>
                  <a:pt x="122690" y="14953"/>
                  <a:pt x="122509" y="15337"/>
                </a:cubicBezTo>
                <a:cubicBezTo>
                  <a:pt x="122328" y="15720"/>
                  <a:pt x="122090" y="16002"/>
                  <a:pt x="121796" y="16183"/>
                </a:cubicBezTo>
                <a:cubicBezTo>
                  <a:pt x="121502" y="16364"/>
                  <a:pt x="121174" y="16454"/>
                  <a:pt x="120812" y="16454"/>
                </a:cubicBezTo>
                <a:lnTo>
                  <a:pt x="86469" y="16454"/>
                </a:lnTo>
                <a:lnTo>
                  <a:pt x="86469" y="43945"/>
                </a:lnTo>
                <a:lnTo>
                  <a:pt x="115925" y="43945"/>
                </a:lnTo>
                <a:cubicBezTo>
                  <a:pt x="116287" y="43945"/>
                  <a:pt x="116615" y="44046"/>
                  <a:pt x="116909" y="44249"/>
                </a:cubicBezTo>
                <a:cubicBezTo>
                  <a:pt x="117203" y="44452"/>
                  <a:pt x="117452" y="44735"/>
                  <a:pt x="117656" y="45096"/>
                </a:cubicBezTo>
                <a:cubicBezTo>
                  <a:pt x="117859" y="45457"/>
                  <a:pt x="118006" y="45953"/>
                  <a:pt x="118097" y="46585"/>
                </a:cubicBezTo>
                <a:cubicBezTo>
                  <a:pt x="118187" y="47217"/>
                  <a:pt x="118233" y="47962"/>
                  <a:pt x="118233" y="48820"/>
                </a:cubicBezTo>
                <a:cubicBezTo>
                  <a:pt x="118233" y="49632"/>
                  <a:pt x="118187" y="50332"/>
                  <a:pt x="118097" y="50919"/>
                </a:cubicBezTo>
                <a:cubicBezTo>
                  <a:pt x="118006" y="51506"/>
                  <a:pt x="117859" y="51980"/>
                  <a:pt x="117656" y="52341"/>
                </a:cubicBezTo>
                <a:cubicBezTo>
                  <a:pt x="117452" y="52702"/>
                  <a:pt x="117203" y="52961"/>
                  <a:pt x="116909" y="53119"/>
                </a:cubicBezTo>
                <a:cubicBezTo>
                  <a:pt x="116615" y="53277"/>
                  <a:pt x="116287" y="53356"/>
                  <a:pt x="115925" y="53356"/>
                </a:cubicBezTo>
                <a:lnTo>
                  <a:pt x="86469" y="53356"/>
                </a:lnTo>
                <a:lnTo>
                  <a:pt x="86469" y="84707"/>
                </a:lnTo>
                <a:lnTo>
                  <a:pt x="121287" y="84707"/>
                </a:lnTo>
                <a:cubicBezTo>
                  <a:pt x="121649" y="84707"/>
                  <a:pt x="121977" y="84797"/>
                  <a:pt x="122271" y="84978"/>
                </a:cubicBezTo>
                <a:cubicBezTo>
                  <a:pt x="122565" y="85158"/>
                  <a:pt x="122825" y="85440"/>
                  <a:pt x="123052" y="85824"/>
                </a:cubicBezTo>
                <a:cubicBezTo>
                  <a:pt x="123278" y="86208"/>
                  <a:pt x="123436" y="86704"/>
                  <a:pt x="123527" y="87314"/>
                </a:cubicBezTo>
                <a:cubicBezTo>
                  <a:pt x="123617" y="87923"/>
                  <a:pt x="123662" y="88679"/>
                  <a:pt x="123662" y="89582"/>
                </a:cubicBezTo>
                <a:close/>
                <a:moveTo>
                  <a:pt x="193111" y="116870"/>
                </a:moveTo>
                <a:cubicBezTo>
                  <a:pt x="193111" y="117231"/>
                  <a:pt x="193009" y="117547"/>
                  <a:pt x="192806" y="117818"/>
                </a:cubicBezTo>
                <a:cubicBezTo>
                  <a:pt x="192602" y="118088"/>
                  <a:pt x="192297" y="118314"/>
                  <a:pt x="191889" y="118495"/>
                </a:cubicBezTo>
                <a:cubicBezTo>
                  <a:pt x="191482" y="118675"/>
                  <a:pt x="190916" y="118811"/>
                  <a:pt x="190192" y="118901"/>
                </a:cubicBezTo>
                <a:cubicBezTo>
                  <a:pt x="189469" y="118991"/>
                  <a:pt x="188564" y="119036"/>
                  <a:pt x="187478" y="119036"/>
                </a:cubicBezTo>
                <a:cubicBezTo>
                  <a:pt x="186346" y="119036"/>
                  <a:pt x="185430" y="118991"/>
                  <a:pt x="184729" y="118901"/>
                </a:cubicBezTo>
                <a:cubicBezTo>
                  <a:pt x="184027" y="118811"/>
                  <a:pt x="183451" y="118675"/>
                  <a:pt x="182998" y="118495"/>
                </a:cubicBezTo>
                <a:cubicBezTo>
                  <a:pt x="182546" y="118316"/>
                  <a:pt x="182240" y="118091"/>
                  <a:pt x="182082" y="117820"/>
                </a:cubicBezTo>
                <a:cubicBezTo>
                  <a:pt x="181923" y="117549"/>
                  <a:pt x="181844" y="117234"/>
                  <a:pt x="181844" y="116874"/>
                </a:cubicBezTo>
                <a:lnTo>
                  <a:pt x="181844" y="85712"/>
                </a:lnTo>
                <a:cubicBezTo>
                  <a:pt x="179989" y="87564"/>
                  <a:pt x="178224" y="89134"/>
                  <a:pt x="176550" y="90422"/>
                </a:cubicBezTo>
                <a:cubicBezTo>
                  <a:pt x="174876" y="91710"/>
                  <a:pt x="173225" y="92750"/>
                  <a:pt x="171596" y="93541"/>
                </a:cubicBezTo>
                <a:cubicBezTo>
                  <a:pt x="169967" y="94331"/>
                  <a:pt x="168326" y="94895"/>
                  <a:pt x="166675" y="95234"/>
                </a:cubicBezTo>
                <a:cubicBezTo>
                  <a:pt x="165023" y="95574"/>
                  <a:pt x="163315" y="95744"/>
                  <a:pt x="161551" y="95744"/>
                </a:cubicBezTo>
                <a:cubicBezTo>
                  <a:pt x="157116" y="95744"/>
                  <a:pt x="153338" y="94874"/>
                  <a:pt x="150216" y="93135"/>
                </a:cubicBezTo>
                <a:cubicBezTo>
                  <a:pt x="147094" y="91395"/>
                  <a:pt x="144549" y="89046"/>
                  <a:pt x="142580" y="86086"/>
                </a:cubicBezTo>
                <a:cubicBezTo>
                  <a:pt x="140612" y="83125"/>
                  <a:pt x="139176" y="79646"/>
                  <a:pt x="138271" y="75648"/>
                </a:cubicBezTo>
                <a:cubicBezTo>
                  <a:pt x="137366" y="71649"/>
                  <a:pt x="136913" y="67435"/>
                  <a:pt x="136913" y="63005"/>
                </a:cubicBezTo>
                <a:cubicBezTo>
                  <a:pt x="136913" y="57765"/>
                  <a:pt x="137479" y="53032"/>
                  <a:pt x="138610" y="48807"/>
                </a:cubicBezTo>
                <a:cubicBezTo>
                  <a:pt x="139741" y="44582"/>
                  <a:pt x="141427" y="40979"/>
                  <a:pt x="143666" y="37997"/>
                </a:cubicBezTo>
                <a:cubicBezTo>
                  <a:pt x="145906" y="35013"/>
                  <a:pt x="148666" y="32719"/>
                  <a:pt x="151947" y="31115"/>
                </a:cubicBezTo>
                <a:cubicBezTo>
                  <a:pt x="155227" y="29512"/>
                  <a:pt x="159017" y="28710"/>
                  <a:pt x="163315" y="28710"/>
                </a:cubicBezTo>
                <a:cubicBezTo>
                  <a:pt x="165125" y="28710"/>
                  <a:pt x="166822" y="28902"/>
                  <a:pt x="168406" y="29287"/>
                </a:cubicBezTo>
                <a:cubicBezTo>
                  <a:pt x="169989" y="29671"/>
                  <a:pt x="171562" y="30281"/>
                  <a:pt x="173123" y="31118"/>
                </a:cubicBezTo>
                <a:cubicBezTo>
                  <a:pt x="174684" y="31953"/>
                  <a:pt x="176267" y="33037"/>
                  <a:pt x="177874" y="34370"/>
                </a:cubicBezTo>
                <a:cubicBezTo>
                  <a:pt x="179480" y="35703"/>
                  <a:pt x="181233" y="37296"/>
                  <a:pt x="183134" y="39148"/>
                </a:cubicBezTo>
                <a:lnTo>
                  <a:pt x="183134" y="31759"/>
                </a:lnTo>
                <a:cubicBezTo>
                  <a:pt x="183134" y="31352"/>
                  <a:pt x="183224" y="31025"/>
                  <a:pt x="183405" y="30777"/>
                </a:cubicBezTo>
                <a:cubicBezTo>
                  <a:pt x="183586" y="30527"/>
                  <a:pt x="183880" y="30312"/>
                  <a:pt x="184288" y="30132"/>
                </a:cubicBezTo>
                <a:cubicBezTo>
                  <a:pt x="184695" y="29951"/>
                  <a:pt x="185215" y="29827"/>
                  <a:pt x="185849" y="29759"/>
                </a:cubicBezTo>
                <a:cubicBezTo>
                  <a:pt x="186482" y="29691"/>
                  <a:pt x="187274" y="29658"/>
                  <a:pt x="188224" y="29658"/>
                </a:cubicBezTo>
                <a:cubicBezTo>
                  <a:pt x="189129" y="29658"/>
                  <a:pt x="189898" y="29691"/>
                  <a:pt x="190532" y="29759"/>
                </a:cubicBezTo>
                <a:cubicBezTo>
                  <a:pt x="191165" y="29827"/>
                  <a:pt x="191674" y="29951"/>
                  <a:pt x="192059" y="30132"/>
                </a:cubicBezTo>
                <a:cubicBezTo>
                  <a:pt x="192444" y="30312"/>
                  <a:pt x="192715" y="30526"/>
                  <a:pt x="192873" y="30775"/>
                </a:cubicBezTo>
                <a:cubicBezTo>
                  <a:pt x="193032" y="31023"/>
                  <a:pt x="193111" y="31350"/>
                  <a:pt x="193111" y="31757"/>
                </a:cubicBezTo>
                <a:lnTo>
                  <a:pt x="193111" y="116870"/>
                </a:lnTo>
                <a:moveTo>
                  <a:pt x="181844" y="49857"/>
                </a:moveTo>
                <a:cubicBezTo>
                  <a:pt x="178813" y="46103"/>
                  <a:pt x="175883" y="43243"/>
                  <a:pt x="173055" y="41276"/>
                </a:cubicBezTo>
                <a:cubicBezTo>
                  <a:pt x="170227" y="39309"/>
                  <a:pt x="167274" y="38325"/>
                  <a:pt x="164198" y="38325"/>
                </a:cubicBezTo>
                <a:cubicBezTo>
                  <a:pt x="161347" y="38325"/>
                  <a:pt x="158926" y="39003"/>
                  <a:pt x="156935" y="40360"/>
                </a:cubicBezTo>
                <a:cubicBezTo>
                  <a:pt x="154944" y="41716"/>
                  <a:pt x="153327" y="43501"/>
                  <a:pt x="152082" y="45716"/>
                </a:cubicBezTo>
                <a:cubicBezTo>
                  <a:pt x="150838" y="47930"/>
                  <a:pt x="149933" y="50439"/>
                  <a:pt x="149368" y="53242"/>
                </a:cubicBezTo>
                <a:cubicBezTo>
                  <a:pt x="148802" y="56045"/>
                  <a:pt x="148519" y="58893"/>
                  <a:pt x="148519" y="61787"/>
                </a:cubicBezTo>
                <a:cubicBezTo>
                  <a:pt x="148519" y="64905"/>
                  <a:pt x="148757" y="67934"/>
                  <a:pt x="149232" y="70873"/>
                </a:cubicBezTo>
                <a:cubicBezTo>
                  <a:pt x="149707" y="73811"/>
                  <a:pt x="150533" y="76410"/>
                  <a:pt x="151709" y="78670"/>
                </a:cubicBezTo>
                <a:cubicBezTo>
                  <a:pt x="152886" y="80930"/>
                  <a:pt x="154447" y="82750"/>
                  <a:pt x="156392" y="84129"/>
                </a:cubicBezTo>
                <a:cubicBezTo>
                  <a:pt x="158338" y="85507"/>
                  <a:pt x="160781" y="86196"/>
                  <a:pt x="163722" y="86196"/>
                </a:cubicBezTo>
                <a:cubicBezTo>
                  <a:pt x="165216" y="86196"/>
                  <a:pt x="166652" y="85993"/>
                  <a:pt x="168032" y="85587"/>
                </a:cubicBezTo>
                <a:cubicBezTo>
                  <a:pt x="169412" y="85179"/>
                  <a:pt x="170826" y="84501"/>
                  <a:pt x="172274" y="83551"/>
                </a:cubicBezTo>
                <a:cubicBezTo>
                  <a:pt x="173722" y="82602"/>
                  <a:pt x="175238" y="81370"/>
                  <a:pt x="176822" y="79855"/>
                </a:cubicBezTo>
                <a:cubicBezTo>
                  <a:pt x="178405" y="78340"/>
                  <a:pt x="180080" y="76474"/>
                  <a:pt x="181844" y="74258"/>
                </a:cubicBezTo>
                <a:lnTo>
                  <a:pt x="181844" y="49857"/>
                </a:lnTo>
                <a:close/>
                <a:moveTo>
                  <a:pt x="266921" y="92697"/>
                </a:moveTo>
                <a:cubicBezTo>
                  <a:pt x="266921" y="93058"/>
                  <a:pt x="266842" y="93363"/>
                  <a:pt x="266683" y="93611"/>
                </a:cubicBezTo>
                <a:cubicBezTo>
                  <a:pt x="266525" y="93859"/>
                  <a:pt x="266242" y="94074"/>
                  <a:pt x="265835" y="94254"/>
                </a:cubicBezTo>
                <a:cubicBezTo>
                  <a:pt x="265428" y="94435"/>
                  <a:pt x="264896" y="94570"/>
                  <a:pt x="264240" y="94660"/>
                </a:cubicBezTo>
                <a:cubicBezTo>
                  <a:pt x="263584" y="94751"/>
                  <a:pt x="262781" y="94796"/>
                  <a:pt x="261830" y="94796"/>
                </a:cubicBezTo>
                <a:cubicBezTo>
                  <a:pt x="260790" y="94796"/>
                  <a:pt x="259941" y="94751"/>
                  <a:pt x="259285" y="94660"/>
                </a:cubicBezTo>
                <a:cubicBezTo>
                  <a:pt x="258629" y="94570"/>
                  <a:pt x="258109" y="94435"/>
                  <a:pt x="257724" y="94254"/>
                </a:cubicBezTo>
                <a:cubicBezTo>
                  <a:pt x="257340" y="94074"/>
                  <a:pt x="257079" y="93859"/>
                  <a:pt x="256944" y="93611"/>
                </a:cubicBezTo>
                <a:cubicBezTo>
                  <a:pt x="256808" y="93363"/>
                  <a:pt x="256740" y="93058"/>
                  <a:pt x="256740" y="92697"/>
                </a:cubicBezTo>
                <a:lnTo>
                  <a:pt x="256740" y="84639"/>
                </a:lnTo>
                <a:cubicBezTo>
                  <a:pt x="253256" y="88500"/>
                  <a:pt x="249817" y="91316"/>
                  <a:pt x="246423" y="93088"/>
                </a:cubicBezTo>
                <a:cubicBezTo>
                  <a:pt x="243030" y="94859"/>
                  <a:pt x="239591" y="95744"/>
                  <a:pt x="236107" y="95744"/>
                </a:cubicBezTo>
                <a:cubicBezTo>
                  <a:pt x="232035" y="95744"/>
                  <a:pt x="228607" y="95066"/>
                  <a:pt x="225824" y="93710"/>
                </a:cubicBezTo>
                <a:cubicBezTo>
                  <a:pt x="223042" y="92355"/>
                  <a:pt x="220791" y="90514"/>
                  <a:pt x="219071" y="88188"/>
                </a:cubicBezTo>
                <a:cubicBezTo>
                  <a:pt x="217352" y="85860"/>
                  <a:pt x="216119" y="83149"/>
                  <a:pt x="215372" y="80054"/>
                </a:cubicBezTo>
                <a:cubicBezTo>
                  <a:pt x="214626" y="76957"/>
                  <a:pt x="214252" y="73195"/>
                  <a:pt x="214252" y="68767"/>
                </a:cubicBezTo>
                <a:lnTo>
                  <a:pt x="214252" y="31759"/>
                </a:lnTo>
                <a:cubicBezTo>
                  <a:pt x="214252" y="31398"/>
                  <a:pt x="214331" y="31093"/>
                  <a:pt x="214490" y="30845"/>
                </a:cubicBezTo>
                <a:cubicBezTo>
                  <a:pt x="214648" y="30595"/>
                  <a:pt x="214954" y="30369"/>
                  <a:pt x="215406" y="30165"/>
                </a:cubicBezTo>
                <a:cubicBezTo>
                  <a:pt x="215859" y="29962"/>
                  <a:pt x="216447" y="29827"/>
                  <a:pt x="217171" y="29759"/>
                </a:cubicBezTo>
                <a:cubicBezTo>
                  <a:pt x="217895" y="29691"/>
                  <a:pt x="218800" y="29658"/>
                  <a:pt x="219886" y="29658"/>
                </a:cubicBezTo>
                <a:cubicBezTo>
                  <a:pt x="220972" y="29658"/>
                  <a:pt x="221877" y="29691"/>
                  <a:pt x="222600" y="29759"/>
                </a:cubicBezTo>
                <a:cubicBezTo>
                  <a:pt x="223324" y="29827"/>
                  <a:pt x="223901" y="29962"/>
                  <a:pt x="224331" y="30165"/>
                </a:cubicBezTo>
                <a:cubicBezTo>
                  <a:pt x="224761" y="30369"/>
                  <a:pt x="225066" y="30595"/>
                  <a:pt x="225247" y="30845"/>
                </a:cubicBezTo>
                <a:cubicBezTo>
                  <a:pt x="225428" y="31093"/>
                  <a:pt x="225519" y="31398"/>
                  <a:pt x="225519" y="31759"/>
                </a:cubicBezTo>
                <a:lnTo>
                  <a:pt x="225519" y="67282"/>
                </a:lnTo>
                <a:cubicBezTo>
                  <a:pt x="225519" y="70852"/>
                  <a:pt x="225779" y="73711"/>
                  <a:pt x="226300" y="75858"/>
                </a:cubicBezTo>
                <a:cubicBezTo>
                  <a:pt x="226820" y="78005"/>
                  <a:pt x="227612" y="79836"/>
                  <a:pt x="228675" y="81351"/>
                </a:cubicBezTo>
                <a:cubicBezTo>
                  <a:pt x="229738" y="82864"/>
                  <a:pt x="231084" y="84040"/>
                  <a:pt x="232713" y="84876"/>
                </a:cubicBezTo>
                <a:cubicBezTo>
                  <a:pt x="234342" y="85711"/>
                  <a:pt x="236243" y="86129"/>
                  <a:pt x="238415" y="86129"/>
                </a:cubicBezTo>
                <a:cubicBezTo>
                  <a:pt x="241220" y="86129"/>
                  <a:pt x="244014" y="85130"/>
                  <a:pt x="246797" y="83133"/>
                </a:cubicBezTo>
                <a:cubicBezTo>
                  <a:pt x="249580" y="81135"/>
                  <a:pt x="252532" y="78207"/>
                  <a:pt x="255654" y="74347"/>
                </a:cubicBezTo>
                <a:lnTo>
                  <a:pt x="255654" y="31757"/>
                </a:lnTo>
                <a:cubicBezTo>
                  <a:pt x="255654" y="31395"/>
                  <a:pt x="255733" y="31091"/>
                  <a:pt x="255892" y="30842"/>
                </a:cubicBezTo>
                <a:cubicBezTo>
                  <a:pt x="256050" y="30594"/>
                  <a:pt x="256355" y="30369"/>
                  <a:pt x="256808" y="30165"/>
                </a:cubicBezTo>
                <a:cubicBezTo>
                  <a:pt x="257260" y="29962"/>
                  <a:pt x="257837" y="29827"/>
                  <a:pt x="258539" y="29759"/>
                </a:cubicBezTo>
                <a:cubicBezTo>
                  <a:pt x="259240" y="29691"/>
                  <a:pt x="260156" y="29658"/>
                  <a:pt x="261287" y="29658"/>
                </a:cubicBezTo>
                <a:cubicBezTo>
                  <a:pt x="262373" y="29658"/>
                  <a:pt x="263278" y="29691"/>
                  <a:pt x="264002" y="29759"/>
                </a:cubicBezTo>
                <a:cubicBezTo>
                  <a:pt x="264726" y="29827"/>
                  <a:pt x="265292" y="29962"/>
                  <a:pt x="265699" y="30165"/>
                </a:cubicBezTo>
                <a:cubicBezTo>
                  <a:pt x="266106" y="30369"/>
                  <a:pt x="266412" y="30594"/>
                  <a:pt x="266615" y="30842"/>
                </a:cubicBezTo>
                <a:cubicBezTo>
                  <a:pt x="266819" y="31091"/>
                  <a:pt x="266921" y="31395"/>
                  <a:pt x="266921" y="31757"/>
                </a:cubicBezTo>
                <a:lnTo>
                  <a:pt x="266921" y="92697"/>
                </a:lnTo>
                <a:close/>
                <a:moveTo>
                  <a:pt x="299601" y="92697"/>
                </a:moveTo>
                <a:cubicBezTo>
                  <a:pt x="299601" y="93058"/>
                  <a:pt x="299510" y="93363"/>
                  <a:pt x="299329" y="93611"/>
                </a:cubicBezTo>
                <a:cubicBezTo>
                  <a:pt x="299148" y="93859"/>
                  <a:pt x="298854" y="94074"/>
                  <a:pt x="298447" y="94254"/>
                </a:cubicBezTo>
                <a:cubicBezTo>
                  <a:pt x="298039" y="94435"/>
                  <a:pt x="297474" y="94570"/>
                  <a:pt x="296750" y="94660"/>
                </a:cubicBezTo>
                <a:cubicBezTo>
                  <a:pt x="296026" y="94751"/>
                  <a:pt x="295098" y="94796"/>
                  <a:pt x="293967" y="94796"/>
                </a:cubicBezTo>
                <a:cubicBezTo>
                  <a:pt x="292881" y="94796"/>
                  <a:pt x="291976" y="94751"/>
                  <a:pt x="291252" y="94660"/>
                </a:cubicBezTo>
                <a:cubicBezTo>
                  <a:pt x="290528" y="94570"/>
                  <a:pt x="289951" y="94435"/>
                  <a:pt x="289522" y="94254"/>
                </a:cubicBezTo>
                <a:cubicBezTo>
                  <a:pt x="289092" y="94074"/>
                  <a:pt x="288798" y="93859"/>
                  <a:pt x="288639" y="93611"/>
                </a:cubicBezTo>
                <a:cubicBezTo>
                  <a:pt x="288481" y="93363"/>
                  <a:pt x="288402" y="93058"/>
                  <a:pt x="288402" y="92697"/>
                </a:cubicBezTo>
                <a:lnTo>
                  <a:pt x="288402" y="31757"/>
                </a:lnTo>
                <a:cubicBezTo>
                  <a:pt x="288402" y="31441"/>
                  <a:pt x="288481" y="31147"/>
                  <a:pt x="288639" y="30876"/>
                </a:cubicBezTo>
                <a:cubicBezTo>
                  <a:pt x="288798" y="30605"/>
                  <a:pt x="289092" y="30380"/>
                  <a:pt x="289522" y="30199"/>
                </a:cubicBezTo>
                <a:cubicBezTo>
                  <a:pt x="289951" y="30019"/>
                  <a:pt x="290528" y="29883"/>
                  <a:pt x="291252" y="29793"/>
                </a:cubicBezTo>
                <a:cubicBezTo>
                  <a:pt x="291976" y="29703"/>
                  <a:pt x="292881" y="29658"/>
                  <a:pt x="293967" y="29658"/>
                </a:cubicBezTo>
                <a:cubicBezTo>
                  <a:pt x="295098" y="29658"/>
                  <a:pt x="296026" y="29703"/>
                  <a:pt x="296750" y="29793"/>
                </a:cubicBezTo>
                <a:cubicBezTo>
                  <a:pt x="297474" y="29883"/>
                  <a:pt x="298039" y="30019"/>
                  <a:pt x="298447" y="30199"/>
                </a:cubicBezTo>
                <a:cubicBezTo>
                  <a:pt x="298854" y="30380"/>
                  <a:pt x="299148" y="30605"/>
                  <a:pt x="299329" y="30876"/>
                </a:cubicBezTo>
                <a:cubicBezTo>
                  <a:pt x="299510" y="31147"/>
                  <a:pt x="299601" y="31441"/>
                  <a:pt x="299601" y="31757"/>
                </a:cubicBezTo>
                <a:lnTo>
                  <a:pt x="299601" y="92697"/>
                </a:lnTo>
                <a:moveTo>
                  <a:pt x="300890" y="11105"/>
                </a:moveTo>
                <a:cubicBezTo>
                  <a:pt x="300890" y="13723"/>
                  <a:pt x="300392" y="15506"/>
                  <a:pt x="299397" y="16454"/>
                </a:cubicBezTo>
                <a:cubicBezTo>
                  <a:pt x="298401" y="17402"/>
                  <a:pt x="296569" y="17876"/>
                  <a:pt x="293899" y="17876"/>
                </a:cubicBezTo>
                <a:cubicBezTo>
                  <a:pt x="291275" y="17876"/>
                  <a:pt x="289476" y="17413"/>
                  <a:pt x="288504" y="16488"/>
                </a:cubicBezTo>
                <a:cubicBezTo>
                  <a:pt x="287531" y="15562"/>
                  <a:pt x="287044" y="13813"/>
                  <a:pt x="287044" y="11240"/>
                </a:cubicBezTo>
                <a:cubicBezTo>
                  <a:pt x="287044" y="8622"/>
                  <a:pt x="287542" y="6839"/>
                  <a:pt x="288537" y="5891"/>
                </a:cubicBezTo>
                <a:cubicBezTo>
                  <a:pt x="289533" y="4943"/>
                  <a:pt x="291365" y="4469"/>
                  <a:pt x="294035" y="4469"/>
                </a:cubicBezTo>
                <a:cubicBezTo>
                  <a:pt x="296659" y="4469"/>
                  <a:pt x="298458" y="4932"/>
                  <a:pt x="299431" y="5857"/>
                </a:cubicBezTo>
                <a:cubicBezTo>
                  <a:pt x="300404" y="6782"/>
                  <a:pt x="300890" y="8532"/>
                  <a:pt x="300890" y="11105"/>
                </a:cubicBezTo>
                <a:close/>
                <a:moveTo>
                  <a:pt x="371017" y="31621"/>
                </a:moveTo>
                <a:cubicBezTo>
                  <a:pt x="371017" y="31802"/>
                  <a:pt x="371006" y="31994"/>
                  <a:pt x="370983" y="32197"/>
                </a:cubicBezTo>
                <a:cubicBezTo>
                  <a:pt x="370961" y="32400"/>
                  <a:pt x="370927" y="32614"/>
                  <a:pt x="370881" y="32840"/>
                </a:cubicBezTo>
                <a:cubicBezTo>
                  <a:pt x="370836" y="33066"/>
                  <a:pt x="370780" y="33314"/>
                  <a:pt x="370712" y="33585"/>
                </a:cubicBezTo>
                <a:cubicBezTo>
                  <a:pt x="370644" y="33856"/>
                  <a:pt x="370565" y="34149"/>
                  <a:pt x="370474" y="34465"/>
                </a:cubicBezTo>
                <a:lnTo>
                  <a:pt x="349638" y="92358"/>
                </a:lnTo>
                <a:cubicBezTo>
                  <a:pt x="349457" y="92855"/>
                  <a:pt x="349219" y="93261"/>
                  <a:pt x="348925" y="93577"/>
                </a:cubicBezTo>
                <a:cubicBezTo>
                  <a:pt x="348631" y="93893"/>
                  <a:pt x="348190" y="94141"/>
                  <a:pt x="347601" y="94322"/>
                </a:cubicBezTo>
                <a:cubicBezTo>
                  <a:pt x="347013" y="94502"/>
                  <a:pt x="346267" y="94626"/>
                  <a:pt x="345362" y="94694"/>
                </a:cubicBezTo>
                <a:cubicBezTo>
                  <a:pt x="344457" y="94762"/>
                  <a:pt x="343325" y="94796"/>
                  <a:pt x="341968" y="94796"/>
                </a:cubicBezTo>
                <a:cubicBezTo>
                  <a:pt x="340611" y="94796"/>
                  <a:pt x="339479" y="94751"/>
                  <a:pt x="338574" y="94660"/>
                </a:cubicBezTo>
                <a:cubicBezTo>
                  <a:pt x="337669" y="94570"/>
                  <a:pt x="336934" y="94435"/>
                  <a:pt x="336369" y="94254"/>
                </a:cubicBezTo>
                <a:cubicBezTo>
                  <a:pt x="335803" y="94074"/>
                  <a:pt x="335362" y="93825"/>
                  <a:pt x="335045" y="93509"/>
                </a:cubicBezTo>
                <a:cubicBezTo>
                  <a:pt x="334728" y="93193"/>
                  <a:pt x="334480" y="92810"/>
                  <a:pt x="334299" y="92358"/>
                </a:cubicBezTo>
                <a:lnTo>
                  <a:pt x="313530" y="34465"/>
                </a:lnTo>
                <a:cubicBezTo>
                  <a:pt x="313349" y="33923"/>
                  <a:pt x="313202" y="33449"/>
                  <a:pt x="313089" y="33043"/>
                </a:cubicBezTo>
                <a:cubicBezTo>
                  <a:pt x="312975" y="32637"/>
                  <a:pt x="312908" y="32332"/>
                  <a:pt x="312885" y="32129"/>
                </a:cubicBezTo>
                <a:cubicBezTo>
                  <a:pt x="312862" y="31926"/>
                  <a:pt x="312851" y="31757"/>
                  <a:pt x="312851" y="31621"/>
                </a:cubicBezTo>
                <a:cubicBezTo>
                  <a:pt x="312851" y="31260"/>
                  <a:pt x="312942" y="30944"/>
                  <a:pt x="313123" y="30673"/>
                </a:cubicBezTo>
                <a:cubicBezTo>
                  <a:pt x="313303" y="30402"/>
                  <a:pt x="313609" y="30188"/>
                  <a:pt x="314039" y="30030"/>
                </a:cubicBezTo>
                <a:cubicBezTo>
                  <a:pt x="314469" y="29872"/>
                  <a:pt x="315034" y="29770"/>
                  <a:pt x="315736" y="29725"/>
                </a:cubicBezTo>
                <a:cubicBezTo>
                  <a:pt x="316437" y="29680"/>
                  <a:pt x="317308" y="29658"/>
                  <a:pt x="318349" y="29658"/>
                </a:cubicBezTo>
                <a:cubicBezTo>
                  <a:pt x="319661" y="29658"/>
                  <a:pt x="320713" y="29691"/>
                  <a:pt x="321505" y="29759"/>
                </a:cubicBezTo>
                <a:cubicBezTo>
                  <a:pt x="322297" y="29827"/>
                  <a:pt x="322907" y="29951"/>
                  <a:pt x="323337" y="30132"/>
                </a:cubicBezTo>
                <a:cubicBezTo>
                  <a:pt x="323767" y="30312"/>
                  <a:pt x="324084" y="30538"/>
                  <a:pt x="324287" y="30809"/>
                </a:cubicBezTo>
                <a:cubicBezTo>
                  <a:pt x="324491" y="31079"/>
                  <a:pt x="324683" y="31418"/>
                  <a:pt x="324864" y="31824"/>
                </a:cubicBezTo>
                <a:lnTo>
                  <a:pt x="342104" y="82066"/>
                </a:lnTo>
                <a:lnTo>
                  <a:pt x="342375" y="82879"/>
                </a:lnTo>
                <a:lnTo>
                  <a:pt x="342579" y="82066"/>
                </a:lnTo>
                <a:lnTo>
                  <a:pt x="359615" y="31824"/>
                </a:lnTo>
                <a:cubicBezTo>
                  <a:pt x="359705" y="31418"/>
                  <a:pt x="359864" y="31079"/>
                  <a:pt x="360090" y="30809"/>
                </a:cubicBezTo>
                <a:cubicBezTo>
                  <a:pt x="360316" y="30538"/>
                  <a:pt x="360644" y="30312"/>
                  <a:pt x="361074" y="30132"/>
                </a:cubicBezTo>
                <a:cubicBezTo>
                  <a:pt x="361504" y="29951"/>
                  <a:pt x="362092" y="29827"/>
                  <a:pt x="362839" y="29759"/>
                </a:cubicBezTo>
                <a:cubicBezTo>
                  <a:pt x="363585" y="29691"/>
                  <a:pt x="364569" y="29658"/>
                  <a:pt x="365791" y="29658"/>
                </a:cubicBezTo>
                <a:cubicBezTo>
                  <a:pt x="366832" y="29658"/>
                  <a:pt x="367691" y="29680"/>
                  <a:pt x="368370" y="29725"/>
                </a:cubicBezTo>
                <a:cubicBezTo>
                  <a:pt x="369049" y="29770"/>
                  <a:pt x="369581" y="29883"/>
                  <a:pt x="369965" y="30064"/>
                </a:cubicBezTo>
                <a:cubicBezTo>
                  <a:pt x="370350" y="30244"/>
                  <a:pt x="370621" y="30459"/>
                  <a:pt x="370780" y="30707"/>
                </a:cubicBezTo>
                <a:cubicBezTo>
                  <a:pt x="370938" y="30955"/>
                  <a:pt x="371017" y="31260"/>
                  <a:pt x="371017" y="31621"/>
                </a:cubicBezTo>
                <a:close/>
                <a:moveTo>
                  <a:pt x="429913" y="92764"/>
                </a:moveTo>
                <a:cubicBezTo>
                  <a:pt x="429913" y="93306"/>
                  <a:pt x="429732" y="93712"/>
                  <a:pt x="429370" y="93983"/>
                </a:cubicBezTo>
                <a:cubicBezTo>
                  <a:pt x="429008" y="94254"/>
                  <a:pt x="428510" y="94457"/>
                  <a:pt x="427877" y="94593"/>
                </a:cubicBezTo>
                <a:cubicBezTo>
                  <a:pt x="427243" y="94728"/>
                  <a:pt x="426316" y="94796"/>
                  <a:pt x="425094" y="94796"/>
                </a:cubicBezTo>
                <a:cubicBezTo>
                  <a:pt x="423917" y="94796"/>
                  <a:pt x="422978" y="94728"/>
                  <a:pt x="422277" y="94593"/>
                </a:cubicBezTo>
                <a:cubicBezTo>
                  <a:pt x="421576" y="94457"/>
                  <a:pt x="421067" y="94254"/>
                  <a:pt x="420750" y="93983"/>
                </a:cubicBezTo>
                <a:cubicBezTo>
                  <a:pt x="420433" y="93712"/>
                  <a:pt x="420275" y="93306"/>
                  <a:pt x="420275" y="92764"/>
                </a:cubicBezTo>
                <a:lnTo>
                  <a:pt x="420275" y="86670"/>
                </a:lnTo>
                <a:cubicBezTo>
                  <a:pt x="417605" y="89514"/>
                  <a:pt x="414630" y="91737"/>
                  <a:pt x="411350" y="93340"/>
                </a:cubicBezTo>
                <a:cubicBezTo>
                  <a:pt x="408069" y="94942"/>
                  <a:pt x="404597" y="95744"/>
                  <a:pt x="400931" y="95744"/>
                </a:cubicBezTo>
                <a:cubicBezTo>
                  <a:pt x="397719" y="95744"/>
                  <a:pt x="394812" y="95325"/>
                  <a:pt x="392210" y="94487"/>
                </a:cubicBezTo>
                <a:cubicBezTo>
                  <a:pt x="389608" y="93649"/>
                  <a:pt x="387391" y="92437"/>
                  <a:pt x="385558" y="90852"/>
                </a:cubicBezTo>
                <a:cubicBezTo>
                  <a:pt x="383726" y="89266"/>
                  <a:pt x="382301" y="87319"/>
                  <a:pt x="381283" y="85009"/>
                </a:cubicBezTo>
                <a:cubicBezTo>
                  <a:pt x="380264" y="82699"/>
                  <a:pt x="379755" y="80071"/>
                  <a:pt x="379755" y="77125"/>
                </a:cubicBezTo>
                <a:cubicBezTo>
                  <a:pt x="379755" y="73683"/>
                  <a:pt x="380457" y="70694"/>
                  <a:pt x="381859" y="68158"/>
                </a:cubicBezTo>
                <a:cubicBezTo>
                  <a:pt x="383262" y="65620"/>
                  <a:pt x="385276" y="63513"/>
                  <a:pt x="387900" y="61837"/>
                </a:cubicBezTo>
                <a:cubicBezTo>
                  <a:pt x="390524" y="60161"/>
                  <a:pt x="393737" y="58905"/>
                  <a:pt x="397538" y="58067"/>
                </a:cubicBezTo>
                <a:cubicBezTo>
                  <a:pt x="401339" y="57229"/>
                  <a:pt x="405615" y="56810"/>
                  <a:pt x="410366" y="56810"/>
                </a:cubicBezTo>
                <a:lnTo>
                  <a:pt x="418782" y="56810"/>
                </a:lnTo>
                <a:lnTo>
                  <a:pt x="418782" y="52087"/>
                </a:lnTo>
                <a:cubicBezTo>
                  <a:pt x="418782" y="49748"/>
                  <a:pt x="418533" y="47679"/>
                  <a:pt x="418035" y="45881"/>
                </a:cubicBezTo>
                <a:cubicBezTo>
                  <a:pt x="417537" y="44081"/>
                  <a:pt x="416734" y="42585"/>
                  <a:pt x="415626" y="41393"/>
                </a:cubicBezTo>
                <a:cubicBezTo>
                  <a:pt x="414517" y="40201"/>
                  <a:pt x="413081" y="39301"/>
                  <a:pt x="411316" y="38695"/>
                </a:cubicBezTo>
                <a:cubicBezTo>
                  <a:pt x="409551" y="38087"/>
                  <a:pt x="407379" y="37783"/>
                  <a:pt x="404800" y="37783"/>
                </a:cubicBezTo>
                <a:cubicBezTo>
                  <a:pt x="402040" y="37783"/>
                  <a:pt x="399563" y="38107"/>
                  <a:pt x="397368" y="38754"/>
                </a:cubicBezTo>
                <a:cubicBezTo>
                  <a:pt x="395174" y="39402"/>
                  <a:pt x="393251" y="40116"/>
                  <a:pt x="391599" y="40898"/>
                </a:cubicBezTo>
                <a:cubicBezTo>
                  <a:pt x="389948" y="41679"/>
                  <a:pt x="388567" y="42394"/>
                  <a:pt x="387459" y="43041"/>
                </a:cubicBezTo>
                <a:cubicBezTo>
                  <a:pt x="386350" y="43689"/>
                  <a:pt x="385525" y="44012"/>
                  <a:pt x="384982" y="44012"/>
                </a:cubicBezTo>
                <a:cubicBezTo>
                  <a:pt x="384620" y="44012"/>
                  <a:pt x="384303" y="43922"/>
                  <a:pt x="384031" y="43741"/>
                </a:cubicBezTo>
                <a:cubicBezTo>
                  <a:pt x="383760" y="43561"/>
                  <a:pt x="383522" y="43290"/>
                  <a:pt x="383319" y="42929"/>
                </a:cubicBezTo>
                <a:cubicBezTo>
                  <a:pt x="383115" y="42568"/>
                  <a:pt x="382968" y="42105"/>
                  <a:pt x="382878" y="41541"/>
                </a:cubicBezTo>
                <a:cubicBezTo>
                  <a:pt x="382787" y="40977"/>
                  <a:pt x="382742" y="40356"/>
                  <a:pt x="382742" y="39679"/>
                </a:cubicBezTo>
                <a:cubicBezTo>
                  <a:pt x="382742" y="38550"/>
                  <a:pt x="382821" y="37659"/>
                  <a:pt x="382979" y="37004"/>
                </a:cubicBezTo>
                <a:cubicBezTo>
                  <a:pt x="383138" y="36350"/>
                  <a:pt x="383522" y="35729"/>
                  <a:pt x="384133" y="35142"/>
                </a:cubicBezTo>
                <a:cubicBezTo>
                  <a:pt x="384744" y="34555"/>
                  <a:pt x="385796" y="33872"/>
                  <a:pt x="387289" y="33092"/>
                </a:cubicBezTo>
                <a:cubicBezTo>
                  <a:pt x="388782" y="32310"/>
                  <a:pt x="390502" y="31596"/>
                  <a:pt x="392447" y="30950"/>
                </a:cubicBezTo>
                <a:cubicBezTo>
                  <a:pt x="394393" y="30304"/>
                  <a:pt x="396520" y="29770"/>
                  <a:pt x="398827" y="29346"/>
                </a:cubicBezTo>
                <a:cubicBezTo>
                  <a:pt x="401135" y="28922"/>
                  <a:pt x="403465" y="28710"/>
                  <a:pt x="405818" y="28710"/>
                </a:cubicBezTo>
                <a:cubicBezTo>
                  <a:pt x="410207" y="28710"/>
                  <a:pt x="413940" y="29206"/>
                  <a:pt x="417017" y="30199"/>
                </a:cubicBezTo>
                <a:cubicBezTo>
                  <a:pt x="420094" y="31192"/>
                  <a:pt x="422583" y="32648"/>
                  <a:pt x="424483" y="34567"/>
                </a:cubicBezTo>
                <a:cubicBezTo>
                  <a:pt x="426383" y="36485"/>
                  <a:pt x="427763" y="38866"/>
                  <a:pt x="428623" y="41710"/>
                </a:cubicBezTo>
                <a:cubicBezTo>
                  <a:pt x="429483" y="44554"/>
                  <a:pt x="429913" y="47872"/>
                  <a:pt x="429913" y="51664"/>
                </a:cubicBezTo>
                <a:lnTo>
                  <a:pt x="429913" y="92764"/>
                </a:lnTo>
                <a:moveTo>
                  <a:pt x="418782" y="64867"/>
                </a:moveTo>
                <a:lnTo>
                  <a:pt x="409212" y="64867"/>
                </a:lnTo>
                <a:cubicBezTo>
                  <a:pt x="406135" y="64867"/>
                  <a:pt x="403465" y="65129"/>
                  <a:pt x="401203" y="65652"/>
                </a:cubicBezTo>
                <a:cubicBezTo>
                  <a:pt x="398941" y="66174"/>
                  <a:pt x="397063" y="66946"/>
                  <a:pt x="395570" y="67967"/>
                </a:cubicBezTo>
                <a:cubicBezTo>
                  <a:pt x="394076" y="68989"/>
                  <a:pt x="392979" y="70215"/>
                  <a:pt x="392278" y="71647"/>
                </a:cubicBezTo>
                <a:cubicBezTo>
                  <a:pt x="391576" y="73077"/>
                  <a:pt x="391226" y="74724"/>
                  <a:pt x="391226" y="76586"/>
                </a:cubicBezTo>
                <a:cubicBezTo>
                  <a:pt x="391226" y="79765"/>
                  <a:pt x="392233" y="82297"/>
                  <a:pt x="394246" y="84182"/>
                </a:cubicBezTo>
                <a:cubicBezTo>
                  <a:pt x="396260" y="86067"/>
                  <a:pt x="399076" y="87009"/>
                  <a:pt x="402696" y="87009"/>
                </a:cubicBezTo>
                <a:cubicBezTo>
                  <a:pt x="405637" y="87009"/>
                  <a:pt x="408363" y="86260"/>
                  <a:pt x="410875" y="84762"/>
                </a:cubicBezTo>
                <a:cubicBezTo>
                  <a:pt x="413386" y="83262"/>
                  <a:pt x="416022" y="80969"/>
                  <a:pt x="418782" y="77881"/>
                </a:cubicBezTo>
                <a:lnTo>
                  <a:pt x="418782" y="64867"/>
                </a:lnTo>
                <a:close/>
                <a:moveTo>
                  <a:pt x="462371" y="92695"/>
                </a:moveTo>
                <a:cubicBezTo>
                  <a:pt x="462371" y="93056"/>
                  <a:pt x="462280" y="93361"/>
                  <a:pt x="462099" y="93611"/>
                </a:cubicBezTo>
                <a:cubicBezTo>
                  <a:pt x="461918" y="93859"/>
                  <a:pt x="461624" y="94074"/>
                  <a:pt x="461217" y="94254"/>
                </a:cubicBezTo>
                <a:cubicBezTo>
                  <a:pt x="460810" y="94435"/>
                  <a:pt x="460244" y="94570"/>
                  <a:pt x="459520" y="94660"/>
                </a:cubicBezTo>
                <a:cubicBezTo>
                  <a:pt x="458796" y="94751"/>
                  <a:pt x="457869" y="94796"/>
                  <a:pt x="456738" y="94796"/>
                </a:cubicBezTo>
                <a:cubicBezTo>
                  <a:pt x="455652" y="94796"/>
                  <a:pt x="454747" y="94751"/>
                  <a:pt x="454023" y="94660"/>
                </a:cubicBezTo>
                <a:cubicBezTo>
                  <a:pt x="453299" y="94570"/>
                  <a:pt x="452722" y="94435"/>
                  <a:pt x="452292" y="94254"/>
                </a:cubicBezTo>
                <a:cubicBezTo>
                  <a:pt x="451862" y="94074"/>
                  <a:pt x="451568" y="93859"/>
                  <a:pt x="451410" y="93611"/>
                </a:cubicBezTo>
                <a:cubicBezTo>
                  <a:pt x="451251" y="93361"/>
                  <a:pt x="451172" y="93056"/>
                  <a:pt x="451172" y="92695"/>
                </a:cubicBezTo>
                <a:lnTo>
                  <a:pt x="451172" y="2169"/>
                </a:lnTo>
                <a:cubicBezTo>
                  <a:pt x="451172" y="1808"/>
                  <a:pt x="451251" y="1492"/>
                  <a:pt x="451410" y="1221"/>
                </a:cubicBezTo>
                <a:cubicBezTo>
                  <a:pt x="451568" y="949"/>
                  <a:pt x="451862" y="722"/>
                  <a:pt x="452292" y="542"/>
                </a:cubicBezTo>
                <a:cubicBezTo>
                  <a:pt x="452722" y="361"/>
                  <a:pt x="453299" y="226"/>
                  <a:pt x="454023" y="135"/>
                </a:cubicBezTo>
                <a:cubicBezTo>
                  <a:pt x="454747" y="45"/>
                  <a:pt x="455652" y="0"/>
                  <a:pt x="456738" y="0"/>
                </a:cubicBezTo>
                <a:cubicBezTo>
                  <a:pt x="457869" y="0"/>
                  <a:pt x="458796" y="45"/>
                  <a:pt x="459520" y="135"/>
                </a:cubicBezTo>
                <a:cubicBezTo>
                  <a:pt x="460244" y="226"/>
                  <a:pt x="460810" y="361"/>
                  <a:pt x="461217" y="542"/>
                </a:cubicBezTo>
                <a:cubicBezTo>
                  <a:pt x="461624" y="722"/>
                  <a:pt x="461918" y="949"/>
                  <a:pt x="462099" y="1221"/>
                </a:cubicBezTo>
                <a:cubicBezTo>
                  <a:pt x="462280" y="1492"/>
                  <a:pt x="462371" y="1808"/>
                  <a:pt x="462371" y="2169"/>
                </a:cubicBezTo>
                <a:lnTo>
                  <a:pt x="462371" y="92695"/>
                </a:lnTo>
                <a:close/>
                <a:moveTo>
                  <a:pt x="535824" y="59586"/>
                </a:moveTo>
                <a:cubicBezTo>
                  <a:pt x="535824" y="61346"/>
                  <a:pt x="535383" y="62599"/>
                  <a:pt x="534500" y="63344"/>
                </a:cubicBezTo>
                <a:cubicBezTo>
                  <a:pt x="533618" y="64089"/>
                  <a:pt x="532611" y="64461"/>
                  <a:pt x="531480" y="64461"/>
                </a:cubicBezTo>
                <a:lnTo>
                  <a:pt x="491436" y="64461"/>
                </a:lnTo>
                <a:cubicBezTo>
                  <a:pt x="491436" y="67857"/>
                  <a:pt x="491775" y="70913"/>
                  <a:pt x="492454" y="73630"/>
                </a:cubicBezTo>
                <a:cubicBezTo>
                  <a:pt x="493133" y="76347"/>
                  <a:pt x="494264" y="78678"/>
                  <a:pt x="495847" y="80625"/>
                </a:cubicBezTo>
                <a:cubicBezTo>
                  <a:pt x="497431" y="82572"/>
                  <a:pt x="499490" y="84066"/>
                  <a:pt x="502024" y="85109"/>
                </a:cubicBezTo>
                <a:cubicBezTo>
                  <a:pt x="504558" y="86150"/>
                  <a:pt x="507657" y="86670"/>
                  <a:pt x="511322" y="86670"/>
                </a:cubicBezTo>
                <a:cubicBezTo>
                  <a:pt x="514218" y="86670"/>
                  <a:pt x="516797" y="86433"/>
                  <a:pt x="519060" y="85959"/>
                </a:cubicBezTo>
                <a:cubicBezTo>
                  <a:pt x="521322" y="85485"/>
                  <a:pt x="523279" y="84955"/>
                  <a:pt x="524931" y="84368"/>
                </a:cubicBezTo>
                <a:cubicBezTo>
                  <a:pt x="526582" y="83781"/>
                  <a:pt x="527940" y="83251"/>
                  <a:pt x="529003" y="82777"/>
                </a:cubicBezTo>
                <a:cubicBezTo>
                  <a:pt x="530066" y="82303"/>
                  <a:pt x="530869" y="82066"/>
                  <a:pt x="531412" y="82066"/>
                </a:cubicBezTo>
                <a:cubicBezTo>
                  <a:pt x="531729" y="82066"/>
                  <a:pt x="532012" y="82145"/>
                  <a:pt x="532261" y="82303"/>
                </a:cubicBezTo>
                <a:cubicBezTo>
                  <a:pt x="532510" y="82461"/>
                  <a:pt x="532702" y="82698"/>
                  <a:pt x="532838" y="83014"/>
                </a:cubicBezTo>
                <a:cubicBezTo>
                  <a:pt x="532973" y="83330"/>
                  <a:pt x="533075" y="83770"/>
                  <a:pt x="533143" y="84334"/>
                </a:cubicBezTo>
                <a:cubicBezTo>
                  <a:pt x="533211" y="84899"/>
                  <a:pt x="533245" y="85587"/>
                  <a:pt x="533245" y="86400"/>
                </a:cubicBezTo>
                <a:cubicBezTo>
                  <a:pt x="533245" y="86986"/>
                  <a:pt x="533222" y="87494"/>
                  <a:pt x="533177" y="87923"/>
                </a:cubicBezTo>
                <a:cubicBezTo>
                  <a:pt x="533132" y="88352"/>
                  <a:pt x="533075" y="88736"/>
                  <a:pt x="533007" y="89074"/>
                </a:cubicBezTo>
                <a:cubicBezTo>
                  <a:pt x="532939" y="89413"/>
                  <a:pt x="532826" y="89717"/>
                  <a:pt x="532668" y="89988"/>
                </a:cubicBezTo>
                <a:cubicBezTo>
                  <a:pt x="532510" y="90259"/>
                  <a:pt x="532306" y="90519"/>
                  <a:pt x="532057" y="90767"/>
                </a:cubicBezTo>
                <a:cubicBezTo>
                  <a:pt x="531808" y="91015"/>
                  <a:pt x="531073" y="91421"/>
                  <a:pt x="529851" y="91986"/>
                </a:cubicBezTo>
                <a:cubicBezTo>
                  <a:pt x="528630" y="92550"/>
                  <a:pt x="527046" y="93103"/>
                  <a:pt x="525100" y="93645"/>
                </a:cubicBezTo>
                <a:cubicBezTo>
                  <a:pt x="523155" y="94186"/>
                  <a:pt x="520903" y="94672"/>
                  <a:pt x="518347" y="95100"/>
                </a:cubicBezTo>
                <a:cubicBezTo>
                  <a:pt x="515790" y="95529"/>
                  <a:pt x="513064" y="95744"/>
                  <a:pt x="510168" y="95744"/>
                </a:cubicBezTo>
                <a:cubicBezTo>
                  <a:pt x="505146" y="95744"/>
                  <a:pt x="500746" y="95043"/>
                  <a:pt x="496967" y="93643"/>
                </a:cubicBezTo>
                <a:cubicBezTo>
                  <a:pt x="493189" y="92242"/>
                  <a:pt x="490010" y="90163"/>
                  <a:pt x="487431" y="87407"/>
                </a:cubicBezTo>
                <a:cubicBezTo>
                  <a:pt x="484852" y="84650"/>
                  <a:pt x="482907" y="81194"/>
                  <a:pt x="481594" y="77036"/>
                </a:cubicBezTo>
                <a:cubicBezTo>
                  <a:pt x="480282" y="72879"/>
                  <a:pt x="479626" y="68044"/>
                  <a:pt x="479626" y="62531"/>
                </a:cubicBezTo>
                <a:cubicBezTo>
                  <a:pt x="479626" y="57289"/>
                  <a:pt x="480305" y="52579"/>
                  <a:pt x="481662" y="48399"/>
                </a:cubicBezTo>
                <a:cubicBezTo>
                  <a:pt x="483020" y="44219"/>
                  <a:pt x="484977" y="40672"/>
                  <a:pt x="487533" y="37757"/>
                </a:cubicBezTo>
                <a:cubicBezTo>
                  <a:pt x="490090" y="34843"/>
                  <a:pt x="493178" y="32607"/>
                  <a:pt x="496798" y="31048"/>
                </a:cubicBezTo>
                <a:cubicBezTo>
                  <a:pt x="500417" y="29489"/>
                  <a:pt x="504467" y="28710"/>
                  <a:pt x="508947" y="28710"/>
                </a:cubicBezTo>
                <a:cubicBezTo>
                  <a:pt x="513743" y="28710"/>
                  <a:pt x="517827" y="29477"/>
                  <a:pt x="521198" y="31012"/>
                </a:cubicBezTo>
                <a:cubicBezTo>
                  <a:pt x="524569" y="32547"/>
                  <a:pt x="527340" y="34612"/>
                  <a:pt x="529512" y="37207"/>
                </a:cubicBezTo>
                <a:cubicBezTo>
                  <a:pt x="531684" y="39803"/>
                  <a:pt x="533279" y="42850"/>
                  <a:pt x="534297" y="46348"/>
                </a:cubicBezTo>
                <a:cubicBezTo>
                  <a:pt x="535315" y="49847"/>
                  <a:pt x="535824" y="53582"/>
                  <a:pt x="535824" y="57555"/>
                </a:cubicBezTo>
                <a:lnTo>
                  <a:pt x="535824" y="59586"/>
                </a:lnTo>
                <a:moveTo>
                  <a:pt x="524557" y="56268"/>
                </a:moveTo>
                <a:cubicBezTo>
                  <a:pt x="524693" y="50400"/>
                  <a:pt x="523392" y="45795"/>
                  <a:pt x="520655" y="42455"/>
                </a:cubicBezTo>
                <a:cubicBezTo>
                  <a:pt x="517917" y="39115"/>
                  <a:pt x="513856" y="37444"/>
                  <a:pt x="508472" y="37444"/>
                </a:cubicBezTo>
                <a:cubicBezTo>
                  <a:pt x="505711" y="37444"/>
                  <a:pt x="503291" y="37963"/>
                  <a:pt x="501209" y="39002"/>
                </a:cubicBezTo>
                <a:cubicBezTo>
                  <a:pt x="499128" y="40040"/>
                  <a:pt x="497386" y="41417"/>
                  <a:pt x="495983" y="43132"/>
                </a:cubicBezTo>
                <a:cubicBezTo>
                  <a:pt x="494581" y="44847"/>
                  <a:pt x="493495" y="46845"/>
                  <a:pt x="492725" y="49125"/>
                </a:cubicBezTo>
                <a:cubicBezTo>
                  <a:pt x="491956" y="51404"/>
                  <a:pt x="491526" y="53785"/>
                  <a:pt x="491436" y="56268"/>
                </a:cubicBezTo>
                <a:lnTo>
                  <a:pt x="524557" y="56268"/>
                </a:lnTo>
                <a:close/>
                <a:moveTo>
                  <a:pt x="605800" y="92697"/>
                </a:moveTo>
                <a:cubicBezTo>
                  <a:pt x="605800" y="93058"/>
                  <a:pt x="605710" y="93363"/>
                  <a:pt x="605529" y="93611"/>
                </a:cubicBezTo>
                <a:cubicBezTo>
                  <a:pt x="605348" y="93859"/>
                  <a:pt x="605054" y="94074"/>
                  <a:pt x="604646" y="94254"/>
                </a:cubicBezTo>
                <a:cubicBezTo>
                  <a:pt x="604239" y="94435"/>
                  <a:pt x="603674" y="94570"/>
                  <a:pt x="602950" y="94660"/>
                </a:cubicBezTo>
                <a:cubicBezTo>
                  <a:pt x="602226" y="94751"/>
                  <a:pt x="601321" y="94796"/>
                  <a:pt x="600235" y="94796"/>
                </a:cubicBezTo>
                <a:cubicBezTo>
                  <a:pt x="599104" y="94796"/>
                  <a:pt x="598176" y="94751"/>
                  <a:pt x="597452" y="94660"/>
                </a:cubicBezTo>
                <a:cubicBezTo>
                  <a:pt x="596728" y="94570"/>
                  <a:pt x="596163" y="94435"/>
                  <a:pt x="595755" y="94254"/>
                </a:cubicBezTo>
                <a:cubicBezTo>
                  <a:pt x="595348" y="94074"/>
                  <a:pt x="595054" y="93859"/>
                  <a:pt x="594873" y="93611"/>
                </a:cubicBezTo>
                <a:cubicBezTo>
                  <a:pt x="594692" y="93363"/>
                  <a:pt x="594601" y="93058"/>
                  <a:pt x="594601" y="92697"/>
                </a:cubicBezTo>
                <a:lnTo>
                  <a:pt x="594601" y="57013"/>
                </a:lnTo>
                <a:cubicBezTo>
                  <a:pt x="594601" y="53537"/>
                  <a:pt x="594330" y="50738"/>
                  <a:pt x="593787" y="48617"/>
                </a:cubicBezTo>
                <a:cubicBezTo>
                  <a:pt x="593244" y="46495"/>
                  <a:pt x="592452" y="44667"/>
                  <a:pt x="591411" y="43132"/>
                </a:cubicBezTo>
                <a:cubicBezTo>
                  <a:pt x="590371" y="41597"/>
                  <a:pt x="589025" y="40424"/>
                  <a:pt x="587373" y="39611"/>
                </a:cubicBezTo>
                <a:cubicBezTo>
                  <a:pt x="585722" y="38799"/>
                  <a:pt x="583810" y="38392"/>
                  <a:pt x="581638" y="38392"/>
                </a:cubicBezTo>
                <a:cubicBezTo>
                  <a:pt x="578833" y="38392"/>
                  <a:pt x="576027" y="39385"/>
                  <a:pt x="573222" y="41372"/>
                </a:cubicBezTo>
                <a:cubicBezTo>
                  <a:pt x="570416" y="43358"/>
                  <a:pt x="567475" y="46269"/>
                  <a:pt x="564398" y="50106"/>
                </a:cubicBezTo>
                <a:lnTo>
                  <a:pt x="564398" y="92697"/>
                </a:lnTo>
                <a:cubicBezTo>
                  <a:pt x="564398" y="93058"/>
                  <a:pt x="564308" y="93363"/>
                  <a:pt x="564127" y="93611"/>
                </a:cubicBezTo>
                <a:cubicBezTo>
                  <a:pt x="563946" y="93859"/>
                  <a:pt x="563652" y="94074"/>
                  <a:pt x="563245" y="94254"/>
                </a:cubicBezTo>
                <a:cubicBezTo>
                  <a:pt x="562837" y="94435"/>
                  <a:pt x="562272" y="94570"/>
                  <a:pt x="561548" y="94660"/>
                </a:cubicBezTo>
                <a:cubicBezTo>
                  <a:pt x="560824" y="94751"/>
                  <a:pt x="559896" y="94796"/>
                  <a:pt x="558765" y="94796"/>
                </a:cubicBezTo>
                <a:cubicBezTo>
                  <a:pt x="557679" y="94796"/>
                  <a:pt x="556774" y="94751"/>
                  <a:pt x="556050" y="94660"/>
                </a:cubicBezTo>
                <a:cubicBezTo>
                  <a:pt x="555326" y="94570"/>
                  <a:pt x="554749" y="94435"/>
                  <a:pt x="554320" y="94254"/>
                </a:cubicBezTo>
                <a:cubicBezTo>
                  <a:pt x="553890" y="94074"/>
                  <a:pt x="553596" y="93859"/>
                  <a:pt x="553437" y="93611"/>
                </a:cubicBezTo>
                <a:cubicBezTo>
                  <a:pt x="553279" y="93363"/>
                  <a:pt x="553200" y="93058"/>
                  <a:pt x="553200" y="92697"/>
                </a:cubicBezTo>
                <a:lnTo>
                  <a:pt x="553200" y="31757"/>
                </a:lnTo>
                <a:cubicBezTo>
                  <a:pt x="553200" y="31395"/>
                  <a:pt x="553268" y="31091"/>
                  <a:pt x="553403" y="30842"/>
                </a:cubicBezTo>
                <a:cubicBezTo>
                  <a:pt x="553539" y="30594"/>
                  <a:pt x="553810" y="30369"/>
                  <a:pt x="554218" y="30165"/>
                </a:cubicBezTo>
                <a:cubicBezTo>
                  <a:pt x="554625" y="29962"/>
                  <a:pt x="555145" y="29827"/>
                  <a:pt x="555779" y="29759"/>
                </a:cubicBezTo>
                <a:cubicBezTo>
                  <a:pt x="556412" y="29691"/>
                  <a:pt x="557249" y="29658"/>
                  <a:pt x="558290" y="29658"/>
                </a:cubicBezTo>
                <a:cubicBezTo>
                  <a:pt x="559285" y="29658"/>
                  <a:pt x="560111" y="29691"/>
                  <a:pt x="560767" y="29759"/>
                </a:cubicBezTo>
                <a:cubicBezTo>
                  <a:pt x="561423" y="29827"/>
                  <a:pt x="561932" y="29962"/>
                  <a:pt x="562294" y="30165"/>
                </a:cubicBezTo>
                <a:cubicBezTo>
                  <a:pt x="562656" y="30369"/>
                  <a:pt x="562917" y="30594"/>
                  <a:pt x="563075" y="30842"/>
                </a:cubicBezTo>
                <a:cubicBezTo>
                  <a:pt x="563233" y="31091"/>
                  <a:pt x="563313" y="31395"/>
                  <a:pt x="563313" y="31757"/>
                </a:cubicBezTo>
                <a:lnTo>
                  <a:pt x="563313" y="39814"/>
                </a:lnTo>
                <a:cubicBezTo>
                  <a:pt x="566751" y="35977"/>
                  <a:pt x="570179" y="33167"/>
                  <a:pt x="573595" y="31384"/>
                </a:cubicBezTo>
                <a:cubicBezTo>
                  <a:pt x="577011" y="29601"/>
                  <a:pt x="580461" y="28710"/>
                  <a:pt x="583946" y="28710"/>
                </a:cubicBezTo>
                <a:cubicBezTo>
                  <a:pt x="588018" y="28710"/>
                  <a:pt x="591445" y="29398"/>
                  <a:pt x="594228" y="30775"/>
                </a:cubicBezTo>
                <a:cubicBezTo>
                  <a:pt x="597011" y="32152"/>
                  <a:pt x="599262" y="33991"/>
                  <a:pt x="600981" y="36293"/>
                </a:cubicBezTo>
                <a:cubicBezTo>
                  <a:pt x="602701" y="38595"/>
                  <a:pt x="603934" y="41293"/>
                  <a:pt x="604680" y="44385"/>
                </a:cubicBezTo>
                <a:cubicBezTo>
                  <a:pt x="605427" y="47477"/>
                  <a:pt x="605800" y="51190"/>
                  <a:pt x="605800" y="55523"/>
                </a:cubicBezTo>
                <a:lnTo>
                  <a:pt x="605800" y="92697"/>
                </a:lnTo>
                <a:close/>
                <a:moveTo>
                  <a:pt x="658773" y="88295"/>
                </a:moveTo>
                <a:cubicBezTo>
                  <a:pt x="658773" y="89605"/>
                  <a:pt x="658683" y="90643"/>
                  <a:pt x="658502" y="91410"/>
                </a:cubicBezTo>
                <a:cubicBezTo>
                  <a:pt x="658321" y="92178"/>
                  <a:pt x="658049" y="92742"/>
                  <a:pt x="657688" y="93103"/>
                </a:cubicBezTo>
                <a:cubicBezTo>
                  <a:pt x="657326" y="93464"/>
                  <a:pt x="656783" y="93803"/>
                  <a:pt x="656059" y="94119"/>
                </a:cubicBezTo>
                <a:cubicBezTo>
                  <a:pt x="655335" y="94435"/>
                  <a:pt x="654509" y="94694"/>
                  <a:pt x="653581" y="94897"/>
                </a:cubicBezTo>
                <a:cubicBezTo>
                  <a:pt x="652654" y="95100"/>
                  <a:pt x="651670" y="95270"/>
                  <a:pt x="650629" y="95405"/>
                </a:cubicBezTo>
                <a:cubicBezTo>
                  <a:pt x="649588" y="95541"/>
                  <a:pt x="648547" y="95608"/>
                  <a:pt x="647507" y="95608"/>
                </a:cubicBezTo>
                <a:cubicBezTo>
                  <a:pt x="644339" y="95608"/>
                  <a:pt x="641625" y="95190"/>
                  <a:pt x="639362" y="94354"/>
                </a:cubicBezTo>
                <a:cubicBezTo>
                  <a:pt x="637100" y="93516"/>
                  <a:pt x="635245" y="92248"/>
                  <a:pt x="633797" y="90551"/>
                </a:cubicBezTo>
                <a:cubicBezTo>
                  <a:pt x="632349" y="88854"/>
                  <a:pt x="631297" y="86705"/>
                  <a:pt x="630641" y="84104"/>
                </a:cubicBezTo>
                <a:cubicBezTo>
                  <a:pt x="629984" y="81503"/>
                  <a:pt x="629656" y="78437"/>
                  <a:pt x="629656" y="74908"/>
                </a:cubicBezTo>
                <a:lnTo>
                  <a:pt x="629656" y="39205"/>
                </a:lnTo>
                <a:lnTo>
                  <a:pt x="621105" y="39205"/>
                </a:lnTo>
                <a:cubicBezTo>
                  <a:pt x="620426" y="39205"/>
                  <a:pt x="619883" y="38844"/>
                  <a:pt x="619476" y="38121"/>
                </a:cubicBezTo>
                <a:cubicBezTo>
                  <a:pt x="619068" y="37399"/>
                  <a:pt x="618865" y="36226"/>
                  <a:pt x="618865" y="34600"/>
                </a:cubicBezTo>
                <a:cubicBezTo>
                  <a:pt x="618865" y="33743"/>
                  <a:pt x="618921" y="33021"/>
                  <a:pt x="619035" y="32434"/>
                </a:cubicBezTo>
                <a:cubicBezTo>
                  <a:pt x="619148" y="31847"/>
                  <a:pt x="619295" y="31362"/>
                  <a:pt x="619476" y="30978"/>
                </a:cubicBezTo>
                <a:cubicBezTo>
                  <a:pt x="619657" y="30594"/>
                  <a:pt x="619894" y="30323"/>
                  <a:pt x="620188" y="30165"/>
                </a:cubicBezTo>
                <a:cubicBezTo>
                  <a:pt x="620482" y="30007"/>
                  <a:pt x="620810" y="29928"/>
                  <a:pt x="621172" y="29928"/>
                </a:cubicBezTo>
                <a:lnTo>
                  <a:pt x="629656" y="29928"/>
                </a:lnTo>
                <a:lnTo>
                  <a:pt x="629656" y="15438"/>
                </a:lnTo>
                <a:cubicBezTo>
                  <a:pt x="629656" y="15122"/>
                  <a:pt x="629736" y="14829"/>
                  <a:pt x="629894" y="14558"/>
                </a:cubicBezTo>
                <a:cubicBezTo>
                  <a:pt x="630052" y="14287"/>
                  <a:pt x="630346" y="14050"/>
                  <a:pt x="630776" y="13847"/>
                </a:cubicBezTo>
                <a:cubicBezTo>
                  <a:pt x="631206" y="13644"/>
                  <a:pt x="631783" y="13497"/>
                  <a:pt x="632507" y="13407"/>
                </a:cubicBezTo>
                <a:cubicBezTo>
                  <a:pt x="633231" y="13317"/>
                  <a:pt x="634136" y="13271"/>
                  <a:pt x="635222" y="13271"/>
                </a:cubicBezTo>
                <a:cubicBezTo>
                  <a:pt x="636353" y="13271"/>
                  <a:pt x="637281" y="13317"/>
                  <a:pt x="638005" y="13407"/>
                </a:cubicBezTo>
                <a:cubicBezTo>
                  <a:pt x="638729" y="13497"/>
                  <a:pt x="639294" y="13644"/>
                  <a:pt x="639701" y="13847"/>
                </a:cubicBezTo>
                <a:cubicBezTo>
                  <a:pt x="640109" y="14050"/>
                  <a:pt x="640403" y="14287"/>
                  <a:pt x="640584" y="14558"/>
                </a:cubicBezTo>
                <a:cubicBezTo>
                  <a:pt x="640765" y="14829"/>
                  <a:pt x="640855" y="15122"/>
                  <a:pt x="640855" y="15438"/>
                </a:cubicBezTo>
                <a:lnTo>
                  <a:pt x="640855" y="29928"/>
                </a:lnTo>
                <a:lnTo>
                  <a:pt x="656534" y="29928"/>
                </a:lnTo>
                <a:cubicBezTo>
                  <a:pt x="656896" y="29928"/>
                  <a:pt x="657212" y="30007"/>
                  <a:pt x="657484" y="30165"/>
                </a:cubicBezTo>
                <a:cubicBezTo>
                  <a:pt x="657755" y="30323"/>
                  <a:pt x="657993" y="30594"/>
                  <a:pt x="658197" y="30978"/>
                </a:cubicBezTo>
                <a:cubicBezTo>
                  <a:pt x="658400" y="31362"/>
                  <a:pt x="658547" y="31847"/>
                  <a:pt x="658638" y="32434"/>
                </a:cubicBezTo>
                <a:cubicBezTo>
                  <a:pt x="658728" y="33021"/>
                  <a:pt x="658773" y="33743"/>
                  <a:pt x="658773" y="34600"/>
                </a:cubicBezTo>
                <a:cubicBezTo>
                  <a:pt x="658773" y="36226"/>
                  <a:pt x="658570" y="37399"/>
                  <a:pt x="658163" y="38121"/>
                </a:cubicBezTo>
                <a:cubicBezTo>
                  <a:pt x="657755" y="38844"/>
                  <a:pt x="657212" y="39205"/>
                  <a:pt x="656534" y="39205"/>
                </a:cubicBezTo>
                <a:lnTo>
                  <a:pt x="640855" y="39205"/>
                </a:lnTo>
                <a:lnTo>
                  <a:pt x="640855" y="73295"/>
                </a:lnTo>
                <a:cubicBezTo>
                  <a:pt x="640855" y="77505"/>
                  <a:pt x="641477" y="80685"/>
                  <a:pt x="642722" y="82836"/>
                </a:cubicBezTo>
                <a:cubicBezTo>
                  <a:pt x="643966" y="84986"/>
                  <a:pt x="646195" y="86061"/>
                  <a:pt x="649407" y="86061"/>
                </a:cubicBezTo>
                <a:cubicBezTo>
                  <a:pt x="650448" y="86061"/>
                  <a:pt x="651375" y="85959"/>
                  <a:pt x="652190" y="85756"/>
                </a:cubicBezTo>
                <a:cubicBezTo>
                  <a:pt x="653004" y="85553"/>
                  <a:pt x="653728" y="85339"/>
                  <a:pt x="654362" y="85113"/>
                </a:cubicBezTo>
                <a:cubicBezTo>
                  <a:pt x="654995" y="84887"/>
                  <a:pt x="655538" y="84673"/>
                  <a:pt x="655991" y="84470"/>
                </a:cubicBezTo>
                <a:cubicBezTo>
                  <a:pt x="656443" y="84267"/>
                  <a:pt x="656850" y="84165"/>
                  <a:pt x="657212" y="84165"/>
                </a:cubicBezTo>
                <a:cubicBezTo>
                  <a:pt x="657439" y="84165"/>
                  <a:pt x="657654" y="84222"/>
                  <a:pt x="657857" y="84334"/>
                </a:cubicBezTo>
                <a:cubicBezTo>
                  <a:pt x="658061" y="84447"/>
                  <a:pt x="658219" y="84662"/>
                  <a:pt x="658332" y="84978"/>
                </a:cubicBezTo>
                <a:cubicBezTo>
                  <a:pt x="658445" y="85294"/>
                  <a:pt x="658547" y="85722"/>
                  <a:pt x="658638" y="86264"/>
                </a:cubicBezTo>
                <a:cubicBezTo>
                  <a:pt x="658728" y="86806"/>
                  <a:pt x="658773" y="87483"/>
                  <a:pt x="658773" y="88295"/>
                </a:cubicBezTo>
                <a:close/>
                <a:moveTo>
                  <a:pt x="750800" y="11782"/>
                </a:moveTo>
                <a:cubicBezTo>
                  <a:pt x="750800" y="12639"/>
                  <a:pt x="750754" y="13384"/>
                  <a:pt x="750664" y="14016"/>
                </a:cubicBezTo>
                <a:cubicBezTo>
                  <a:pt x="750573" y="14648"/>
                  <a:pt x="750415" y="15156"/>
                  <a:pt x="750189" y="15540"/>
                </a:cubicBezTo>
                <a:cubicBezTo>
                  <a:pt x="749963" y="15923"/>
                  <a:pt x="749702" y="16206"/>
                  <a:pt x="749408" y="16386"/>
                </a:cubicBezTo>
                <a:cubicBezTo>
                  <a:pt x="749114" y="16567"/>
                  <a:pt x="748809" y="16657"/>
                  <a:pt x="748492" y="16657"/>
                </a:cubicBezTo>
                <a:lnTo>
                  <a:pt x="716321" y="16657"/>
                </a:lnTo>
                <a:lnTo>
                  <a:pt x="716321" y="46382"/>
                </a:lnTo>
                <a:lnTo>
                  <a:pt x="746727" y="46382"/>
                </a:lnTo>
                <a:cubicBezTo>
                  <a:pt x="747044" y="46382"/>
                  <a:pt x="747350" y="46461"/>
                  <a:pt x="747644" y="46619"/>
                </a:cubicBezTo>
                <a:cubicBezTo>
                  <a:pt x="747938" y="46777"/>
                  <a:pt x="748198" y="47037"/>
                  <a:pt x="748424" y="47398"/>
                </a:cubicBezTo>
                <a:cubicBezTo>
                  <a:pt x="748650" y="47759"/>
                  <a:pt x="748809" y="48244"/>
                  <a:pt x="748899" y="48854"/>
                </a:cubicBezTo>
                <a:cubicBezTo>
                  <a:pt x="748990" y="49463"/>
                  <a:pt x="749035" y="50242"/>
                  <a:pt x="749035" y="51190"/>
                </a:cubicBezTo>
                <a:cubicBezTo>
                  <a:pt x="749035" y="52047"/>
                  <a:pt x="748990" y="52781"/>
                  <a:pt x="748899" y="53390"/>
                </a:cubicBezTo>
                <a:cubicBezTo>
                  <a:pt x="748809" y="54000"/>
                  <a:pt x="748650" y="54496"/>
                  <a:pt x="748424" y="54880"/>
                </a:cubicBezTo>
                <a:cubicBezTo>
                  <a:pt x="748198" y="55264"/>
                  <a:pt x="747938" y="55557"/>
                  <a:pt x="747644" y="55760"/>
                </a:cubicBezTo>
                <a:cubicBezTo>
                  <a:pt x="747350" y="55963"/>
                  <a:pt x="747044" y="56065"/>
                  <a:pt x="746727" y="56065"/>
                </a:cubicBezTo>
                <a:lnTo>
                  <a:pt x="716321" y="56065"/>
                </a:lnTo>
                <a:lnTo>
                  <a:pt x="716321" y="92625"/>
                </a:lnTo>
                <a:cubicBezTo>
                  <a:pt x="716321" y="92942"/>
                  <a:pt x="716230" y="93248"/>
                  <a:pt x="716049" y="93541"/>
                </a:cubicBezTo>
                <a:cubicBezTo>
                  <a:pt x="715868" y="93834"/>
                  <a:pt x="715552" y="94061"/>
                  <a:pt x="715099" y="94220"/>
                </a:cubicBezTo>
                <a:cubicBezTo>
                  <a:pt x="714647" y="94378"/>
                  <a:pt x="714058" y="94514"/>
                  <a:pt x="713334" y="94626"/>
                </a:cubicBezTo>
                <a:cubicBezTo>
                  <a:pt x="712610" y="94739"/>
                  <a:pt x="711660" y="94796"/>
                  <a:pt x="710484" y="94796"/>
                </a:cubicBezTo>
                <a:cubicBezTo>
                  <a:pt x="709398" y="94796"/>
                  <a:pt x="708470" y="94739"/>
                  <a:pt x="707701" y="94626"/>
                </a:cubicBezTo>
                <a:cubicBezTo>
                  <a:pt x="706932" y="94514"/>
                  <a:pt x="706321" y="94378"/>
                  <a:pt x="705869" y="94220"/>
                </a:cubicBezTo>
                <a:cubicBezTo>
                  <a:pt x="705416" y="94062"/>
                  <a:pt x="705099" y="93837"/>
                  <a:pt x="704918" y="93543"/>
                </a:cubicBezTo>
                <a:cubicBezTo>
                  <a:pt x="704737" y="93250"/>
                  <a:pt x="704647" y="92945"/>
                  <a:pt x="704647" y="92629"/>
                </a:cubicBezTo>
                <a:lnTo>
                  <a:pt x="704647" y="11511"/>
                </a:lnTo>
                <a:cubicBezTo>
                  <a:pt x="704647" y="9750"/>
                  <a:pt x="705111" y="8520"/>
                  <a:pt x="706038" y="7821"/>
                </a:cubicBezTo>
                <a:cubicBezTo>
                  <a:pt x="706966" y="7121"/>
                  <a:pt x="707950" y="6771"/>
                  <a:pt x="708991" y="6771"/>
                </a:cubicBezTo>
                <a:lnTo>
                  <a:pt x="748492" y="6771"/>
                </a:lnTo>
                <a:cubicBezTo>
                  <a:pt x="748809" y="6771"/>
                  <a:pt x="749114" y="6861"/>
                  <a:pt x="749408" y="7042"/>
                </a:cubicBezTo>
                <a:cubicBezTo>
                  <a:pt x="749702" y="7223"/>
                  <a:pt x="749963" y="7516"/>
                  <a:pt x="750189" y="7922"/>
                </a:cubicBezTo>
                <a:cubicBezTo>
                  <a:pt x="750415" y="8328"/>
                  <a:pt x="750573" y="8859"/>
                  <a:pt x="750664" y="9513"/>
                </a:cubicBezTo>
                <a:cubicBezTo>
                  <a:pt x="750754" y="10168"/>
                  <a:pt x="750800" y="10924"/>
                  <a:pt x="750800" y="11782"/>
                </a:cubicBezTo>
                <a:close/>
                <a:moveTo>
                  <a:pt x="818465" y="59586"/>
                </a:moveTo>
                <a:cubicBezTo>
                  <a:pt x="818465" y="61346"/>
                  <a:pt x="818024" y="62599"/>
                  <a:pt x="817141" y="63344"/>
                </a:cubicBezTo>
                <a:cubicBezTo>
                  <a:pt x="816259" y="64089"/>
                  <a:pt x="815252" y="64461"/>
                  <a:pt x="814121" y="64461"/>
                </a:cubicBezTo>
                <a:lnTo>
                  <a:pt x="774077" y="64461"/>
                </a:lnTo>
                <a:cubicBezTo>
                  <a:pt x="774077" y="67857"/>
                  <a:pt x="774416" y="70913"/>
                  <a:pt x="775095" y="73630"/>
                </a:cubicBezTo>
                <a:cubicBezTo>
                  <a:pt x="775773" y="76347"/>
                  <a:pt x="776905" y="78678"/>
                  <a:pt x="778488" y="80625"/>
                </a:cubicBezTo>
                <a:cubicBezTo>
                  <a:pt x="780072" y="82572"/>
                  <a:pt x="782131" y="84066"/>
                  <a:pt x="784665" y="85109"/>
                </a:cubicBezTo>
                <a:cubicBezTo>
                  <a:pt x="787198" y="86150"/>
                  <a:pt x="790298" y="86670"/>
                  <a:pt x="793963" y="86670"/>
                </a:cubicBezTo>
                <a:cubicBezTo>
                  <a:pt x="796859" y="86670"/>
                  <a:pt x="799438" y="86433"/>
                  <a:pt x="801700" y="85959"/>
                </a:cubicBezTo>
                <a:cubicBezTo>
                  <a:pt x="803963" y="85485"/>
                  <a:pt x="805920" y="84955"/>
                  <a:pt x="807571" y="84368"/>
                </a:cubicBezTo>
                <a:cubicBezTo>
                  <a:pt x="809223" y="83781"/>
                  <a:pt x="810580" y="83251"/>
                  <a:pt x="811644" y="82777"/>
                </a:cubicBezTo>
                <a:cubicBezTo>
                  <a:pt x="812707" y="82303"/>
                  <a:pt x="813510" y="82066"/>
                  <a:pt x="814053" y="82066"/>
                </a:cubicBezTo>
                <a:cubicBezTo>
                  <a:pt x="814370" y="82066"/>
                  <a:pt x="814653" y="82145"/>
                  <a:pt x="814901" y="82303"/>
                </a:cubicBezTo>
                <a:cubicBezTo>
                  <a:pt x="815150" y="82461"/>
                  <a:pt x="815343" y="82698"/>
                  <a:pt x="815478" y="83014"/>
                </a:cubicBezTo>
                <a:cubicBezTo>
                  <a:pt x="815614" y="83330"/>
                  <a:pt x="815716" y="83770"/>
                  <a:pt x="815784" y="84334"/>
                </a:cubicBezTo>
                <a:cubicBezTo>
                  <a:pt x="815852" y="84899"/>
                  <a:pt x="815886" y="85587"/>
                  <a:pt x="815886" y="86400"/>
                </a:cubicBezTo>
                <a:cubicBezTo>
                  <a:pt x="815886" y="86986"/>
                  <a:pt x="815863" y="87494"/>
                  <a:pt x="815818" y="87923"/>
                </a:cubicBezTo>
                <a:cubicBezTo>
                  <a:pt x="815772" y="88352"/>
                  <a:pt x="815716" y="88736"/>
                  <a:pt x="815648" y="89074"/>
                </a:cubicBezTo>
                <a:cubicBezTo>
                  <a:pt x="815580" y="89413"/>
                  <a:pt x="815467" y="89717"/>
                  <a:pt x="815309" y="89988"/>
                </a:cubicBezTo>
                <a:cubicBezTo>
                  <a:pt x="815150" y="90259"/>
                  <a:pt x="814947" y="90519"/>
                  <a:pt x="814698" y="90767"/>
                </a:cubicBezTo>
                <a:cubicBezTo>
                  <a:pt x="814449" y="91015"/>
                  <a:pt x="813714" y="91421"/>
                  <a:pt x="812492" y="91986"/>
                </a:cubicBezTo>
                <a:cubicBezTo>
                  <a:pt x="811270" y="92550"/>
                  <a:pt x="809687" y="93103"/>
                  <a:pt x="807741" y="93645"/>
                </a:cubicBezTo>
                <a:cubicBezTo>
                  <a:pt x="805795" y="94186"/>
                  <a:pt x="803544" y="94672"/>
                  <a:pt x="800988" y="95100"/>
                </a:cubicBezTo>
                <a:cubicBezTo>
                  <a:pt x="798431" y="95529"/>
                  <a:pt x="795705" y="95744"/>
                  <a:pt x="792809" y="95744"/>
                </a:cubicBezTo>
                <a:cubicBezTo>
                  <a:pt x="787787" y="95744"/>
                  <a:pt x="783386" y="95043"/>
                  <a:pt x="779608" y="93643"/>
                </a:cubicBezTo>
                <a:cubicBezTo>
                  <a:pt x="775830" y="92242"/>
                  <a:pt x="772651" y="90163"/>
                  <a:pt x="770072" y="87407"/>
                </a:cubicBezTo>
                <a:cubicBezTo>
                  <a:pt x="767493" y="84650"/>
                  <a:pt x="765547" y="81194"/>
                  <a:pt x="764235" y="77036"/>
                </a:cubicBezTo>
                <a:cubicBezTo>
                  <a:pt x="762923" y="72879"/>
                  <a:pt x="762267" y="68044"/>
                  <a:pt x="762267" y="62531"/>
                </a:cubicBezTo>
                <a:cubicBezTo>
                  <a:pt x="762267" y="57289"/>
                  <a:pt x="762946" y="52579"/>
                  <a:pt x="764303" y="48399"/>
                </a:cubicBezTo>
                <a:cubicBezTo>
                  <a:pt x="765660" y="44219"/>
                  <a:pt x="767617" y="40672"/>
                  <a:pt x="770174" y="37757"/>
                </a:cubicBezTo>
                <a:cubicBezTo>
                  <a:pt x="772730" y="34843"/>
                  <a:pt x="775819" y="32607"/>
                  <a:pt x="779438" y="31048"/>
                </a:cubicBezTo>
                <a:cubicBezTo>
                  <a:pt x="783058" y="29489"/>
                  <a:pt x="787108" y="28710"/>
                  <a:pt x="791587" y="28710"/>
                </a:cubicBezTo>
                <a:cubicBezTo>
                  <a:pt x="796384" y="28710"/>
                  <a:pt x="800467" y="29477"/>
                  <a:pt x="803838" y="31012"/>
                </a:cubicBezTo>
                <a:cubicBezTo>
                  <a:pt x="807209" y="32547"/>
                  <a:pt x="809981" y="34612"/>
                  <a:pt x="812153" y="37207"/>
                </a:cubicBezTo>
                <a:cubicBezTo>
                  <a:pt x="814325" y="39803"/>
                  <a:pt x="815920" y="42850"/>
                  <a:pt x="816938" y="46348"/>
                </a:cubicBezTo>
                <a:cubicBezTo>
                  <a:pt x="817956" y="49847"/>
                  <a:pt x="818465" y="53582"/>
                  <a:pt x="818465" y="57555"/>
                </a:cubicBezTo>
                <a:lnTo>
                  <a:pt x="818465" y="59586"/>
                </a:lnTo>
                <a:moveTo>
                  <a:pt x="807198" y="56268"/>
                </a:moveTo>
                <a:cubicBezTo>
                  <a:pt x="807334" y="50400"/>
                  <a:pt x="806033" y="45795"/>
                  <a:pt x="803295" y="42455"/>
                </a:cubicBezTo>
                <a:cubicBezTo>
                  <a:pt x="800558" y="39115"/>
                  <a:pt x="796497" y="37444"/>
                  <a:pt x="791112" y="37444"/>
                </a:cubicBezTo>
                <a:cubicBezTo>
                  <a:pt x="788352" y="37444"/>
                  <a:pt x="785931" y="37963"/>
                  <a:pt x="783850" y="39002"/>
                </a:cubicBezTo>
                <a:cubicBezTo>
                  <a:pt x="781769" y="40040"/>
                  <a:pt x="780027" y="41417"/>
                  <a:pt x="778624" y="43132"/>
                </a:cubicBezTo>
                <a:cubicBezTo>
                  <a:pt x="777221" y="44847"/>
                  <a:pt x="776135" y="46845"/>
                  <a:pt x="775366" y="49125"/>
                </a:cubicBezTo>
                <a:cubicBezTo>
                  <a:pt x="774597" y="51404"/>
                  <a:pt x="774167" y="53785"/>
                  <a:pt x="774077" y="56268"/>
                </a:cubicBezTo>
                <a:lnTo>
                  <a:pt x="807198" y="56268"/>
                </a:lnTo>
                <a:close/>
                <a:moveTo>
                  <a:pt x="881871" y="92764"/>
                </a:moveTo>
                <a:cubicBezTo>
                  <a:pt x="881871" y="93306"/>
                  <a:pt x="881690" y="93712"/>
                  <a:pt x="881328" y="93983"/>
                </a:cubicBezTo>
                <a:cubicBezTo>
                  <a:pt x="880966" y="94254"/>
                  <a:pt x="880468" y="94457"/>
                  <a:pt x="879835" y="94593"/>
                </a:cubicBezTo>
                <a:cubicBezTo>
                  <a:pt x="879201" y="94728"/>
                  <a:pt x="878274" y="94796"/>
                  <a:pt x="877052" y="94796"/>
                </a:cubicBezTo>
                <a:cubicBezTo>
                  <a:pt x="875876" y="94796"/>
                  <a:pt x="874937" y="94728"/>
                  <a:pt x="874235" y="94593"/>
                </a:cubicBezTo>
                <a:cubicBezTo>
                  <a:pt x="873534" y="94457"/>
                  <a:pt x="873025" y="94254"/>
                  <a:pt x="872708" y="93983"/>
                </a:cubicBezTo>
                <a:cubicBezTo>
                  <a:pt x="872391" y="93712"/>
                  <a:pt x="872233" y="93306"/>
                  <a:pt x="872233" y="92764"/>
                </a:cubicBezTo>
                <a:lnTo>
                  <a:pt x="872233" y="86670"/>
                </a:lnTo>
                <a:cubicBezTo>
                  <a:pt x="869564" y="89514"/>
                  <a:pt x="866588" y="91737"/>
                  <a:pt x="863308" y="93340"/>
                </a:cubicBezTo>
                <a:cubicBezTo>
                  <a:pt x="860028" y="94942"/>
                  <a:pt x="856555" y="95744"/>
                  <a:pt x="852890" y="95744"/>
                </a:cubicBezTo>
                <a:cubicBezTo>
                  <a:pt x="849677" y="95744"/>
                  <a:pt x="846770" y="95325"/>
                  <a:pt x="844168" y="94487"/>
                </a:cubicBezTo>
                <a:cubicBezTo>
                  <a:pt x="841566" y="93649"/>
                  <a:pt x="839349" y="92437"/>
                  <a:pt x="837517" y="90852"/>
                </a:cubicBezTo>
                <a:cubicBezTo>
                  <a:pt x="835684" y="89266"/>
                  <a:pt x="834259" y="87319"/>
                  <a:pt x="833241" y="85009"/>
                </a:cubicBezTo>
                <a:cubicBezTo>
                  <a:pt x="832223" y="82699"/>
                  <a:pt x="831714" y="80071"/>
                  <a:pt x="831714" y="77125"/>
                </a:cubicBezTo>
                <a:cubicBezTo>
                  <a:pt x="831714" y="73683"/>
                  <a:pt x="832415" y="70694"/>
                  <a:pt x="833818" y="68158"/>
                </a:cubicBezTo>
                <a:cubicBezTo>
                  <a:pt x="835220" y="65620"/>
                  <a:pt x="837234" y="63513"/>
                  <a:pt x="839858" y="61837"/>
                </a:cubicBezTo>
                <a:cubicBezTo>
                  <a:pt x="842483" y="60161"/>
                  <a:pt x="845695" y="58905"/>
                  <a:pt x="849496" y="58067"/>
                </a:cubicBezTo>
                <a:cubicBezTo>
                  <a:pt x="853297" y="57229"/>
                  <a:pt x="857573" y="56810"/>
                  <a:pt x="862324" y="56810"/>
                </a:cubicBezTo>
                <a:lnTo>
                  <a:pt x="870740" y="56810"/>
                </a:lnTo>
                <a:lnTo>
                  <a:pt x="870740" y="52087"/>
                </a:lnTo>
                <a:cubicBezTo>
                  <a:pt x="870740" y="49748"/>
                  <a:pt x="870491" y="47679"/>
                  <a:pt x="869993" y="45881"/>
                </a:cubicBezTo>
                <a:cubicBezTo>
                  <a:pt x="869496" y="44081"/>
                  <a:pt x="868692" y="42585"/>
                  <a:pt x="867584" y="41393"/>
                </a:cubicBezTo>
                <a:cubicBezTo>
                  <a:pt x="866475" y="40201"/>
                  <a:pt x="865039" y="39301"/>
                  <a:pt x="863274" y="38695"/>
                </a:cubicBezTo>
                <a:cubicBezTo>
                  <a:pt x="861509" y="38087"/>
                  <a:pt x="859337" y="37783"/>
                  <a:pt x="856758" y="37783"/>
                </a:cubicBezTo>
                <a:cubicBezTo>
                  <a:pt x="853998" y="37783"/>
                  <a:pt x="851521" y="38107"/>
                  <a:pt x="849326" y="38754"/>
                </a:cubicBezTo>
                <a:cubicBezTo>
                  <a:pt x="847132" y="39402"/>
                  <a:pt x="845209" y="40116"/>
                  <a:pt x="843557" y="40898"/>
                </a:cubicBezTo>
                <a:cubicBezTo>
                  <a:pt x="841906" y="41679"/>
                  <a:pt x="840526" y="42394"/>
                  <a:pt x="839417" y="43041"/>
                </a:cubicBezTo>
                <a:cubicBezTo>
                  <a:pt x="838309" y="43689"/>
                  <a:pt x="837483" y="44012"/>
                  <a:pt x="836940" y="44012"/>
                </a:cubicBezTo>
                <a:cubicBezTo>
                  <a:pt x="836578" y="44012"/>
                  <a:pt x="836261" y="43922"/>
                  <a:pt x="835990" y="43741"/>
                </a:cubicBezTo>
                <a:cubicBezTo>
                  <a:pt x="835718" y="43561"/>
                  <a:pt x="835481" y="43290"/>
                  <a:pt x="835277" y="42929"/>
                </a:cubicBezTo>
                <a:cubicBezTo>
                  <a:pt x="835073" y="42568"/>
                  <a:pt x="834926" y="42105"/>
                  <a:pt x="834836" y="41541"/>
                </a:cubicBezTo>
                <a:cubicBezTo>
                  <a:pt x="834745" y="40977"/>
                  <a:pt x="834700" y="40356"/>
                  <a:pt x="834700" y="39679"/>
                </a:cubicBezTo>
                <a:cubicBezTo>
                  <a:pt x="834700" y="38550"/>
                  <a:pt x="834779" y="37659"/>
                  <a:pt x="834938" y="37004"/>
                </a:cubicBezTo>
                <a:cubicBezTo>
                  <a:pt x="835096" y="36350"/>
                  <a:pt x="835481" y="35729"/>
                  <a:pt x="836091" y="35142"/>
                </a:cubicBezTo>
                <a:cubicBezTo>
                  <a:pt x="836702" y="34555"/>
                  <a:pt x="837754" y="33872"/>
                  <a:pt x="839247" y="33092"/>
                </a:cubicBezTo>
                <a:cubicBezTo>
                  <a:pt x="840741" y="32310"/>
                  <a:pt x="842460" y="31596"/>
                  <a:pt x="844406" y="30950"/>
                </a:cubicBezTo>
                <a:cubicBezTo>
                  <a:pt x="846351" y="30304"/>
                  <a:pt x="848478" y="29770"/>
                  <a:pt x="850786" y="29346"/>
                </a:cubicBezTo>
                <a:cubicBezTo>
                  <a:pt x="853093" y="28922"/>
                  <a:pt x="855424" y="28710"/>
                  <a:pt x="857776" y="28710"/>
                </a:cubicBezTo>
                <a:cubicBezTo>
                  <a:pt x="862165" y="28710"/>
                  <a:pt x="865898" y="29206"/>
                  <a:pt x="868975" y="30199"/>
                </a:cubicBezTo>
                <a:cubicBezTo>
                  <a:pt x="872052" y="31192"/>
                  <a:pt x="874541" y="32648"/>
                  <a:pt x="876441" y="34567"/>
                </a:cubicBezTo>
                <a:cubicBezTo>
                  <a:pt x="878342" y="36485"/>
                  <a:pt x="879722" y="38866"/>
                  <a:pt x="880581" y="41710"/>
                </a:cubicBezTo>
                <a:cubicBezTo>
                  <a:pt x="881441" y="44554"/>
                  <a:pt x="881871" y="47872"/>
                  <a:pt x="881871" y="51664"/>
                </a:cubicBezTo>
                <a:lnTo>
                  <a:pt x="881871" y="92764"/>
                </a:lnTo>
                <a:moveTo>
                  <a:pt x="870740" y="64867"/>
                </a:moveTo>
                <a:lnTo>
                  <a:pt x="861170" y="64867"/>
                </a:lnTo>
                <a:cubicBezTo>
                  <a:pt x="858093" y="64867"/>
                  <a:pt x="855424" y="65129"/>
                  <a:pt x="853161" y="65652"/>
                </a:cubicBezTo>
                <a:cubicBezTo>
                  <a:pt x="850899" y="66174"/>
                  <a:pt x="849021" y="66946"/>
                  <a:pt x="847528" y="67967"/>
                </a:cubicBezTo>
                <a:cubicBezTo>
                  <a:pt x="846035" y="68989"/>
                  <a:pt x="844937" y="70215"/>
                  <a:pt x="844236" y="71647"/>
                </a:cubicBezTo>
                <a:cubicBezTo>
                  <a:pt x="843535" y="73077"/>
                  <a:pt x="843184" y="74724"/>
                  <a:pt x="843184" y="76586"/>
                </a:cubicBezTo>
                <a:cubicBezTo>
                  <a:pt x="843184" y="79765"/>
                  <a:pt x="844191" y="82297"/>
                  <a:pt x="846204" y="84182"/>
                </a:cubicBezTo>
                <a:cubicBezTo>
                  <a:pt x="848218" y="86067"/>
                  <a:pt x="851034" y="87009"/>
                  <a:pt x="854654" y="87009"/>
                </a:cubicBezTo>
                <a:cubicBezTo>
                  <a:pt x="857595" y="87009"/>
                  <a:pt x="860322" y="86260"/>
                  <a:pt x="862833" y="84762"/>
                </a:cubicBezTo>
                <a:cubicBezTo>
                  <a:pt x="865344" y="83262"/>
                  <a:pt x="867980" y="80969"/>
                  <a:pt x="870740" y="77881"/>
                </a:cubicBezTo>
                <a:lnTo>
                  <a:pt x="870740" y="64867"/>
                </a:lnTo>
                <a:close/>
                <a:moveTo>
                  <a:pt x="934908" y="88295"/>
                </a:moveTo>
                <a:cubicBezTo>
                  <a:pt x="934908" y="89605"/>
                  <a:pt x="934818" y="90643"/>
                  <a:pt x="934637" y="91410"/>
                </a:cubicBezTo>
                <a:cubicBezTo>
                  <a:pt x="934456" y="92178"/>
                  <a:pt x="934184" y="92742"/>
                  <a:pt x="933822" y="93103"/>
                </a:cubicBezTo>
                <a:cubicBezTo>
                  <a:pt x="933460" y="93464"/>
                  <a:pt x="932917" y="93803"/>
                  <a:pt x="932193" y="94119"/>
                </a:cubicBezTo>
                <a:cubicBezTo>
                  <a:pt x="931469" y="94435"/>
                  <a:pt x="930644" y="94694"/>
                  <a:pt x="929716" y="94897"/>
                </a:cubicBezTo>
                <a:cubicBezTo>
                  <a:pt x="928788" y="95100"/>
                  <a:pt x="927804" y="95270"/>
                  <a:pt x="926764" y="95405"/>
                </a:cubicBezTo>
                <a:cubicBezTo>
                  <a:pt x="925723" y="95541"/>
                  <a:pt x="924682" y="95608"/>
                  <a:pt x="923642" y="95608"/>
                </a:cubicBezTo>
                <a:cubicBezTo>
                  <a:pt x="920474" y="95608"/>
                  <a:pt x="917759" y="95190"/>
                  <a:pt x="915497" y="94354"/>
                </a:cubicBezTo>
                <a:cubicBezTo>
                  <a:pt x="913235" y="93516"/>
                  <a:pt x="911379" y="92248"/>
                  <a:pt x="909931" y="90551"/>
                </a:cubicBezTo>
                <a:cubicBezTo>
                  <a:pt x="908483" y="88854"/>
                  <a:pt x="907431" y="86705"/>
                  <a:pt x="906775" y="84104"/>
                </a:cubicBezTo>
                <a:cubicBezTo>
                  <a:pt x="906119" y="81503"/>
                  <a:pt x="905791" y="78437"/>
                  <a:pt x="905791" y="74908"/>
                </a:cubicBezTo>
                <a:lnTo>
                  <a:pt x="905791" y="39205"/>
                </a:lnTo>
                <a:lnTo>
                  <a:pt x="897239" y="39205"/>
                </a:lnTo>
                <a:cubicBezTo>
                  <a:pt x="896561" y="39205"/>
                  <a:pt x="896018" y="38844"/>
                  <a:pt x="895610" y="38121"/>
                </a:cubicBezTo>
                <a:cubicBezTo>
                  <a:pt x="895203" y="37399"/>
                  <a:pt x="895000" y="36226"/>
                  <a:pt x="895000" y="34600"/>
                </a:cubicBezTo>
                <a:cubicBezTo>
                  <a:pt x="895000" y="33743"/>
                  <a:pt x="895056" y="33021"/>
                  <a:pt x="895169" y="32434"/>
                </a:cubicBezTo>
                <a:cubicBezTo>
                  <a:pt x="895282" y="31847"/>
                  <a:pt x="895429" y="31362"/>
                  <a:pt x="895610" y="30978"/>
                </a:cubicBezTo>
                <a:cubicBezTo>
                  <a:pt x="895791" y="30594"/>
                  <a:pt x="896029" y="30323"/>
                  <a:pt x="896323" y="30165"/>
                </a:cubicBezTo>
                <a:cubicBezTo>
                  <a:pt x="896617" y="30007"/>
                  <a:pt x="896945" y="29928"/>
                  <a:pt x="897307" y="29928"/>
                </a:cubicBezTo>
                <a:lnTo>
                  <a:pt x="905791" y="29928"/>
                </a:lnTo>
                <a:lnTo>
                  <a:pt x="905791" y="15438"/>
                </a:lnTo>
                <a:cubicBezTo>
                  <a:pt x="905791" y="15122"/>
                  <a:pt x="905870" y="14829"/>
                  <a:pt x="906029" y="14558"/>
                </a:cubicBezTo>
                <a:cubicBezTo>
                  <a:pt x="906187" y="14287"/>
                  <a:pt x="906481" y="14050"/>
                  <a:pt x="906911" y="13847"/>
                </a:cubicBezTo>
                <a:cubicBezTo>
                  <a:pt x="907341" y="13644"/>
                  <a:pt x="907918" y="13497"/>
                  <a:pt x="908642" y="13407"/>
                </a:cubicBezTo>
                <a:cubicBezTo>
                  <a:pt x="909366" y="13317"/>
                  <a:pt x="910271" y="13271"/>
                  <a:pt x="911357" y="13271"/>
                </a:cubicBezTo>
                <a:cubicBezTo>
                  <a:pt x="912488" y="13271"/>
                  <a:pt x="913416" y="13317"/>
                  <a:pt x="914139" y="13407"/>
                </a:cubicBezTo>
                <a:cubicBezTo>
                  <a:pt x="914863" y="13497"/>
                  <a:pt x="915429" y="13644"/>
                  <a:pt x="915836" y="13847"/>
                </a:cubicBezTo>
                <a:cubicBezTo>
                  <a:pt x="916244" y="14050"/>
                  <a:pt x="916538" y="14287"/>
                  <a:pt x="916719" y="14558"/>
                </a:cubicBezTo>
                <a:cubicBezTo>
                  <a:pt x="916900" y="14829"/>
                  <a:pt x="916990" y="15122"/>
                  <a:pt x="916990" y="15438"/>
                </a:cubicBezTo>
                <a:lnTo>
                  <a:pt x="916990" y="29928"/>
                </a:lnTo>
                <a:lnTo>
                  <a:pt x="932668" y="29928"/>
                </a:lnTo>
                <a:cubicBezTo>
                  <a:pt x="933030" y="29928"/>
                  <a:pt x="933347" y="30007"/>
                  <a:pt x="933619" y="30165"/>
                </a:cubicBezTo>
                <a:cubicBezTo>
                  <a:pt x="933890" y="30323"/>
                  <a:pt x="934128" y="30594"/>
                  <a:pt x="934331" y="30978"/>
                </a:cubicBezTo>
                <a:cubicBezTo>
                  <a:pt x="934535" y="31362"/>
                  <a:pt x="934682" y="31847"/>
                  <a:pt x="934773" y="32434"/>
                </a:cubicBezTo>
                <a:cubicBezTo>
                  <a:pt x="934863" y="33021"/>
                  <a:pt x="934908" y="33743"/>
                  <a:pt x="934908" y="34600"/>
                </a:cubicBezTo>
                <a:cubicBezTo>
                  <a:pt x="934908" y="36226"/>
                  <a:pt x="934705" y="37399"/>
                  <a:pt x="934297" y="38121"/>
                </a:cubicBezTo>
                <a:cubicBezTo>
                  <a:pt x="933890" y="38844"/>
                  <a:pt x="933347" y="39205"/>
                  <a:pt x="932668" y="39205"/>
                </a:cubicBezTo>
                <a:lnTo>
                  <a:pt x="916990" y="39205"/>
                </a:lnTo>
                <a:lnTo>
                  <a:pt x="916990" y="73295"/>
                </a:lnTo>
                <a:cubicBezTo>
                  <a:pt x="916990" y="77505"/>
                  <a:pt x="917612" y="80685"/>
                  <a:pt x="918857" y="82836"/>
                </a:cubicBezTo>
                <a:cubicBezTo>
                  <a:pt x="920101" y="84986"/>
                  <a:pt x="922329" y="86061"/>
                  <a:pt x="925542" y="86061"/>
                </a:cubicBezTo>
                <a:cubicBezTo>
                  <a:pt x="926583" y="86061"/>
                  <a:pt x="927510" y="85959"/>
                  <a:pt x="928325" y="85756"/>
                </a:cubicBezTo>
                <a:cubicBezTo>
                  <a:pt x="929139" y="85553"/>
                  <a:pt x="929863" y="85339"/>
                  <a:pt x="930497" y="85113"/>
                </a:cubicBezTo>
                <a:cubicBezTo>
                  <a:pt x="931130" y="84887"/>
                  <a:pt x="931673" y="84673"/>
                  <a:pt x="932126" y="84470"/>
                </a:cubicBezTo>
                <a:cubicBezTo>
                  <a:pt x="932578" y="84267"/>
                  <a:pt x="932985" y="84165"/>
                  <a:pt x="933347" y="84165"/>
                </a:cubicBezTo>
                <a:cubicBezTo>
                  <a:pt x="933573" y="84165"/>
                  <a:pt x="933788" y="84222"/>
                  <a:pt x="933992" y="84334"/>
                </a:cubicBezTo>
                <a:cubicBezTo>
                  <a:pt x="934196" y="84447"/>
                  <a:pt x="934354" y="84662"/>
                  <a:pt x="934467" y="84978"/>
                </a:cubicBezTo>
                <a:cubicBezTo>
                  <a:pt x="934580" y="85294"/>
                  <a:pt x="934682" y="85722"/>
                  <a:pt x="934773" y="86264"/>
                </a:cubicBezTo>
                <a:cubicBezTo>
                  <a:pt x="934863" y="86806"/>
                  <a:pt x="934908" y="87483"/>
                  <a:pt x="934908" y="88295"/>
                </a:cubicBezTo>
                <a:close/>
                <a:moveTo>
                  <a:pt x="1001080" y="92697"/>
                </a:moveTo>
                <a:cubicBezTo>
                  <a:pt x="1001080" y="93058"/>
                  <a:pt x="1001001" y="93363"/>
                  <a:pt x="1000842" y="93611"/>
                </a:cubicBezTo>
                <a:cubicBezTo>
                  <a:pt x="1000684" y="93859"/>
                  <a:pt x="1000401" y="94074"/>
                  <a:pt x="999994" y="94254"/>
                </a:cubicBezTo>
                <a:cubicBezTo>
                  <a:pt x="999587" y="94435"/>
                  <a:pt x="999055" y="94570"/>
                  <a:pt x="998399" y="94660"/>
                </a:cubicBezTo>
                <a:cubicBezTo>
                  <a:pt x="997743" y="94751"/>
                  <a:pt x="996940" y="94796"/>
                  <a:pt x="995990" y="94796"/>
                </a:cubicBezTo>
                <a:cubicBezTo>
                  <a:pt x="994949" y="94796"/>
                  <a:pt x="994100" y="94751"/>
                  <a:pt x="993444" y="94660"/>
                </a:cubicBezTo>
                <a:cubicBezTo>
                  <a:pt x="992788" y="94570"/>
                  <a:pt x="992268" y="94435"/>
                  <a:pt x="991883" y="94254"/>
                </a:cubicBezTo>
                <a:cubicBezTo>
                  <a:pt x="991499" y="94074"/>
                  <a:pt x="991239" y="93859"/>
                  <a:pt x="991103" y="93611"/>
                </a:cubicBezTo>
                <a:cubicBezTo>
                  <a:pt x="990967" y="93363"/>
                  <a:pt x="990899" y="93058"/>
                  <a:pt x="990899" y="92697"/>
                </a:cubicBezTo>
                <a:lnTo>
                  <a:pt x="990899" y="84639"/>
                </a:lnTo>
                <a:cubicBezTo>
                  <a:pt x="987415" y="88500"/>
                  <a:pt x="983976" y="91316"/>
                  <a:pt x="980583" y="93088"/>
                </a:cubicBezTo>
                <a:cubicBezTo>
                  <a:pt x="977189" y="94859"/>
                  <a:pt x="973750" y="95744"/>
                  <a:pt x="970266" y="95744"/>
                </a:cubicBezTo>
                <a:cubicBezTo>
                  <a:pt x="966194" y="95744"/>
                  <a:pt x="962766" y="95066"/>
                  <a:pt x="959984" y="93710"/>
                </a:cubicBezTo>
                <a:cubicBezTo>
                  <a:pt x="957201" y="92355"/>
                  <a:pt x="954950" y="90514"/>
                  <a:pt x="953230" y="88188"/>
                </a:cubicBezTo>
                <a:cubicBezTo>
                  <a:pt x="951511" y="85860"/>
                  <a:pt x="950278" y="83149"/>
                  <a:pt x="949531" y="80054"/>
                </a:cubicBezTo>
                <a:cubicBezTo>
                  <a:pt x="948785" y="76957"/>
                  <a:pt x="948411" y="73195"/>
                  <a:pt x="948411" y="68767"/>
                </a:cubicBezTo>
                <a:lnTo>
                  <a:pt x="948411" y="31759"/>
                </a:lnTo>
                <a:cubicBezTo>
                  <a:pt x="948411" y="31398"/>
                  <a:pt x="948491" y="31093"/>
                  <a:pt x="948649" y="30845"/>
                </a:cubicBezTo>
                <a:cubicBezTo>
                  <a:pt x="948807" y="30595"/>
                  <a:pt x="949113" y="30369"/>
                  <a:pt x="949565" y="30165"/>
                </a:cubicBezTo>
                <a:cubicBezTo>
                  <a:pt x="950018" y="29962"/>
                  <a:pt x="950606" y="29827"/>
                  <a:pt x="951330" y="29759"/>
                </a:cubicBezTo>
                <a:cubicBezTo>
                  <a:pt x="952054" y="29691"/>
                  <a:pt x="952959" y="29658"/>
                  <a:pt x="954045" y="29658"/>
                </a:cubicBezTo>
                <a:cubicBezTo>
                  <a:pt x="955131" y="29658"/>
                  <a:pt x="956036" y="29691"/>
                  <a:pt x="956760" y="29759"/>
                </a:cubicBezTo>
                <a:cubicBezTo>
                  <a:pt x="957484" y="29827"/>
                  <a:pt x="958061" y="29962"/>
                  <a:pt x="958490" y="30165"/>
                </a:cubicBezTo>
                <a:cubicBezTo>
                  <a:pt x="958920" y="30369"/>
                  <a:pt x="959226" y="30595"/>
                  <a:pt x="959407" y="30845"/>
                </a:cubicBezTo>
                <a:cubicBezTo>
                  <a:pt x="959588" y="31093"/>
                  <a:pt x="959678" y="31398"/>
                  <a:pt x="959678" y="31759"/>
                </a:cubicBezTo>
                <a:lnTo>
                  <a:pt x="959678" y="67282"/>
                </a:lnTo>
                <a:cubicBezTo>
                  <a:pt x="959678" y="70852"/>
                  <a:pt x="959938" y="73711"/>
                  <a:pt x="960459" y="75858"/>
                </a:cubicBezTo>
                <a:cubicBezTo>
                  <a:pt x="960979" y="78005"/>
                  <a:pt x="961771" y="79836"/>
                  <a:pt x="962834" y="81351"/>
                </a:cubicBezTo>
                <a:cubicBezTo>
                  <a:pt x="963898" y="82864"/>
                  <a:pt x="965244" y="84040"/>
                  <a:pt x="966873" y="84876"/>
                </a:cubicBezTo>
                <a:cubicBezTo>
                  <a:pt x="968501" y="85711"/>
                  <a:pt x="970402" y="86129"/>
                  <a:pt x="972574" y="86129"/>
                </a:cubicBezTo>
                <a:cubicBezTo>
                  <a:pt x="975379" y="86129"/>
                  <a:pt x="978173" y="85130"/>
                  <a:pt x="980956" y="83133"/>
                </a:cubicBezTo>
                <a:cubicBezTo>
                  <a:pt x="983739" y="81135"/>
                  <a:pt x="986691" y="78207"/>
                  <a:pt x="989813" y="74347"/>
                </a:cubicBezTo>
                <a:lnTo>
                  <a:pt x="989813" y="31757"/>
                </a:lnTo>
                <a:cubicBezTo>
                  <a:pt x="989813" y="31395"/>
                  <a:pt x="989892" y="31091"/>
                  <a:pt x="990051" y="30842"/>
                </a:cubicBezTo>
                <a:cubicBezTo>
                  <a:pt x="990209" y="30594"/>
                  <a:pt x="990515" y="30369"/>
                  <a:pt x="990967" y="30165"/>
                </a:cubicBezTo>
                <a:cubicBezTo>
                  <a:pt x="991420" y="29962"/>
                  <a:pt x="991996" y="29827"/>
                  <a:pt x="992698" y="29759"/>
                </a:cubicBezTo>
                <a:cubicBezTo>
                  <a:pt x="993399" y="29691"/>
                  <a:pt x="994315" y="29658"/>
                  <a:pt x="995447" y="29658"/>
                </a:cubicBezTo>
                <a:cubicBezTo>
                  <a:pt x="996533" y="29658"/>
                  <a:pt x="997438" y="29691"/>
                  <a:pt x="998161" y="29759"/>
                </a:cubicBezTo>
                <a:cubicBezTo>
                  <a:pt x="998885" y="29827"/>
                  <a:pt x="999451" y="29962"/>
                  <a:pt x="999858" y="30165"/>
                </a:cubicBezTo>
                <a:cubicBezTo>
                  <a:pt x="1000266" y="30369"/>
                  <a:pt x="1000571" y="30594"/>
                  <a:pt x="1000775" y="30842"/>
                </a:cubicBezTo>
                <a:cubicBezTo>
                  <a:pt x="1000978" y="31091"/>
                  <a:pt x="1001080" y="31395"/>
                  <a:pt x="1001080" y="31757"/>
                </a:cubicBezTo>
                <a:lnTo>
                  <a:pt x="1001080" y="92697"/>
                </a:lnTo>
                <a:close/>
                <a:moveTo>
                  <a:pt x="1058275" y="35752"/>
                </a:moveTo>
                <a:cubicBezTo>
                  <a:pt x="1058275" y="36745"/>
                  <a:pt x="1058252" y="37580"/>
                  <a:pt x="1058207" y="38257"/>
                </a:cubicBezTo>
                <a:cubicBezTo>
                  <a:pt x="1058161" y="38934"/>
                  <a:pt x="1058071" y="39464"/>
                  <a:pt x="1057935" y="39848"/>
                </a:cubicBezTo>
                <a:cubicBezTo>
                  <a:pt x="1057799" y="40232"/>
                  <a:pt x="1057630" y="40525"/>
                  <a:pt x="1057426" y="40728"/>
                </a:cubicBezTo>
                <a:cubicBezTo>
                  <a:pt x="1057223" y="40931"/>
                  <a:pt x="1056940" y="41033"/>
                  <a:pt x="1056578" y="41033"/>
                </a:cubicBezTo>
                <a:cubicBezTo>
                  <a:pt x="1056216" y="41033"/>
                  <a:pt x="1055775" y="40931"/>
                  <a:pt x="1055254" y="40728"/>
                </a:cubicBezTo>
                <a:cubicBezTo>
                  <a:pt x="1054734" y="40525"/>
                  <a:pt x="1054146" y="40322"/>
                  <a:pt x="1053490" y="40119"/>
                </a:cubicBezTo>
                <a:cubicBezTo>
                  <a:pt x="1052834" y="39916"/>
                  <a:pt x="1052098" y="39724"/>
                  <a:pt x="1051284" y="39543"/>
                </a:cubicBezTo>
                <a:cubicBezTo>
                  <a:pt x="1050469" y="39363"/>
                  <a:pt x="1049587" y="39273"/>
                  <a:pt x="1048637" y="39273"/>
                </a:cubicBezTo>
                <a:cubicBezTo>
                  <a:pt x="1047506" y="39273"/>
                  <a:pt x="1046397" y="39498"/>
                  <a:pt x="1045311" y="39950"/>
                </a:cubicBezTo>
                <a:cubicBezTo>
                  <a:pt x="1044225" y="40401"/>
                  <a:pt x="1043083" y="41146"/>
                  <a:pt x="1041884" y="42184"/>
                </a:cubicBezTo>
                <a:cubicBezTo>
                  <a:pt x="1040684" y="43222"/>
                  <a:pt x="1039429" y="44599"/>
                  <a:pt x="1038117" y="46315"/>
                </a:cubicBezTo>
                <a:cubicBezTo>
                  <a:pt x="1036804" y="48030"/>
                  <a:pt x="1035357" y="50129"/>
                  <a:pt x="1033773" y="52612"/>
                </a:cubicBezTo>
                <a:lnTo>
                  <a:pt x="1033773" y="92697"/>
                </a:lnTo>
                <a:cubicBezTo>
                  <a:pt x="1033773" y="93058"/>
                  <a:pt x="1033682" y="93363"/>
                  <a:pt x="1033501" y="93611"/>
                </a:cubicBezTo>
                <a:cubicBezTo>
                  <a:pt x="1033320" y="93859"/>
                  <a:pt x="1033026" y="94074"/>
                  <a:pt x="1032619" y="94254"/>
                </a:cubicBezTo>
                <a:cubicBezTo>
                  <a:pt x="1032212" y="94435"/>
                  <a:pt x="1031646" y="94570"/>
                  <a:pt x="1030922" y="94660"/>
                </a:cubicBezTo>
                <a:cubicBezTo>
                  <a:pt x="1030198" y="94751"/>
                  <a:pt x="1029271" y="94796"/>
                  <a:pt x="1028140" y="94796"/>
                </a:cubicBezTo>
                <a:cubicBezTo>
                  <a:pt x="1027054" y="94796"/>
                  <a:pt x="1026149" y="94751"/>
                  <a:pt x="1025425" y="94660"/>
                </a:cubicBezTo>
                <a:cubicBezTo>
                  <a:pt x="1024701" y="94570"/>
                  <a:pt x="1024124" y="94435"/>
                  <a:pt x="1023694" y="94254"/>
                </a:cubicBezTo>
                <a:cubicBezTo>
                  <a:pt x="1023264" y="94074"/>
                  <a:pt x="1022970" y="93859"/>
                  <a:pt x="1022812" y="93611"/>
                </a:cubicBezTo>
                <a:cubicBezTo>
                  <a:pt x="1022653" y="93363"/>
                  <a:pt x="1022574" y="93058"/>
                  <a:pt x="1022574" y="92697"/>
                </a:cubicBezTo>
                <a:lnTo>
                  <a:pt x="1022574" y="31757"/>
                </a:lnTo>
                <a:cubicBezTo>
                  <a:pt x="1022574" y="31395"/>
                  <a:pt x="1022642" y="31091"/>
                  <a:pt x="1022778" y="30842"/>
                </a:cubicBezTo>
                <a:cubicBezTo>
                  <a:pt x="1022913" y="30594"/>
                  <a:pt x="1023185" y="30369"/>
                  <a:pt x="1023592" y="30165"/>
                </a:cubicBezTo>
                <a:cubicBezTo>
                  <a:pt x="1023999" y="29962"/>
                  <a:pt x="1024520" y="29827"/>
                  <a:pt x="1025153" y="29759"/>
                </a:cubicBezTo>
                <a:cubicBezTo>
                  <a:pt x="1025787" y="29691"/>
                  <a:pt x="1026624" y="29658"/>
                  <a:pt x="1027664" y="29658"/>
                </a:cubicBezTo>
                <a:cubicBezTo>
                  <a:pt x="1028660" y="29658"/>
                  <a:pt x="1029486" y="29691"/>
                  <a:pt x="1030142" y="29759"/>
                </a:cubicBezTo>
                <a:cubicBezTo>
                  <a:pt x="1030798" y="29827"/>
                  <a:pt x="1031307" y="29962"/>
                  <a:pt x="1031669" y="30165"/>
                </a:cubicBezTo>
                <a:cubicBezTo>
                  <a:pt x="1032031" y="30369"/>
                  <a:pt x="1032291" y="30594"/>
                  <a:pt x="1032449" y="30842"/>
                </a:cubicBezTo>
                <a:cubicBezTo>
                  <a:pt x="1032608" y="31091"/>
                  <a:pt x="1032687" y="31395"/>
                  <a:pt x="1032687" y="31757"/>
                </a:cubicBezTo>
                <a:lnTo>
                  <a:pt x="1032687" y="40627"/>
                </a:lnTo>
                <a:cubicBezTo>
                  <a:pt x="1034361" y="38189"/>
                  <a:pt x="1035933" y="36203"/>
                  <a:pt x="1037404" y="34668"/>
                </a:cubicBezTo>
                <a:cubicBezTo>
                  <a:pt x="1038875" y="33133"/>
                  <a:pt x="1040266" y="31926"/>
                  <a:pt x="1041578" y="31046"/>
                </a:cubicBezTo>
                <a:cubicBezTo>
                  <a:pt x="1042890" y="30165"/>
                  <a:pt x="1044191" y="29556"/>
                  <a:pt x="1045481" y="29217"/>
                </a:cubicBezTo>
                <a:cubicBezTo>
                  <a:pt x="1046770" y="28879"/>
                  <a:pt x="1048071" y="28710"/>
                  <a:pt x="1049383" y="28710"/>
                </a:cubicBezTo>
                <a:cubicBezTo>
                  <a:pt x="1049972" y="28710"/>
                  <a:pt x="1050639" y="28743"/>
                  <a:pt x="1051386" y="28811"/>
                </a:cubicBezTo>
                <a:cubicBezTo>
                  <a:pt x="1052132" y="28879"/>
                  <a:pt x="1052913" y="29003"/>
                  <a:pt x="1053727" y="29184"/>
                </a:cubicBezTo>
                <a:cubicBezTo>
                  <a:pt x="1054542" y="29364"/>
                  <a:pt x="1055277" y="29567"/>
                  <a:pt x="1055933" y="29793"/>
                </a:cubicBezTo>
                <a:cubicBezTo>
                  <a:pt x="1056589" y="30019"/>
                  <a:pt x="1057053" y="30244"/>
                  <a:pt x="1057324" y="30470"/>
                </a:cubicBezTo>
                <a:cubicBezTo>
                  <a:pt x="1057596" y="30696"/>
                  <a:pt x="1057777" y="30910"/>
                  <a:pt x="1057867" y="31113"/>
                </a:cubicBezTo>
                <a:cubicBezTo>
                  <a:pt x="1057958" y="31316"/>
                  <a:pt x="1058037" y="31576"/>
                  <a:pt x="1058105" y="31892"/>
                </a:cubicBezTo>
                <a:cubicBezTo>
                  <a:pt x="1058173" y="32208"/>
                  <a:pt x="1058218" y="32671"/>
                  <a:pt x="1058241" y="33280"/>
                </a:cubicBezTo>
                <a:cubicBezTo>
                  <a:pt x="1058263" y="33889"/>
                  <a:pt x="1058275" y="34713"/>
                  <a:pt x="1058275" y="35752"/>
                </a:cubicBezTo>
                <a:close/>
                <a:moveTo>
                  <a:pt x="1122530" y="59586"/>
                </a:moveTo>
                <a:cubicBezTo>
                  <a:pt x="1122530" y="61346"/>
                  <a:pt x="1122089" y="62599"/>
                  <a:pt x="1121207" y="63344"/>
                </a:cubicBezTo>
                <a:cubicBezTo>
                  <a:pt x="1120324" y="64089"/>
                  <a:pt x="1119318" y="64461"/>
                  <a:pt x="1118186" y="64461"/>
                </a:cubicBezTo>
                <a:lnTo>
                  <a:pt x="1078142" y="64461"/>
                </a:lnTo>
                <a:cubicBezTo>
                  <a:pt x="1078142" y="67857"/>
                  <a:pt x="1078481" y="70913"/>
                  <a:pt x="1079160" y="73630"/>
                </a:cubicBezTo>
                <a:cubicBezTo>
                  <a:pt x="1079839" y="76347"/>
                  <a:pt x="1080970" y="78678"/>
                  <a:pt x="1082554" y="80625"/>
                </a:cubicBezTo>
                <a:cubicBezTo>
                  <a:pt x="1084137" y="82572"/>
                  <a:pt x="1086196" y="84066"/>
                  <a:pt x="1088730" y="85109"/>
                </a:cubicBezTo>
                <a:cubicBezTo>
                  <a:pt x="1091264" y="86150"/>
                  <a:pt x="1094363" y="86670"/>
                  <a:pt x="1098028" y="86670"/>
                </a:cubicBezTo>
                <a:cubicBezTo>
                  <a:pt x="1100924" y="86670"/>
                  <a:pt x="1103503" y="86433"/>
                  <a:pt x="1105766" y="85959"/>
                </a:cubicBezTo>
                <a:cubicBezTo>
                  <a:pt x="1108028" y="85485"/>
                  <a:pt x="1109985" y="84955"/>
                  <a:pt x="1111637" y="84368"/>
                </a:cubicBezTo>
                <a:cubicBezTo>
                  <a:pt x="1113288" y="83781"/>
                  <a:pt x="1114646" y="83251"/>
                  <a:pt x="1115709" y="82777"/>
                </a:cubicBezTo>
                <a:cubicBezTo>
                  <a:pt x="1116772" y="82303"/>
                  <a:pt x="1117575" y="82066"/>
                  <a:pt x="1118118" y="82066"/>
                </a:cubicBezTo>
                <a:cubicBezTo>
                  <a:pt x="1118435" y="82066"/>
                  <a:pt x="1118718" y="82145"/>
                  <a:pt x="1118967" y="82303"/>
                </a:cubicBezTo>
                <a:cubicBezTo>
                  <a:pt x="1119216" y="82461"/>
                  <a:pt x="1119408" y="82698"/>
                  <a:pt x="1119544" y="83014"/>
                </a:cubicBezTo>
                <a:cubicBezTo>
                  <a:pt x="1119680" y="83330"/>
                  <a:pt x="1119781" y="83770"/>
                  <a:pt x="1119849" y="84334"/>
                </a:cubicBezTo>
                <a:cubicBezTo>
                  <a:pt x="1119917" y="84899"/>
                  <a:pt x="1119951" y="85587"/>
                  <a:pt x="1119951" y="86400"/>
                </a:cubicBezTo>
                <a:cubicBezTo>
                  <a:pt x="1119951" y="86986"/>
                  <a:pt x="1119928" y="87494"/>
                  <a:pt x="1119883" y="87923"/>
                </a:cubicBezTo>
                <a:cubicBezTo>
                  <a:pt x="1119838" y="88352"/>
                  <a:pt x="1119781" y="88736"/>
                  <a:pt x="1119713" y="89074"/>
                </a:cubicBezTo>
                <a:cubicBezTo>
                  <a:pt x="1119646" y="89413"/>
                  <a:pt x="1119532" y="89717"/>
                  <a:pt x="1119374" y="89988"/>
                </a:cubicBezTo>
                <a:cubicBezTo>
                  <a:pt x="1119216" y="90259"/>
                  <a:pt x="1119012" y="90519"/>
                  <a:pt x="1118763" y="90767"/>
                </a:cubicBezTo>
                <a:cubicBezTo>
                  <a:pt x="1118514" y="91015"/>
                  <a:pt x="1117779" y="91421"/>
                  <a:pt x="1116557" y="91986"/>
                </a:cubicBezTo>
                <a:cubicBezTo>
                  <a:pt x="1115336" y="92550"/>
                  <a:pt x="1113752" y="93103"/>
                  <a:pt x="1111806" y="93645"/>
                </a:cubicBezTo>
                <a:cubicBezTo>
                  <a:pt x="1109861" y="94186"/>
                  <a:pt x="1107610" y="94672"/>
                  <a:pt x="1105053" y="95100"/>
                </a:cubicBezTo>
                <a:cubicBezTo>
                  <a:pt x="1102497" y="95529"/>
                  <a:pt x="1099770" y="95744"/>
                  <a:pt x="1096875" y="95744"/>
                </a:cubicBezTo>
                <a:cubicBezTo>
                  <a:pt x="1091852" y="95744"/>
                  <a:pt x="1087452" y="95043"/>
                  <a:pt x="1083674" y="93643"/>
                </a:cubicBezTo>
                <a:cubicBezTo>
                  <a:pt x="1079895" y="92242"/>
                  <a:pt x="1076717" y="90163"/>
                  <a:pt x="1074138" y="87407"/>
                </a:cubicBezTo>
                <a:cubicBezTo>
                  <a:pt x="1071558" y="84650"/>
                  <a:pt x="1069613" y="81194"/>
                  <a:pt x="1068301" y="77036"/>
                </a:cubicBezTo>
                <a:cubicBezTo>
                  <a:pt x="1066988" y="72879"/>
                  <a:pt x="1066332" y="68044"/>
                  <a:pt x="1066332" y="62531"/>
                </a:cubicBezTo>
                <a:cubicBezTo>
                  <a:pt x="1066332" y="57289"/>
                  <a:pt x="1067011" y="52579"/>
                  <a:pt x="1068368" y="48399"/>
                </a:cubicBezTo>
                <a:cubicBezTo>
                  <a:pt x="1069726" y="44219"/>
                  <a:pt x="1071683" y="40672"/>
                  <a:pt x="1074239" y="37757"/>
                </a:cubicBezTo>
                <a:cubicBezTo>
                  <a:pt x="1076796" y="34843"/>
                  <a:pt x="1079884" y="32607"/>
                  <a:pt x="1083504" y="31048"/>
                </a:cubicBezTo>
                <a:cubicBezTo>
                  <a:pt x="1087124" y="29489"/>
                  <a:pt x="1091173" y="28710"/>
                  <a:pt x="1095653" y="28710"/>
                </a:cubicBezTo>
                <a:cubicBezTo>
                  <a:pt x="1100449" y="28710"/>
                  <a:pt x="1104533" y="29477"/>
                  <a:pt x="1107904" y="31012"/>
                </a:cubicBezTo>
                <a:cubicBezTo>
                  <a:pt x="1111275" y="32547"/>
                  <a:pt x="1114046" y="34612"/>
                  <a:pt x="1116218" y="37207"/>
                </a:cubicBezTo>
                <a:cubicBezTo>
                  <a:pt x="1118390" y="39803"/>
                  <a:pt x="1119985" y="42850"/>
                  <a:pt x="1121003" y="46348"/>
                </a:cubicBezTo>
                <a:cubicBezTo>
                  <a:pt x="1122021" y="49847"/>
                  <a:pt x="1122530" y="53582"/>
                  <a:pt x="1122530" y="57555"/>
                </a:cubicBezTo>
                <a:lnTo>
                  <a:pt x="1122530" y="59586"/>
                </a:lnTo>
                <a:moveTo>
                  <a:pt x="1111263" y="56268"/>
                </a:moveTo>
                <a:cubicBezTo>
                  <a:pt x="1111399" y="50400"/>
                  <a:pt x="1110098" y="45795"/>
                  <a:pt x="1107361" y="42455"/>
                </a:cubicBezTo>
                <a:cubicBezTo>
                  <a:pt x="1104623" y="39115"/>
                  <a:pt x="1100562" y="37444"/>
                  <a:pt x="1095178" y="37444"/>
                </a:cubicBezTo>
                <a:cubicBezTo>
                  <a:pt x="1092418" y="37444"/>
                  <a:pt x="1089997" y="37963"/>
                  <a:pt x="1087916" y="39002"/>
                </a:cubicBezTo>
                <a:cubicBezTo>
                  <a:pt x="1085834" y="40040"/>
                  <a:pt x="1084092" y="41417"/>
                  <a:pt x="1082689" y="43132"/>
                </a:cubicBezTo>
                <a:cubicBezTo>
                  <a:pt x="1081287" y="44847"/>
                  <a:pt x="1080201" y="46845"/>
                  <a:pt x="1079432" y="49125"/>
                </a:cubicBezTo>
                <a:cubicBezTo>
                  <a:pt x="1078662" y="51404"/>
                  <a:pt x="1078232" y="53785"/>
                  <a:pt x="1078142" y="56268"/>
                </a:cubicBezTo>
                <a:lnTo>
                  <a:pt x="1111263" y="56268"/>
                </a:lnTo>
                <a:close/>
                <a:moveTo>
                  <a:pt x="1178267" y="76156"/>
                </a:moveTo>
                <a:cubicBezTo>
                  <a:pt x="1178267" y="79274"/>
                  <a:pt x="1177690" y="82053"/>
                  <a:pt x="1176536" y="84493"/>
                </a:cubicBezTo>
                <a:cubicBezTo>
                  <a:pt x="1175382" y="86932"/>
                  <a:pt x="1173742" y="88988"/>
                  <a:pt x="1171615" y="90661"/>
                </a:cubicBezTo>
                <a:cubicBezTo>
                  <a:pt x="1169489" y="92333"/>
                  <a:pt x="1166955" y="93597"/>
                  <a:pt x="1164014" y="94455"/>
                </a:cubicBezTo>
                <a:cubicBezTo>
                  <a:pt x="1161073" y="95314"/>
                  <a:pt x="1157837" y="95744"/>
                  <a:pt x="1154308" y="95744"/>
                </a:cubicBezTo>
                <a:cubicBezTo>
                  <a:pt x="1152136" y="95744"/>
                  <a:pt x="1150066" y="95574"/>
                  <a:pt x="1148098" y="95236"/>
                </a:cubicBezTo>
                <a:cubicBezTo>
                  <a:pt x="1146130" y="94897"/>
                  <a:pt x="1144365" y="94469"/>
                  <a:pt x="1142804" y="93949"/>
                </a:cubicBezTo>
                <a:cubicBezTo>
                  <a:pt x="1141243" y="93430"/>
                  <a:pt x="1139919" y="92889"/>
                  <a:pt x="1138833" y="92324"/>
                </a:cubicBezTo>
                <a:cubicBezTo>
                  <a:pt x="1137747" y="91760"/>
                  <a:pt x="1136956" y="91252"/>
                  <a:pt x="1136458" y="90801"/>
                </a:cubicBezTo>
                <a:cubicBezTo>
                  <a:pt x="1135960" y="90349"/>
                  <a:pt x="1135598" y="89717"/>
                  <a:pt x="1135372" y="88905"/>
                </a:cubicBezTo>
                <a:cubicBezTo>
                  <a:pt x="1135146" y="88092"/>
                  <a:pt x="1135032" y="86986"/>
                  <a:pt x="1135032" y="85587"/>
                </a:cubicBezTo>
                <a:cubicBezTo>
                  <a:pt x="1135032" y="84729"/>
                  <a:pt x="1135078" y="84007"/>
                  <a:pt x="1135168" y="83420"/>
                </a:cubicBezTo>
                <a:cubicBezTo>
                  <a:pt x="1135259" y="82833"/>
                  <a:pt x="1135372" y="82359"/>
                  <a:pt x="1135508" y="81998"/>
                </a:cubicBezTo>
                <a:cubicBezTo>
                  <a:pt x="1135643" y="81637"/>
                  <a:pt x="1135836" y="81378"/>
                  <a:pt x="1136085" y="81220"/>
                </a:cubicBezTo>
                <a:cubicBezTo>
                  <a:pt x="1136333" y="81062"/>
                  <a:pt x="1136616" y="80983"/>
                  <a:pt x="1136933" y="80983"/>
                </a:cubicBezTo>
                <a:cubicBezTo>
                  <a:pt x="1137431" y="80983"/>
                  <a:pt x="1138166" y="81287"/>
                  <a:pt x="1139139" y="81897"/>
                </a:cubicBezTo>
                <a:cubicBezTo>
                  <a:pt x="1140112" y="82506"/>
                  <a:pt x="1141311" y="83172"/>
                  <a:pt x="1142736" y="83894"/>
                </a:cubicBezTo>
                <a:cubicBezTo>
                  <a:pt x="1144161" y="84617"/>
                  <a:pt x="1145847" y="85282"/>
                  <a:pt x="1147792" y="85892"/>
                </a:cubicBezTo>
                <a:cubicBezTo>
                  <a:pt x="1149738" y="86501"/>
                  <a:pt x="1151978" y="86806"/>
                  <a:pt x="1154512" y="86806"/>
                </a:cubicBezTo>
                <a:cubicBezTo>
                  <a:pt x="1156412" y="86806"/>
                  <a:pt x="1158132" y="86603"/>
                  <a:pt x="1159670" y="86196"/>
                </a:cubicBezTo>
                <a:cubicBezTo>
                  <a:pt x="1161208" y="85789"/>
                  <a:pt x="1162543" y="85189"/>
                  <a:pt x="1163674" y="84398"/>
                </a:cubicBezTo>
                <a:cubicBezTo>
                  <a:pt x="1164806" y="83606"/>
                  <a:pt x="1165677" y="82600"/>
                  <a:pt x="1166287" y="81378"/>
                </a:cubicBezTo>
                <a:cubicBezTo>
                  <a:pt x="1166898" y="80157"/>
                  <a:pt x="1167204" y="78709"/>
                  <a:pt x="1167204" y="77036"/>
                </a:cubicBezTo>
                <a:cubicBezTo>
                  <a:pt x="1167204" y="75320"/>
                  <a:pt x="1166763" y="73874"/>
                  <a:pt x="1165880" y="72699"/>
                </a:cubicBezTo>
                <a:cubicBezTo>
                  <a:pt x="1164998" y="71524"/>
                  <a:pt x="1163833" y="70485"/>
                  <a:pt x="1162385" y="69582"/>
                </a:cubicBezTo>
                <a:cubicBezTo>
                  <a:pt x="1160937" y="68678"/>
                  <a:pt x="1159308" y="67876"/>
                  <a:pt x="1157498" y="67176"/>
                </a:cubicBezTo>
                <a:cubicBezTo>
                  <a:pt x="1155688" y="66475"/>
                  <a:pt x="1153822" y="65741"/>
                  <a:pt x="1151899" y="64973"/>
                </a:cubicBezTo>
                <a:cubicBezTo>
                  <a:pt x="1149976" y="64204"/>
                  <a:pt x="1148098" y="63334"/>
                  <a:pt x="1146265" y="62362"/>
                </a:cubicBezTo>
                <a:cubicBezTo>
                  <a:pt x="1144433" y="61390"/>
                  <a:pt x="1142793" y="60204"/>
                  <a:pt x="1141345" y="58803"/>
                </a:cubicBezTo>
                <a:cubicBezTo>
                  <a:pt x="1139897" y="57402"/>
                  <a:pt x="1138732" y="55731"/>
                  <a:pt x="1137849" y="53788"/>
                </a:cubicBezTo>
                <a:cubicBezTo>
                  <a:pt x="1136967" y="51846"/>
                  <a:pt x="1136526" y="49519"/>
                  <a:pt x="1136526" y="46808"/>
                </a:cubicBezTo>
                <a:cubicBezTo>
                  <a:pt x="1136526" y="44412"/>
                  <a:pt x="1136989" y="42119"/>
                  <a:pt x="1137917" y="39928"/>
                </a:cubicBezTo>
                <a:cubicBezTo>
                  <a:pt x="1138845" y="37736"/>
                  <a:pt x="1140236" y="35816"/>
                  <a:pt x="1142091" y="34167"/>
                </a:cubicBezTo>
                <a:cubicBezTo>
                  <a:pt x="1143946" y="32516"/>
                  <a:pt x="1146265" y="31194"/>
                  <a:pt x="1149048" y="30201"/>
                </a:cubicBezTo>
                <a:cubicBezTo>
                  <a:pt x="1151831" y="29207"/>
                  <a:pt x="1155077" y="28710"/>
                  <a:pt x="1158788" y="28710"/>
                </a:cubicBezTo>
                <a:cubicBezTo>
                  <a:pt x="1160417" y="28710"/>
                  <a:pt x="1162045" y="28847"/>
                  <a:pt x="1163674" y="29122"/>
                </a:cubicBezTo>
                <a:cubicBezTo>
                  <a:pt x="1165303" y="29397"/>
                  <a:pt x="1166774" y="29741"/>
                  <a:pt x="1168086" y="30153"/>
                </a:cubicBezTo>
                <a:cubicBezTo>
                  <a:pt x="1169398" y="30565"/>
                  <a:pt x="1170518" y="31011"/>
                  <a:pt x="1171446" y="31492"/>
                </a:cubicBezTo>
                <a:cubicBezTo>
                  <a:pt x="1172373" y="31973"/>
                  <a:pt x="1173075" y="32397"/>
                  <a:pt x="1173550" y="32764"/>
                </a:cubicBezTo>
                <a:cubicBezTo>
                  <a:pt x="1174025" y="33131"/>
                  <a:pt x="1174342" y="33449"/>
                  <a:pt x="1174500" y="33720"/>
                </a:cubicBezTo>
                <a:cubicBezTo>
                  <a:pt x="1174658" y="33991"/>
                  <a:pt x="1174771" y="34296"/>
                  <a:pt x="1174839" y="34634"/>
                </a:cubicBezTo>
                <a:cubicBezTo>
                  <a:pt x="1174907" y="34973"/>
                  <a:pt x="1174975" y="35390"/>
                  <a:pt x="1175043" y="35887"/>
                </a:cubicBezTo>
                <a:cubicBezTo>
                  <a:pt x="1175111" y="36384"/>
                  <a:pt x="1175145" y="36993"/>
                  <a:pt x="1175145" y="37715"/>
                </a:cubicBezTo>
                <a:cubicBezTo>
                  <a:pt x="1175145" y="38483"/>
                  <a:pt x="1175111" y="39148"/>
                  <a:pt x="1175043" y="39713"/>
                </a:cubicBezTo>
                <a:cubicBezTo>
                  <a:pt x="1174975" y="40277"/>
                  <a:pt x="1174862" y="40740"/>
                  <a:pt x="1174704" y="41101"/>
                </a:cubicBezTo>
                <a:cubicBezTo>
                  <a:pt x="1174545" y="41462"/>
                  <a:pt x="1174353" y="41721"/>
                  <a:pt x="1174127" y="41879"/>
                </a:cubicBezTo>
                <a:cubicBezTo>
                  <a:pt x="1173900" y="42037"/>
                  <a:pt x="1173652" y="42116"/>
                  <a:pt x="1173380" y="42116"/>
                </a:cubicBezTo>
                <a:cubicBezTo>
                  <a:pt x="1172973" y="42116"/>
                  <a:pt x="1172385" y="41865"/>
                  <a:pt x="1171615" y="41361"/>
                </a:cubicBezTo>
                <a:cubicBezTo>
                  <a:pt x="1170846" y="40857"/>
                  <a:pt x="1169851" y="40319"/>
                  <a:pt x="1168629" y="39747"/>
                </a:cubicBezTo>
                <a:cubicBezTo>
                  <a:pt x="1167407" y="39174"/>
                  <a:pt x="1165971" y="38636"/>
                  <a:pt x="1164319" y="38132"/>
                </a:cubicBezTo>
                <a:cubicBezTo>
                  <a:pt x="1162668" y="37628"/>
                  <a:pt x="1160779" y="37377"/>
                  <a:pt x="1158652" y="37377"/>
                </a:cubicBezTo>
                <a:cubicBezTo>
                  <a:pt x="1156751" y="37377"/>
                  <a:pt x="1155077" y="37592"/>
                  <a:pt x="1153629" y="38022"/>
                </a:cubicBezTo>
                <a:cubicBezTo>
                  <a:pt x="1152181" y="38451"/>
                  <a:pt x="1150994" y="39061"/>
                  <a:pt x="1150066" y="39852"/>
                </a:cubicBezTo>
                <a:cubicBezTo>
                  <a:pt x="1149139" y="40644"/>
                  <a:pt x="1148437" y="41582"/>
                  <a:pt x="1147962" y="42669"/>
                </a:cubicBezTo>
                <a:cubicBezTo>
                  <a:pt x="1147487" y="43753"/>
                  <a:pt x="1147249" y="44929"/>
                  <a:pt x="1147249" y="46196"/>
                </a:cubicBezTo>
                <a:cubicBezTo>
                  <a:pt x="1147249" y="47958"/>
                  <a:pt x="1147702" y="49438"/>
                  <a:pt x="1148607" y="50635"/>
                </a:cubicBezTo>
                <a:cubicBezTo>
                  <a:pt x="1149512" y="51833"/>
                  <a:pt x="1150688" y="52884"/>
                  <a:pt x="1152136" y="53788"/>
                </a:cubicBezTo>
                <a:cubicBezTo>
                  <a:pt x="1153584" y="54691"/>
                  <a:pt x="1155236" y="55504"/>
                  <a:pt x="1157091" y="56228"/>
                </a:cubicBezTo>
                <a:cubicBezTo>
                  <a:pt x="1158946" y="56950"/>
                  <a:pt x="1160835" y="57696"/>
                  <a:pt x="1162758" y="58464"/>
                </a:cubicBezTo>
                <a:cubicBezTo>
                  <a:pt x="1164681" y="59232"/>
                  <a:pt x="1166582" y="60090"/>
                  <a:pt x="1168459" y="61040"/>
                </a:cubicBezTo>
                <a:cubicBezTo>
                  <a:pt x="1170337" y="61989"/>
                  <a:pt x="1172000" y="63141"/>
                  <a:pt x="1173448" y="64497"/>
                </a:cubicBezTo>
                <a:cubicBezTo>
                  <a:pt x="1174896" y="65853"/>
                  <a:pt x="1176061" y="67480"/>
                  <a:pt x="1176943" y="69379"/>
                </a:cubicBezTo>
                <a:cubicBezTo>
                  <a:pt x="1177826" y="71276"/>
                  <a:pt x="1178267" y="73535"/>
                  <a:pt x="1178267" y="761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1882e78d14471"/>
          <a:stretch xmlns:a="http://schemas.openxmlformats.org/drawingml/2006/main"/>
        </p:blipFill>
        <p:spPr>
          <a:xfrm xmlns:a="http://schemas.openxmlformats.org/drawingml/2006/main">
            <a:off x="10959040" y="1003036"/>
            <a:ext cx="650028" cy="650028"/>
          </a:xfrm>
          <a:prstGeom xmlns:a="http://schemas.openxmlformats.org/drawingml/2006/main" prst="rect">
            <a:avLst/>
          </a:prstGeom>
        </p:spPr>
      </p:pic>
      <p:sp>
        <p:nvSpPr>
          <p:cNvPr id="5" name="Text Equivalent">
            <a:extLst xmlns:a="http://schemas.openxmlformats.org/drawingml/2006/main">
              <a:ext uri="{FF2B5EF4-FFF2-40B4-BE49-F238E27FC236}">
                <a16:creationId xmlns:a16="http://schemas.microsoft.com/office/drawing/2014/main" id="{3726CEE3-5AC8-4AC0-B5AD-4917608C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150" y="1865813"/>
            <a:ext cx="905020" cy="187899"/>
          </a:xfrm>
          <a:custGeom xmlns:a="http://schemas.openxmlformats.org/drawingml/2006/main">
            <a:pathLst>
              <a:path w="905020" h="187899">
                <a:moveTo>
                  <a:pt x="0" y="138740"/>
                </a:moveTo>
                <a:cubicBezTo>
                  <a:pt x="7670" y="137932"/>
                  <a:pt x="12641" y="136568"/>
                  <a:pt x="14915" y="134649"/>
                </a:cubicBezTo>
                <a:cubicBezTo>
                  <a:pt x="17189" y="132730"/>
                  <a:pt x="18325" y="127864"/>
                  <a:pt x="18325" y="120052"/>
                </a:cubicBezTo>
                <a:lnTo>
                  <a:pt x="18325" y="27423"/>
                </a:lnTo>
                <a:cubicBezTo>
                  <a:pt x="18325" y="20043"/>
                  <a:pt x="17206" y="15218"/>
                  <a:pt x="14966" y="12950"/>
                </a:cubicBezTo>
                <a:cubicBezTo>
                  <a:pt x="12726" y="10681"/>
                  <a:pt x="7737" y="9276"/>
                  <a:pt x="0" y="8735"/>
                </a:cubicBezTo>
                <a:lnTo>
                  <a:pt x="0" y="4875"/>
                </a:lnTo>
                <a:lnTo>
                  <a:pt x="110767" y="4875"/>
                </a:lnTo>
                <a:lnTo>
                  <a:pt x="111479" y="34736"/>
                </a:lnTo>
                <a:lnTo>
                  <a:pt x="106185" y="34736"/>
                </a:lnTo>
                <a:cubicBezTo>
                  <a:pt x="104421" y="25527"/>
                  <a:pt x="101774" y="19569"/>
                  <a:pt x="98244" y="16860"/>
                </a:cubicBezTo>
                <a:cubicBezTo>
                  <a:pt x="94715" y="14152"/>
                  <a:pt x="86842" y="12797"/>
                  <a:pt x="74625" y="12797"/>
                </a:cubicBezTo>
                <a:lnTo>
                  <a:pt x="46323" y="12797"/>
                </a:lnTo>
                <a:cubicBezTo>
                  <a:pt x="43268" y="12797"/>
                  <a:pt x="41385" y="13288"/>
                  <a:pt x="40672" y="14270"/>
                </a:cubicBezTo>
                <a:cubicBezTo>
                  <a:pt x="39960" y="15252"/>
                  <a:pt x="39603" y="17097"/>
                  <a:pt x="39603" y="19806"/>
                </a:cubicBezTo>
                <a:lnTo>
                  <a:pt x="39603" y="66222"/>
                </a:lnTo>
                <a:lnTo>
                  <a:pt x="71673" y="66222"/>
                </a:lnTo>
                <a:cubicBezTo>
                  <a:pt x="80564" y="66222"/>
                  <a:pt x="86231" y="64909"/>
                  <a:pt x="88675" y="62283"/>
                </a:cubicBezTo>
                <a:cubicBezTo>
                  <a:pt x="91118" y="59655"/>
                  <a:pt x="93086" y="54332"/>
                  <a:pt x="94579" y="46315"/>
                </a:cubicBezTo>
                <a:lnTo>
                  <a:pt x="99466" y="46315"/>
                </a:lnTo>
                <a:lnTo>
                  <a:pt x="99466" y="94457"/>
                </a:lnTo>
                <a:lnTo>
                  <a:pt x="94579" y="94457"/>
                </a:lnTo>
                <a:cubicBezTo>
                  <a:pt x="93018" y="86400"/>
                  <a:pt x="91016" y="81067"/>
                  <a:pt x="88573" y="78460"/>
                </a:cubicBezTo>
                <a:cubicBezTo>
                  <a:pt x="86129" y="75854"/>
                  <a:pt x="80496" y="74550"/>
                  <a:pt x="71673" y="74550"/>
                </a:cubicBezTo>
                <a:lnTo>
                  <a:pt x="39603" y="74550"/>
                </a:lnTo>
                <a:lnTo>
                  <a:pt x="39603" y="126045"/>
                </a:lnTo>
                <a:cubicBezTo>
                  <a:pt x="39603" y="130175"/>
                  <a:pt x="40910" y="132613"/>
                  <a:pt x="43523" y="133357"/>
                </a:cubicBezTo>
                <a:cubicBezTo>
                  <a:pt x="46136" y="134102"/>
                  <a:pt x="53958" y="134475"/>
                  <a:pt x="66989" y="134475"/>
                </a:cubicBezTo>
                <a:cubicBezTo>
                  <a:pt x="81107" y="134475"/>
                  <a:pt x="91525" y="132934"/>
                  <a:pt x="98244" y="129853"/>
                </a:cubicBezTo>
                <a:cubicBezTo>
                  <a:pt x="104964" y="126772"/>
                  <a:pt x="111004" y="119307"/>
                  <a:pt x="116366" y="107458"/>
                </a:cubicBezTo>
                <a:lnTo>
                  <a:pt x="122169" y="107458"/>
                </a:lnTo>
                <a:lnTo>
                  <a:pt x="112701" y="142600"/>
                </a:lnTo>
                <a:lnTo>
                  <a:pt x="0" y="142600"/>
                </a:lnTo>
                <a:lnTo>
                  <a:pt x="0" y="138740"/>
                </a:lnTo>
                <a:moveTo>
                  <a:pt x="61492" y="4875"/>
                </a:moveTo>
                <a:lnTo>
                  <a:pt x="61492" y="4875"/>
                </a:lnTo>
                <a:close/>
                <a:moveTo>
                  <a:pt x="175485" y="131834"/>
                </a:moveTo>
                <a:cubicBezTo>
                  <a:pt x="177114" y="131834"/>
                  <a:pt x="179303" y="131564"/>
                  <a:pt x="182052" y="131024"/>
                </a:cubicBezTo>
                <a:cubicBezTo>
                  <a:pt x="184801" y="130483"/>
                  <a:pt x="187363" y="129569"/>
                  <a:pt x="189739" y="128282"/>
                </a:cubicBezTo>
                <a:cubicBezTo>
                  <a:pt x="192996" y="126524"/>
                  <a:pt x="194965" y="124969"/>
                  <a:pt x="195643" y="123616"/>
                </a:cubicBezTo>
                <a:cubicBezTo>
                  <a:pt x="196322" y="122264"/>
                  <a:pt x="196661" y="119728"/>
                  <a:pt x="196661" y="116008"/>
                </a:cubicBezTo>
                <a:lnTo>
                  <a:pt x="196661" y="73204"/>
                </a:lnTo>
                <a:cubicBezTo>
                  <a:pt x="196661" y="67862"/>
                  <a:pt x="195847" y="63703"/>
                  <a:pt x="194218" y="60727"/>
                </a:cubicBezTo>
                <a:cubicBezTo>
                  <a:pt x="191164" y="55317"/>
                  <a:pt x="185395" y="52612"/>
                  <a:pt x="176911" y="52612"/>
                </a:cubicBezTo>
                <a:cubicBezTo>
                  <a:pt x="167273" y="52612"/>
                  <a:pt x="160163" y="56584"/>
                  <a:pt x="155582" y="64530"/>
                </a:cubicBezTo>
                <a:cubicBezTo>
                  <a:pt x="151001" y="72475"/>
                  <a:pt x="148710" y="81554"/>
                  <a:pt x="148710" y="91766"/>
                </a:cubicBezTo>
                <a:cubicBezTo>
                  <a:pt x="148710" y="103736"/>
                  <a:pt x="151035" y="113407"/>
                  <a:pt x="155684" y="120779"/>
                </a:cubicBezTo>
                <a:cubicBezTo>
                  <a:pt x="160333" y="128149"/>
                  <a:pt x="166934" y="131834"/>
                  <a:pt x="175485" y="131834"/>
                </a:cubicBezTo>
                <a:moveTo>
                  <a:pt x="177827" y="46721"/>
                </a:moveTo>
                <a:cubicBezTo>
                  <a:pt x="182442" y="46721"/>
                  <a:pt x="186515" y="47390"/>
                  <a:pt x="190044" y="48730"/>
                </a:cubicBezTo>
                <a:cubicBezTo>
                  <a:pt x="192419" y="49576"/>
                  <a:pt x="196017" y="51411"/>
                  <a:pt x="200836" y="54234"/>
                </a:cubicBezTo>
                <a:lnTo>
                  <a:pt x="212136" y="47251"/>
                </a:lnTo>
                <a:cubicBezTo>
                  <a:pt x="212747" y="46967"/>
                  <a:pt x="213222" y="46791"/>
                  <a:pt x="213562" y="46721"/>
                </a:cubicBezTo>
                <a:cubicBezTo>
                  <a:pt x="213901" y="47127"/>
                  <a:pt x="214105" y="47400"/>
                  <a:pt x="214172" y="47540"/>
                </a:cubicBezTo>
                <a:cubicBezTo>
                  <a:pt x="214240" y="47677"/>
                  <a:pt x="214274" y="48118"/>
                  <a:pt x="214274" y="48863"/>
                </a:cubicBezTo>
                <a:lnTo>
                  <a:pt x="214274" y="172257"/>
                </a:lnTo>
                <a:cubicBezTo>
                  <a:pt x="214274" y="175846"/>
                  <a:pt x="214919" y="178521"/>
                  <a:pt x="216209" y="180281"/>
                </a:cubicBezTo>
                <a:cubicBezTo>
                  <a:pt x="218177" y="182922"/>
                  <a:pt x="221978" y="184513"/>
                  <a:pt x="227611" y="185055"/>
                </a:cubicBezTo>
                <a:lnTo>
                  <a:pt x="227611" y="187899"/>
                </a:lnTo>
                <a:lnTo>
                  <a:pt x="178336" y="187899"/>
                </a:lnTo>
                <a:lnTo>
                  <a:pt x="178336" y="184445"/>
                </a:lnTo>
                <a:cubicBezTo>
                  <a:pt x="184377" y="184378"/>
                  <a:pt x="188873" y="183368"/>
                  <a:pt x="191826" y="181418"/>
                </a:cubicBezTo>
                <a:cubicBezTo>
                  <a:pt x="194778" y="179467"/>
                  <a:pt x="196254" y="175127"/>
                  <a:pt x="196254" y="168398"/>
                </a:cubicBezTo>
                <a:lnTo>
                  <a:pt x="196254" y="129806"/>
                </a:lnTo>
                <a:cubicBezTo>
                  <a:pt x="191503" y="134478"/>
                  <a:pt x="187397" y="137828"/>
                  <a:pt x="183936" y="139858"/>
                </a:cubicBezTo>
                <a:cubicBezTo>
                  <a:pt x="178234" y="143175"/>
                  <a:pt x="171820" y="144834"/>
                  <a:pt x="164694" y="144834"/>
                </a:cubicBezTo>
                <a:cubicBezTo>
                  <a:pt x="156210" y="144834"/>
                  <a:pt x="148439" y="140917"/>
                  <a:pt x="141380" y="133081"/>
                </a:cubicBezTo>
                <a:cubicBezTo>
                  <a:pt x="134321" y="125244"/>
                  <a:pt x="130792" y="113725"/>
                  <a:pt x="130792" y="98526"/>
                </a:cubicBezTo>
                <a:cubicBezTo>
                  <a:pt x="130792" y="84548"/>
                  <a:pt x="135153" y="72419"/>
                  <a:pt x="143874" y="62140"/>
                </a:cubicBezTo>
                <a:cubicBezTo>
                  <a:pt x="152596" y="51860"/>
                  <a:pt x="163913" y="46721"/>
                  <a:pt x="177827" y="46721"/>
                </a:cubicBezTo>
                <a:close/>
                <a:moveTo>
                  <a:pt x="262328" y="48549"/>
                </a:moveTo>
                <a:lnTo>
                  <a:pt x="262328" y="113472"/>
                </a:lnTo>
                <a:cubicBezTo>
                  <a:pt x="262328" y="118073"/>
                  <a:pt x="262973" y="121759"/>
                  <a:pt x="264263" y="124531"/>
                </a:cubicBezTo>
                <a:cubicBezTo>
                  <a:pt x="266774" y="129670"/>
                  <a:pt x="271389" y="132240"/>
                  <a:pt x="278108" y="132240"/>
                </a:cubicBezTo>
                <a:cubicBezTo>
                  <a:pt x="282724" y="132240"/>
                  <a:pt x="287237" y="130719"/>
                  <a:pt x="291649" y="127676"/>
                </a:cubicBezTo>
                <a:cubicBezTo>
                  <a:pt x="294160" y="125983"/>
                  <a:pt x="296705" y="123649"/>
                  <a:pt x="299284" y="120674"/>
                </a:cubicBezTo>
                <a:lnTo>
                  <a:pt x="299284" y="65206"/>
                </a:lnTo>
                <a:cubicBezTo>
                  <a:pt x="299284" y="59992"/>
                  <a:pt x="298266" y="56573"/>
                  <a:pt x="296230" y="54948"/>
                </a:cubicBezTo>
                <a:cubicBezTo>
                  <a:pt x="294194" y="53323"/>
                  <a:pt x="290122" y="52341"/>
                  <a:pt x="284013" y="52002"/>
                </a:cubicBezTo>
                <a:lnTo>
                  <a:pt x="284013" y="48549"/>
                </a:lnTo>
                <a:lnTo>
                  <a:pt x="316897" y="48549"/>
                </a:lnTo>
                <a:lnTo>
                  <a:pt x="316897" y="120052"/>
                </a:lnTo>
                <a:cubicBezTo>
                  <a:pt x="316897" y="124656"/>
                  <a:pt x="317729" y="127822"/>
                  <a:pt x="319391" y="129549"/>
                </a:cubicBezTo>
                <a:cubicBezTo>
                  <a:pt x="321054" y="131275"/>
                  <a:pt x="324567" y="132037"/>
                  <a:pt x="329929" y="131834"/>
                </a:cubicBezTo>
                <a:lnTo>
                  <a:pt x="329929" y="134678"/>
                </a:lnTo>
                <a:cubicBezTo>
                  <a:pt x="326196" y="135704"/>
                  <a:pt x="323447" y="136474"/>
                  <a:pt x="321682" y="136988"/>
                </a:cubicBezTo>
                <a:cubicBezTo>
                  <a:pt x="319917" y="137500"/>
                  <a:pt x="316965" y="138441"/>
                  <a:pt x="312825" y="139810"/>
                </a:cubicBezTo>
                <a:cubicBezTo>
                  <a:pt x="311060" y="140426"/>
                  <a:pt x="307192" y="141897"/>
                  <a:pt x="301219" y="144225"/>
                </a:cubicBezTo>
                <a:cubicBezTo>
                  <a:pt x="300879" y="144225"/>
                  <a:pt x="300676" y="144069"/>
                  <a:pt x="300608" y="143758"/>
                </a:cubicBezTo>
                <a:cubicBezTo>
                  <a:pt x="300540" y="143449"/>
                  <a:pt x="300506" y="143089"/>
                  <a:pt x="300506" y="142676"/>
                </a:cubicBezTo>
                <a:lnTo>
                  <a:pt x="300506" y="126152"/>
                </a:lnTo>
                <a:cubicBezTo>
                  <a:pt x="295891" y="131635"/>
                  <a:pt x="291683" y="135697"/>
                  <a:pt x="287882" y="138337"/>
                </a:cubicBezTo>
                <a:cubicBezTo>
                  <a:pt x="282113" y="142398"/>
                  <a:pt x="276004" y="144428"/>
                  <a:pt x="269557" y="144428"/>
                </a:cubicBezTo>
                <a:cubicBezTo>
                  <a:pt x="263652" y="144428"/>
                  <a:pt x="258086" y="142329"/>
                  <a:pt x="252860" y="138131"/>
                </a:cubicBezTo>
                <a:cubicBezTo>
                  <a:pt x="247566" y="134001"/>
                  <a:pt x="244919" y="127060"/>
                  <a:pt x="244919" y="117310"/>
                </a:cubicBezTo>
                <a:lnTo>
                  <a:pt x="244919" y="64597"/>
                </a:lnTo>
                <a:cubicBezTo>
                  <a:pt x="244919" y="59222"/>
                  <a:pt x="243765" y="55627"/>
                  <a:pt x="241458" y="53811"/>
                </a:cubicBezTo>
                <a:cubicBezTo>
                  <a:pt x="239964" y="52669"/>
                  <a:pt x="236774" y="51863"/>
                  <a:pt x="231888" y="51393"/>
                </a:cubicBezTo>
                <a:lnTo>
                  <a:pt x="231888" y="48549"/>
                </a:lnTo>
                <a:lnTo>
                  <a:pt x="262328" y="48549"/>
                </a:lnTo>
                <a:moveTo>
                  <a:pt x="282283" y="47330"/>
                </a:moveTo>
                <a:lnTo>
                  <a:pt x="282283" y="47330"/>
                </a:lnTo>
                <a:close/>
                <a:moveTo>
                  <a:pt x="351410" y="11426"/>
                </a:moveTo>
                <a:cubicBezTo>
                  <a:pt x="351410" y="8529"/>
                  <a:pt x="352428" y="6037"/>
                  <a:pt x="354464" y="3948"/>
                </a:cubicBezTo>
                <a:cubicBezTo>
                  <a:pt x="356500" y="1858"/>
                  <a:pt x="359011" y="813"/>
                  <a:pt x="361998" y="813"/>
                </a:cubicBezTo>
                <a:cubicBezTo>
                  <a:pt x="364916" y="813"/>
                  <a:pt x="367410" y="1841"/>
                  <a:pt x="369480" y="3898"/>
                </a:cubicBezTo>
                <a:cubicBezTo>
                  <a:pt x="371551" y="5952"/>
                  <a:pt x="372586" y="8462"/>
                  <a:pt x="372586" y="11426"/>
                </a:cubicBezTo>
                <a:cubicBezTo>
                  <a:pt x="372586" y="14323"/>
                  <a:pt x="371551" y="16800"/>
                  <a:pt x="369480" y="18857"/>
                </a:cubicBezTo>
                <a:cubicBezTo>
                  <a:pt x="367410" y="20911"/>
                  <a:pt x="364916" y="21938"/>
                  <a:pt x="361998" y="21938"/>
                </a:cubicBezTo>
                <a:cubicBezTo>
                  <a:pt x="359011" y="21938"/>
                  <a:pt x="356500" y="20911"/>
                  <a:pt x="354464" y="18857"/>
                </a:cubicBezTo>
                <a:cubicBezTo>
                  <a:pt x="352428" y="16800"/>
                  <a:pt x="351410" y="14323"/>
                  <a:pt x="351410" y="11426"/>
                </a:cubicBezTo>
                <a:moveTo>
                  <a:pt x="338378" y="139756"/>
                </a:moveTo>
                <a:cubicBezTo>
                  <a:pt x="345641" y="139079"/>
                  <a:pt x="350222" y="137843"/>
                  <a:pt x="352122" y="136049"/>
                </a:cubicBezTo>
                <a:cubicBezTo>
                  <a:pt x="354023" y="134255"/>
                  <a:pt x="354973" y="129396"/>
                  <a:pt x="354973" y="121474"/>
                </a:cubicBezTo>
                <a:lnTo>
                  <a:pt x="354973" y="72925"/>
                </a:lnTo>
                <a:cubicBezTo>
                  <a:pt x="354973" y="68562"/>
                  <a:pt x="354667" y="65541"/>
                  <a:pt x="354057" y="63863"/>
                </a:cubicBezTo>
                <a:cubicBezTo>
                  <a:pt x="353039" y="61102"/>
                  <a:pt x="350901" y="59721"/>
                  <a:pt x="347643" y="59721"/>
                </a:cubicBezTo>
                <a:cubicBezTo>
                  <a:pt x="346896" y="59721"/>
                  <a:pt x="346167" y="59789"/>
                  <a:pt x="345454" y="59924"/>
                </a:cubicBezTo>
                <a:cubicBezTo>
                  <a:pt x="344741" y="60060"/>
                  <a:pt x="342688" y="60602"/>
                  <a:pt x="339295" y="61550"/>
                </a:cubicBezTo>
                <a:lnTo>
                  <a:pt x="339295" y="58299"/>
                </a:lnTo>
                <a:lnTo>
                  <a:pt x="343672" y="56877"/>
                </a:lnTo>
                <a:cubicBezTo>
                  <a:pt x="355550" y="53018"/>
                  <a:pt x="363830" y="50106"/>
                  <a:pt x="368513" y="48143"/>
                </a:cubicBezTo>
                <a:cubicBezTo>
                  <a:pt x="370414" y="47330"/>
                  <a:pt x="371635" y="46924"/>
                  <a:pt x="372178" y="46924"/>
                </a:cubicBezTo>
                <a:cubicBezTo>
                  <a:pt x="372314" y="47398"/>
                  <a:pt x="372382" y="47907"/>
                  <a:pt x="372382" y="48451"/>
                </a:cubicBezTo>
                <a:lnTo>
                  <a:pt x="372382" y="121452"/>
                </a:lnTo>
                <a:cubicBezTo>
                  <a:pt x="372382" y="129179"/>
                  <a:pt x="373315" y="134027"/>
                  <a:pt x="375182" y="135995"/>
                </a:cubicBezTo>
                <a:cubicBezTo>
                  <a:pt x="377048" y="137961"/>
                  <a:pt x="381273" y="139214"/>
                  <a:pt x="387857" y="139756"/>
                </a:cubicBezTo>
                <a:lnTo>
                  <a:pt x="387857" y="142600"/>
                </a:lnTo>
                <a:lnTo>
                  <a:pt x="338378" y="142600"/>
                </a:lnTo>
                <a:lnTo>
                  <a:pt x="338378" y="139756"/>
                </a:lnTo>
                <a:close/>
                <a:moveTo>
                  <a:pt x="437753" y="48143"/>
                </a:moveTo>
                <a:lnTo>
                  <a:pt x="437753" y="51393"/>
                </a:lnTo>
                <a:cubicBezTo>
                  <a:pt x="434224" y="51799"/>
                  <a:pt x="431729" y="52341"/>
                  <a:pt x="430270" y="53018"/>
                </a:cubicBezTo>
                <a:cubicBezTo>
                  <a:pt x="428811" y="53693"/>
                  <a:pt x="428081" y="55180"/>
                  <a:pt x="428081" y="57481"/>
                </a:cubicBezTo>
                <a:cubicBezTo>
                  <a:pt x="428081" y="58562"/>
                  <a:pt x="428234" y="59593"/>
                  <a:pt x="428539" y="60575"/>
                </a:cubicBezTo>
                <a:cubicBezTo>
                  <a:pt x="428845" y="61555"/>
                  <a:pt x="429371" y="62992"/>
                  <a:pt x="430117" y="64885"/>
                </a:cubicBezTo>
                <a:lnTo>
                  <a:pt x="451293" y="116399"/>
                </a:lnTo>
                <a:lnTo>
                  <a:pt x="469619" y="70871"/>
                </a:lnTo>
                <a:cubicBezTo>
                  <a:pt x="470501" y="68639"/>
                  <a:pt x="471333" y="66306"/>
                  <a:pt x="472113" y="63873"/>
                </a:cubicBezTo>
                <a:cubicBezTo>
                  <a:pt x="472894" y="61437"/>
                  <a:pt x="473284" y="59577"/>
                  <a:pt x="473284" y="58293"/>
                </a:cubicBezTo>
                <a:cubicBezTo>
                  <a:pt x="473284" y="55654"/>
                  <a:pt x="472028" y="53761"/>
                  <a:pt x="469517" y="52612"/>
                </a:cubicBezTo>
                <a:cubicBezTo>
                  <a:pt x="468024" y="52002"/>
                  <a:pt x="465988" y="51596"/>
                  <a:pt x="463408" y="51393"/>
                </a:cubicBezTo>
                <a:lnTo>
                  <a:pt x="463408" y="48143"/>
                </a:lnTo>
                <a:lnTo>
                  <a:pt x="492322" y="48143"/>
                </a:lnTo>
                <a:lnTo>
                  <a:pt x="492322" y="51393"/>
                </a:lnTo>
                <a:cubicBezTo>
                  <a:pt x="488996" y="51664"/>
                  <a:pt x="486604" y="52763"/>
                  <a:pt x="485144" y="54691"/>
                </a:cubicBezTo>
                <a:cubicBezTo>
                  <a:pt x="483685" y="56618"/>
                  <a:pt x="481564" y="61065"/>
                  <a:pt x="478781" y="68031"/>
                </a:cubicBezTo>
                <a:lnTo>
                  <a:pt x="449359" y="141080"/>
                </a:lnTo>
                <a:cubicBezTo>
                  <a:pt x="448816" y="142364"/>
                  <a:pt x="448375" y="143243"/>
                  <a:pt x="448036" y="143717"/>
                </a:cubicBezTo>
                <a:cubicBezTo>
                  <a:pt x="447696" y="144191"/>
                  <a:pt x="447221" y="144428"/>
                  <a:pt x="446610" y="144428"/>
                </a:cubicBezTo>
                <a:cubicBezTo>
                  <a:pt x="445931" y="144428"/>
                  <a:pt x="445355" y="144039"/>
                  <a:pt x="444879" y="143260"/>
                </a:cubicBezTo>
                <a:cubicBezTo>
                  <a:pt x="444404" y="142484"/>
                  <a:pt x="443895" y="141520"/>
                  <a:pt x="443352" y="140369"/>
                </a:cubicBezTo>
                <a:lnTo>
                  <a:pt x="412199" y="66104"/>
                </a:lnTo>
                <a:cubicBezTo>
                  <a:pt x="409688" y="60084"/>
                  <a:pt x="407007" y="55992"/>
                  <a:pt x="404156" y="53827"/>
                </a:cubicBezTo>
                <a:cubicBezTo>
                  <a:pt x="402460" y="52611"/>
                  <a:pt x="399982" y="51799"/>
                  <a:pt x="396724" y="51393"/>
                </a:cubicBezTo>
                <a:lnTo>
                  <a:pt x="396724" y="48143"/>
                </a:lnTo>
                <a:lnTo>
                  <a:pt x="437753" y="48143"/>
                </a:lnTo>
                <a:close/>
                <a:moveTo>
                  <a:pt x="556970" y="86332"/>
                </a:moveTo>
                <a:cubicBezTo>
                  <a:pt x="549165" y="88905"/>
                  <a:pt x="542717" y="91749"/>
                  <a:pt x="537627" y="94863"/>
                </a:cubicBezTo>
                <a:cubicBezTo>
                  <a:pt x="527853" y="100890"/>
                  <a:pt x="522966" y="107729"/>
                  <a:pt x="522966" y="115380"/>
                </a:cubicBezTo>
                <a:cubicBezTo>
                  <a:pt x="522966" y="121542"/>
                  <a:pt x="525002" y="126078"/>
                  <a:pt x="529075" y="128990"/>
                </a:cubicBezTo>
                <a:cubicBezTo>
                  <a:pt x="531722" y="130886"/>
                  <a:pt x="534674" y="131834"/>
                  <a:pt x="537932" y="131834"/>
                </a:cubicBezTo>
                <a:cubicBezTo>
                  <a:pt x="542411" y="131834"/>
                  <a:pt x="546704" y="130581"/>
                  <a:pt x="550811" y="128076"/>
                </a:cubicBezTo>
                <a:cubicBezTo>
                  <a:pt x="554917" y="125571"/>
                  <a:pt x="556970" y="122388"/>
                  <a:pt x="556970" y="118529"/>
                </a:cubicBezTo>
                <a:lnTo>
                  <a:pt x="556970" y="86332"/>
                </a:lnTo>
                <a:moveTo>
                  <a:pt x="504844" y="122455"/>
                </a:moveTo>
                <a:cubicBezTo>
                  <a:pt x="504844" y="112620"/>
                  <a:pt x="509765" y="104413"/>
                  <a:pt x="519607" y="97834"/>
                </a:cubicBezTo>
                <a:cubicBezTo>
                  <a:pt x="525851" y="93765"/>
                  <a:pt x="538305" y="88238"/>
                  <a:pt x="556970" y="81254"/>
                </a:cubicBezTo>
                <a:lnTo>
                  <a:pt x="556970" y="72620"/>
                </a:lnTo>
                <a:cubicBezTo>
                  <a:pt x="556970" y="65714"/>
                  <a:pt x="556291" y="60906"/>
                  <a:pt x="554934" y="58198"/>
                </a:cubicBezTo>
                <a:cubicBezTo>
                  <a:pt x="552626" y="53661"/>
                  <a:pt x="547841" y="51393"/>
                  <a:pt x="540579" y="51393"/>
                </a:cubicBezTo>
                <a:cubicBezTo>
                  <a:pt x="537117" y="51393"/>
                  <a:pt x="533826" y="52273"/>
                  <a:pt x="530704" y="54034"/>
                </a:cubicBezTo>
                <a:cubicBezTo>
                  <a:pt x="527581" y="55862"/>
                  <a:pt x="526020" y="58367"/>
                  <a:pt x="526020" y="61550"/>
                </a:cubicBezTo>
                <a:cubicBezTo>
                  <a:pt x="526020" y="62362"/>
                  <a:pt x="526190" y="63733"/>
                  <a:pt x="526529" y="65663"/>
                </a:cubicBezTo>
                <a:cubicBezTo>
                  <a:pt x="526869" y="67593"/>
                  <a:pt x="527039" y="68829"/>
                  <a:pt x="527039" y="69370"/>
                </a:cubicBezTo>
                <a:cubicBezTo>
                  <a:pt x="527039" y="73162"/>
                  <a:pt x="525783" y="75803"/>
                  <a:pt x="523272" y="77292"/>
                </a:cubicBezTo>
                <a:cubicBezTo>
                  <a:pt x="521846" y="78173"/>
                  <a:pt x="520150" y="78613"/>
                  <a:pt x="518181" y="78613"/>
                </a:cubicBezTo>
                <a:cubicBezTo>
                  <a:pt x="515127" y="78613"/>
                  <a:pt x="512785" y="77614"/>
                  <a:pt x="511157" y="75617"/>
                </a:cubicBezTo>
                <a:cubicBezTo>
                  <a:pt x="509528" y="73619"/>
                  <a:pt x="508713" y="71402"/>
                  <a:pt x="508713" y="68964"/>
                </a:cubicBezTo>
                <a:cubicBezTo>
                  <a:pt x="508713" y="64224"/>
                  <a:pt x="511649" y="59264"/>
                  <a:pt x="517519" y="54084"/>
                </a:cubicBezTo>
                <a:cubicBezTo>
                  <a:pt x="523390" y="48904"/>
                  <a:pt x="531993" y="46315"/>
                  <a:pt x="543328" y="46315"/>
                </a:cubicBezTo>
                <a:cubicBezTo>
                  <a:pt x="556495" y="46315"/>
                  <a:pt x="565420" y="50580"/>
                  <a:pt x="570103" y="59112"/>
                </a:cubicBezTo>
                <a:cubicBezTo>
                  <a:pt x="572614" y="63784"/>
                  <a:pt x="573870" y="70589"/>
                  <a:pt x="573870" y="79527"/>
                </a:cubicBezTo>
                <a:lnTo>
                  <a:pt x="573870" y="120255"/>
                </a:lnTo>
                <a:cubicBezTo>
                  <a:pt x="573870" y="124182"/>
                  <a:pt x="574142" y="126891"/>
                  <a:pt x="574685" y="128381"/>
                </a:cubicBezTo>
                <a:cubicBezTo>
                  <a:pt x="575567" y="131089"/>
                  <a:pt x="577399" y="132443"/>
                  <a:pt x="580182" y="132443"/>
                </a:cubicBezTo>
                <a:cubicBezTo>
                  <a:pt x="581743" y="132443"/>
                  <a:pt x="583033" y="132201"/>
                  <a:pt x="584051" y="131716"/>
                </a:cubicBezTo>
                <a:cubicBezTo>
                  <a:pt x="585069" y="131230"/>
                  <a:pt x="586834" y="130050"/>
                  <a:pt x="589345" y="128177"/>
                </a:cubicBezTo>
                <a:lnTo>
                  <a:pt x="589345" y="133551"/>
                </a:lnTo>
                <a:cubicBezTo>
                  <a:pt x="587173" y="136168"/>
                  <a:pt x="584831" y="138316"/>
                  <a:pt x="582320" y="139994"/>
                </a:cubicBezTo>
                <a:cubicBezTo>
                  <a:pt x="578519" y="142544"/>
                  <a:pt x="574651" y="143819"/>
                  <a:pt x="570714" y="143819"/>
                </a:cubicBezTo>
                <a:cubicBezTo>
                  <a:pt x="566099" y="143819"/>
                  <a:pt x="562756" y="142329"/>
                  <a:pt x="560686" y="139350"/>
                </a:cubicBezTo>
                <a:cubicBezTo>
                  <a:pt x="558616" y="136370"/>
                  <a:pt x="557479" y="132816"/>
                  <a:pt x="557275" y="128685"/>
                </a:cubicBezTo>
                <a:cubicBezTo>
                  <a:pt x="552117" y="133184"/>
                  <a:pt x="547705" y="136524"/>
                  <a:pt x="544040" y="138705"/>
                </a:cubicBezTo>
                <a:cubicBezTo>
                  <a:pt x="537864" y="142385"/>
                  <a:pt x="531993" y="144225"/>
                  <a:pt x="526428" y="144225"/>
                </a:cubicBezTo>
                <a:cubicBezTo>
                  <a:pt x="520591" y="144225"/>
                  <a:pt x="515534" y="142174"/>
                  <a:pt x="511258" y="138071"/>
                </a:cubicBezTo>
                <a:cubicBezTo>
                  <a:pt x="506982" y="133968"/>
                  <a:pt x="504844" y="128762"/>
                  <a:pt x="504844" y="122455"/>
                </a:cubicBezTo>
                <a:moveTo>
                  <a:pt x="543633" y="46315"/>
                </a:moveTo>
                <a:lnTo>
                  <a:pt x="543633" y="46315"/>
                </a:lnTo>
                <a:close/>
                <a:moveTo>
                  <a:pt x="594872" y="139756"/>
                </a:moveTo>
                <a:cubicBezTo>
                  <a:pt x="601185" y="139142"/>
                  <a:pt x="605460" y="137864"/>
                  <a:pt x="607700" y="135922"/>
                </a:cubicBezTo>
                <a:cubicBezTo>
                  <a:pt x="609940" y="133979"/>
                  <a:pt x="611060" y="130179"/>
                  <a:pt x="611060" y="124521"/>
                </a:cubicBezTo>
                <a:lnTo>
                  <a:pt x="611060" y="25392"/>
                </a:lnTo>
                <a:cubicBezTo>
                  <a:pt x="611060" y="20959"/>
                  <a:pt x="610687" y="17903"/>
                  <a:pt x="609940" y="16225"/>
                </a:cubicBezTo>
                <a:cubicBezTo>
                  <a:pt x="608583" y="13398"/>
                  <a:pt x="605834" y="11985"/>
                  <a:pt x="601694" y="11985"/>
                </a:cubicBezTo>
                <a:cubicBezTo>
                  <a:pt x="600743" y="11985"/>
                  <a:pt x="599708" y="12086"/>
                  <a:pt x="598588" y="12290"/>
                </a:cubicBezTo>
                <a:cubicBezTo>
                  <a:pt x="597469" y="12493"/>
                  <a:pt x="596060" y="12797"/>
                  <a:pt x="594363" y="13204"/>
                </a:cubicBezTo>
                <a:lnTo>
                  <a:pt x="594363" y="9750"/>
                </a:lnTo>
                <a:cubicBezTo>
                  <a:pt x="603526" y="7313"/>
                  <a:pt x="614555" y="4063"/>
                  <a:pt x="627451" y="0"/>
                </a:cubicBezTo>
                <a:cubicBezTo>
                  <a:pt x="627926" y="0"/>
                  <a:pt x="628214" y="203"/>
                  <a:pt x="628316" y="609"/>
                </a:cubicBezTo>
                <a:cubicBezTo>
                  <a:pt x="628418" y="1016"/>
                  <a:pt x="628469" y="1896"/>
                  <a:pt x="628469" y="3250"/>
                </a:cubicBezTo>
                <a:lnTo>
                  <a:pt x="628469" y="125029"/>
                </a:lnTo>
                <a:cubicBezTo>
                  <a:pt x="628469" y="130920"/>
                  <a:pt x="629487" y="134728"/>
                  <a:pt x="631523" y="136455"/>
                </a:cubicBezTo>
                <a:cubicBezTo>
                  <a:pt x="633559" y="138182"/>
                  <a:pt x="637767" y="139282"/>
                  <a:pt x="644147" y="139756"/>
                </a:cubicBezTo>
                <a:lnTo>
                  <a:pt x="644147" y="142600"/>
                </a:lnTo>
                <a:lnTo>
                  <a:pt x="594872" y="142600"/>
                </a:lnTo>
                <a:lnTo>
                  <a:pt x="594872" y="139756"/>
                </a:lnTo>
                <a:close/>
                <a:moveTo>
                  <a:pt x="696996" y="47330"/>
                </a:moveTo>
                <a:cubicBezTo>
                  <a:pt x="706566" y="47330"/>
                  <a:pt x="714948" y="50631"/>
                  <a:pt x="722142" y="57233"/>
                </a:cubicBezTo>
                <a:cubicBezTo>
                  <a:pt x="729337" y="63835"/>
                  <a:pt x="732934" y="73196"/>
                  <a:pt x="732934" y="85316"/>
                </a:cubicBezTo>
                <a:lnTo>
                  <a:pt x="668286" y="85316"/>
                </a:lnTo>
                <a:cubicBezTo>
                  <a:pt x="668965" y="100955"/>
                  <a:pt x="672528" y="112348"/>
                  <a:pt x="678976" y="119493"/>
                </a:cubicBezTo>
                <a:cubicBezTo>
                  <a:pt x="685424" y="126637"/>
                  <a:pt x="693059" y="130209"/>
                  <a:pt x="701883" y="130209"/>
                </a:cubicBezTo>
                <a:cubicBezTo>
                  <a:pt x="709009" y="130209"/>
                  <a:pt x="715016" y="128355"/>
                  <a:pt x="719903" y="124648"/>
                </a:cubicBezTo>
                <a:cubicBezTo>
                  <a:pt x="724789" y="120941"/>
                  <a:pt x="729303" y="115683"/>
                  <a:pt x="733443" y="108873"/>
                </a:cubicBezTo>
                <a:lnTo>
                  <a:pt x="737006" y="110089"/>
                </a:lnTo>
                <a:cubicBezTo>
                  <a:pt x="734224" y="118716"/>
                  <a:pt x="729014" y="126697"/>
                  <a:pt x="721379" y="134033"/>
                </a:cubicBezTo>
                <a:cubicBezTo>
                  <a:pt x="713743" y="141369"/>
                  <a:pt x="704394" y="145038"/>
                  <a:pt x="693331" y="145038"/>
                </a:cubicBezTo>
                <a:cubicBezTo>
                  <a:pt x="680571" y="145038"/>
                  <a:pt x="670713" y="140230"/>
                  <a:pt x="663756" y="130615"/>
                </a:cubicBezTo>
                <a:cubicBezTo>
                  <a:pt x="656799" y="121000"/>
                  <a:pt x="653320" y="109929"/>
                  <a:pt x="653320" y="97403"/>
                </a:cubicBezTo>
                <a:cubicBezTo>
                  <a:pt x="653320" y="83793"/>
                  <a:pt x="657359" y="72045"/>
                  <a:pt x="665436" y="62159"/>
                </a:cubicBezTo>
                <a:cubicBezTo>
                  <a:pt x="673512" y="52273"/>
                  <a:pt x="684032" y="47330"/>
                  <a:pt x="696996" y="47330"/>
                </a:cubicBezTo>
                <a:moveTo>
                  <a:pt x="691091" y="54846"/>
                </a:moveTo>
                <a:cubicBezTo>
                  <a:pt x="683354" y="54846"/>
                  <a:pt x="677449" y="58251"/>
                  <a:pt x="673377" y="65060"/>
                </a:cubicBezTo>
                <a:cubicBezTo>
                  <a:pt x="671205" y="68702"/>
                  <a:pt x="669644" y="73287"/>
                  <a:pt x="668693" y="78816"/>
                </a:cubicBezTo>
                <a:lnTo>
                  <a:pt x="711656" y="78816"/>
                </a:lnTo>
                <a:cubicBezTo>
                  <a:pt x="710910" y="72074"/>
                  <a:pt x="709620" y="67051"/>
                  <a:pt x="707788" y="63746"/>
                </a:cubicBezTo>
                <a:cubicBezTo>
                  <a:pt x="704462" y="57813"/>
                  <a:pt x="698896" y="54846"/>
                  <a:pt x="691091" y="54846"/>
                </a:cubicBezTo>
                <a:moveTo>
                  <a:pt x="695672" y="47330"/>
                </a:moveTo>
                <a:lnTo>
                  <a:pt x="695672" y="47330"/>
                </a:lnTo>
                <a:close/>
                <a:moveTo>
                  <a:pt x="746404" y="139756"/>
                </a:moveTo>
                <a:cubicBezTo>
                  <a:pt x="751222" y="139155"/>
                  <a:pt x="754599" y="137969"/>
                  <a:pt x="756533" y="136198"/>
                </a:cubicBezTo>
                <a:cubicBezTo>
                  <a:pt x="758468" y="134427"/>
                  <a:pt x="759435" y="130467"/>
                  <a:pt x="759435" y="124318"/>
                </a:cubicBezTo>
                <a:lnTo>
                  <a:pt x="759435" y="72519"/>
                </a:lnTo>
                <a:cubicBezTo>
                  <a:pt x="759435" y="68255"/>
                  <a:pt x="759028" y="65257"/>
                  <a:pt x="758213" y="63524"/>
                </a:cubicBezTo>
                <a:cubicBezTo>
                  <a:pt x="756924" y="60989"/>
                  <a:pt x="754277" y="59721"/>
                  <a:pt x="750272" y="59721"/>
                </a:cubicBezTo>
                <a:cubicBezTo>
                  <a:pt x="749661" y="59721"/>
                  <a:pt x="749034" y="59755"/>
                  <a:pt x="748389" y="59823"/>
                </a:cubicBezTo>
                <a:cubicBezTo>
                  <a:pt x="747744" y="59891"/>
                  <a:pt x="746947" y="59992"/>
                  <a:pt x="745996" y="60128"/>
                </a:cubicBezTo>
                <a:lnTo>
                  <a:pt x="745996" y="56471"/>
                </a:lnTo>
                <a:cubicBezTo>
                  <a:pt x="748779" y="55650"/>
                  <a:pt x="755363" y="53529"/>
                  <a:pt x="765747" y="50107"/>
                </a:cubicBezTo>
                <a:lnTo>
                  <a:pt x="775317" y="46924"/>
                </a:lnTo>
                <a:cubicBezTo>
                  <a:pt x="775792" y="46924"/>
                  <a:pt x="776081" y="47090"/>
                  <a:pt x="776182" y="47422"/>
                </a:cubicBezTo>
                <a:cubicBezTo>
                  <a:pt x="776284" y="47754"/>
                  <a:pt x="776335" y="48220"/>
                  <a:pt x="776335" y="48819"/>
                </a:cubicBezTo>
                <a:lnTo>
                  <a:pt x="776335" y="63600"/>
                </a:lnTo>
                <a:cubicBezTo>
                  <a:pt x="782579" y="57734"/>
                  <a:pt x="787466" y="53711"/>
                  <a:pt x="790995" y="51529"/>
                </a:cubicBezTo>
                <a:cubicBezTo>
                  <a:pt x="796289" y="48188"/>
                  <a:pt x="801787" y="46518"/>
                  <a:pt x="807488" y="46518"/>
                </a:cubicBezTo>
                <a:cubicBezTo>
                  <a:pt x="812103" y="46518"/>
                  <a:pt x="816312" y="47843"/>
                  <a:pt x="820112" y="50495"/>
                </a:cubicBezTo>
                <a:cubicBezTo>
                  <a:pt x="827443" y="55660"/>
                  <a:pt x="831108" y="64870"/>
                  <a:pt x="831108" y="78124"/>
                </a:cubicBezTo>
                <a:lnTo>
                  <a:pt x="831108" y="125740"/>
                </a:lnTo>
                <a:cubicBezTo>
                  <a:pt x="831108" y="130651"/>
                  <a:pt x="832092" y="134198"/>
                  <a:pt x="834060" y="136382"/>
                </a:cubicBezTo>
                <a:cubicBezTo>
                  <a:pt x="836028" y="138564"/>
                  <a:pt x="839320" y="139688"/>
                  <a:pt x="843935" y="139756"/>
                </a:cubicBezTo>
                <a:lnTo>
                  <a:pt x="843935" y="142600"/>
                </a:lnTo>
                <a:lnTo>
                  <a:pt x="800463" y="142600"/>
                </a:lnTo>
                <a:lnTo>
                  <a:pt x="800463" y="139756"/>
                </a:lnTo>
                <a:cubicBezTo>
                  <a:pt x="805418" y="139075"/>
                  <a:pt x="808880" y="137696"/>
                  <a:pt x="810848" y="135620"/>
                </a:cubicBezTo>
                <a:cubicBezTo>
                  <a:pt x="812816" y="133542"/>
                  <a:pt x="813800" y="129030"/>
                  <a:pt x="813800" y="122083"/>
                </a:cubicBezTo>
                <a:lnTo>
                  <a:pt x="813800" y="78575"/>
                </a:lnTo>
                <a:cubicBezTo>
                  <a:pt x="813800" y="72735"/>
                  <a:pt x="812714" y="67895"/>
                  <a:pt x="810542" y="64057"/>
                </a:cubicBezTo>
                <a:cubicBezTo>
                  <a:pt x="808371" y="60219"/>
                  <a:pt x="804366" y="58299"/>
                  <a:pt x="798529" y="58299"/>
                </a:cubicBezTo>
                <a:cubicBezTo>
                  <a:pt x="794525" y="58299"/>
                  <a:pt x="790452" y="59658"/>
                  <a:pt x="786312" y="62375"/>
                </a:cubicBezTo>
                <a:cubicBezTo>
                  <a:pt x="784005" y="63938"/>
                  <a:pt x="781018" y="66521"/>
                  <a:pt x="777353" y="70122"/>
                </a:cubicBezTo>
                <a:lnTo>
                  <a:pt x="777353" y="127162"/>
                </a:lnTo>
                <a:cubicBezTo>
                  <a:pt x="777353" y="132077"/>
                  <a:pt x="778439" y="135371"/>
                  <a:pt x="780611" y="137042"/>
                </a:cubicBezTo>
                <a:cubicBezTo>
                  <a:pt x="782783" y="138714"/>
                  <a:pt x="786210" y="139619"/>
                  <a:pt x="790894" y="139756"/>
                </a:cubicBezTo>
                <a:lnTo>
                  <a:pt x="790894" y="142600"/>
                </a:lnTo>
                <a:lnTo>
                  <a:pt x="746404" y="142600"/>
                </a:lnTo>
                <a:lnTo>
                  <a:pt x="746404" y="139756"/>
                </a:lnTo>
                <a:moveTo>
                  <a:pt x="794864" y="46924"/>
                </a:moveTo>
                <a:lnTo>
                  <a:pt x="794864" y="46924"/>
                </a:lnTo>
                <a:close/>
                <a:moveTo>
                  <a:pt x="899930" y="49158"/>
                </a:moveTo>
                <a:lnTo>
                  <a:pt x="899930" y="56471"/>
                </a:lnTo>
                <a:lnTo>
                  <a:pt x="879161" y="56471"/>
                </a:lnTo>
                <a:lnTo>
                  <a:pt x="878957" y="114510"/>
                </a:lnTo>
                <a:cubicBezTo>
                  <a:pt x="878957" y="119616"/>
                  <a:pt x="879398" y="123479"/>
                  <a:pt x="880281" y="126098"/>
                </a:cubicBezTo>
                <a:cubicBezTo>
                  <a:pt x="881910" y="130735"/>
                  <a:pt x="885100" y="133053"/>
                  <a:pt x="889851" y="133053"/>
                </a:cubicBezTo>
                <a:cubicBezTo>
                  <a:pt x="892294" y="133053"/>
                  <a:pt x="894415" y="132486"/>
                  <a:pt x="896214" y="131351"/>
                </a:cubicBezTo>
                <a:cubicBezTo>
                  <a:pt x="898012" y="130215"/>
                  <a:pt x="900065" y="128412"/>
                  <a:pt x="902373" y="125943"/>
                </a:cubicBezTo>
                <a:lnTo>
                  <a:pt x="905020" y="128177"/>
                </a:lnTo>
                <a:lnTo>
                  <a:pt x="902780" y="131263"/>
                </a:lnTo>
                <a:cubicBezTo>
                  <a:pt x="899251" y="136064"/>
                  <a:pt x="895518" y="139459"/>
                  <a:pt x="891581" y="141448"/>
                </a:cubicBezTo>
                <a:cubicBezTo>
                  <a:pt x="887645" y="143435"/>
                  <a:pt x="883844" y="144428"/>
                  <a:pt x="880179" y="144428"/>
                </a:cubicBezTo>
                <a:cubicBezTo>
                  <a:pt x="872170" y="144428"/>
                  <a:pt x="866740" y="140886"/>
                  <a:pt x="863890" y="133802"/>
                </a:cubicBezTo>
                <a:cubicBezTo>
                  <a:pt x="862329" y="129955"/>
                  <a:pt x="861548" y="124624"/>
                  <a:pt x="861548" y="117808"/>
                </a:cubicBezTo>
                <a:lnTo>
                  <a:pt x="861548" y="56471"/>
                </a:lnTo>
                <a:lnTo>
                  <a:pt x="850451" y="56471"/>
                </a:lnTo>
                <a:cubicBezTo>
                  <a:pt x="850112" y="56268"/>
                  <a:pt x="849857" y="56065"/>
                  <a:pt x="849687" y="55862"/>
                </a:cubicBezTo>
                <a:cubicBezTo>
                  <a:pt x="849518" y="55659"/>
                  <a:pt x="849433" y="55388"/>
                  <a:pt x="849433" y="55049"/>
                </a:cubicBezTo>
                <a:cubicBezTo>
                  <a:pt x="849433" y="54372"/>
                  <a:pt x="849586" y="53847"/>
                  <a:pt x="849891" y="53475"/>
                </a:cubicBezTo>
                <a:cubicBezTo>
                  <a:pt x="850196" y="53103"/>
                  <a:pt x="851164" y="52239"/>
                  <a:pt x="852793" y="50885"/>
                </a:cubicBezTo>
                <a:cubicBezTo>
                  <a:pt x="857476" y="47011"/>
                  <a:pt x="860852" y="43867"/>
                  <a:pt x="862922" y="41455"/>
                </a:cubicBezTo>
                <a:cubicBezTo>
                  <a:pt x="864993" y="39043"/>
                  <a:pt x="869862" y="32673"/>
                  <a:pt x="877532" y="22345"/>
                </a:cubicBezTo>
                <a:cubicBezTo>
                  <a:pt x="878414" y="22345"/>
                  <a:pt x="878940" y="22412"/>
                  <a:pt x="879110" y="22548"/>
                </a:cubicBezTo>
                <a:cubicBezTo>
                  <a:pt x="879280" y="22683"/>
                  <a:pt x="879364" y="23193"/>
                  <a:pt x="879364" y="24078"/>
                </a:cubicBezTo>
                <a:lnTo>
                  <a:pt x="879364" y="49158"/>
                </a:lnTo>
                <a:lnTo>
                  <a:pt x="899930" y="491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56BDFE18-25C0-430B-9F60-4AE10D6E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300" y="2110928"/>
            <a:ext cx="873925" cy="143616"/>
          </a:xfrm>
          <a:custGeom xmlns:a="http://schemas.openxmlformats.org/drawingml/2006/main">
            <a:pathLst>
              <a:path w="873925" h="143616">
                <a:moveTo>
                  <a:pt x="1222" y="2438"/>
                </a:moveTo>
                <a:lnTo>
                  <a:pt x="119013" y="2438"/>
                </a:lnTo>
                <a:lnTo>
                  <a:pt x="120133" y="37986"/>
                </a:lnTo>
                <a:lnTo>
                  <a:pt x="115145" y="37986"/>
                </a:lnTo>
                <a:cubicBezTo>
                  <a:pt x="112701" y="26839"/>
                  <a:pt x="109596" y="19583"/>
                  <a:pt x="105829" y="16219"/>
                </a:cubicBezTo>
                <a:cubicBezTo>
                  <a:pt x="102062" y="12855"/>
                  <a:pt x="94138" y="11172"/>
                  <a:pt x="82057" y="11172"/>
                </a:cubicBezTo>
                <a:lnTo>
                  <a:pt x="70451" y="11172"/>
                </a:lnTo>
                <a:lnTo>
                  <a:pt x="70451" y="117614"/>
                </a:lnTo>
                <a:cubicBezTo>
                  <a:pt x="70451" y="125628"/>
                  <a:pt x="71707" y="130595"/>
                  <a:pt x="74218" y="132516"/>
                </a:cubicBezTo>
                <a:cubicBezTo>
                  <a:pt x="76729" y="134435"/>
                  <a:pt x="82227" y="135698"/>
                  <a:pt x="90711" y="136303"/>
                </a:cubicBezTo>
                <a:lnTo>
                  <a:pt x="90711" y="140162"/>
                </a:lnTo>
                <a:lnTo>
                  <a:pt x="29931" y="140162"/>
                </a:lnTo>
                <a:lnTo>
                  <a:pt x="29931" y="136303"/>
                </a:lnTo>
                <a:cubicBezTo>
                  <a:pt x="38755" y="135630"/>
                  <a:pt x="44252" y="134181"/>
                  <a:pt x="46424" y="131958"/>
                </a:cubicBezTo>
                <a:cubicBezTo>
                  <a:pt x="48596" y="129734"/>
                  <a:pt x="49682" y="124140"/>
                  <a:pt x="49682" y="115177"/>
                </a:cubicBezTo>
                <a:lnTo>
                  <a:pt x="49682" y="11172"/>
                </a:lnTo>
                <a:lnTo>
                  <a:pt x="38076" y="11172"/>
                </a:lnTo>
                <a:cubicBezTo>
                  <a:pt x="26538" y="11172"/>
                  <a:pt x="18682" y="12838"/>
                  <a:pt x="14508" y="16168"/>
                </a:cubicBezTo>
                <a:cubicBezTo>
                  <a:pt x="10333" y="19499"/>
                  <a:pt x="7194" y="26771"/>
                  <a:pt x="5090" y="37986"/>
                </a:cubicBezTo>
                <a:lnTo>
                  <a:pt x="0" y="37986"/>
                </a:lnTo>
                <a:lnTo>
                  <a:pt x="1222" y="2438"/>
                </a:lnTo>
                <a:close/>
                <a:moveTo>
                  <a:pt x="158447" y="44893"/>
                </a:moveTo>
                <a:cubicBezTo>
                  <a:pt x="168016" y="44893"/>
                  <a:pt x="176399" y="48193"/>
                  <a:pt x="183593" y="54795"/>
                </a:cubicBezTo>
                <a:cubicBezTo>
                  <a:pt x="190787" y="61397"/>
                  <a:pt x="194385" y="70758"/>
                  <a:pt x="194385" y="82879"/>
                </a:cubicBezTo>
                <a:lnTo>
                  <a:pt x="129737" y="82879"/>
                </a:lnTo>
                <a:cubicBezTo>
                  <a:pt x="130415" y="98518"/>
                  <a:pt x="133979" y="109910"/>
                  <a:pt x="140427" y="117056"/>
                </a:cubicBezTo>
                <a:cubicBezTo>
                  <a:pt x="146874" y="124199"/>
                  <a:pt x="154510" y="127771"/>
                  <a:pt x="163333" y="127771"/>
                </a:cubicBezTo>
                <a:cubicBezTo>
                  <a:pt x="170460" y="127771"/>
                  <a:pt x="176467" y="125918"/>
                  <a:pt x="181353" y="122210"/>
                </a:cubicBezTo>
                <a:cubicBezTo>
                  <a:pt x="186240" y="118503"/>
                  <a:pt x="190754" y="113245"/>
                  <a:pt x="194894" y="106436"/>
                </a:cubicBezTo>
                <a:lnTo>
                  <a:pt x="198457" y="107651"/>
                </a:lnTo>
                <a:cubicBezTo>
                  <a:pt x="195674" y="116278"/>
                  <a:pt x="190465" y="124260"/>
                  <a:pt x="182829" y="131596"/>
                </a:cubicBezTo>
                <a:cubicBezTo>
                  <a:pt x="175194" y="138932"/>
                  <a:pt x="165845" y="142600"/>
                  <a:pt x="154781" y="142600"/>
                </a:cubicBezTo>
                <a:cubicBezTo>
                  <a:pt x="142022" y="142600"/>
                  <a:pt x="132163" y="137792"/>
                  <a:pt x="125206" y="128177"/>
                </a:cubicBezTo>
                <a:cubicBezTo>
                  <a:pt x="118249" y="118562"/>
                  <a:pt x="114771" y="107492"/>
                  <a:pt x="114771" y="94965"/>
                </a:cubicBezTo>
                <a:cubicBezTo>
                  <a:pt x="114771" y="81355"/>
                  <a:pt x="118809" y="69607"/>
                  <a:pt x="126886" y="59721"/>
                </a:cubicBezTo>
                <a:cubicBezTo>
                  <a:pt x="134963" y="49835"/>
                  <a:pt x="145483" y="44893"/>
                  <a:pt x="158447" y="44893"/>
                </a:cubicBezTo>
                <a:moveTo>
                  <a:pt x="152542" y="52409"/>
                </a:moveTo>
                <a:cubicBezTo>
                  <a:pt x="144804" y="52409"/>
                  <a:pt x="138899" y="55813"/>
                  <a:pt x="134827" y="62622"/>
                </a:cubicBezTo>
                <a:cubicBezTo>
                  <a:pt x="132655" y="66264"/>
                  <a:pt x="131094" y="70849"/>
                  <a:pt x="130144" y="76378"/>
                </a:cubicBezTo>
                <a:lnTo>
                  <a:pt x="173107" y="76378"/>
                </a:lnTo>
                <a:cubicBezTo>
                  <a:pt x="172360" y="69637"/>
                  <a:pt x="171071" y="64613"/>
                  <a:pt x="169238" y="61308"/>
                </a:cubicBezTo>
                <a:cubicBezTo>
                  <a:pt x="165912" y="55375"/>
                  <a:pt x="160347" y="52409"/>
                  <a:pt x="152542" y="52409"/>
                </a:cubicBezTo>
                <a:moveTo>
                  <a:pt x="157123" y="44893"/>
                </a:moveTo>
                <a:lnTo>
                  <a:pt x="157123" y="44893"/>
                </a:lnTo>
                <a:close/>
                <a:moveTo>
                  <a:pt x="214816" y="107864"/>
                </a:moveTo>
                <a:lnTo>
                  <a:pt x="218176" y="107864"/>
                </a:lnTo>
                <a:cubicBezTo>
                  <a:pt x="219737" y="115611"/>
                  <a:pt x="221841" y="121557"/>
                  <a:pt x="224488" y="125702"/>
                </a:cubicBezTo>
                <a:cubicBezTo>
                  <a:pt x="229239" y="133311"/>
                  <a:pt x="236196" y="137115"/>
                  <a:pt x="245359" y="137115"/>
                </a:cubicBezTo>
                <a:cubicBezTo>
                  <a:pt x="250449" y="137115"/>
                  <a:pt x="254470" y="135713"/>
                  <a:pt x="257423" y="132910"/>
                </a:cubicBezTo>
                <a:cubicBezTo>
                  <a:pt x="260375" y="130106"/>
                  <a:pt x="261851" y="126475"/>
                  <a:pt x="261851" y="122017"/>
                </a:cubicBezTo>
                <a:cubicBezTo>
                  <a:pt x="261851" y="119179"/>
                  <a:pt x="261003" y="116443"/>
                  <a:pt x="259306" y="113809"/>
                </a:cubicBezTo>
                <a:cubicBezTo>
                  <a:pt x="257609" y="111174"/>
                  <a:pt x="254623" y="108608"/>
                  <a:pt x="250347" y="106109"/>
                </a:cubicBezTo>
                <a:lnTo>
                  <a:pt x="238945" y="99621"/>
                </a:lnTo>
                <a:cubicBezTo>
                  <a:pt x="230596" y="95163"/>
                  <a:pt x="224454" y="90665"/>
                  <a:pt x="220518" y="86129"/>
                </a:cubicBezTo>
                <a:cubicBezTo>
                  <a:pt x="216581" y="81592"/>
                  <a:pt x="214613" y="76243"/>
                  <a:pt x="214613" y="70081"/>
                </a:cubicBezTo>
                <a:cubicBezTo>
                  <a:pt x="214613" y="62497"/>
                  <a:pt x="217328" y="56268"/>
                  <a:pt x="222757" y="51393"/>
                </a:cubicBezTo>
                <a:cubicBezTo>
                  <a:pt x="228187" y="46518"/>
                  <a:pt x="235008" y="44080"/>
                  <a:pt x="243221" y="44080"/>
                </a:cubicBezTo>
                <a:cubicBezTo>
                  <a:pt x="246818" y="44080"/>
                  <a:pt x="250771" y="44757"/>
                  <a:pt x="255081" y="46111"/>
                </a:cubicBezTo>
                <a:cubicBezTo>
                  <a:pt x="259391" y="47466"/>
                  <a:pt x="261818" y="48143"/>
                  <a:pt x="262360" y="48143"/>
                </a:cubicBezTo>
                <a:cubicBezTo>
                  <a:pt x="263582" y="48143"/>
                  <a:pt x="264465" y="47982"/>
                  <a:pt x="265007" y="47660"/>
                </a:cubicBezTo>
                <a:cubicBezTo>
                  <a:pt x="265550" y="47337"/>
                  <a:pt x="266026" y="46820"/>
                  <a:pt x="266433" y="46111"/>
                </a:cubicBezTo>
                <a:lnTo>
                  <a:pt x="268876" y="46111"/>
                </a:lnTo>
                <a:lnTo>
                  <a:pt x="269589" y="74550"/>
                </a:lnTo>
                <a:lnTo>
                  <a:pt x="266433" y="74550"/>
                </a:lnTo>
                <a:cubicBezTo>
                  <a:pt x="265075" y="67957"/>
                  <a:pt x="263243" y="62824"/>
                  <a:pt x="260935" y="59153"/>
                </a:cubicBezTo>
                <a:cubicBezTo>
                  <a:pt x="256727" y="52355"/>
                  <a:pt x="250653" y="48955"/>
                  <a:pt x="242712" y="48955"/>
                </a:cubicBezTo>
                <a:cubicBezTo>
                  <a:pt x="237961" y="48955"/>
                  <a:pt x="234228" y="50408"/>
                  <a:pt x="231513" y="53313"/>
                </a:cubicBezTo>
                <a:cubicBezTo>
                  <a:pt x="228798" y="56218"/>
                  <a:pt x="227440" y="59630"/>
                  <a:pt x="227440" y="63549"/>
                </a:cubicBezTo>
                <a:cubicBezTo>
                  <a:pt x="227440" y="69764"/>
                  <a:pt x="232124" y="75303"/>
                  <a:pt x="241490" y="80168"/>
                </a:cubicBezTo>
                <a:lnTo>
                  <a:pt x="254929" y="87363"/>
                </a:lnTo>
                <a:cubicBezTo>
                  <a:pt x="269385" y="95199"/>
                  <a:pt x="276614" y="104331"/>
                  <a:pt x="276614" y="114761"/>
                </a:cubicBezTo>
                <a:cubicBezTo>
                  <a:pt x="276614" y="122755"/>
                  <a:pt x="273610" y="129293"/>
                  <a:pt x="267604" y="134373"/>
                </a:cubicBezTo>
                <a:cubicBezTo>
                  <a:pt x="261597" y="139451"/>
                  <a:pt x="253741" y="141991"/>
                  <a:pt x="244035" y="141991"/>
                </a:cubicBezTo>
                <a:cubicBezTo>
                  <a:pt x="239963" y="141991"/>
                  <a:pt x="235348" y="141313"/>
                  <a:pt x="230189" y="139959"/>
                </a:cubicBezTo>
                <a:cubicBezTo>
                  <a:pt x="225031" y="138605"/>
                  <a:pt x="221977" y="137928"/>
                  <a:pt x="221027" y="137928"/>
                </a:cubicBezTo>
                <a:cubicBezTo>
                  <a:pt x="220212" y="137928"/>
                  <a:pt x="219499" y="138206"/>
                  <a:pt x="218889" y="138763"/>
                </a:cubicBezTo>
                <a:cubicBezTo>
                  <a:pt x="218278" y="139317"/>
                  <a:pt x="217803" y="139987"/>
                  <a:pt x="217463" y="140772"/>
                </a:cubicBezTo>
                <a:lnTo>
                  <a:pt x="214816" y="140772"/>
                </a:lnTo>
                <a:lnTo>
                  <a:pt x="214816" y="107864"/>
                </a:lnTo>
                <a:moveTo>
                  <a:pt x="244646" y="44080"/>
                </a:moveTo>
                <a:lnTo>
                  <a:pt x="244646" y="44080"/>
                </a:lnTo>
                <a:close/>
                <a:moveTo>
                  <a:pt x="337465" y="46721"/>
                </a:moveTo>
                <a:lnTo>
                  <a:pt x="337465" y="54034"/>
                </a:lnTo>
                <a:lnTo>
                  <a:pt x="316696" y="54034"/>
                </a:lnTo>
                <a:lnTo>
                  <a:pt x="316493" y="112073"/>
                </a:lnTo>
                <a:cubicBezTo>
                  <a:pt x="316493" y="117179"/>
                  <a:pt x="316934" y="121041"/>
                  <a:pt x="317816" y="123661"/>
                </a:cubicBezTo>
                <a:cubicBezTo>
                  <a:pt x="319445" y="128297"/>
                  <a:pt x="322635" y="130615"/>
                  <a:pt x="327386" y="130615"/>
                </a:cubicBezTo>
                <a:cubicBezTo>
                  <a:pt x="329830" y="130615"/>
                  <a:pt x="331951" y="130048"/>
                  <a:pt x="333749" y="128914"/>
                </a:cubicBezTo>
                <a:cubicBezTo>
                  <a:pt x="335548" y="127777"/>
                  <a:pt x="337601" y="125975"/>
                  <a:pt x="339908" y="123505"/>
                </a:cubicBezTo>
                <a:lnTo>
                  <a:pt x="342555" y="125740"/>
                </a:lnTo>
                <a:lnTo>
                  <a:pt x="340316" y="128825"/>
                </a:lnTo>
                <a:cubicBezTo>
                  <a:pt x="336786" y="133626"/>
                  <a:pt x="333053" y="137021"/>
                  <a:pt x="329117" y="139010"/>
                </a:cubicBezTo>
                <a:cubicBezTo>
                  <a:pt x="325180" y="140997"/>
                  <a:pt x="321379" y="141991"/>
                  <a:pt x="317714" y="141991"/>
                </a:cubicBezTo>
                <a:cubicBezTo>
                  <a:pt x="309706" y="141991"/>
                  <a:pt x="304276" y="138448"/>
                  <a:pt x="301425" y="131364"/>
                </a:cubicBezTo>
                <a:cubicBezTo>
                  <a:pt x="299864" y="127517"/>
                  <a:pt x="299084" y="122186"/>
                  <a:pt x="299084" y="115370"/>
                </a:cubicBezTo>
                <a:lnTo>
                  <a:pt x="299084" y="54034"/>
                </a:lnTo>
                <a:lnTo>
                  <a:pt x="287987" y="54034"/>
                </a:lnTo>
                <a:cubicBezTo>
                  <a:pt x="287647" y="53830"/>
                  <a:pt x="287393" y="53627"/>
                  <a:pt x="287223" y="53424"/>
                </a:cubicBezTo>
                <a:cubicBezTo>
                  <a:pt x="287053" y="53221"/>
                  <a:pt x="286968" y="52950"/>
                  <a:pt x="286968" y="52612"/>
                </a:cubicBezTo>
                <a:cubicBezTo>
                  <a:pt x="286968" y="51935"/>
                  <a:pt x="287121" y="51410"/>
                  <a:pt x="287427" y="51037"/>
                </a:cubicBezTo>
                <a:cubicBezTo>
                  <a:pt x="287732" y="50665"/>
                  <a:pt x="288699" y="49802"/>
                  <a:pt x="290328" y="48447"/>
                </a:cubicBezTo>
                <a:cubicBezTo>
                  <a:pt x="295011" y="44573"/>
                  <a:pt x="298388" y="41430"/>
                  <a:pt x="300458" y="39018"/>
                </a:cubicBezTo>
                <a:cubicBezTo>
                  <a:pt x="302528" y="36605"/>
                  <a:pt x="307398" y="30235"/>
                  <a:pt x="315067" y="19907"/>
                </a:cubicBezTo>
                <a:cubicBezTo>
                  <a:pt x="315950" y="19907"/>
                  <a:pt x="316476" y="19975"/>
                  <a:pt x="316645" y="20110"/>
                </a:cubicBezTo>
                <a:cubicBezTo>
                  <a:pt x="316815" y="20246"/>
                  <a:pt x="316900" y="20756"/>
                  <a:pt x="316900" y="21640"/>
                </a:cubicBezTo>
                <a:lnTo>
                  <a:pt x="316900" y="46721"/>
                </a:lnTo>
                <a:lnTo>
                  <a:pt x="337465" y="46721"/>
                </a:lnTo>
                <a:close/>
                <a:moveTo>
                  <a:pt x="472386" y="0"/>
                </a:moveTo>
                <a:cubicBezTo>
                  <a:pt x="479919" y="0"/>
                  <a:pt x="487657" y="1117"/>
                  <a:pt x="495598" y="3352"/>
                </a:cubicBezTo>
                <a:cubicBezTo>
                  <a:pt x="503539" y="5586"/>
                  <a:pt x="507984" y="6703"/>
                  <a:pt x="508935" y="6703"/>
                </a:cubicBezTo>
                <a:cubicBezTo>
                  <a:pt x="510903" y="6703"/>
                  <a:pt x="512769" y="6162"/>
                  <a:pt x="514534" y="5078"/>
                </a:cubicBezTo>
                <a:cubicBezTo>
                  <a:pt x="516299" y="3995"/>
                  <a:pt x="517520" y="2302"/>
                  <a:pt x="518199" y="0"/>
                </a:cubicBezTo>
                <a:lnTo>
                  <a:pt x="522577" y="0"/>
                </a:lnTo>
                <a:lnTo>
                  <a:pt x="524511" y="46721"/>
                </a:lnTo>
                <a:lnTo>
                  <a:pt x="519726" y="46721"/>
                </a:lnTo>
                <a:cubicBezTo>
                  <a:pt x="516944" y="37470"/>
                  <a:pt x="513312" y="30008"/>
                  <a:pt x="508833" y="24335"/>
                </a:cubicBezTo>
                <a:cubicBezTo>
                  <a:pt x="500281" y="13664"/>
                  <a:pt x="488777" y="8328"/>
                  <a:pt x="474320" y="8328"/>
                </a:cubicBezTo>
                <a:cubicBezTo>
                  <a:pt x="459728" y="8328"/>
                  <a:pt x="447799" y="14080"/>
                  <a:pt x="438535" y="25582"/>
                </a:cubicBezTo>
                <a:cubicBezTo>
                  <a:pt x="429270" y="37082"/>
                  <a:pt x="424638" y="52914"/>
                  <a:pt x="424638" y="73077"/>
                </a:cubicBezTo>
                <a:cubicBezTo>
                  <a:pt x="424638" y="91613"/>
                  <a:pt x="429508" y="106412"/>
                  <a:pt x="439247" y="117475"/>
                </a:cubicBezTo>
                <a:cubicBezTo>
                  <a:pt x="448987" y="128537"/>
                  <a:pt x="461323" y="134068"/>
                  <a:pt x="476254" y="134068"/>
                </a:cubicBezTo>
                <a:cubicBezTo>
                  <a:pt x="487046" y="134068"/>
                  <a:pt x="496989" y="131496"/>
                  <a:pt x="506084" y="126352"/>
                </a:cubicBezTo>
                <a:cubicBezTo>
                  <a:pt x="511310" y="123443"/>
                  <a:pt x="517045" y="119045"/>
                  <a:pt x="523290" y="113158"/>
                </a:cubicBezTo>
                <a:lnTo>
                  <a:pt x="527158" y="117018"/>
                </a:lnTo>
                <a:cubicBezTo>
                  <a:pt x="522543" y="122860"/>
                  <a:pt x="516808" y="127989"/>
                  <a:pt x="509953" y="132405"/>
                </a:cubicBezTo>
                <a:cubicBezTo>
                  <a:pt x="498279" y="139879"/>
                  <a:pt x="485621" y="143616"/>
                  <a:pt x="471978" y="143616"/>
                </a:cubicBezTo>
                <a:cubicBezTo>
                  <a:pt x="449581" y="143616"/>
                  <a:pt x="431798" y="136467"/>
                  <a:pt x="418631" y="122169"/>
                </a:cubicBezTo>
                <a:cubicBezTo>
                  <a:pt x="406482" y="108957"/>
                  <a:pt x="400408" y="92458"/>
                  <a:pt x="400408" y="72671"/>
                </a:cubicBezTo>
                <a:cubicBezTo>
                  <a:pt x="400408" y="52411"/>
                  <a:pt x="406822" y="35403"/>
                  <a:pt x="419649" y="21650"/>
                </a:cubicBezTo>
                <a:cubicBezTo>
                  <a:pt x="433156" y="7217"/>
                  <a:pt x="450735" y="0"/>
                  <a:pt x="472386" y="0"/>
                </a:cubicBezTo>
                <a:moveTo>
                  <a:pt x="471673" y="0"/>
                </a:moveTo>
                <a:lnTo>
                  <a:pt x="471673" y="0"/>
                </a:lnTo>
                <a:close/>
                <a:moveTo>
                  <a:pt x="593984" y="83894"/>
                </a:moveTo>
                <a:cubicBezTo>
                  <a:pt x="586179" y="86467"/>
                  <a:pt x="579731" y="89311"/>
                  <a:pt x="574641" y="92426"/>
                </a:cubicBezTo>
                <a:cubicBezTo>
                  <a:pt x="564867" y="98452"/>
                  <a:pt x="559980" y="105291"/>
                  <a:pt x="559980" y="112942"/>
                </a:cubicBezTo>
                <a:cubicBezTo>
                  <a:pt x="559980" y="119104"/>
                  <a:pt x="562017" y="123641"/>
                  <a:pt x="566089" y="126552"/>
                </a:cubicBezTo>
                <a:cubicBezTo>
                  <a:pt x="568736" y="128448"/>
                  <a:pt x="571688" y="129396"/>
                  <a:pt x="574946" y="129396"/>
                </a:cubicBezTo>
                <a:cubicBezTo>
                  <a:pt x="579426" y="129396"/>
                  <a:pt x="583719" y="128144"/>
                  <a:pt x="587825" y="125638"/>
                </a:cubicBezTo>
                <a:cubicBezTo>
                  <a:pt x="591931" y="123133"/>
                  <a:pt x="593984" y="119950"/>
                  <a:pt x="593984" y="116091"/>
                </a:cubicBezTo>
                <a:lnTo>
                  <a:pt x="593984" y="83894"/>
                </a:lnTo>
                <a:moveTo>
                  <a:pt x="541859" y="120017"/>
                </a:moveTo>
                <a:cubicBezTo>
                  <a:pt x="541859" y="110182"/>
                  <a:pt x="546779" y="101975"/>
                  <a:pt x="556621" y="95397"/>
                </a:cubicBezTo>
                <a:cubicBezTo>
                  <a:pt x="562865" y="91328"/>
                  <a:pt x="575319" y="85801"/>
                  <a:pt x="593984" y="78816"/>
                </a:cubicBezTo>
                <a:lnTo>
                  <a:pt x="593984" y="70183"/>
                </a:lnTo>
                <a:cubicBezTo>
                  <a:pt x="593984" y="63276"/>
                  <a:pt x="593305" y="58469"/>
                  <a:pt x="591948" y="55760"/>
                </a:cubicBezTo>
                <a:cubicBezTo>
                  <a:pt x="589640" y="51224"/>
                  <a:pt x="584855" y="48955"/>
                  <a:pt x="577593" y="48955"/>
                </a:cubicBezTo>
                <a:cubicBezTo>
                  <a:pt x="574132" y="48955"/>
                  <a:pt x="570840" y="49835"/>
                  <a:pt x="567718" y="51596"/>
                </a:cubicBezTo>
                <a:cubicBezTo>
                  <a:pt x="564596" y="53424"/>
                  <a:pt x="563035" y="55930"/>
                  <a:pt x="563035" y="59112"/>
                </a:cubicBezTo>
                <a:cubicBezTo>
                  <a:pt x="563035" y="59924"/>
                  <a:pt x="563204" y="61296"/>
                  <a:pt x="563544" y="63225"/>
                </a:cubicBezTo>
                <a:cubicBezTo>
                  <a:pt x="563883" y="65155"/>
                  <a:pt x="564053" y="66391"/>
                  <a:pt x="564053" y="66933"/>
                </a:cubicBezTo>
                <a:cubicBezTo>
                  <a:pt x="564053" y="70724"/>
                  <a:pt x="562797" y="73365"/>
                  <a:pt x="560286" y="74855"/>
                </a:cubicBezTo>
                <a:cubicBezTo>
                  <a:pt x="558861" y="75735"/>
                  <a:pt x="557164" y="76175"/>
                  <a:pt x="555195" y="76175"/>
                </a:cubicBezTo>
                <a:cubicBezTo>
                  <a:pt x="552141" y="76175"/>
                  <a:pt x="549800" y="75176"/>
                  <a:pt x="548171" y="73179"/>
                </a:cubicBezTo>
                <a:cubicBezTo>
                  <a:pt x="546542" y="71181"/>
                  <a:pt x="545727" y="68964"/>
                  <a:pt x="545727" y="66526"/>
                </a:cubicBezTo>
                <a:cubicBezTo>
                  <a:pt x="545727" y="61787"/>
                  <a:pt x="548663" y="56827"/>
                  <a:pt x="554534" y="51647"/>
                </a:cubicBezTo>
                <a:cubicBezTo>
                  <a:pt x="560405" y="46467"/>
                  <a:pt x="569007" y="43877"/>
                  <a:pt x="580342" y="43877"/>
                </a:cubicBezTo>
                <a:cubicBezTo>
                  <a:pt x="593509" y="43877"/>
                  <a:pt x="602434" y="48143"/>
                  <a:pt x="607117" y="56674"/>
                </a:cubicBezTo>
                <a:cubicBezTo>
                  <a:pt x="609629" y="61346"/>
                  <a:pt x="610884" y="68151"/>
                  <a:pt x="610884" y="77089"/>
                </a:cubicBezTo>
                <a:lnTo>
                  <a:pt x="610884" y="117818"/>
                </a:lnTo>
                <a:cubicBezTo>
                  <a:pt x="610884" y="121745"/>
                  <a:pt x="611156" y="124453"/>
                  <a:pt x="611699" y="125943"/>
                </a:cubicBezTo>
                <a:cubicBezTo>
                  <a:pt x="612581" y="128651"/>
                  <a:pt x="614414" y="130006"/>
                  <a:pt x="617196" y="130006"/>
                </a:cubicBezTo>
                <a:cubicBezTo>
                  <a:pt x="618757" y="130006"/>
                  <a:pt x="620047" y="129763"/>
                  <a:pt x="621065" y="129279"/>
                </a:cubicBezTo>
                <a:cubicBezTo>
                  <a:pt x="622083" y="128792"/>
                  <a:pt x="623848" y="127612"/>
                  <a:pt x="626359" y="125740"/>
                </a:cubicBezTo>
                <a:lnTo>
                  <a:pt x="626359" y="131113"/>
                </a:lnTo>
                <a:cubicBezTo>
                  <a:pt x="624187" y="133731"/>
                  <a:pt x="621846" y="135879"/>
                  <a:pt x="619334" y="137556"/>
                </a:cubicBezTo>
                <a:cubicBezTo>
                  <a:pt x="615534" y="140106"/>
                  <a:pt x="611665" y="141381"/>
                  <a:pt x="607728" y="141381"/>
                </a:cubicBezTo>
                <a:cubicBezTo>
                  <a:pt x="603113" y="141381"/>
                  <a:pt x="599770" y="139891"/>
                  <a:pt x="597700" y="136912"/>
                </a:cubicBezTo>
                <a:cubicBezTo>
                  <a:pt x="595630" y="133933"/>
                  <a:pt x="594493" y="130378"/>
                  <a:pt x="594290" y="126248"/>
                </a:cubicBezTo>
                <a:cubicBezTo>
                  <a:pt x="589131" y="130746"/>
                  <a:pt x="584720" y="134086"/>
                  <a:pt x="581055" y="136268"/>
                </a:cubicBezTo>
                <a:cubicBezTo>
                  <a:pt x="574878" y="139948"/>
                  <a:pt x="569007" y="141787"/>
                  <a:pt x="563442" y="141787"/>
                </a:cubicBezTo>
                <a:cubicBezTo>
                  <a:pt x="557605" y="141787"/>
                  <a:pt x="552548" y="139736"/>
                  <a:pt x="548273" y="135633"/>
                </a:cubicBezTo>
                <a:cubicBezTo>
                  <a:pt x="543997" y="131530"/>
                  <a:pt x="541859" y="126325"/>
                  <a:pt x="541859" y="120017"/>
                </a:cubicBezTo>
                <a:moveTo>
                  <a:pt x="580647" y="43877"/>
                </a:moveTo>
                <a:lnTo>
                  <a:pt x="580647" y="43877"/>
                </a:lnTo>
                <a:close/>
                <a:moveTo>
                  <a:pt x="638362" y="107864"/>
                </a:moveTo>
                <a:lnTo>
                  <a:pt x="641722" y="107864"/>
                </a:lnTo>
                <a:cubicBezTo>
                  <a:pt x="643283" y="115611"/>
                  <a:pt x="645387" y="121557"/>
                  <a:pt x="648034" y="125702"/>
                </a:cubicBezTo>
                <a:cubicBezTo>
                  <a:pt x="652785" y="133311"/>
                  <a:pt x="659742" y="137115"/>
                  <a:pt x="668904" y="137115"/>
                </a:cubicBezTo>
                <a:cubicBezTo>
                  <a:pt x="673995" y="137115"/>
                  <a:pt x="678016" y="135713"/>
                  <a:pt x="680969" y="132910"/>
                </a:cubicBezTo>
                <a:cubicBezTo>
                  <a:pt x="683921" y="130106"/>
                  <a:pt x="685397" y="126475"/>
                  <a:pt x="685397" y="122017"/>
                </a:cubicBezTo>
                <a:cubicBezTo>
                  <a:pt x="685397" y="119179"/>
                  <a:pt x="684549" y="116443"/>
                  <a:pt x="682852" y="113809"/>
                </a:cubicBezTo>
                <a:cubicBezTo>
                  <a:pt x="681155" y="111174"/>
                  <a:pt x="678169" y="108608"/>
                  <a:pt x="673893" y="106109"/>
                </a:cubicBezTo>
                <a:lnTo>
                  <a:pt x="662491" y="99621"/>
                </a:lnTo>
                <a:cubicBezTo>
                  <a:pt x="654142" y="95163"/>
                  <a:pt x="648000" y="90665"/>
                  <a:pt x="644063" y="86129"/>
                </a:cubicBezTo>
                <a:cubicBezTo>
                  <a:pt x="640127" y="81592"/>
                  <a:pt x="638158" y="76243"/>
                  <a:pt x="638158" y="70081"/>
                </a:cubicBezTo>
                <a:cubicBezTo>
                  <a:pt x="638158" y="62497"/>
                  <a:pt x="640873" y="56268"/>
                  <a:pt x="646303" y="51393"/>
                </a:cubicBezTo>
                <a:cubicBezTo>
                  <a:pt x="651733" y="46518"/>
                  <a:pt x="658554" y="44080"/>
                  <a:pt x="666766" y="44080"/>
                </a:cubicBezTo>
                <a:cubicBezTo>
                  <a:pt x="670364" y="44080"/>
                  <a:pt x="674317" y="44757"/>
                  <a:pt x="678627" y="46111"/>
                </a:cubicBezTo>
                <a:cubicBezTo>
                  <a:pt x="682937" y="47466"/>
                  <a:pt x="685363" y="48143"/>
                  <a:pt x="685906" y="48143"/>
                </a:cubicBezTo>
                <a:cubicBezTo>
                  <a:pt x="687128" y="48143"/>
                  <a:pt x="688010" y="47982"/>
                  <a:pt x="688553" y="47660"/>
                </a:cubicBezTo>
                <a:cubicBezTo>
                  <a:pt x="689096" y="47337"/>
                  <a:pt x="689571" y="46820"/>
                  <a:pt x="689979" y="46111"/>
                </a:cubicBezTo>
                <a:lnTo>
                  <a:pt x="692422" y="46111"/>
                </a:lnTo>
                <a:lnTo>
                  <a:pt x="693135" y="74550"/>
                </a:lnTo>
                <a:lnTo>
                  <a:pt x="689979" y="74550"/>
                </a:lnTo>
                <a:cubicBezTo>
                  <a:pt x="688621" y="67957"/>
                  <a:pt x="686789" y="62824"/>
                  <a:pt x="684481" y="59153"/>
                </a:cubicBezTo>
                <a:cubicBezTo>
                  <a:pt x="680273" y="52355"/>
                  <a:pt x="674198" y="48955"/>
                  <a:pt x="666257" y="48955"/>
                </a:cubicBezTo>
                <a:cubicBezTo>
                  <a:pt x="661506" y="48955"/>
                  <a:pt x="657773" y="50408"/>
                  <a:pt x="655059" y="53313"/>
                </a:cubicBezTo>
                <a:cubicBezTo>
                  <a:pt x="652344" y="56218"/>
                  <a:pt x="650986" y="59630"/>
                  <a:pt x="650986" y="63549"/>
                </a:cubicBezTo>
                <a:cubicBezTo>
                  <a:pt x="650986" y="69764"/>
                  <a:pt x="655669" y="75303"/>
                  <a:pt x="665036" y="80168"/>
                </a:cubicBezTo>
                <a:lnTo>
                  <a:pt x="678474" y="87363"/>
                </a:lnTo>
                <a:cubicBezTo>
                  <a:pt x="692931" y="95199"/>
                  <a:pt x="700159" y="104331"/>
                  <a:pt x="700159" y="114761"/>
                </a:cubicBezTo>
                <a:cubicBezTo>
                  <a:pt x="700159" y="122755"/>
                  <a:pt x="697156" y="129293"/>
                  <a:pt x="691149" y="134373"/>
                </a:cubicBezTo>
                <a:cubicBezTo>
                  <a:pt x="685143" y="139451"/>
                  <a:pt x="677287" y="141991"/>
                  <a:pt x="667581" y="141991"/>
                </a:cubicBezTo>
                <a:cubicBezTo>
                  <a:pt x="663509" y="141991"/>
                  <a:pt x="658893" y="141313"/>
                  <a:pt x="653735" y="139959"/>
                </a:cubicBezTo>
                <a:cubicBezTo>
                  <a:pt x="648577" y="138605"/>
                  <a:pt x="645523" y="137928"/>
                  <a:pt x="644572" y="137928"/>
                </a:cubicBezTo>
                <a:cubicBezTo>
                  <a:pt x="643758" y="137928"/>
                  <a:pt x="643045" y="138206"/>
                  <a:pt x="642434" y="138763"/>
                </a:cubicBezTo>
                <a:cubicBezTo>
                  <a:pt x="641824" y="139317"/>
                  <a:pt x="641348" y="139987"/>
                  <a:pt x="641009" y="140772"/>
                </a:cubicBezTo>
                <a:lnTo>
                  <a:pt x="638362" y="140772"/>
                </a:lnTo>
                <a:lnTo>
                  <a:pt x="638362" y="107864"/>
                </a:lnTo>
                <a:moveTo>
                  <a:pt x="668192" y="44080"/>
                </a:moveTo>
                <a:lnTo>
                  <a:pt x="668192" y="44080"/>
                </a:lnTo>
                <a:close/>
                <a:moveTo>
                  <a:pt x="755738" y="44893"/>
                </a:moveTo>
                <a:cubicBezTo>
                  <a:pt x="765308" y="44893"/>
                  <a:pt x="773690" y="48193"/>
                  <a:pt x="780884" y="54795"/>
                </a:cubicBezTo>
                <a:cubicBezTo>
                  <a:pt x="788079" y="61397"/>
                  <a:pt x="791676" y="70758"/>
                  <a:pt x="791676" y="82879"/>
                </a:cubicBezTo>
                <a:lnTo>
                  <a:pt x="727028" y="82879"/>
                </a:lnTo>
                <a:cubicBezTo>
                  <a:pt x="727707" y="98518"/>
                  <a:pt x="731270" y="109910"/>
                  <a:pt x="737718" y="117056"/>
                </a:cubicBezTo>
                <a:cubicBezTo>
                  <a:pt x="744166" y="124199"/>
                  <a:pt x="751801" y="127771"/>
                  <a:pt x="760625" y="127771"/>
                </a:cubicBezTo>
                <a:cubicBezTo>
                  <a:pt x="767751" y="127771"/>
                  <a:pt x="773758" y="125918"/>
                  <a:pt x="778644" y="122210"/>
                </a:cubicBezTo>
                <a:cubicBezTo>
                  <a:pt x="783531" y="118503"/>
                  <a:pt x="788045" y="113245"/>
                  <a:pt x="792185" y="106436"/>
                </a:cubicBezTo>
                <a:lnTo>
                  <a:pt x="795748" y="107651"/>
                </a:lnTo>
                <a:cubicBezTo>
                  <a:pt x="792965" y="116278"/>
                  <a:pt x="787756" y="124260"/>
                  <a:pt x="780121" y="131596"/>
                </a:cubicBezTo>
                <a:cubicBezTo>
                  <a:pt x="772485" y="138932"/>
                  <a:pt x="763136" y="142600"/>
                  <a:pt x="752073" y="142600"/>
                </a:cubicBezTo>
                <a:cubicBezTo>
                  <a:pt x="739313" y="142600"/>
                  <a:pt x="729454" y="137792"/>
                  <a:pt x="722498" y="128177"/>
                </a:cubicBezTo>
                <a:cubicBezTo>
                  <a:pt x="715541" y="118562"/>
                  <a:pt x="712062" y="107492"/>
                  <a:pt x="712062" y="94965"/>
                </a:cubicBezTo>
                <a:cubicBezTo>
                  <a:pt x="712062" y="81355"/>
                  <a:pt x="716101" y="69607"/>
                  <a:pt x="724177" y="59721"/>
                </a:cubicBezTo>
                <a:cubicBezTo>
                  <a:pt x="732254" y="49835"/>
                  <a:pt x="742774" y="44893"/>
                  <a:pt x="755738" y="44893"/>
                </a:cubicBezTo>
                <a:moveTo>
                  <a:pt x="749833" y="52409"/>
                </a:moveTo>
                <a:cubicBezTo>
                  <a:pt x="742096" y="52409"/>
                  <a:pt x="736191" y="55813"/>
                  <a:pt x="732118" y="62622"/>
                </a:cubicBezTo>
                <a:cubicBezTo>
                  <a:pt x="729946" y="66264"/>
                  <a:pt x="728385" y="70849"/>
                  <a:pt x="727435" y="76378"/>
                </a:cubicBezTo>
                <a:lnTo>
                  <a:pt x="770398" y="76378"/>
                </a:lnTo>
                <a:cubicBezTo>
                  <a:pt x="769651" y="69637"/>
                  <a:pt x="768362" y="64613"/>
                  <a:pt x="766529" y="61308"/>
                </a:cubicBezTo>
                <a:cubicBezTo>
                  <a:pt x="763204" y="55375"/>
                  <a:pt x="757638" y="52409"/>
                  <a:pt x="749833" y="52409"/>
                </a:cubicBezTo>
                <a:moveTo>
                  <a:pt x="754414" y="44893"/>
                </a:moveTo>
                <a:lnTo>
                  <a:pt x="754414" y="44893"/>
                </a:lnTo>
                <a:close/>
                <a:moveTo>
                  <a:pt x="812127" y="107864"/>
                </a:moveTo>
                <a:lnTo>
                  <a:pt x="815487" y="107864"/>
                </a:lnTo>
                <a:cubicBezTo>
                  <a:pt x="817048" y="115611"/>
                  <a:pt x="819152" y="121557"/>
                  <a:pt x="821799" y="125702"/>
                </a:cubicBezTo>
                <a:cubicBezTo>
                  <a:pt x="826550" y="133311"/>
                  <a:pt x="833507" y="137115"/>
                  <a:pt x="842670" y="137115"/>
                </a:cubicBezTo>
                <a:cubicBezTo>
                  <a:pt x="847760" y="137115"/>
                  <a:pt x="851781" y="135713"/>
                  <a:pt x="854734" y="132910"/>
                </a:cubicBezTo>
                <a:cubicBezTo>
                  <a:pt x="857686" y="130106"/>
                  <a:pt x="859162" y="126475"/>
                  <a:pt x="859162" y="122017"/>
                </a:cubicBezTo>
                <a:cubicBezTo>
                  <a:pt x="859162" y="119179"/>
                  <a:pt x="858314" y="116443"/>
                  <a:pt x="856617" y="113809"/>
                </a:cubicBezTo>
                <a:cubicBezTo>
                  <a:pt x="854920" y="111174"/>
                  <a:pt x="851934" y="108608"/>
                  <a:pt x="847658" y="106109"/>
                </a:cubicBezTo>
                <a:lnTo>
                  <a:pt x="836256" y="99621"/>
                </a:lnTo>
                <a:cubicBezTo>
                  <a:pt x="827907" y="95163"/>
                  <a:pt x="821765" y="90665"/>
                  <a:pt x="817828" y="86129"/>
                </a:cubicBezTo>
                <a:cubicBezTo>
                  <a:pt x="813892" y="81592"/>
                  <a:pt x="811924" y="76243"/>
                  <a:pt x="811924" y="70081"/>
                </a:cubicBezTo>
                <a:cubicBezTo>
                  <a:pt x="811924" y="62497"/>
                  <a:pt x="814638" y="56268"/>
                  <a:pt x="820068" y="51393"/>
                </a:cubicBezTo>
                <a:cubicBezTo>
                  <a:pt x="825498" y="46518"/>
                  <a:pt x="832319" y="44080"/>
                  <a:pt x="840532" y="44080"/>
                </a:cubicBezTo>
                <a:cubicBezTo>
                  <a:pt x="844129" y="44080"/>
                  <a:pt x="848082" y="44757"/>
                  <a:pt x="852392" y="46111"/>
                </a:cubicBezTo>
                <a:cubicBezTo>
                  <a:pt x="856702" y="47466"/>
                  <a:pt x="859128" y="48143"/>
                  <a:pt x="859671" y="48143"/>
                </a:cubicBezTo>
                <a:cubicBezTo>
                  <a:pt x="860893" y="48143"/>
                  <a:pt x="861775" y="47982"/>
                  <a:pt x="862318" y="47660"/>
                </a:cubicBezTo>
                <a:cubicBezTo>
                  <a:pt x="862861" y="47337"/>
                  <a:pt x="863337" y="46820"/>
                  <a:pt x="863744" y="46111"/>
                </a:cubicBezTo>
                <a:lnTo>
                  <a:pt x="866187" y="46111"/>
                </a:lnTo>
                <a:lnTo>
                  <a:pt x="866900" y="74550"/>
                </a:lnTo>
                <a:lnTo>
                  <a:pt x="863744" y="74550"/>
                </a:lnTo>
                <a:cubicBezTo>
                  <a:pt x="862386" y="67957"/>
                  <a:pt x="860554" y="62824"/>
                  <a:pt x="858246" y="59153"/>
                </a:cubicBezTo>
                <a:cubicBezTo>
                  <a:pt x="854038" y="52355"/>
                  <a:pt x="847964" y="48955"/>
                  <a:pt x="840023" y="48955"/>
                </a:cubicBezTo>
                <a:cubicBezTo>
                  <a:pt x="835272" y="48955"/>
                  <a:pt x="831539" y="50408"/>
                  <a:pt x="828824" y="53313"/>
                </a:cubicBezTo>
                <a:cubicBezTo>
                  <a:pt x="826109" y="56218"/>
                  <a:pt x="824751" y="59630"/>
                  <a:pt x="824751" y="63549"/>
                </a:cubicBezTo>
                <a:cubicBezTo>
                  <a:pt x="824751" y="69764"/>
                  <a:pt x="829435" y="75303"/>
                  <a:pt x="838801" y="80168"/>
                </a:cubicBezTo>
                <a:lnTo>
                  <a:pt x="852239" y="87363"/>
                </a:lnTo>
                <a:cubicBezTo>
                  <a:pt x="866696" y="95199"/>
                  <a:pt x="873925" y="104331"/>
                  <a:pt x="873925" y="114761"/>
                </a:cubicBezTo>
                <a:cubicBezTo>
                  <a:pt x="873925" y="122755"/>
                  <a:pt x="870921" y="129293"/>
                  <a:pt x="864915" y="134373"/>
                </a:cubicBezTo>
                <a:cubicBezTo>
                  <a:pt x="858908" y="139451"/>
                  <a:pt x="851052" y="141991"/>
                  <a:pt x="841346" y="141991"/>
                </a:cubicBezTo>
                <a:cubicBezTo>
                  <a:pt x="837274" y="141991"/>
                  <a:pt x="832658" y="141313"/>
                  <a:pt x="827500" y="139959"/>
                </a:cubicBezTo>
                <a:cubicBezTo>
                  <a:pt x="822342" y="138605"/>
                  <a:pt x="819288" y="137928"/>
                  <a:pt x="818337" y="137928"/>
                </a:cubicBezTo>
                <a:cubicBezTo>
                  <a:pt x="817523" y="137928"/>
                  <a:pt x="816810" y="138206"/>
                  <a:pt x="816200" y="138763"/>
                </a:cubicBezTo>
                <a:cubicBezTo>
                  <a:pt x="815589" y="139317"/>
                  <a:pt x="815114" y="139987"/>
                  <a:pt x="814774" y="140772"/>
                </a:cubicBezTo>
                <a:lnTo>
                  <a:pt x="812127" y="140772"/>
                </a:lnTo>
                <a:lnTo>
                  <a:pt x="812127" y="107864"/>
                </a:lnTo>
                <a:moveTo>
                  <a:pt x="841957" y="44080"/>
                </a:moveTo>
                <a:lnTo>
                  <a:pt x="841957" y="440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b6926adb94202"/>
          <a:stretch xmlns:a="http://schemas.openxmlformats.org/drawingml/2006/main"/>
        </p:blipFill>
        <p:spPr>
          <a:xfrm xmlns:a="http://schemas.openxmlformats.org/drawingml/2006/main">
            <a:off x="13808314" y="1055038"/>
            <a:ext cx="433352" cy="433352"/>
          </a:xfrm>
          <a:prstGeom xmlns:a="http://schemas.openxmlformats.org/drawingml/2006/main" prst="rect">
            <a:avLst/>
          </a:prstGeom>
        </p:spPr>
      </p:pic>
      <p:sp>
        <p:nvSpPr>
          <p:cNvPr id="8" name="Text Consistent">
            <a:extLst xmlns:a="http://schemas.openxmlformats.org/drawingml/2006/main">
              <a:ext uri="{FF2B5EF4-FFF2-40B4-BE49-F238E27FC236}">
                <a16:creationId xmlns:a16="http://schemas.microsoft.com/office/drawing/2014/main" id="{E5663412-F814-46C1-9ACB-2C66453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3856" y="2377982"/>
            <a:ext cx="876106" cy="145241"/>
          </a:xfrm>
          <a:custGeom xmlns:a="http://schemas.openxmlformats.org/drawingml/2006/main">
            <a:pathLst>
              <a:path w="876106" h="145241">
                <a:moveTo>
                  <a:pt x="71978" y="1625"/>
                </a:moveTo>
                <a:cubicBezTo>
                  <a:pt x="79512" y="1625"/>
                  <a:pt x="87249" y="2742"/>
                  <a:pt x="95190" y="4977"/>
                </a:cubicBezTo>
                <a:cubicBezTo>
                  <a:pt x="103131" y="7211"/>
                  <a:pt x="107577" y="8328"/>
                  <a:pt x="108527" y="8328"/>
                </a:cubicBezTo>
                <a:cubicBezTo>
                  <a:pt x="110495" y="8328"/>
                  <a:pt x="112362" y="7787"/>
                  <a:pt x="114126" y="6703"/>
                </a:cubicBezTo>
                <a:cubicBezTo>
                  <a:pt x="115891" y="5620"/>
                  <a:pt x="117113" y="3927"/>
                  <a:pt x="117792" y="1625"/>
                </a:cubicBezTo>
                <a:lnTo>
                  <a:pt x="122169" y="1625"/>
                </a:lnTo>
                <a:lnTo>
                  <a:pt x="124104" y="48346"/>
                </a:lnTo>
                <a:lnTo>
                  <a:pt x="119319" y="48346"/>
                </a:lnTo>
                <a:cubicBezTo>
                  <a:pt x="116536" y="39095"/>
                  <a:pt x="112905" y="31633"/>
                  <a:pt x="108425" y="25960"/>
                </a:cubicBezTo>
                <a:cubicBezTo>
                  <a:pt x="99873" y="15289"/>
                  <a:pt x="88369" y="9954"/>
                  <a:pt x="73912" y="9954"/>
                </a:cubicBezTo>
                <a:cubicBezTo>
                  <a:pt x="59320" y="9954"/>
                  <a:pt x="47391" y="15705"/>
                  <a:pt x="38127" y="27207"/>
                </a:cubicBezTo>
                <a:cubicBezTo>
                  <a:pt x="28862" y="38708"/>
                  <a:pt x="24230" y="54539"/>
                  <a:pt x="24230" y="74702"/>
                </a:cubicBezTo>
                <a:cubicBezTo>
                  <a:pt x="24230" y="93238"/>
                  <a:pt x="29100" y="108038"/>
                  <a:pt x="38840" y="119100"/>
                </a:cubicBezTo>
                <a:cubicBezTo>
                  <a:pt x="48579" y="130162"/>
                  <a:pt x="60915" y="135693"/>
                  <a:pt x="75847" y="135693"/>
                </a:cubicBezTo>
                <a:cubicBezTo>
                  <a:pt x="86638" y="135693"/>
                  <a:pt x="96582" y="133121"/>
                  <a:pt x="105676" y="127977"/>
                </a:cubicBezTo>
                <a:cubicBezTo>
                  <a:pt x="110903" y="125068"/>
                  <a:pt x="116638" y="120670"/>
                  <a:pt x="122882" y="114783"/>
                </a:cubicBezTo>
                <a:lnTo>
                  <a:pt x="126751" y="118643"/>
                </a:lnTo>
                <a:cubicBezTo>
                  <a:pt x="122135" y="124485"/>
                  <a:pt x="116400" y="129614"/>
                  <a:pt x="109545" y="134030"/>
                </a:cubicBezTo>
                <a:cubicBezTo>
                  <a:pt x="97871" y="141504"/>
                  <a:pt x="85213" y="145241"/>
                  <a:pt x="71571" y="145241"/>
                </a:cubicBezTo>
                <a:cubicBezTo>
                  <a:pt x="49173" y="145241"/>
                  <a:pt x="31391" y="138092"/>
                  <a:pt x="18224" y="123794"/>
                </a:cubicBezTo>
                <a:cubicBezTo>
                  <a:pt x="6075" y="110582"/>
                  <a:pt x="0" y="94083"/>
                  <a:pt x="0" y="74296"/>
                </a:cubicBezTo>
                <a:cubicBezTo>
                  <a:pt x="0" y="54036"/>
                  <a:pt x="6414" y="37029"/>
                  <a:pt x="19242" y="23275"/>
                </a:cubicBezTo>
                <a:cubicBezTo>
                  <a:pt x="32748" y="8842"/>
                  <a:pt x="50327" y="1625"/>
                  <a:pt x="71978" y="1625"/>
                </a:cubicBezTo>
                <a:moveTo>
                  <a:pt x="71265" y="1625"/>
                </a:moveTo>
                <a:lnTo>
                  <a:pt x="71265" y="1625"/>
                </a:lnTo>
                <a:close/>
                <a:moveTo>
                  <a:pt x="139110" y="94711"/>
                </a:moveTo>
                <a:cubicBezTo>
                  <a:pt x="139110" y="81222"/>
                  <a:pt x="143403" y="69818"/>
                  <a:pt x="151989" y="60499"/>
                </a:cubicBezTo>
                <a:cubicBezTo>
                  <a:pt x="160575" y="51178"/>
                  <a:pt x="171621" y="46518"/>
                  <a:pt x="185127" y="46518"/>
                </a:cubicBezTo>
                <a:cubicBezTo>
                  <a:pt x="198566" y="46518"/>
                  <a:pt x="209697" y="50924"/>
                  <a:pt x="218520" y="59737"/>
                </a:cubicBezTo>
                <a:cubicBezTo>
                  <a:pt x="227343" y="68548"/>
                  <a:pt x="231755" y="80274"/>
                  <a:pt x="231755" y="94914"/>
                </a:cubicBezTo>
                <a:cubicBezTo>
                  <a:pt x="231755" y="108401"/>
                  <a:pt x="227479" y="120127"/>
                  <a:pt x="218927" y="130091"/>
                </a:cubicBezTo>
                <a:cubicBezTo>
                  <a:pt x="210375" y="140055"/>
                  <a:pt x="199312" y="145038"/>
                  <a:pt x="185738" y="145038"/>
                </a:cubicBezTo>
                <a:cubicBezTo>
                  <a:pt x="172707" y="145038"/>
                  <a:pt x="161677" y="140260"/>
                  <a:pt x="152650" y="130704"/>
                </a:cubicBezTo>
                <a:cubicBezTo>
                  <a:pt x="143624" y="121146"/>
                  <a:pt x="139110" y="109148"/>
                  <a:pt x="139110" y="94711"/>
                </a:cubicBezTo>
                <a:moveTo>
                  <a:pt x="182277" y="52612"/>
                </a:moveTo>
                <a:cubicBezTo>
                  <a:pt x="176915" y="52612"/>
                  <a:pt x="172265" y="54372"/>
                  <a:pt x="168329" y="57893"/>
                </a:cubicBezTo>
                <a:cubicBezTo>
                  <a:pt x="161542" y="64055"/>
                  <a:pt x="158148" y="74686"/>
                  <a:pt x="158148" y="89785"/>
                </a:cubicBezTo>
                <a:cubicBezTo>
                  <a:pt x="158148" y="101838"/>
                  <a:pt x="160880" y="113078"/>
                  <a:pt x="166344" y="123505"/>
                </a:cubicBezTo>
                <a:cubicBezTo>
                  <a:pt x="171807" y="133933"/>
                  <a:pt x="179392" y="139147"/>
                  <a:pt x="189098" y="139147"/>
                </a:cubicBezTo>
                <a:cubicBezTo>
                  <a:pt x="196699" y="139147"/>
                  <a:pt x="202553" y="135660"/>
                  <a:pt x="206659" y="128685"/>
                </a:cubicBezTo>
                <a:cubicBezTo>
                  <a:pt x="210766" y="121711"/>
                  <a:pt x="212819" y="112570"/>
                  <a:pt x="212819" y="101262"/>
                </a:cubicBezTo>
                <a:cubicBezTo>
                  <a:pt x="212819" y="89548"/>
                  <a:pt x="210206" y="78511"/>
                  <a:pt x="204980" y="68151"/>
                </a:cubicBezTo>
                <a:cubicBezTo>
                  <a:pt x="199754" y="57792"/>
                  <a:pt x="192186" y="52612"/>
                  <a:pt x="182277" y="52612"/>
                </a:cubicBezTo>
                <a:moveTo>
                  <a:pt x="186043" y="46518"/>
                </a:moveTo>
                <a:lnTo>
                  <a:pt x="186043" y="46518"/>
                </a:lnTo>
                <a:close/>
                <a:moveTo>
                  <a:pt x="241835" y="138944"/>
                </a:moveTo>
                <a:cubicBezTo>
                  <a:pt x="246653" y="138343"/>
                  <a:pt x="250030" y="137157"/>
                  <a:pt x="251964" y="135385"/>
                </a:cubicBezTo>
                <a:cubicBezTo>
                  <a:pt x="253899" y="133614"/>
                  <a:pt x="254866" y="129654"/>
                  <a:pt x="254866" y="123505"/>
                </a:cubicBezTo>
                <a:lnTo>
                  <a:pt x="254866" y="71706"/>
                </a:lnTo>
                <a:cubicBezTo>
                  <a:pt x="254866" y="67443"/>
                  <a:pt x="254459" y="64444"/>
                  <a:pt x="253644" y="62711"/>
                </a:cubicBezTo>
                <a:cubicBezTo>
                  <a:pt x="252355" y="60176"/>
                  <a:pt x="249708" y="58909"/>
                  <a:pt x="245703" y="58909"/>
                </a:cubicBezTo>
                <a:cubicBezTo>
                  <a:pt x="245092" y="58909"/>
                  <a:pt x="244465" y="58943"/>
                  <a:pt x="243820" y="59010"/>
                </a:cubicBezTo>
                <a:cubicBezTo>
                  <a:pt x="243175" y="59078"/>
                  <a:pt x="242377" y="59180"/>
                  <a:pt x="241427" y="59315"/>
                </a:cubicBezTo>
                <a:lnTo>
                  <a:pt x="241427" y="55659"/>
                </a:lnTo>
                <a:cubicBezTo>
                  <a:pt x="244210" y="54838"/>
                  <a:pt x="250794" y="52716"/>
                  <a:pt x="261178" y="49295"/>
                </a:cubicBezTo>
                <a:lnTo>
                  <a:pt x="270748" y="46111"/>
                </a:lnTo>
                <a:cubicBezTo>
                  <a:pt x="271223" y="46111"/>
                  <a:pt x="271511" y="46277"/>
                  <a:pt x="271613" y="46610"/>
                </a:cubicBezTo>
                <a:cubicBezTo>
                  <a:pt x="271715" y="46942"/>
                  <a:pt x="271766" y="47407"/>
                  <a:pt x="271766" y="48006"/>
                </a:cubicBezTo>
                <a:lnTo>
                  <a:pt x="271766" y="62787"/>
                </a:lnTo>
                <a:cubicBezTo>
                  <a:pt x="278010" y="56922"/>
                  <a:pt x="282897" y="52898"/>
                  <a:pt x="286426" y="50717"/>
                </a:cubicBezTo>
                <a:cubicBezTo>
                  <a:pt x="291720" y="47376"/>
                  <a:pt x="297218" y="45705"/>
                  <a:pt x="302919" y="45705"/>
                </a:cubicBezTo>
                <a:cubicBezTo>
                  <a:pt x="307534" y="45705"/>
                  <a:pt x="311742" y="47031"/>
                  <a:pt x="315543" y="49682"/>
                </a:cubicBezTo>
                <a:cubicBezTo>
                  <a:pt x="322873" y="54847"/>
                  <a:pt x="326539" y="64057"/>
                  <a:pt x="326539" y="77311"/>
                </a:cubicBezTo>
                <a:lnTo>
                  <a:pt x="326539" y="124927"/>
                </a:lnTo>
                <a:cubicBezTo>
                  <a:pt x="326539" y="129838"/>
                  <a:pt x="327523" y="133386"/>
                  <a:pt x="329491" y="135570"/>
                </a:cubicBezTo>
                <a:cubicBezTo>
                  <a:pt x="331459" y="137751"/>
                  <a:pt x="334751" y="138876"/>
                  <a:pt x="339366" y="138944"/>
                </a:cubicBezTo>
                <a:lnTo>
                  <a:pt x="339366" y="141787"/>
                </a:lnTo>
                <a:lnTo>
                  <a:pt x="295894" y="141787"/>
                </a:lnTo>
                <a:lnTo>
                  <a:pt x="295894" y="138944"/>
                </a:lnTo>
                <a:cubicBezTo>
                  <a:pt x="300849" y="138262"/>
                  <a:pt x="304311" y="136884"/>
                  <a:pt x="306279" y="134808"/>
                </a:cubicBezTo>
                <a:cubicBezTo>
                  <a:pt x="308247" y="132730"/>
                  <a:pt x="309231" y="128218"/>
                  <a:pt x="309231" y="121271"/>
                </a:cubicBezTo>
                <a:lnTo>
                  <a:pt x="309231" y="77762"/>
                </a:lnTo>
                <a:cubicBezTo>
                  <a:pt x="309231" y="71922"/>
                  <a:pt x="308145" y="67083"/>
                  <a:pt x="305973" y="63244"/>
                </a:cubicBezTo>
                <a:cubicBezTo>
                  <a:pt x="303801" y="59406"/>
                  <a:pt x="299797" y="57487"/>
                  <a:pt x="293960" y="57487"/>
                </a:cubicBezTo>
                <a:cubicBezTo>
                  <a:pt x="289956" y="57487"/>
                  <a:pt x="285883" y="58845"/>
                  <a:pt x="281743" y="61562"/>
                </a:cubicBezTo>
                <a:cubicBezTo>
                  <a:pt x="279436" y="63126"/>
                  <a:pt x="276449" y="65708"/>
                  <a:pt x="272784" y="69310"/>
                </a:cubicBezTo>
                <a:lnTo>
                  <a:pt x="272784" y="126349"/>
                </a:lnTo>
                <a:cubicBezTo>
                  <a:pt x="272784" y="131265"/>
                  <a:pt x="273870" y="134558"/>
                  <a:pt x="276042" y="136230"/>
                </a:cubicBezTo>
                <a:cubicBezTo>
                  <a:pt x="278214" y="137901"/>
                  <a:pt x="281641" y="138806"/>
                  <a:pt x="286324" y="138944"/>
                </a:cubicBezTo>
                <a:lnTo>
                  <a:pt x="286324" y="141787"/>
                </a:lnTo>
                <a:lnTo>
                  <a:pt x="241835" y="141787"/>
                </a:lnTo>
                <a:lnTo>
                  <a:pt x="241835" y="138944"/>
                </a:lnTo>
                <a:moveTo>
                  <a:pt x="290295" y="46111"/>
                </a:moveTo>
                <a:lnTo>
                  <a:pt x="290295" y="46111"/>
                </a:lnTo>
                <a:close/>
                <a:moveTo>
                  <a:pt x="353110" y="109489"/>
                </a:moveTo>
                <a:lnTo>
                  <a:pt x="356469" y="109489"/>
                </a:lnTo>
                <a:cubicBezTo>
                  <a:pt x="358030" y="117236"/>
                  <a:pt x="360134" y="123182"/>
                  <a:pt x="362781" y="127327"/>
                </a:cubicBezTo>
                <a:cubicBezTo>
                  <a:pt x="367532" y="134936"/>
                  <a:pt x="374489" y="138740"/>
                  <a:pt x="383652" y="138740"/>
                </a:cubicBezTo>
                <a:cubicBezTo>
                  <a:pt x="388742" y="138740"/>
                  <a:pt x="392764" y="137339"/>
                  <a:pt x="395716" y="134535"/>
                </a:cubicBezTo>
                <a:cubicBezTo>
                  <a:pt x="398669" y="131731"/>
                  <a:pt x="400145" y="128100"/>
                  <a:pt x="400145" y="123642"/>
                </a:cubicBezTo>
                <a:cubicBezTo>
                  <a:pt x="400145" y="120804"/>
                  <a:pt x="399296" y="118068"/>
                  <a:pt x="397600" y="115434"/>
                </a:cubicBezTo>
                <a:cubicBezTo>
                  <a:pt x="395903" y="112800"/>
                  <a:pt x="392917" y="110233"/>
                  <a:pt x="388641" y="107734"/>
                </a:cubicBezTo>
                <a:lnTo>
                  <a:pt x="377238" y="101246"/>
                </a:lnTo>
                <a:cubicBezTo>
                  <a:pt x="368890" y="96788"/>
                  <a:pt x="362748" y="92290"/>
                  <a:pt x="358811" y="87754"/>
                </a:cubicBezTo>
                <a:cubicBezTo>
                  <a:pt x="354874" y="83217"/>
                  <a:pt x="352906" y="77868"/>
                  <a:pt x="352906" y="71706"/>
                </a:cubicBezTo>
                <a:cubicBezTo>
                  <a:pt x="352906" y="64123"/>
                  <a:pt x="355621" y="57893"/>
                  <a:pt x="361051" y="53018"/>
                </a:cubicBezTo>
                <a:cubicBezTo>
                  <a:pt x="366480" y="48143"/>
                  <a:pt x="373302" y="45705"/>
                  <a:pt x="381514" y="45705"/>
                </a:cubicBezTo>
                <a:cubicBezTo>
                  <a:pt x="385111" y="45705"/>
                  <a:pt x="389065" y="46382"/>
                  <a:pt x="393375" y="47736"/>
                </a:cubicBezTo>
                <a:cubicBezTo>
                  <a:pt x="397685" y="49091"/>
                  <a:pt x="400111" y="49768"/>
                  <a:pt x="400654" y="49768"/>
                </a:cubicBezTo>
                <a:cubicBezTo>
                  <a:pt x="401876" y="49768"/>
                  <a:pt x="402758" y="49607"/>
                  <a:pt x="403301" y="49285"/>
                </a:cubicBezTo>
                <a:cubicBezTo>
                  <a:pt x="403844" y="48962"/>
                  <a:pt x="404319" y="48445"/>
                  <a:pt x="404726" y="47736"/>
                </a:cubicBezTo>
                <a:lnTo>
                  <a:pt x="407170" y="47736"/>
                </a:lnTo>
                <a:lnTo>
                  <a:pt x="407882" y="76175"/>
                </a:lnTo>
                <a:lnTo>
                  <a:pt x="404726" y="76175"/>
                </a:lnTo>
                <a:cubicBezTo>
                  <a:pt x="403369" y="69582"/>
                  <a:pt x="401536" y="64449"/>
                  <a:pt x="399229" y="60778"/>
                </a:cubicBezTo>
                <a:cubicBezTo>
                  <a:pt x="395021" y="53980"/>
                  <a:pt x="388946" y="50580"/>
                  <a:pt x="381005" y="50580"/>
                </a:cubicBezTo>
                <a:cubicBezTo>
                  <a:pt x="376254" y="50580"/>
                  <a:pt x="372521" y="52033"/>
                  <a:pt x="369806" y="54938"/>
                </a:cubicBezTo>
                <a:cubicBezTo>
                  <a:pt x="367091" y="57843"/>
                  <a:pt x="365734" y="61255"/>
                  <a:pt x="365734" y="65174"/>
                </a:cubicBezTo>
                <a:cubicBezTo>
                  <a:pt x="365734" y="71389"/>
                  <a:pt x="370417" y="76928"/>
                  <a:pt x="379783" y="81793"/>
                </a:cubicBezTo>
                <a:lnTo>
                  <a:pt x="393222" y="88988"/>
                </a:lnTo>
                <a:cubicBezTo>
                  <a:pt x="407679" y="96824"/>
                  <a:pt x="414907" y="105956"/>
                  <a:pt x="414907" y="116386"/>
                </a:cubicBezTo>
                <a:cubicBezTo>
                  <a:pt x="414907" y="124380"/>
                  <a:pt x="411904" y="130918"/>
                  <a:pt x="405897" y="135998"/>
                </a:cubicBezTo>
                <a:cubicBezTo>
                  <a:pt x="399890" y="141076"/>
                  <a:pt x="392034" y="143616"/>
                  <a:pt x="382329" y="143616"/>
                </a:cubicBezTo>
                <a:cubicBezTo>
                  <a:pt x="378256" y="143616"/>
                  <a:pt x="373641" y="142938"/>
                  <a:pt x="368483" y="141584"/>
                </a:cubicBezTo>
                <a:cubicBezTo>
                  <a:pt x="363324" y="140230"/>
                  <a:pt x="360270" y="139553"/>
                  <a:pt x="359320" y="139553"/>
                </a:cubicBezTo>
                <a:cubicBezTo>
                  <a:pt x="358506" y="139553"/>
                  <a:pt x="357793" y="139831"/>
                  <a:pt x="357182" y="140388"/>
                </a:cubicBezTo>
                <a:cubicBezTo>
                  <a:pt x="356571" y="140942"/>
                  <a:pt x="356096" y="141612"/>
                  <a:pt x="355757" y="142397"/>
                </a:cubicBezTo>
                <a:lnTo>
                  <a:pt x="353110" y="142397"/>
                </a:lnTo>
                <a:lnTo>
                  <a:pt x="353110" y="109489"/>
                </a:lnTo>
                <a:moveTo>
                  <a:pt x="382939" y="45705"/>
                </a:moveTo>
                <a:lnTo>
                  <a:pt x="382939" y="45705"/>
                </a:lnTo>
                <a:close/>
                <a:moveTo>
                  <a:pt x="439779" y="10614"/>
                </a:moveTo>
                <a:cubicBezTo>
                  <a:pt x="439779" y="7717"/>
                  <a:pt x="440797" y="5224"/>
                  <a:pt x="442833" y="3136"/>
                </a:cubicBezTo>
                <a:cubicBezTo>
                  <a:pt x="444869" y="1045"/>
                  <a:pt x="447380" y="0"/>
                  <a:pt x="450367" y="0"/>
                </a:cubicBezTo>
                <a:cubicBezTo>
                  <a:pt x="453285" y="0"/>
                  <a:pt x="455779" y="1028"/>
                  <a:pt x="457850" y="3085"/>
                </a:cubicBezTo>
                <a:cubicBezTo>
                  <a:pt x="459920" y="5140"/>
                  <a:pt x="460955" y="7649"/>
                  <a:pt x="460955" y="10614"/>
                </a:cubicBezTo>
                <a:cubicBezTo>
                  <a:pt x="460955" y="13511"/>
                  <a:pt x="459920" y="15987"/>
                  <a:pt x="457850" y="18044"/>
                </a:cubicBezTo>
                <a:cubicBezTo>
                  <a:pt x="455779" y="20099"/>
                  <a:pt x="453285" y="21126"/>
                  <a:pt x="450367" y="21126"/>
                </a:cubicBezTo>
                <a:cubicBezTo>
                  <a:pt x="447380" y="21126"/>
                  <a:pt x="444869" y="20099"/>
                  <a:pt x="442833" y="18044"/>
                </a:cubicBezTo>
                <a:cubicBezTo>
                  <a:pt x="440797" y="15987"/>
                  <a:pt x="439779" y="13511"/>
                  <a:pt x="439779" y="10614"/>
                </a:cubicBezTo>
                <a:moveTo>
                  <a:pt x="426747" y="138944"/>
                </a:moveTo>
                <a:cubicBezTo>
                  <a:pt x="434010" y="138266"/>
                  <a:pt x="438591" y="137031"/>
                  <a:pt x="440491" y="135236"/>
                </a:cubicBezTo>
                <a:cubicBezTo>
                  <a:pt x="442392" y="133442"/>
                  <a:pt x="443342" y="128584"/>
                  <a:pt x="443342" y="120661"/>
                </a:cubicBezTo>
                <a:lnTo>
                  <a:pt x="443342" y="72112"/>
                </a:lnTo>
                <a:cubicBezTo>
                  <a:pt x="443342" y="67749"/>
                  <a:pt x="443037" y="64729"/>
                  <a:pt x="442426" y="63051"/>
                </a:cubicBezTo>
                <a:cubicBezTo>
                  <a:pt x="441408" y="60289"/>
                  <a:pt x="439270" y="58909"/>
                  <a:pt x="436012" y="58909"/>
                </a:cubicBezTo>
                <a:cubicBezTo>
                  <a:pt x="435265" y="58909"/>
                  <a:pt x="434536" y="58977"/>
                  <a:pt x="433823" y="59112"/>
                </a:cubicBezTo>
                <a:cubicBezTo>
                  <a:pt x="433110" y="59247"/>
                  <a:pt x="431057" y="59789"/>
                  <a:pt x="427664" y="60737"/>
                </a:cubicBezTo>
                <a:lnTo>
                  <a:pt x="427664" y="57487"/>
                </a:lnTo>
                <a:lnTo>
                  <a:pt x="432041" y="56065"/>
                </a:lnTo>
                <a:cubicBezTo>
                  <a:pt x="443919" y="52205"/>
                  <a:pt x="452199" y="49294"/>
                  <a:pt x="456882" y="47330"/>
                </a:cubicBezTo>
                <a:cubicBezTo>
                  <a:pt x="458783" y="46518"/>
                  <a:pt x="460004" y="46111"/>
                  <a:pt x="460547" y="46111"/>
                </a:cubicBezTo>
                <a:cubicBezTo>
                  <a:pt x="460683" y="46585"/>
                  <a:pt x="460751" y="47094"/>
                  <a:pt x="460751" y="47638"/>
                </a:cubicBezTo>
                <a:lnTo>
                  <a:pt x="460751" y="120639"/>
                </a:lnTo>
                <a:cubicBezTo>
                  <a:pt x="460751" y="128367"/>
                  <a:pt x="461684" y="133214"/>
                  <a:pt x="463551" y="135182"/>
                </a:cubicBezTo>
                <a:cubicBezTo>
                  <a:pt x="465417" y="137148"/>
                  <a:pt x="469642" y="138402"/>
                  <a:pt x="476226" y="138944"/>
                </a:cubicBezTo>
                <a:lnTo>
                  <a:pt x="476226" y="141787"/>
                </a:lnTo>
                <a:lnTo>
                  <a:pt x="426747" y="141787"/>
                </a:lnTo>
                <a:lnTo>
                  <a:pt x="426747" y="138944"/>
                </a:lnTo>
                <a:close/>
                <a:moveTo>
                  <a:pt x="492118" y="109489"/>
                </a:moveTo>
                <a:lnTo>
                  <a:pt x="495478" y="109489"/>
                </a:lnTo>
                <a:cubicBezTo>
                  <a:pt x="497039" y="117236"/>
                  <a:pt x="499143" y="123182"/>
                  <a:pt x="501790" y="127327"/>
                </a:cubicBezTo>
                <a:cubicBezTo>
                  <a:pt x="506541" y="134936"/>
                  <a:pt x="513498" y="138740"/>
                  <a:pt x="522661" y="138740"/>
                </a:cubicBezTo>
                <a:cubicBezTo>
                  <a:pt x="527751" y="138740"/>
                  <a:pt x="531772" y="137339"/>
                  <a:pt x="534725" y="134535"/>
                </a:cubicBezTo>
                <a:cubicBezTo>
                  <a:pt x="537677" y="131731"/>
                  <a:pt x="539153" y="128100"/>
                  <a:pt x="539153" y="123642"/>
                </a:cubicBezTo>
                <a:cubicBezTo>
                  <a:pt x="539153" y="120804"/>
                  <a:pt x="538305" y="118068"/>
                  <a:pt x="536608" y="115434"/>
                </a:cubicBezTo>
                <a:cubicBezTo>
                  <a:pt x="534911" y="112800"/>
                  <a:pt x="531925" y="110233"/>
                  <a:pt x="527649" y="107734"/>
                </a:cubicBezTo>
                <a:lnTo>
                  <a:pt x="516247" y="101246"/>
                </a:lnTo>
                <a:cubicBezTo>
                  <a:pt x="507898" y="96788"/>
                  <a:pt x="501756" y="92290"/>
                  <a:pt x="497819" y="87754"/>
                </a:cubicBezTo>
                <a:cubicBezTo>
                  <a:pt x="493883" y="83217"/>
                  <a:pt x="491915" y="77868"/>
                  <a:pt x="491915" y="71706"/>
                </a:cubicBezTo>
                <a:cubicBezTo>
                  <a:pt x="491915" y="64123"/>
                  <a:pt x="494629" y="57893"/>
                  <a:pt x="500059" y="53018"/>
                </a:cubicBezTo>
                <a:cubicBezTo>
                  <a:pt x="505489" y="48143"/>
                  <a:pt x="512310" y="45705"/>
                  <a:pt x="520523" y="45705"/>
                </a:cubicBezTo>
                <a:cubicBezTo>
                  <a:pt x="524120" y="45705"/>
                  <a:pt x="528073" y="46382"/>
                  <a:pt x="532383" y="47736"/>
                </a:cubicBezTo>
                <a:cubicBezTo>
                  <a:pt x="536693" y="49091"/>
                  <a:pt x="539119" y="49768"/>
                  <a:pt x="539662" y="49768"/>
                </a:cubicBezTo>
                <a:cubicBezTo>
                  <a:pt x="540884" y="49768"/>
                  <a:pt x="541766" y="49607"/>
                  <a:pt x="542309" y="49285"/>
                </a:cubicBezTo>
                <a:cubicBezTo>
                  <a:pt x="542852" y="48962"/>
                  <a:pt x="543328" y="48445"/>
                  <a:pt x="543735" y="47736"/>
                </a:cubicBezTo>
                <a:lnTo>
                  <a:pt x="546178" y="47736"/>
                </a:lnTo>
                <a:lnTo>
                  <a:pt x="546891" y="76175"/>
                </a:lnTo>
                <a:lnTo>
                  <a:pt x="543735" y="76175"/>
                </a:lnTo>
                <a:cubicBezTo>
                  <a:pt x="542377" y="69582"/>
                  <a:pt x="540545" y="64449"/>
                  <a:pt x="538237" y="60778"/>
                </a:cubicBezTo>
                <a:cubicBezTo>
                  <a:pt x="534029" y="53980"/>
                  <a:pt x="527955" y="50580"/>
                  <a:pt x="520014" y="50580"/>
                </a:cubicBezTo>
                <a:cubicBezTo>
                  <a:pt x="515263" y="50580"/>
                  <a:pt x="511530" y="52033"/>
                  <a:pt x="508815" y="54938"/>
                </a:cubicBezTo>
                <a:cubicBezTo>
                  <a:pt x="506100" y="57843"/>
                  <a:pt x="504742" y="61255"/>
                  <a:pt x="504742" y="65174"/>
                </a:cubicBezTo>
                <a:cubicBezTo>
                  <a:pt x="504742" y="71389"/>
                  <a:pt x="509426" y="76928"/>
                  <a:pt x="518792" y="81793"/>
                </a:cubicBezTo>
                <a:lnTo>
                  <a:pt x="532230" y="88988"/>
                </a:lnTo>
                <a:cubicBezTo>
                  <a:pt x="546687" y="96824"/>
                  <a:pt x="553916" y="105956"/>
                  <a:pt x="553916" y="116386"/>
                </a:cubicBezTo>
                <a:cubicBezTo>
                  <a:pt x="553916" y="124380"/>
                  <a:pt x="550912" y="130918"/>
                  <a:pt x="544906" y="135998"/>
                </a:cubicBezTo>
                <a:cubicBezTo>
                  <a:pt x="538899" y="141076"/>
                  <a:pt x="531043" y="143616"/>
                  <a:pt x="521337" y="143616"/>
                </a:cubicBezTo>
                <a:cubicBezTo>
                  <a:pt x="517265" y="143616"/>
                  <a:pt x="512649" y="142938"/>
                  <a:pt x="507491" y="141584"/>
                </a:cubicBezTo>
                <a:cubicBezTo>
                  <a:pt x="502333" y="140230"/>
                  <a:pt x="499279" y="139553"/>
                  <a:pt x="498329" y="139553"/>
                </a:cubicBezTo>
                <a:cubicBezTo>
                  <a:pt x="497514" y="139553"/>
                  <a:pt x="496801" y="139831"/>
                  <a:pt x="496191" y="140388"/>
                </a:cubicBezTo>
                <a:cubicBezTo>
                  <a:pt x="495580" y="140942"/>
                  <a:pt x="495105" y="141612"/>
                  <a:pt x="494765" y="142397"/>
                </a:cubicBezTo>
                <a:lnTo>
                  <a:pt x="492118" y="142397"/>
                </a:lnTo>
                <a:lnTo>
                  <a:pt x="492118" y="109489"/>
                </a:lnTo>
                <a:moveTo>
                  <a:pt x="521948" y="45705"/>
                </a:moveTo>
                <a:lnTo>
                  <a:pt x="521948" y="45705"/>
                </a:lnTo>
                <a:close/>
                <a:moveTo>
                  <a:pt x="614724" y="48346"/>
                </a:moveTo>
                <a:lnTo>
                  <a:pt x="614724" y="55659"/>
                </a:lnTo>
                <a:lnTo>
                  <a:pt x="593956" y="55659"/>
                </a:lnTo>
                <a:lnTo>
                  <a:pt x="593752" y="113698"/>
                </a:lnTo>
                <a:cubicBezTo>
                  <a:pt x="593752" y="118804"/>
                  <a:pt x="594193" y="122666"/>
                  <a:pt x="595076" y="125286"/>
                </a:cubicBezTo>
                <a:cubicBezTo>
                  <a:pt x="596705" y="129922"/>
                  <a:pt x="599894" y="132240"/>
                  <a:pt x="604646" y="132240"/>
                </a:cubicBezTo>
                <a:cubicBezTo>
                  <a:pt x="607089" y="132240"/>
                  <a:pt x="609210" y="131673"/>
                  <a:pt x="611008" y="130539"/>
                </a:cubicBezTo>
                <a:cubicBezTo>
                  <a:pt x="612807" y="129403"/>
                  <a:pt x="614860" y="127600"/>
                  <a:pt x="617168" y="125130"/>
                </a:cubicBezTo>
                <a:lnTo>
                  <a:pt x="619815" y="127365"/>
                </a:lnTo>
                <a:lnTo>
                  <a:pt x="617575" y="130450"/>
                </a:lnTo>
                <a:cubicBezTo>
                  <a:pt x="614046" y="135251"/>
                  <a:pt x="610313" y="138646"/>
                  <a:pt x="606376" y="140635"/>
                </a:cubicBezTo>
                <a:cubicBezTo>
                  <a:pt x="602440" y="142622"/>
                  <a:pt x="598639" y="143616"/>
                  <a:pt x="594974" y="143616"/>
                </a:cubicBezTo>
                <a:cubicBezTo>
                  <a:pt x="586965" y="143616"/>
                  <a:pt x="581535" y="140073"/>
                  <a:pt x="578685" y="132989"/>
                </a:cubicBezTo>
                <a:cubicBezTo>
                  <a:pt x="577123" y="129142"/>
                  <a:pt x="576343" y="123811"/>
                  <a:pt x="576343" y="116996"/>
                </a:cubicBezTo>
                <a:lnTo>
                  <a:pt x="576343" y="55659"/>
                </a:lnTo>
                <a:lnTo>
                  <a:pt x="565246" y="55659"/>
                </a:lnTo>
                <a:cubicBezTo>
                  <a:pt x="564907" y="55456"/>
                  <a:pt x="564652" y="55252"/>
                  <a:pt x="564482" y="55049"/>
                </a:cubicBezTo>
                <a:cubicBezTo>
                  <a:pt x="564313" y="54846"/>
                  <a:pt x="564228" y="54575"/>
                  <a:pt x="564228" y="54237"/>
                </a:cubicBezTo>
                <a:cubicBezTo>
                  <a:pt x="564228" y="53560"/>
                  <a:pt x="564381" y="53035"/>
                  <a:pt x="564686" y="52662"/>
                </a:cubicBezTo>
                <a:cubicBezTo>
                  <a:pt x="564991" y="52290"/>
                  <a:pt x="565959" y="51427"/>
                  <a:pt x="567588" y="50072"/>
                </a:cubicBezTo>
                <a:cubicBezTo>
                  <a:pt x="572271" y="46198"/>
                  <a:pt x="575647" y="43055"/>
                  <a:pt x="577717" y="40643"/>
                </a:cubicBezTo>
                <a:cubicBezTo>
                  <a:pt x="579787" y="38230"/>
                  <a:pt x="584657" y="31860"/>
                  <a:pt x="592327" y="21532"/>
                </a:cubicBezTo>
                <a:cubicBezTo>
                  <a:pt x="593209" y="21532"/>
                  <a:pt x="593735" y="21600"/>
                  <a:pt x="593905" y="21735"/>
                </a:cubicBezTo>
                <a:cubicBezTo>
                  <a:pt x="594074" y="21871"/>
                  <a:pt x="594159" y="22381"/>
                  <a:pt x="594159" y="23265"/>
                </a:cubicBezTo>
                <a:lnTo>
                  <a:pt x="594159" y="48346"/>
                </a:lnTo>
                <a:lnTo>
                  <a:pt x="614724" y="48346"/>
                </a:lnTo>
                <a:close/>
                <a:moveTo>
                  <a:pt x="668083" y="46518"/>
                </a:moveTo>
                <a:cubicBezTo>
                  <a:pt x="677653" y="46518"/>
                  <a:pt x="686035" y="49819"/>
                  <a:pt x="693229" y="56420"/>
                </a:cubicBezTo>
                <a:cubicBezTo>
                  <a:pt x="700424" y="63022"/>
                  <a:pt x="704021" y="72383"/>
                  <a:pt x="704021" y="84504"/>
                </a:cubicBezTo>
                <a:lnTo>
                  <a:pt x="639373" y="84504"/>
                </a:lnTo>
                <a:cubicBezTo>
                  <a:pt x="640052" y="100143"/>
                  <a:pt x="643615" y="111535"/>
                  <a:pt x="650063" y="118681"/>
                </a:cubicBezTo>
                <a:cubicBezTo>
                  <a:pt x="656511" y="125824"/>
                  <a:pt x="664146" y="129396"/>
                  <a:pt x="672970" y="129396"/>
                </a:cubicBezTo>
                <a:cubicBezTo>
                  <a:pt x="680096" y="129396"/>
                  <a:pt x="686103" y="127543"/>
                  <a:pt x="690990" y="123835"/>
                </a:cubicBezTo>
                <a:cubicBezTo>
                  <a:pt x="695876" y="120128"/>
                  <a:pt x="700390" y="114870"/>
                  <a:pt x="704530" y="108061"/>
                </a:cubicBezTo>
                <a:lnTo>
                  <a:pt x="708093" y="109276"/>
                </a:lnTo>
                <a:cubicBezTo>
                  <a:pt x="705311" y="117903"/>
                  <a:pt x="700101" y="125885"/>
                  <a:pt x="692466" y="133221"/>
                </a:cubicBezTo>
                <a:cubicBezTo>
                  <a:pt x="684830" y="140557"/>
                  <a:pt x="675481" y="144225"/>
                  <a:pt x="664418" y="144225"/>
                </a:cubicBezTo>
                <a:cubicBezTo>
                  <a:pt x="651658" y="144225"/>
                  <a:pt x="641800" y="139417"/>
                  <a:pt x="634843" y="129802"/>
                </a:cubicBezTo>
                <a:cubicBezTo>
                  <a:pt x="627886" y="120187"/>
                  <a:pt x="624407" y="109117"/>
                  <a:pt x="624407" y="96590"/>
                </a:cubicBezTo>
                <a:cubicBezTo>
                  <a:pt x="624407" y="82980"/>
                  <a:pt x="628446" y="71232"/>
                  <a:pt x="636523" y="61346"/>
                </a:cubicBezTo>
                <a:cubicBezTo>
                  <a:pt x="644599" y="51461"/>
                  <a:pt x="655119" y="46518"/>
                  <a:pt x="668083" y="46518"/>
                </a:cubicBezTo>
                <a:moveTo>
                  <a:pt x="662178" y="54034"/>
                </a:moveTo>
                <a:cubicBezTo>
                  <a:pt x="654441" y="54034"/>
                  <a:pt x="648536" y="57438"/>
                  <a:pt x="644464" y="64247"/>
                </a:cubicBezTo>
                <a:cubicBezTo>
                  <a:pt x="642292" y="67889"/>
                  <a:pt x="640731" y="72474"/>
                  <a:pt x="639780" y="78003"/>
                </a:cubicBezTo>
                <a:lnTo>
                  <a:pt x="682743" y="78003"/>
                </a:lnTo>
                <a:cubicBezTo>
                  <a:pt x="681997" y="71262"/>
                  <a:pt x="680707" y="66239"/>
                  <a:pt x="678875" y="62933"/>
                </a:cubicBezTo>
                <a:cubicBezTo>
                  <a:pt x="675549" y="57000"/>
                  <a:pt x="669983" y="54034"/>
                  <a:pt x="662178" y="54034"/>
                </a:cubicBezTo>
                <a:moveTo>
                  <a:pt x="666759" y="46518"/>
                </a:moveTo>
                <a:lnTo>
                  <a:pt x="666759" y="46518"/>
                </a:lnTo>
                <a:close/>
                <a:moveTo>
                  <a:pt x="717490" y="138944"/>
                </a:moveTo>
                <a:cubicBezTo>
                  <a:pt x="722309" y="138343"/>
                  <a:pt x="725686" y="137157"/>
                  <a:pt x="727620" y="135385"/>
                </a:cubicBezTo>
                <a:cubicBezTo>
                  <a:pt x="729554" y="133614"/>
                  <a:pt x="730522" y="129654"/>
                  <a:pt x="730522" y="123505"/>
                </a:cubicBezTo>
                <a:lnTo>
                  <a:pt x="730522" y="71706"/>
                </a:lnTo>
                <a:cubicBezTo>
                  <a:pt x="730522" y="67443"/>
                  <a:pt x="730114" y="64444"/>
                  <a:pt x="729300" y="62711"/>
                </a:cubicBezTo>
                <a:cubicBezTo>
                  <a:pt x="728010" y="60176"/>
                  <a:pt x="725363" y="58909"/>
                  <a:pt x="721359" y="58909"/>
                </a:cubicBezTo>
                <a:cubicBezTo>
                  <a:pt x="720748" y="58909"/>
                  <a:pt x="720120" y="58943"/>
                  <a:pt x="719476" y="59010"/>
                </a:cubicBezTo>
                <a:cubicBezTo>
                  <a:pt x="718831" y="59078"/>
                  <a:pt x="718033" y="59180"/>
                  <a:pt x="717083" y="59315"/>
                </a:cubicBezTo>
                <a:lnTo>
                  <a:pt x="717083" y="55659"/>
                </a:lnTo>
                <a:cubicBezTo>
                  <a:pt x="719866" y="54838"/>
                  <a:pt x="726449" y="52716"/>
                  <a:pt x="736834" y="49295"/>
                </a:cubicBezTo>
                <a:lnTo>
                  <a:pt x="746404" y="46111"/>
                </a:lnTo>
                <a:cubicBezTo>
                  <a:pt x="746879" y="46111"/>
                  <a:pt x="747167" y="46277"/>
                  <a:pt x="747269" y="46610"/>
                </a:cubicBezTo>
                <a:cubicBezTo>
                  <a:pt x="747371" y="46942"/>
                  <a:pt x="747422" y="47407"/>
                  <a:pt x="747422" y="48006"/>
                </a:cubicBezTo>
                <a:lnTo>
                  <a:pt x="747422" y="62787"/>
                </a:lnTo>
                <a:cubicBezTo>
                  <a:pt x="753666" y="56922"/>
                  <a:pt x="758553" y="52898"/>
                  <a:pt x="762082" y="50717"/>
                </a:cubicBezTo>
                <a:cubicBezTo>
                  <a:pt x="767376" y="47376"/>
                  <a:pt x="772874" y="45705"/>
                  <a:pt x="778575" y="45705"/>
                </a:cubicBezTo>
                <a:cubicBezTo>
                  <a:pt x="783190" y="45705"/>
                  <a:pt x="787398" y="47031"/>
                  <a:pt x="791199" y="49682"/>
                </a:cubicBezTo>
                <a:cubicBezTo>
                  <a:pt x="798529" y="54847"/>
                  <a:pt x="802194" y="64057"/>
                  <a:pt x="802194" y="77311"/>
                </a:cubicBezTo>
                <a:lnTo>
                  <a:pt x="802194" y="124927"/>
                </a:lnTo>
                <a:cubicBezTo>
                  <a:pt x="802194" y="129838"/>
                  <a:pt x="803178" y="133386"/>
                  <a:pt x="805147" y="135570"/>
                </a:cubicBezTo>
                <a:cubicBezTo>
                  <a:pt x="807115" y="137751"/>
                  <a:pt x="810407" y="138876"/>
                  <a:pt x="815022" y="138944"/>
                </a:cubicBezTo>
                <a:lnTo>
                  <a:pt x="815022" y="141787"/>
                </a:lnTo>
                <a:lnTo>
                  <a:pt x="771550" y="141787"/>
                </a:lnTo>
                <a:lnTo>
                  <a:pt x="771550" y="138944"/>
                </a:lnTo>
                <a:cubicBezTo>
                  <a:pt x="776505" y="138262"/>
                  <a:pt x="779966" y="136884"/>
                  <a:pt x="781935" y="134808"/>
                </a:cubicBezTo>
                <a:cubicBezTo>
                  <a:pt x="783903" y="132730"/>
                  <a:pt x="784887" y="128218"/>
                  <a:pt x="784887" y="121271"/>
                </a:cubicBezTo>
                <a:lnTo>
                  <a:pt x="784887" y="77762"/>
                </a:lnTo>
                <a:cubicBezTo>
                  <a:pt x="784887" y="71922"/>
                  <a:pt x="783801" y="67083"/>
                  <a:pt x="781629" y="63244"/>
                </a:cubicBezTo>
                <a:cubicBezTo>
                  <a:pt x="779457" y="59406"/>
                  <a:pt x="775453" y="57487"/>
                  <a:pt x="769616" y="57487"/>
                </a:cubicBezTo>
                <a:cubicBezTo>
                  <a:pt x="765611" y="57487"/>
                  <a:pt x="761539" y="58845"/>
                  <a:pt x="757399" y="61562"/>
                </a:cubicBezTo>
                <a:cubicBezTo>
                  <a:pt x="755091" y="63126"/>
                  <a:pt x="752105" y="65708"/>
                  <a:pt x="748440" y="69310"/>
                </a:cubicBezTo>
                <a:lnTo>
                  <a:pt x="748440" y="126349"/>
                </a:lnTo>
                <a:cubicBezTo>
                  <a:pt x="748440" y="131265"/>
                  <a:pt x="749526" y="134558"/>
                  <a:pt x="751698" y="136230"/>
                </a:cubicBezTo>
                <a:cubicBezTo>
                  <a:pt x="753870" y="137901"/>
                  <a:pt x="757297" y="138806"/>
                  <a:pt x="761980" y="138944"/>
                </a:cubicBezTo>
                <a:lnTo>
                  <a:pt x="761980" y="141787"/>
                </a:lnTo>
                <a:lnTo>
                  <a:pt x="717490" y="141787"/>
                </a:lnTo>
                <a:lnTo>
                  <a:pt x="717490" y="138944"/>
                </a:lnTo>
                <a:moveTo>
                  <a:pt x="765951" y="46111"/>
                </a:moveTo>
                <a:lnTo>
                  <a:pt x="765951" y="46111"/>
                </a:lnTo>
                <a:close/>
                <a:moveTo>
                  <a:pt x="871016" y="48346"/>
                </a:moveTo>
                <a:lnTo>
                  <a:pt x="871016" y="55659"/>
                </a:lnTo>
                <a:lnTo>
                  <a:pt x="850247" y="55659"/>
                </a:lnTo>
                <a:lnTo>
                  <a:pt x="850044" y="113698"/>
                </a:lnTo>
                <a:cubicBezTo>
                  <a:pt x="850044" y="118804"/>
                  <a:pt x="850485" y="122666"/>
                  <a:pt x="851367" y="125286"/>
                </a:cubicBezTo>
                <a:cubicBezTo>
                  <a:pt x="852996" y="129922"/>
                  <a:pt x="856186" y="132240"/>
                  <a:pt x="860937" y="132240"/>
                </a:cubicBezTo>
                <a:cubicBezTo>
                  <a:pt x="863380" y="132240"/>
                  <a:pt x="865501" y="131673"/>
                  <a:pt x="867300" y="130539"/>
                </a:cubicBezTo>
                <a:cubicBezTo>
                  <a:pt x="869099" y="129403"/>
                  <a:pt x="871152" y="127600"/>
                  <a:pt x="873459" y="125130"/>
                </a:cubicBezTo>
                <a:lnTo>
                  <a:pt x="876106" y="127365"/>
                </a:lnTo>
                <a:lnTo>
                  <a:pt x="873867" y="130450"/>
                </a:lnTo>
                <a:cubicBezTo>
                  <a:pt x="870337" y="135251"/>
                  <a:pt x="866604" y="138646"/>
                  <a:pt x="862668" y="140635"/>
                </a:cubicBezTo>
                <a:cubicBezTo>
                  <a:pt x="858731" y="142622"/>
                  <a:pt x="854930" y="143616"/>
                  <a:pt x="851265" y="143616"/>
                </a:cubicBezTo>
                <a:cubicBezTo>
                  <a:pt x="843256" y="143616"/>
                  <a:pt x="837827" y="140073"/>
                  <a:pt x="834976" y="132989"/>
                </a:cubicBezTo>
                <a:cubicBezTo>
                  <a:pt x="833415" y="129142"/>
                  <a:pt x="832634" y="123811"/>
                  <a:pt x="832634" y="116996"/>
                </a:cubicBezTo>
                <a:lnTo>
                  <a:pt x="832634" y="55659"/>
                </a:lnTo>
                <a:lnTo>
                  <a:pt x="821537" y="55659"/>
                </a:lnTo>
                <a:cubicBezTo>
                  <a:pt x="821198" y="55456"/>
                  <a:pt x="820944" y="55252"/>
                  <a:pt x="820774" y="55049"/>
                </a:cubicBezTo>
                <a:cubicBezTo>
                  <a:pt x="820604" y="54846"/>
                  <a:pt x="820519" y="54575"/>
                  <a:pt x="820519" y="54237"/>
                </a:cubicBezTo>
                <a:cubicBezTo>
                  <a:pt x="820519" y="53560"/>
                  <a:pt x="820672" y="53035"/>
                  <a:pt x="820977" y="52662"/>
                </a:cubicBezTo>
                <a:cubicBezTo>
                  <a:pt x="821283" y="52290"/>
                  <a:pt x="822250" y="51427"/>
                  <a:pt x="823879" y="50072"/>
                </a:cubicBezTo>
                <a:cubicBezTo>
                  <a:pt x="828562" y="46198"/>
                  <a:pt x="831939" y="43055"/>
                  <a:pt x="834009" y="40643"/>
                </a:cubicBezTo>
                <a:cubicBezTo>
                  <a:pt x="836079" y="38230"/>
                  <a:pt x="840949" y="31860"/>
                  <a:pt x="848618" y="21532"/>
                </a:cubicBezTo>
                <a:cubicBezTo>
                  <a:pt x="849501" y="21532"/>
                  <a:pt x="850027" y="21600"/>
                  <a:pt x="850196" y="21735"/>
                </a:cubicBezTo>
                <a:cubicBezTo>
                  <a:pt x="850366" y="21871"/>
                  <a:pt x="850451" y="22381"/>
                  <a:pt x="850451" y="23265"/>
                </a:cubicBezTo>
                <a:lnTo>
                  <a:pt x="850451" y="48346"/>
                </a:lnTo>
                <a:lnTo>
                  <a:pt x="871016" y="48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bd26180e54bdf"/>
          <a:stretch xmlns:a="http://schemas.openxmlformats.org/drawingml/2006/main"/>
        </p:blipFill>
        <p:spPr>
          <a:xfrm xmlns:a="http://schemas.openxmlformats.org/drawingml/2006/main">
            <a:off x="13833864" y="1922043"/>
            <a:ext cx="373565" cy="380749"/>
          </a:xfrm>
          <a:prstGeom xmlns:a="http://schemas.openxmlformats.org/drawingml/2006/main" prst="rect">
            <a:avLst/>
          </a:prstGeom>
        </p:spPr>
      </p:pic>
      <p:sp>
        <p:nvSpPr>
          <p:cNvPr id="10" name="Text Inconsistent">
            <a:extLst xmlns:a="http://schemas.openxmlformats.org/drawingml/2006/main">
              <a:ext uri="{FF2B5EF4-FFF2-40B4-BE49-F238E27FC236}">
                <a16:creationId xmlns:a16="http://schemas.microsoft.com/office/drawing/2014/main" id="{27AD351B-52E0-4FA7-978C-B493DA3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7425" y="1502610"/>
            <a:ext cx="1006064" cy="145038"/>
          </a:xfrm>
          <a:custGeom xmlns:a="http://schemas.openxmlformats.org/drawingml/2006/main">
            <a:pathLst>
              <a:path w="1006064" h="145038">
                <a:moveTo>
                  <a:pt x="0" y="137928"/>
                </a:moveTo>
                <a:cubicBezTo>
                  <a:pt x="8484" y="137323"/>
                  <a:pt x="13982" y="136060"/>
                  <a:pt x="16493" y="134141"/>
                </a:cubicBezTo>
                <a:cubicBezTo>
                  <a:pt x="19004" y="132220"/>
                  <a:pt x="20260" y="127253"/>
                  <a:pt x="20260" y="119240"/>
                </a:cubicBezTo>
                <a:lnTo>
                  <a:pt x="20260" y="26611"/>
                </a:lnTo>
                <a:cubicBezTo>
                  <a:pt x="20260" y="18959"/>
                  <a:pt x="19004" y="14033"/>
                  <a:pt x="16493" y="11833"/>
                </a:cubicBezTo>
                <a:cubicBezTo>
                  <a:pt x="13982" y="9632"/>
                  <a:pt x="8484" y="8328"/>
                  <a:pt x="0" y="7922"/>
                </a:cubicBezTo>
                <a:lnTo>
                  <a:pt x="0" y="4063"/>
                </a:lnTo>
                <a:lnTo>
                  <a:pt x="61695" y="4063"/>
                </a:lnTo>
                <a:lnTo>
                  <a:pt x="61695" y="7922"/>
                </a:lnTo>
                <a:cubicBezTo>
                  <a:pt x="53212" y="8328"/>
                  <a:pt x="47714" y="9632"/>
                  <a:pt x="45203" y="11833"/>
                </a:cubicBezTo>
                <a:cubicBezTo>
                  <a:pt x="42691" y="14033"/>
                  <a:pt x="41436" y="18959"/>
                  <a:pt x="41436" y="26611"/>
                </a:cubicBezTo>
                <a:lnTo>
                  <a:pt x="41436" y="119240"/>
                </a:lnTo>
                <a:cubicBezTo>
                  <a:pt x="41436" y="127253"/>
                  <a:pt x="42691" y="132220"/>
                  <a:pt x="45203" y="134141"/>
                </a:cubicBezTo>
                <a:cubicBezTo>
                  <a:pt x="47714" y="136060"/>
                  <a:pt x="53212" y="137323"/>
                  <a:pt x="61695" y="137928"/>
                </a:cubicBezTo>
                <a:lnTo>
                  <a:pt x="61695" y="141787"/>
                </a:lnTo>
                <a:lnTo>
                  <a:pt x="0" y="141787"/>
                </a:lnTo>
                <a:lnTo>
                  <a:pt x="0" y="137928"/>
                </a:lnTo>
                <a:moveTo>
                  <a:pt x="30848" y="4063"/>
                </a:moveTo>
                <a:lnTo>
                  <a:pt x="30848" y="4063"/>
                </a:lnTo>
                <a:close/>
                <a:moveTo>
                  <a:pt x="69901" y="138944"/>
                </a:moveTo>
                <a:cubicBezTo>
                  <a:pt x="74720" y="138343"/>
                  <a:pt x="78096" y="137157"/>
                  <a:pt x="80031" y="135385"/>
                </a:cubicBezTo>
                <a:cubicBezTo>
                  <a:pt x="81965" y="133614"/>
                  <a:pt x="82932" y="129654"/>
                  <a:pt x="82932" y="123505"/>
                </a:cubicBezTo>
                <a:lnTo>
                  <a:pt x="82932" y="71706"/>
                </a:lnTo>
                <a:cubicBezTo>
                  <a:pt x="82932" y="67443"/>
                  <a:pt x="82525" y="64444"/>
                  <a:pt x="81710" y="62711"/>
                </a:cubicBezTo>
                <a:cubicBezTo>
                  <a:pt x="80421" y="60176"/>
                  <a:pt x="77774" y="58909"/>
                  <a:pt x="73769" y="58909"/>
                </a:cubicBezTo>
                <a:cubicBezTo>
                  <a:pt x="73159" y="58909"/>
                  <a:pt x="72531" y="58943"/>
                  <a:pt x="71886" y="59010"/>
                </a:cubicBezTo>
                <a:cubicBezTo>
                  <a:pt x="71241" y="59078"/>
                  <a:pt x="70444" y="59180"/>
                  <a:pt x="69494" y="59315"/>
                </a:cubicBezTo>
                <a:lnTo>
                  <a:pt x="69494" y="55659"/>
                </a:lnTo>
                <a:cubicBezTo>
                  <a:pt x="72276" y="54838"/>
                  <a:pt x="78860" y="52716"/>
                  <a:pt x="89244" y="49295"/>
                </a:cubicBezTo>
                <a:lnTo>
                  <a:pt x="98814" y="46111"/>
                </a:lnTo>
                <a:cubicBezTo>
                  <a:pt x="99289" y="46111"/>
                  <a:pt x="99578" y="46277"/>
                  <a:pt x="99680" y="46610"/>
                </a:cubicBezTo>
                <a:cubicBezTo>
                  <a:pt x="99781" y="46942"/>
                  <a:pt x="99832" y="47407"/>
                  <a:pt x="99832" y="48006"/>
                </a:cubicBezTo>
                <a:lnTo>
                  <a:pt x="99832" y="62787"/>
                </a:lnTo>
                <a:cubicBezTo>
                  <a:pt x="106076" y="56922"/>
                  <a:pt x="110963" y="52898"/>
                  <a:pt x="114493" y="50717"/>
                </a:cubicBezTo>
                <a:cubicBezTo>
                  <a:pt x="119787" y="47376"/>
                  <a:pt x="125284" y="45705"/>
                  <a:pt x="130985" y="45705"/>
                </a:cubicBezTo>
                <a:cubicBezTo>
                  <a:pt x="135601" y="45705"/>
                  <a:pt x="139809" y="47031"/>
                  <a:pt x="143610" y="49682"/>
                </a:cubicBezTo>
                <a:cubicBezTo>
                  <a:pt x="150940" y="54847"/>
                  <a:pt x="154605" y="64057"/>
                  <a:pt x="154605" y="77311"/>
                </a:cubicBezTo>
                <a:lnTo>
                  <a:pt x="154605" y="124927"/>
                </a:lnTo>
                <a:cubicBezTo>
                  <a:pt x="154605" y="129838"/>
                  <a:pt x="155589" y="133386"/>
                  <a:pt x="157557" y="135570"/>
                </a:cubicBezTo>
                <a:cubicBezTo>
                  <a:pt x="159526" y="137751"/>
                  <a:pt x="162817" y="138876"/>
                  <a:pt x="167433" y="138944"/>
                </a:cubicBezTo>
                <a:lnTo>
                  <a:pt x="167433" y="141787"/>
                </a:lnTo>
                <a:lnTo>
                  <a:pt x="123961" y="141787"/>
                </a:lnTo>
                <a:lnTo>
                  <a:pt x="123961" y="138944"/>
                </a:lnTo>
                <a:cubicBezTo>
                  <a:pt x="128915" y="138262"/>
                  <a:pt x="132377" y="136884"/>
                  <a:pt x="134345" y="134808"/>
                </a:cubicBezTo>
                <a:cubicBezTo>
                  <a:pt x="136313" y="132730"/>
                  <a:pt x="137297" y="128218"/>
                  <a:pt x="137297" y="121271"/>
                </a:cubicBezTo>
                <a:lnTo>
                  <a:pt x="137297" y="77762"/>
                </a:lnTo>
                <a:cubicBezTo>
                  <a:pt x="137297" y="71922"/>
                  <a:pt x="136212" y="67083"/>
                  <a:pt x="134040" y="63244"/>
                </a:cubicBezTo>
                <a:cubicBezTo>
                  <a:pt x="131868" y="59406"/>
                  <a:pt x="127863" y="57487"/>
                  <a:pt x="122026" y="57487"/>
                </a:cubicBezTo>
                <a:cubicBezTo>
                  <a:pt x="118022" y="57487"/>
                  <a:pt x="113950" y="58845"/>
                  <a:pt x="109809" y="61562"/>
                </a:cubicBezTo>
                <a:cubicBezTo>
                  <a:pt x="107502" y="63126"/>
                  <a:pt x="104515" y="65708"/>
                  <a:pt x="100850" y="69310"/>
                </a:cubicBezTo>
                <a:lnTo>
                  <a:pt x="100850" y="126349"/>
                </a:lnTo>
                <a:cubicBezTo>
                  <a:pt x="100850" y="131265"/>
                  <a:pt x="101936" y="134558"/>
                  <a:pt x="104108" y="136230"/>
                </a:cubicBezTo>
                <a:cubicBezTo>
                  <a:pt x="106280" y="137901"/>
                  <a:pt x="109708" y="138806"/>
                  <a:pt x="114391" y="138944"/>
                </a:cubicBezTo>
                <a:lnTo>
                  <a:pt x="114391" y="141787"/>
                </a:lnTo>
                <a:lnTo>
                  <a:pt x="69901" y="141787"/>
                </a:lnTo>
                <a:lnTo>
                  <a:pt x="69901" y="138944"/>
                </a:lnTo>
                <a:moveTo>
                  <a:pt x="118361" y="46111"/>
                </a:moveTo>
                <a:lnTo>
                  <a:pt x="118361" y="46111"/>
                </a:lnTo>
                <a:close/>
                <a:moveTo>
                  <a:pt x="222205" y="45908"/>
                </a:moveTo>
                <a:cubicBezTo>
                  <a:pt x="230689" y="45908"/>
                  <a:pt x="238002" y="48092"/>
                  <a:pt x="244145" y="52459"/>
                </a:cubicBezTo>
                <a:cubicBezTo>
                  <a:pt x="250287" y="56827"/>
                  <a:pt x="253358" y="61617"/>
                  <a:pt x="253358" y="66831"/>
                </a:cubicBezTo>
                <a:cubicBezTo>
                  <a:pt x="253358" y="69065"/>
                  <a:pt x="252578" y="71148"/>
                  <a:pt x="251017" y="73077"/>
                </a:cubicBezTo>
                <a:cubicBezTo>
                  <a:pt x="249456" y="75007"/>
                  <a:pt x="247046" y="75972"/>
                  <a:pt x="243789" y="75972"/>
                </a:cubicBezTo>
                <a:cubicBezTo>
                  <a:pt x="241413" y="75972"/>
                  <a:pt x="239326" y="75159"/>
                  <a:pt x="237527" y="73534"/>
                </a:cubicBezTo>
                <a:cubicBezTo>
                  <a:pt x="235729" y="71909"/>
                  <a:pt x="234422" y="69539"/>
                  <a:pt x="233608" y="66425"/>
                </a:cubicBezTo>
                <a:lnTo>
                  <a:pt x="232386" y="61550"/>
                </a:lnTo>
                <a:cubicBezTo>
                  <a:pt x="231504" y="57961"/>
                  <a:pt x="229977" y="55422"/>
                  <a:pt x="227805" y="53932"/>
                </a:cubicBezTo>
                <a:cubicBezTo>
                  <a:pt x="225565" y="52510"/>
                  <a:pt x="222613" y="51799"/>
                  <a:pt x="218947" y="51799"/>
                </a:cubicBezTo>
                <a:cubicBezTo>
                  <a:pt x="211210" y="51799"/>
                  <a:pt x="204677" y="55164"/>
                  <a:pt x="199349" y="61892"/>
                </a:cubicBezTo>
                <a:cubicBezTo>
                  <a:pt x="194022" y="68621"/>
                  <a:pt x="191358" y="77564"/>
                  <a:pt x="191358" y="88722"/>
                </a:cubicBezTo>
                <a:cubicBezTo>
                  <a:pt x="191358" y="98931"/>
                  <a:pt x="194293" y="108094"/>
                  <a:pt x="200164" y="116208"/>
                </a:cubicBezTo>
                <a:cubicBezTo>
                  <a:pt x="206035" y="124323"/>
                  <a:pt x="213959" y="128381"/>
                  <a:pt x="223936" y="128381"/>
                </a:cubicBezTo>
                <a:cubicBezTo>
                  <a:pt x="230995" y="128381"/>
                  <a:pt x="237273" y="126083"/>
                  <a:pt x="242770" y="121487"/>
                </a:cubicBezTo>
                <a:cubicBezTo>
                  <a:pt x="245893" y="118852"/>
                  <a:pt x="249422" y="114663"/>
                  <a:pt x="253358" y="108918"/>
                </a:cubicBezTo>
                <a:lnTo>
                  <a:pt x="256209" y="110641"/>
                </a:lnTo>
                <a:cubicBezTo>
                  <a:pt x="252340" y="118784"/>
                  <a:pt x="248268" y="125229"/>
                  <a:pt x="243992" y="129977"/>
                </a:cubicBezTo>
                <a:cubicBezTo>
                  <a:pt x="235780" y="139069"/>
                  <a:pt x="226278" y="143616"/>
                  <a:pt x="215486" y="143616"/>
                </a:cubicBezTo>
                <a:cubicBezTo>
                  <a:pt x="204898" y="143616"/>
                  <a:pt x="195532" y="139451"/>
                  <a:pt x="187387" y="131123"/>
                </a:cubicBezTo>
                <a:cubicBezTo>
                  <a:pt x="179242" y="122794"/>
                  <a:pt x="175170" y="111487"/>
                  <a:pt x="175170" y="97200"/>
                </a:cubicBezTo>
                <a:cubicBezTo>
                  <a:pt x="175170" y="83183"/>
                  <a:pt x="179616" y="71131"/>
                  <a:pt x="188507" y="61042"/>
                </a:cubicBezTo>
                <a:cubicBezTo>
                  <a:pt x="197398" y="50953"/>
                  <a:pt x="208631" y="45908"/>
                  <a:pt x="222205" y="45908"/>
                </a:cubicBezTo>
                <a:moveTo>
                  <a:pt x="217726" y="45908"/>
                </a:moveTo>
                <a:lnTo>
                  <a:pt x="217726" y="45908"/>
                </a:lnTo>
                <a:close/>
                <a:moveTo>
                  <a:pt x="269067" y="94711"/>
                </a:moveTo>
                <a:cubicBezTo>
                  <a:pt x="269067" y="81222"/>
                  <a:pt x="273360" y="69818"/>
                  <a:pt x="281946" y="60499"/>
                </a:cubicBezTo>
                <a:cubicBezTo>
                  <a:pt x="290532" y="51178"/>
                  <a:pt x="301578" y="46518"/>
                  <a:pt x="315084" y="46518"/>
                </a:cubicBezTo>
                <a:cubicBezTo>
                  <a:pt x="328523" y="46518"/>
                  <a:pt x="339654" y="50924"/>
                  <a:pt x="348477" y="59737"/>
                </a:cubicBezTo>
                <a:cubicBezTo>
                  <a:pt x="357301" y="68548"/>
                  <a:pt x="361712" y="80274"/>
                  <a:pt x="361712" y="94914"/>
                </a:cubicBezTo>
                <a:cubicBezTo>
                  <a:pt x="361712" y="108401"/>
                  <a:pt x="357436" y="120127"/>
                  <a:pt x="348884" y="130091"/>
                </a:cubicBezTo>
                <a:cubicBezTo>
                  <a:pt x="340333" y="140055"/>
                  <a:pt x="329269" y="145038"/>
                  <a:pt x="315695" y="145038"/>
                </a:cubicBezTo>
                <a:cubicBezTo>
                  <a:pt x="302664" y="145038"/>
                  <a:pt x="291635" y="140260"/>
                  <a:pt x="282608" y="130704"/>
                </a:cubicBezTo>
                <a:cubicBezTo>
                  <a:pt x="273581" y="121146"/>
                  <a:pt x="269067" y="109148"/>
                  <a:pt x="269067" y="94711"/>
                </a:cubicBezTo>
                <a:moveTo>
                  <a:pt x="312234" y="52612"/>
                </a:moveTo>
                <a:cubicBezTo>
                  <a:pt x="306872" y="52612"/>
                  <a:pt x="302223" y="54372"/>
                  <a:pt x="298286" y="57893"/>
                </a:cubicBezTo>
                <a:cubicBezTo>
                  <a:pt x="291499" y="64055"/>
                  <a:pt x="288105" y="74686"/>
                  <a:pt x="288105" y="89785"/>
                </a:cubicBezTo>
                <a:cubicBezTo>
                  <a:pt x="288105" y="101838"/>
                  <a:pt x="290837" y="113078"/>
                  <a:pt x="296301" y="123505"/>
                </a:cubicBezTo>
                <a:cubicBezTo>
                  <a:pt x="301764" y="133933"/>
                  <a:pt x="309349" y="139147"/>
                  <a:pt x="319055" y="139147"/>
                </a:cubicBezTo>
                <a:cubicBezTo>
                  <a:pt x="326656" y="139147"/>
                  <a:pt x="332510" y="135660"/>
                  <a:pt x="336617" y="128685"/>
                </a:cubicBezTo>
                <a:cubicBezTo>
                  <a:pt x="340723" y="121711"/>
                  <a:pt x="342776" y="112570"/>
                  <a:pt x="342776" y="101262"/>
                </a:cubicBezTo>
                <a:cubicBezTo>
                  <a:pt x="342776" y="89548"/>
                  <a:pt x="340163" y="78511"/>
                  <a:pt x="334937" y="68151"/>
                </a:cubicBezTo>
                <a:cubicBezTo>
                  <a:pt x="329711" y="57792"/>
                  <a:pt x="322143" y="52612"/>
                  <a:pt x="312234" y="52612"/>
                </a:cubicBezTo>
                <a:moveTo>
                  <a:pt x="316001" y="46518"/>
                </a:moveTo>
                <a:lnTo>
                  <a:pt x="316001" y="46518"/>
                </a:lnTo>
                <a:close/>
                <a:moveTo>
                  <a:pt x="371791" y="138944"/>
                </a:moveTo>
                <a:cubicBezTo>
                  <a:pt x="376610" y="138343"/>
                  <a:pt x="379987" y="137157"/>
                  <a:pt x="381921" y="135385"/>
                </a:cubicBezTo>
                <a:cubicBezTo>
                  <a:pt x="383855" y="133614"/>
                  <a:pt x="384822" y="129654"/>
                  <a:pt x="384822" y="123505"/>
                </a:cubicBezTo>
                <a:lnTo>
                  <a:pt x="384822" y="71706"/>
                </a:lnTo>
                <a:cubicBezTo>
                  <a:pt x="384822" y="67443"/>
                  <a:pt x="384415" y="64444"/>
                  <a:pt x="383601" y="62711"/>
                </a:cubicBezTo>
                <a:cubicBezTo>
                  <a:pt x="382311" y="60176"/>
                  <a:pt x="379664" y="58909"/>
                  <a:pt x="375660" y="58909"/>
                </a:cubicBezTo>
                <a:cubicBezTo>
                  <a:pt x="375049" y="58909"/>
                  <a:pt x="374421" y="58943"/>
                  <a:pt x="373776" y="59010"/>
                </a:cubicBezTo>
                <a:cubicBezTo>
                  <a:pt x="373132" y="59078"/>
                  <a:pt x="372334" y="59180"/>
                  <a:pt x="371384" y="59315"/>
                </a:cubicBezTo>
                <a:lnTo>
                  <a:pt x="371384" y="55659"/>
                </a:lnTo>
                <a:cubicBezTo>
                  <a:pt x="374167" y="54838"/>
                  <a:pt x="380750" y="52716"/>
                  <a:pt x="391135" y="49295"/>
                </a:cubicBezTo>
                <a:lnTo>
                  <a:pt x="400704" y="46111"/>
                </a:lnTo>
                <a:cubicBezTo>
                  <a:pt x="401180" y="46111"/>
                  <a:pt x="401468" y="46277"/>
                  <a:pt x="401570" y="46610"/>
                </a:cubicBezTo>
                <a:cubicBezTo>
                  <a:pt x="401672" y="46942"/>
                  <a:pt x="401723" y="47407"/>
                  <a:pt x="401723" y="48006"/>
                </a:cubicBezTo>
                <a:lnTo>
                  <a:pt x="401723" y="62787"/>
                </a:lnTo>
                <a:cubicBezTo>
                  <a:pt x="407967" y="56922"/>
                  <a:pt x="412854" y="52898"/>
                  <a:pt x="416383" y="50717"/>
                </a:cubicBezTo>
                <a:cubicBezTo>
                  <a:pt x="421677" y="47376"/>
                  <a:pt x="427174" y="45705"/>
                  <a:pt x="432876" y="45705"/>
                </a:cubicBezTo>
                <a:cubicBezTo>
                  <a:pt x="437491" y="45705"/>
                  <a:pt x="441699" y="47031"/>
                  <a:pt x="445500" y="49682"/>
                </a:cubicBezTo>
                <a:cubicBezTo>
                  <a:pt x="452830" y="54847"/>
                  <a:pt x="456495" y="64057"/>
                  <a:pt x="456495" y="77311"/>
                </a:cubicBezTo>
                <a:lnTo>
                  <a:pt x="456495" y="124927"/>
                </a:lnTo>
                <a:cubicBezTo>
                  <a:pt x="456495" y="129838"/>
                  <a:pt x="457479" y="133386"/>
                  <a:pt x="459448" y="135570"/>
                </a:cubicBezTo>
                <a:cubicBezTo>
                  <a:pt x="461416" y="137751"/>
                  <a:pt x="464708" y="138876"/>
                  <a:pt x="469323" y="138944"/>
                </a:cubicBezTo>
                <a:lnTo>
                  <a:pt x="469323" y="141787"/>
                </a:lnTo>
                <a:lnTo>
                  <a:pt x="425851" y="141787"/>
                </a:lnTo>
                <a:lnTo>
                  <a:pt x="425851" y="138944"/>
                </a:lnTo>
                <a:cubicBezTo>
                  <a:pt x="430806" y="138262"/>
                  <a:pt x="434267" y="136884"/>
                  <a:pt x="436235" y="134808"/>
                </a:cubicBezTo>
                <a:cubicBezTo>
                  <a:pt x="438204" y="132730"/>
                  <a:pt x="439188" y="128218"/>
                  <a:pt x="439188" y="121271"/>
                </a:cubicBezTo>
                <a:lnTo>
                  <a:pt x="439188" y="77762"/>
                </a:lnTo>
                <a:cubicBezTo>
                  <a:pt x="439188" y="71922"/>
                  <a:pt x="438102" y="67083"/>
                  <a:pt x="435930" y="63244"/>
                </a:cubicBezTo>
                <a:cubicBezTo>
                  <a:pt x="433758" y="59406"/>
                  <a:pt x="429754" y="57487"/>
                  <a:pt x="423917" y="57487"/>
                </a:cubicBezTo>
                <a:cubicBezTo>
                  <a:pt x="419912" y="57487"/>
                  <a:pt x="415840" y="58845"/>
                  <a:pt x="411700" y="61562"/>
                </a:cubicBezTo>
                <a:cubicBezTo>
                  <a:pt x="409392" y="63126"/>
                  <a:pt x="406406" y="65708"/>
                  <a:pt x="402741" y="69310"/>
                </a:cubicBezTo>
                <a:lnTo>
                  <a:pt x="402741" y="126349"/>
                </a:lnTo>
                <a:cubicBezTo>
                  <a:pt x="402741" y="131265"/>
                  <a:pt x="403827" y="134558"/>
                  <a:pt x="405998" y="136230"/>
                </a:cubicBezTo>
                <a:cubicBezTo>
                  <a:pt x="408170" y="137901"/>
                  <a:pt x="411598" y="138806"/>
                  <a:pt x="416281" y="138944"/>
                </a:cubicBezTo>
                <a:lnTo>
                  <a:pt x="416281" y="141787"/>
                </a:lnTo>
                <a:lnTo>
                  <a:pt x="371791" y="141787"/>
                </a:lnTo>
                <a:lnTo>
                  <a:pt x="371791" y="138944"/>
                </a:lnTo>
                <a:moveTo>
                  <a:pt x="420252" y="46111"/>
                </a:moveTo>
                <a:lnTo>
                  <a:pt x="420252" y="46111"/>
                </a:lnTo>
                <a:close/>
                <a:moveTo>
                  <a:pt x="483067" y="109489"/>
                </a:moveTo>
                <a:lnTo>
                  <a:pt x="486426" y="109489"/>
                </a:lnTo>
                <a:cubicBezTo>
                  <a:pt x="487988" y="117236"/>
                  <a:pt x="490092" y="123182"/>
                  <a:pt x="492739" y="127327"/>
                </a:cubicBezTo>
                <a:cubicBezTo>
                  <a:pt x="497490" y="134936"/>
                  <a:pt x="504446" y="138740"/>
                  <a:pt x="513609" y="138740"/>
                </a:cubicBezTo>
                <a:cubicBezTo>
                  <a:pt x="518700" y="138740"/>
                  <a:pt x="522721" y="137339"/>
                  <a:pt x="525673" y="134535"/>
                </a:cubicBezTo>
                <a:cubicBezTo>
                  <a:pt x="528626" y="131731"/>
                  <a:pt x="530102" y="128100"/>
                  <a:pt x="530102" y="123642"/>
                </a:cubicBezTo>
                <a:cubicBezTo>
                  <a:pt x="530102" y="120804"/>
                  <a:pt x="529254" y="118068"/>
                  <a:pt x="527557" y="115434"/>
                </a:cubicBezTo>
                <a:cubicBezTo>
                  <a:pt x="525860" y="112800"/>
                  <a:pt x="522874" y="110233"/>
                  <a:pt x="518598" y="107734"/>
                </a:cubicBezTo>
                <a:lnTo>
                  <a:pt x="507195" y="101246"/>
                </a:lnTo>
                <a:cubicBezTo>
                  <a:pt x="498847" y="96788"/>
                  <a:pt x="492705" y="92290"/>
                  <a:pt x="488768" y="87754"/>
                </a:cubicBezTo>
                <a:cubicBezTo>
                  <a:pt x="484832" y="83217"/>
                  <a:pt x="482863" y="77868"/>
                  <a:pt x="482863" y="71706"/>
                </a:cubicBezTo>
                <a:cubicBezTo>
                  <a:pt x="482863" y="64123"/>
                  <a:pt x="485578" y="57893"/>
                  <a:pt x="491008" y="53018"/>
                </a:cubicBezTo>
                <a:cubicBezTo>
                  <a:pt x="496438" y="48143"/>
                  <a:pt x="503259" y="45705"/>
                  <a:pt x="511471" y="45705"/>
                </a:cubicBezTo>
                <a:cubicBezTo>
                  <a:pt x="515068" y="45705"/>
                  <a:pt x="519022" y="46382"/>
                  <a:pt x="523332" y="47736"/>
                </a:cubicBezTo>
                <a:cubicBezTo>
                  <a:pt x="527642" y="49091"/>
                  <a:pt x="530068" y="49768"/>
                  <a:pt x="530611" y="49768"/>
                </a:cubicBezTo>
                <a:cubicBezTo>
                  <a:pt x="531833" y="49768"/>
                  <a:pt x="532715" y="49607"/>
                  <a:pt x="533258" y="49285"/>
                </a:cubicBezTo>
                <a:cubicBezTo>
                  <a:pt x="533801" y="48962"/>
                  <a:pt x="534276" y="48445"/>
                  <a:pt x="534683" y="47736"/>
                </a:cubicBezTo>
                <a:lnTo>
                  <a:pt x="537127" y="47736"/>
                </a:lnTo>
                <a:lnTo>
                  <a:pt x="537839" y="76175"/>
                </a:lnTo>
                <a:lnTo>
                  <a:pt x="534683" y="76175"/>
                </a:lnTo>
                <a:cubicBezTo>
                  <a:pt x="533326" y="69582"/>
                  <a:pt x="531493" y="64449"/>
                  <a:pt x="529186" y="60778"/>
                </a:cubicBezTo>
                <a:cubicBezTo>
                  <a:pt x="524978" y="53980"/>
                  <a:pt x="518903" y="50580"/>
                  <a:pt x="510962" y="50580"/>
                </a:cubicBezTo>
                <a:cubicBezTo>
                  <a:pt x="506211" y="50580"/>
                  <a:pt x="502478" y="52033"/>
                  <a:pt x="499763" y="54938"/>
                </a:cubicBezTo>
                <a:cubicBezTo>
                  <a:pt x="497048" y="57843"/>
                  <a:pt x="495691" y="61255"/>
                  <a:pt x="495691" y="65174"/>
                </a:cubicBezTo>
                <a:cubicBezTo>
                  <a:pt x="495691" y="71389"/>
                  <a:pt x="500374" y="76928"/>
                  <a:pt x="509740" y="81793"/>
                </a:cubicBezTo>
                <a:lnTo>
                  <a:pt x="523179" y="88988"/>
                </a:lnTo>
                <a:cubicBezTo>
                  <a:pt x="537636" y="96824"/>
                  <a:pt x="544864" y="105956"/>
                  <a:pt x="544864" y="116386"/>
                </a:cubicBezTo>
                <a:cubicBezTo>
                  <a:pt x="544864" y="124380"/>
                  <a:pt x="541861" y="130918"/>
                  <a:pt x="535854" y="135998"/>
                </a:cubicBezTo>
                <a:cubicBezTo>
                  <a:pt x="529847" y="141076"/>
                  <a:pt x="521991" y="143616"/>
                  <a:pt x="512286" y="143616"/>
                </a:cubicBezTo>
                <a:cubicBezTo>
                  <a:pt x="508213" y="143616"/>
                  <a:pt x="503598" y="142938"/>
                  <a:pt x="498440" y="141584"/>
                </a:cubicBezTo>
                <a:cubicBezTo>
                  <a:pt x="493282" y="140230"/>
                  <a:pt x="490227" y="139553"/>
                  <a:pt x="489277" y="139553"/>
                </a:cubicBezTo>
                <a:cubicBezTo>
                  <a:pt x="488463" y="139553"/>
                  <a:pt x="487750" y="139831"/>
                  <a:pt x="487139" y="140388"/>
                </a:cubicBezTo>
                <a:cubicBezTo>
                  <a:pt x="486528" y="140942"/>
                  <a:pt x="486053" y="141612"/>
                  <a:pt x="485714" y="142397"/>
                </a:cubicBezTo>
                <a:lnTo>
                  <a:pt x="483067" y="142397"/>
                </a:lnTo>
                <a:lnTo>
                  <a:pt x="483067" y="109489"/>
                </a:lnTo>
                <a:moveTo>
                  <a:pt x="512896" y="45705"/>
                </a:moveTo>
                <a:lnTo>
                  <a:pt x="512896" y="45705"/>
                </a:lnTo>
                <a:close/>
                <a:moveTo>
                  <a:pt x="569736" y="10614"/>
                </a:moveTo>
                <a:cubicBezTo>
                  <a:pt x="569736" y="7717"/>
                  <a:pt x="570754" y="5224"/>
                  <a:pt x="572790" y="3136"/>
                </a:cubicBezTo>
                <a:cubicBezTo>
                  <a:pt x="574826" y="1045"/>
                  <a:pt x="577337" y="0"/>
                  <a:pt x="580324" y="0"/>
                </a:cubicBezTo>
                <a:cubicBezTo>
                  <a:pt x="583242" y="0"/>
                  <a:pt x="585736" y="1028"/>
                  <a:pt x="587806" y="3085"/>
                </a:cubicBezTo>
                <a:cubicBezTo>
                  <a:pt x="589876" y="5140"/>
                  <a:pt x="590912" y="7649"/>
                  <a:pt x="590912" y="10614"/>
                </a:cubicBezTo>
                <a:cubicBezTo>
                  <a:pt x="590912" y="13511"/>
                  <a:pt x="589876" y="15987"/>
                  <a:pt x="587806" y="18044"/>
                </a:cubicBezTo>
                <a:cubicBezTo>
                  <a:pt x="585736" y="20099"/>
                  <a:pt x="583242" y="21126"/>
                  <a:pt x="580324" y="21126"/>
                </a:cubicBezTo>
                <a:cubicBezTo>
                  <a:pt x="577337" y="21126"/>
                  <a:pt x="574826" y="20099"/>
                  <a:pt x="572790" y="18044"/>
                </a:cubicBezTo>
                <a:cubicBezTo>
                  <a:pt x="570754" y="15987"/>
                  <a:pt x="569736" y="13511"/>
                  <a:pt x="569736" y="10614"/>
                </a:cubicBezTo>
                <a:moveTo>
                  <a:pt x="556704" y="138944"/>
                </a:moveTo>
                <a:cubicBezTo>
                  <a:pt x="563966" y="138266"/>
                  <a:pt x="568548" y="137031"/>
                  <a:pt x="570448" y="135236"/>
                </a:cubicBezTo>
                <a:cubicBezTo>
                  <a:pt x="572349" y="133442"/>
                  <a:pt x="573299" y="128584"/>
                  <a:pt x="573299" y="120661"/>
                </a:cubicBezTo>
                <a:lnTo>
                  <a:pt x="573299" y="72112"/>
                </a:lnTo>
                <a:cubicBezTo>
                  <a:pt x="573299" y="67749"/>
                  <a:pt x="572993" y="64729"/>
                  <a:pt x="572383" y="63051"/>
                </a:cubicBezTo>
                <a:cubicBezTo>
                  <a:pt x="571364" y="60289"/>
                  <a:pt x="569226" y="58909"/>
                  <a:pt x="565969" y="58909"/>
                </a:cubicBezTo>
                <a:cubicBezTo>
                  <a:pt x="565222" y="58909"/>
                  <a:pt x="564492" y="58977"/>
                  <a:pt x="563780" y="59112"/>
                </a:cubicBezTo>
                <a:cubicBezTo>
                  <a:pt x="563067" y="59247"/>
                  <a:pt x="561014" y="59789"/>
                  <a:pt x="557620" y="60737"/>
                </a:cubicBezTo>
                <a:lnTo>
                  <a:pt x="557620" y="57487"/>
                </a:lnTo>
                <a:lnTo>
                  <a:pt x="561998" y="56065"/>
                </a:lnTo>
                <a:cubicBezTo>
                  <a:pt x="573876" y="52205"/>
                  <a:pt x="582156" y="49294"/>
                  <a:pt x="586839" y="47330"/>
                </a:cubicBezTo>
                <a:cubicBezTo>
                  <a:pt x="588740" y="46518"/>
                  <a:pt x="589961" y="46111"/>
                  <a:pt x="590504" y="46111"/>
                </a:cubicBezTo>
                <a:cubicBezTo>
                  <a:pt x="590640" y="46585"/>
                  <a:pt x="590708" y="47094"/>
                  <a:pt x="590708" y="47638"/>
                </a:cubicBezTo>
                <a:lnTo>
                  <a:pt x="590708" y="120639"/>
                </a:lnTo>
                <a:cubicBezTo>
                  <a:pt x="590708" y="128367"/>
                  <a:pt x="591641" y="133214"/>
                  <a:pt x="593508" y="135182"/>
                </a:cubicBezTo>
                <a:cubicBezTo>
                  <a:pt x="595374" y="137148"/>
                  <a:pt x="599599" y="138402"/>
                  <a:pt x="606183" y="138944"/>
                </a:cubicBezTo>
                <a:lnTo>
                  <a:pt x="606183" y="141787"/>
                </a:lnTo>
                <a:lnTo>
                  <a:pt x="556704" y="141787"/>
                </a:lnTo>
                <a:lnTo>
                  <a:pt x="556704" y="138944"/>
                </a:lnTo>
                <a:close/>
                <a:moveTo>
                  <a:pt x="622075" y="109489"/>
                </a:moveTo>
                <a:lnTo>
                  <a:pt x="625434" y="109489"/>
                </a:lnTo>
                <a:cubicBezTo>
                  <a:pt x="626995" y="117236"/>
                  <a:pt x="629100" y="123182"/>
                  <a:pt x="631747" y="127327"/>
                </a:cubicBezTo>
                <a:cubicBezTo>
                  <a:pt x="636498" y="134936"/>
                  <a:pt x="643454" y="138740"/>
                  <a:pt x="652617" y="138740"/>
                </a:cubicBezTo>
                <a:cubicBezTo>
                  <a:pt x="657707" y="138740"/>
                  <a:pt x="661729" y="137339"/>
                  <a:pt x="664681" y="134535"/>
                </a:cubicBezTo>
                <a:cubicBezTo>
                  <a:pt x="667634" y="131731"/>
                  <a:pt x="669110" y="128100"/>
                  <a:pt x="669110" y="123642"/>
                </a:cubicBezTo>
                <a:cubicBezTo>
                  <a:pt x="669110" y="120804"/>
                  <a:pt x="668262" y="118068"/>
                  <a:pt x="666565" y="115434"/>
                </a:cubicBezTo>
                <a:cubicBezTo>
                  <a:pt x="664868" y="112800"/>
                  <a:pt x="661882" y="110233"/>
                  <a:pt x="657606" y="107734"/>
                </a:cubicBezTo>
                <a:lnTo>
                  <a:pt x="646203" y="101246"/>
                </a:lnTo>
                <a:cubicBezTo>
                  <a:pt x="637855" y="96788"/>
                  <a:pt x="631713" y="92290"/>
                  <a:pt x="627776" y="87754"/>
                </a:cubicBezTo>
                <a:cubicBezTo>
                  <a:pt x="623839" y="83217"/>
                  <a:pt x="621871" y="77868"/>
                  <a:pt x="621871" y="71706"/>
                </a:cubicBezTo>
                <a:cubicBezTo>
                  <a:pt x="621871" y="64123"/>
                  <a:pt x="624586" y="57893"/>
                  <a:pt x="630016" y="53018"/>
                </a:cubicBezTo>
                <a:cubicBezTo>
                  <a:pt x="635446" y="48143"/>
                  <a:pt x="642267" y="45705"/>
                  <a:pt x="650479" y="45705"/>
                </a:cubicBezTo>
                <a:cubicBezTo>
                  <a:pt x="654076" y="45705"/>
                  <a:pt x="658030" y="46382"/>
                  <a:pt x="662340" y="47736"/>
                </a:cubicBezTo>
                <a:cubicBezTo>
                  <a:pt x="666650" y="49091"/>
                  <a:pt x="669076" y="49768"/>
                  <a:pt x="669619" y="49768"/>
                </a:cubicBezTo>
                <a:cubicBezTo>
                  <a:pt x="670841" y="49768"/>
                  <a:pt x="671723" y="49607"/>
                  <a:pt x="672266" y="49285"/>
                </a:cubicBezTo>
                <a:cubicBezTo>
                  <a:pt x="672809" y="48962"/>
                  <a:pt x="673284" y="48445"/>
                  <a:pt x="673691" y="47736"/>
                </a:cubicBezTo>
                <a:lnTo>
                  <a:pt x="676135" y="47736"/>
                </a:lnTo>
                <a:lnTo>
                  <a:pt x="676847" y="76175"/>
                </a:lnTo>
                <a:lnTo>
                  <a:pt x="673691" y="76175"/>
                </a:lnTo>
                <a:cubicBezTo>
                  <a:pt x="672334" y="69582"/>
                  <a:pt x="670501" y="64449"/>
                  <a:pt x="668194" y="60778"/>
                </a:cubicBezTo>
                <a:cubicBezTo>
                  <a:pt x="663986" y="53980"/>
                  <a:pt x="657911" y="50580"/>
                  <a:pt x="649970" y="50580"/>
                </a:cubicBezTo>
                <a:cubicBezTo>
                  <a:pt x="645219" y="50580"/>
                  <a:pt x="641486" y="52033"/>
                  <a:pt x="638771" y="54938"/>
                </a:cubicBezTo>
                <a:cubicBezTo>
                  <a:pt x="636056" y="57843"/>
                  <a:pt x="634699" y="61255"/>
                  <a:pt x="634699" y="65174"/>
                </a:cubicBezTo>
                <a:cubicBezTo>
                  <a:pt x="634699" y="71389"/>
                  <a:pt x="639382" y="76928"/>
                  <a:pt x="648748" y="81793"/>
                </a:cubicBezTo>
                <a:lnTo>
                  <a:pt x="662187" y="88988"/>
                </a:lnTo>
                <a:cubicBezTo>
                  <a:pt x="676644" y="96824"/>
                  <a:pt x="683872" y="105956"/>
                  <a:pt x="683872" y="116386"/>
                </a:cubicBezTo>
                <a:cubicBezTo>
                  <a:pt x="683872" y="124380"/>
                  <a:pt x="680869" y="130918"/>
                  <a:pt x="674862" y="135998"/>
                </a:cubicBezTo>
                <a:cubicBezTo>
                  <a:pt x="668855" y="141076"/>
                  <a:pt x="660999" y="143616"/>
                  <a:pt x="651294" y="143616"/>
                </a:cubicBezTo>
                <a:cubicBezTo>
                  <a:pt x="647221" y="143616"/>
                  <a:pt x="642606" y="142938"/>
                  <a:pt x="637448" y="141584"/>
                </a:cubicBezTo>
                <a:cubicBezTo>
                  <a:pt x="632289" y="140230"/>
                  <a:pt x="629235" y="139553"/>
                  <a:pt x="628285" y="139553"/>
                </a:cubicBezTo>
                <a:cubicBezTo>
                  <a:pt x="627471" y="139553"/>
                  <a:pt x="626758" y="139831"/>
                  <a:pt x="626147" y="140388"/>
                </a:cubicBezTo>
                <a:cubicBezTo>
                  <a:pt x="625536" y="140942"/>
                  <a:pt x="625061" y="141612"/>
                  <a:pt x="624722" y="142397"/>
                </a:cubicBezTo>
                <a:lnTo>
                  <a:pt x="622075" y="142397"/>
                </a:lnTo>
                <a:lnTo>
                  <a:pt x="622075" y="109489"/>
                </a:lnTo>
                <a:moveTo>
                  <a:pt x="651904" y="45705"/>
                </a:moveTo>
                <a:lnTo>
                  <a:pt x="651904" y="45705"/>
                </a:lnTo>
                <a:close/>
                <a:moveTo>
                  <a:pt x="744682" y="48346"/>
                </a:moveTo>
                <a:lnTo>
                  <a:pt x="744682" y="55659"/>
                </a:lnTo>
                <a:lnTo>
                  <a:pt x="723913" y="55659"/>
                </a:lnTo>
                <a:lnTo>
                  <a:pt x="723710" y="113698"/>
                </a:lnTo>
                <a:cubicBezTo>
                  <a:pt x="723710" y="118804"/>
                  <a:pt x="724151" y="122666"/>
                  <a:pt x="725033" y="125286"/>
                </a:cubicBezTo>
                <a:cubicBezTo>
                  <a:pt x="726662" y="129922"/>
                  <a:pt x="729852" y="132240"/>
                  <a:pt x="734603" y="132240"/>
                </a:cubicBezTo>
                <a:cubicBezTo>
                  <a:pt x="737047" y="132240"/>
                  <a:pt x="739168" y="131673"/>
                  <a:pt x="740966" y="130539"/>
                </a:cubicBezTo>
                <a:cubicBezTo>
                  <a:pt x="742765" y="129403"/>
                  <a:pt x="744818" y="127600"/>
                  <a:pt x="747126" y="125130"/>
                </a:cubicBezTo>
                <a:lnTo>
                  <a:pt x="749773" y="127365"/>
                </a:lnTo>
                <a:lnTo>
                  <a:pt x="747533" y="130450"/>
                </a:lnTo>
                <a:cubicBezTo>
                  <a:pt x="744003" y="135251"/>
                  <a:pt x="740271" y="138646"/>
                  <a:pt x="736334" y="140635"/>
                </a:cubicBezTo>
                <a:cubicBezTo>
                  <a:pt x="732397" y="142622"/>
                  <a:pt x="728597" y="143616"/>
                  <a:pt x="724931" y="143616"/>
                </a:cubicBezTo>
                <a:cubicBezTo>
                  <a:pt x="716923" y="143616"/>
                  <a:pt x="711493" y="140073"/>
                  <a:pt x="708642" y="132989"/>
                </a:cubicBezTo>
                <a:cubicBezTo>
                  <a:pt x="707081" y="129142"/>
                  <a:pt x="706301" y="123811"/>
                  <a:pt x="706301" y="116996"/>
                </a:cubicBezTo>
                <a:lnTo>
                  <a:pt x="706301" y="55659"/>
                </a:lnTo>
                <a:lnTo>
                  <a:pt x="695204" y="55659"/>
                </a:lnTo>
                <a:cubicBezTo>
                  <a:pt x="694864" y="55456"/>
                  <a:pt x="694610" y="55252"/>
                  <a:pt x="694440" y="55049"/>
                </a:cubicBezTo>
                <a:cubicBezTo>
                  <a:pt x="694270" y="54846"/>
                  <a:pt x="694186" y="54575"/>
                  <a:pt x="694186" y="54237"/>
                </a:cubicBezTo>
                <a:cubicBezTo>
                  <a:pt x="694186" y="53560"/>
                  <a:pt x="694338" y="53035"/>
                  <a:pt x="694644" y="52662"/>
                </a:cubicBezTo>
                <a:cubicBezTo>
                  <a:pt x="694949" y="52290"/>
                  <a:pt x="695916" y="51427"/>
                  <a:pt x="697545" y="50072"/>
                </a:cubicBezTo>
                <a:cubicBezTo>
                  <a:pt x="702228" y="46198"/>
                  <a:pt x="705605" y="43055"/>
                  <a:pt x="707675" y="40643"/>
                </a:cubicBezTo>
                <a:cubicBezTo>
                  <a:pt x="709745" y="38230"/>
                  <a:pt x="714615" y="31860"/>
                  <a:pt x="722284" y="21532"/>
                </a:cubicBezTo>
                <a:cubicBezTo>
                  <a:pt x="723167" y="21532"/>
                  <a:pt x="723693" y="21600"/>
                  <a:pt x="723862" y="21735"/>
                </a:cubicBezTo>
                <a:cubicBezTo>
                  <a:pt x="724032" y="21871"/>
                  <a:pt x="724117" y="22381"/>
                  <a:pt x="724117" y="23265"/>
                </a:cubicBezTo>
                <a:lnTo>
                  <a:pt x="724117" y="48346"/>
                </a:lnTo>
                <a:lnTo>
                  <a:pt x="744682" y="48346"/>
                </a:lnTo>
                <a:close/>
                <a:moveTo>
                  <a:pt x="798041" y="46518"/>
                </a:moveTo>
                <a:cubicBezTo>
                  <a:pt x="807611" y="46518"/>
                  <a:pt x="815993" y="49819"/>
                  <a:pt x="823187" y="56420"/>
                </a:cubicBezTo>
                <a:cubicBezTo>
                  <a:pt x="830382" y="63022"/>
                  <a:pt x="833979" y="72383"/>
                  <a:pt x="833979" y="84504"/>
                </a:cubicBezTo>
                <a:lnTo>
                  <a:pt x="769331" y="84504"/>
                </a:lnTo>
                <a:cubicBezTo>
                  <a:pt x="770010" y="100143"/>
                  <a:pt x="773573" y="111535"/>
                  <a:pt x="780021" y="118681"/>
                </a:cubicBezTo>
                <a:cubicBezTo>
                  <a:pt x="786469" y="125824"/>
                  <a:pt x="794104" y="129396"/>
                  <a:pt x="802927" y="129396"/>
                </a:cubicBezTo>
                <a:cubicBezTo>
                  <a:pt x="810054" y="129396"/>
                  <a:pt x="816061" y="127543"/>
                  <a:pt x="820947" y="123835"/>
                </a:cubicBezTo>
                <a:cubicBezTo>
                  <a:pt x="825834" y="120128"/>
                  <a:pt x="830348" y="114870"/>
                  <a:pt x="834488" y="108061"/>
                </a:cubicBezTo>
                <a:lnTo>
                  <a:pt x="838051" y="109276"/>
                </a:lnTo>
                <a:cubicBezTo>
                  <a:pt x="835268" y="117903"/>
                  <a:pt x="830059" y="125885"/>
                  <a:pt x="822424" y="133221"/>
                </a:cubicBezTo>
                <a:cubicBezTo>
                  <a:pt x="814788" y="140557"/>
                  <a:pt x="805439" y="144225"/>
                  <a:pt x="794376" y="144225"/>
                </a:cubicBezTo>
                <a:cubicBezTo>
                  <a:pt x="781616" y="144225"/>
                  <a:pt x="771757" y="139417"/>
                  <a:pt x="764800" y="129802"/>
                </a:cubicBezTo>
                <a:cubicBezTo>
                  <a:pt x="757844" y="120187"/>
                  <a:pt x="754365" y="109117"/>
                  <a:pt x="754365" y="96590"/>
                </a:cubicBezTo>
                <a:cubicBezTo>
                  <a:pt x="754365" y="82980"/>
                  <a:pt x="758404" y="71232"/>
                  <a:pt x="766480" y="61346"/>
                </a:cubicBezTo>
                <a:cubicBezTo>
                  <a:pt x="774557" y="51461"/>
                  <a:pt x="785077" y="46518"/>
                  <a:pt x="798041" y="46518"/>
                </a:cubicBezTo>
                <a:moveTo>
                  <a:pt x="792136" y="54034"/>
                </a:moveTo>
                <a:cubicBezTo>
                  <a:pt x="784398" y="54034"/>
                  <a:pt x="778494" y="57438"/>
                  <a:pt x="774421" y="64247"/>
                </a:cubicBezTo>
                <a:cubicBezTo>
                  <a:pt x="772249" y="67889"/>
                  <a:pt x="770688" y="72474"/>
                  <a:pt x="769738" y="78003"/>
                </a:cubicBezTo>
                <a:lnTo>
                  <a:pt x="812701" y="78003"/>
                </a:lnTo>
                <a:cubicBezTo>
                  <a:pt x="811954" y="71262"/>
                  <a:pt x="810665" y="66239"/>
                  <a:pt x="808832" y="62933"/>
                </a:cubicBezTo>
                <a:cubicBezTo>
                  <a:pt x="805507" y="57000"/>
                  <a:pt x="799941" y="54034"/>
                  <a:pt x="792136" y="54034"/>
                </a:cubicBezTo>
                <a:moveTo>
                  <a:pt x="796717" y="46518"/>
                </a:moveTo>
                <a:lnTo>
                  <a:pt x="796717" y="46518"/>
                </a:lnTo>
                <a:close/>
                <a:moveTo>
                  <a:pt x="847447" y="138944"/>
                </a:moveTo>
                <a:cubicBezTo>
                  <a:pt x="852266" y="138343"/>
                  <a:pt x="855643" y="137157"/>
                  <a:pt x="857577" y="135385"/>
                </a:cubicBezTo>
                <a:cubicBezTo>
                  <a:pt x="859512" y="133614"/>
                  <a:pt x="860479" y="129654"/>
                  <a:pt x="860479" y="123505"/>
                </a:cubicBezTo>
                <a:lnTo>
                  <a:pt x="860479" y="71706"/>
                </a:lnTo>
                <a:cubicBezTo>
                  <a:pt x="860479" y="67443"/>
                  <a:pt x="860072" y="64444"/>
                  <a:pt x="859257" y="62711"/>
                </a:cubicBezTo>
                <a:cubicBezTo>
                  <a:pt x="857968" y="60176"/>
                  <a:pt x="855321" y="58909"/>
                  <a:pt x="851316" y="58909"/>
                </a:cubicBezTo>
                <a:cubicBezTo>
                  <a:pt x="850705" y="58909"/>
                  <a:pt x="850077" y="58943"/>
                  <a:pt x="849433" y="59010"/>
                </a:cubicBezTo>
                <a:cubicBezTo>
                  <a:pt x="848788" y="59078"/>
                  <a:pt x="847990" y="59180"/>
                  <a:pt x="847040" y="59315"/>
                </a:cubicBezTo>
                <a:lnTo>
                  <a:pt x="847040" y="55659"/>
                </a:lnTo>
                <a:cubicBezTo>
                  <a:pt x="849823" y="54838"/>
                  <a:pt x="856406" y="52716"/>
                  <a:pt x="866791" y="49295"/>
                </a:cubicBezTo>
                <a:lnTo>
                  <a:pt x="876361" y="46111"/>
                </a:lnTo>
                <a:cubicBezTo>
                  <a:pt x="876836" y="46111"/>
                  <a:pt x="877124" y="46277"/>
                  <a:pt x="877226" y="46610"/>
                </a:cubicBezTo>
                <a:cubicBezTo>
                  <a:pt x="877328" y="46942"/>
                  <a:pt x="877379" y="47407"/>
                  <a:pt x="877379" y="48006"/>
                </a:cubicBezTo>
                <a:lnTo>
                  <a:pt x="877379" y="62787"/>
                </a:lnTo>
                <a:cubicBezTo>
                  <a:pt x="883623" y="56922"/>
                  <a:pt x="888510" y="52898"/>
                  <a:pt x="892039" y="50717"/>
                </a:cubicBezTo>
                <a:cubicBezTo>
                  <a:pt x="897333" y="47376"/>
                  <a:pt x="902831" y="45705"/>
                  <a:pt x="908532" y="45705"/>
                </a:cubicBezTo>
                <a:cubicBezTo>
                  <a:pt x="913147" y="45705"/>
                  <a:pt x="917355" y="47031"/>
                  <a:pt x="921156" y="49682"/>
                </a:cubicBezTo>
                <a:cubicBezTo>
                  <a:pt x="928486" y="54847"/>
                  <a:pt x="932151" y="64057"/>
                  <a:pt x="932151" y="77311"/>
                </a:cubicBezTo>
                <a:lnTo>
                  <a:pt x="932151" y="124927"/>
                </a:lnTo>
                <a:cubicBezTo>
                  <a:pt x="932151" y="129838"/>
                  <a:pt x="933136" y="133386"/>
                  <a:pt x="935104" y="135570"/>
                </a:cubicBezTo>
                <a:cubicBezTo>
                  <a:pt x="937072" y="137751"/>
                  <a:pt x="940364" y="138876"/>
                  <a:pt x="944979" y="138944"/>
                </a:cubicBezTo>
                <a:lnTo>
                  <a:pt x="944979" y="141787"/>
                </a:lnTo>
                <a:lnTo>
                  <a:pt x="901507" y="141787"/>
                </a:lnTo>
                <a:lnTo>
                  <a:pt x="901507" y="138944"/>
                </a:lnTo>
                <a:cubicBezTo>
                  <a:pt x="906462" y="138262"/>
                  <a:pt x="909923" y="136884"/>
                  <a:pt x="911892" y="134808"/>
                </a:cubicBezTo>
                <a:cubicBezTo>
                  <a:pt x="913860" y="132730"/>
                  <a:pt x="914844" y="128218"/>
                  <a:pt x="914844" y="121271"/>
                </a:cubicBezTo>
                <a:lnTo>
                  <a:pt x="914844" y="77762"/>
                </a:lnTo>
                <a:cubicBezTo>
                  <a:pt x="914844" y="71922"/>
                  <a:pt x="913758" y="67083"/>
                  <a:pt x="911586" y="63244"/>
                </a:cubicBezTo>
                <a:cubicBezTo>
                  <a:pt x="909414" y="59406"/>
                  <a:pt x="905410" y="57487"/>
                  <a:pt x="899573" y="57487"/>
                </a:cubicBezTo>
                <a:cubicBezTo>
                  <a:pt x="895568" y="57487"/>
                  <a:pt x="891496" y="58845"/>
                  <a:pt x="887356" y="61562"/>
                </a:cubicBezTo>
                <a:cubicBezTo>
                  <a:pt x="885048" y="63126"/>
                  <a:pt x="882062" y="65708"/>
                  <a:pt x="878397" y="69310"/>
                </a:cubicBezTo>
                <a:lnTo>
                  <a:pt x="878397" y="126349"/>
                </a:lnTo>
                <a:cubicBezTo>
                  <a:pt x="878397" y="131265"/>
                  <a:pt x="879483" y="134558"/>
                  <a:pt x="881655" y="136230"/>
                </a:cubicBezTo>
                <a:cubicBezTo>
                  <a:pt x="883827" y="137901"/>
                  <a:pt x="887254" y="138806"/>
                  <a:pt x="891937" y="138944"/>
                </a:cubicBezTo>
                <a:lnTo>
                  <a:pt x="891937" y="141787"/>
                </a:lnTo>
                <a:lnTo>
                  <a:pt x="847447" y="141787"/>
                </a:lnTo>
                <a:lnTo>
                  <a:pt x="847447" y="138944"/>
                </a:lnTo>
                <a:moveTo>
                  <a:pt x="895908" y="46111"/>
                </a:moveTo>
                <a:lnTo>
                  <a:pt x="895908" y="46111"/>
                </a:lnTo>
                <a:close/>
                <a:moveTo>
                  <a:pt x="1000974" y="48346"/>
                </a:moveTo>
                <a:lnTo>
                  <a:pt x="1000974" y="55659"/>
                </a:lnTo>
                <a:lnTo>
                  <a:pt x="980205" y="55659"/>
                </a:lnTo>
                <a:lnTo>
                  <a:pt x="980001" y="113698"/>
                </a:lnTo>
                <a:cubicBezTo>
                  <a:pt x="980001" y="118804"/>
                  <a:pt x="980442" y="122666"/>
                  <a:pt x="981325" y="125286"/>
                </a:cubicBezTo>
                <a:cubicBezTo>
                  <a:pt x="982954" y="129922"/>
                  <a:pt x="986144" y="132240"/>
                  <a:pt x="990895" y="132240"/>
                </a:cubicBezTo>
                <a:cubicBezTo>
                  <a:pt x="993338" y="132240"/>
                  <a:pt x="995459" y="131673"/>
                  <a:pt x="997258" y="130539"/>
                </a:cubicBezTo>
                <a:cubicBezTo>
                  <a:pt x="999056" y="129403"/>
                  <a:pt x="1001109" y="127600"/>
                  <a:pt x="1003417" y="125130"/>
                </a:cubicBezTo>
                <a:lnTo>
                  <a:pt x="1006064" y="127365"/>
                </a:lnTo>
                <a:lnTo>
                  <a:pt x="1003824" y="130450"/>
                </a:lnTo>
                <a:cubicBezTo>
                  <a:pt x="1000295" y="135251"/>
                  <a:pt x="996562" y="138646"/>
                  <a:pt x="992625" y="140635"/>
                </a:cubicBezTo>
                <a:cubicBezTo>
                  <a:pt x="988689" y="142622"/>
                  <a:pt x="984888" y="143616"/>
                  <a:pt x="981223" y="143616"/>
                </a:cubicBezTo>
                <a:cubicBezTo>
                  <a:pt x="973214" y="143616"/>
                  <a:pt x="967784" y="140073"/>
                  <a:pt x="964934" y="132989"/>
                </a:cubicBezTo>
                <a:cubicBezTo>
                  <a:pt x="963373" y="129142"/>
                  <a:pt x="962592" y="123811"/>
                  <a:pt x="962592" y="116996"/>
                </a:cubicBezTo>
                <a:lnTo>
                  <a:pt x="962592" y="55659"/>
                </a:lnTo>
                <a:lnTo>
                  <a:pt x="951495" y="55659"/>
                </a:lnTo>
                <a:cubicBezTo>
                  <a:pt x="951156" y="55456"/>
                  <a:pt x="950901" y="55252"/>
                  <a:pt x="950732" y="55049"/>
                </a:cubicBezTo>
                <a:cubicBezTo>
                  <a:pt x="950562" y="54846"/>
                  <a:pt x="950477" y="54575"/>
                  <a:pt x="950477" y="54237"/>
                </a:cubicBezTo>
                <a:cubicBezTo>
                  <a:pt x="950477" y="53560"/>
                  <a:pt x="950630" y="53035"/>
                  <a:pt x="950935" y="52662"/>
                </a:cubicBezTo>
                <a:cubicBezTo>
                  <a:pt x="951241" y="52290"/>
                  <a:pt x="952208" y="51427"/>
                  <a:pt x="953837" y="50072"/>
                </a:cubicBezTo>
                <a:cubicBezTo>
                  <a:pt x="958520" y="46198"/>
                  <a:pt x="961896" y="43055"/>
                  <a:pt x="963967" y="40643"/>
                </a:cubicBezTo>
                <a:cubicBezTo>
                  <a:pt x="966037" y="38230"/>
                  <a:pt x="970906" y="31860"/>
                  <a:pt x="978576" y="21532"/>
                </a:cubicBezTo>
                <a:cubicBezTo>
                  <a:pt x="979458" y="21532"/>
                  <a:pt x="979984" y="21600"/>
                  <a:pt x="980154" y="21735"/>
                </a:cubicBezTo>
                <a:cubicBezTo>
                  <a:pt x="980324" y="21871"/>
                  <a:pt x="980408" y="22381"/>
                  <a:pt x="980408" y="23265"/>
                </a:cubicBezTo>
                <a:lnTo>
                  <a:pt x="980408" y="48346"/>
                </a:lnTo>
                <a:lnTo>
                  <a:pt x="1000974" y="48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①StorageEngineSelection">
            <a:extLst xmlns:a="http://schemas.openxmlformats.org/drawingml/2006/main">
              <a:ext uri="{FF2B5EF4-FFF2-40B4-BE49-F238E27FC236}">
                <a16:creationId xmlns:a16="http://schemas.microsoft.com/office/drawing/2014/main" id="{7029A678-D536-436A-9519-D7DF2DA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9" y="203197"/>
            <a:ext cx="2876597" cy="243388"/>
          </a:xfrm>
          <a:custGeom xmlns:a="http://schemas.openxmlformats.org/drawingml/2006/main">
            <a:pathLst>
              <a:path w="2876597" h="243388">
                <a:moveTo>
                  <a:pt x="118894" y="0"/>
                </a:moveTo>
                <a:cubicBezTo>
                  <a:pt x="191268" y="6715"/>
                  <a:pt x="230821" y="46015"/>
                  <a:pt x="237551" y="117902"/>
                </a:cubicBezTo>
                <a:cubicBezTo>
                  <a:pt x="230742" y="189631"/>
                  <a:pt x="191189" y="228853"/>
                  <a:pt x="118894" y="235568"/>
                </a:cubicBezTo>
                <a:cubicBezTo>
                  <a:pt x="46362" y="228932"/>
                  <a:pt x="6731" y="189710"/>
                  <a:pt x="0" y="117902"/>
                </a:cubicBezTo>
                <a:cubicBezTo>
                  <a:pt x="6731" y="45936"/>
                  <a:pt x="46362" y="6636"/>
                  <a:pt x="118894" y="0"/>
                </a:cubicBezTo>
                <a:moveTo>
                  <a:pt x="118894" y="12086"/>
                </a:moveTo>
                <a:cubicBezTo>
                  <a:pt x="54676" y="18169"/>
                  <a:pt x="19558" y="53441"/>
                  <a:pt x="13540" y="117902"/>
                </a:cubicBezTo>
                <a:cubicBezTo>
                  <a:pt x="19558" y="182363"/>
                  <a:pt x="54676" y="217635"/>
                  <a:pt x="118894" y="223718"/>
                </a:cubicBezTo>
                <a:cubicBezTo>
                  <a:pt x="183112" y="217635"/>
                  <a:pt x="218230" y="182363"/>
                  <a:pt x="224248" y="117902"/>
                </a:cubicBezTo>
                <a:cubicBezTo>
                  <a:pt x="218230" y="53441"/>
                  <a:pt x="183112" y="18169"/>
                  <a:pt x="118894" y="12086"/>
                </a:cubicBezTo>
                <a:moveTo>
                  <a:pt x="111412" y="203337"/>
                </a:moveTo>
                <a:lnTo>
                  <a:pt x="111412" y="81761"/>
                </a:lnTo>
                <a:lnTo>
                  <a:pt x="69009" y="81761"/>
                </a:lnTo>
                <a:lnTo>
                  <a:pt x="69009" y="64698"/>
                </a:lnTo>
                <a:cubicBezTo>
                  <a:pt x="85321" y="64066"/>
                  <a:pt x="96287" y="61578"/>
                  <a:pt x="101910" y="57233"/>
                </a:cubicBezTo>
                <a:cubicBezTo>
                  <a:pt x="108640" y="52572"/>
                  <a:pt x="112995" y="44238"/>
                  <a:pt x="114975" y="32231"/>
                </a:cubicBezTo>
                <a:lnTo>
                  <a:pt x="135167" y="32231"/>
                </a:lnTo>
                <a:lnTo>
                  <a:pt x="135167" y="203337"/>
                </a:lnTo>
                <a:lnTo>
                  <a:pt x="111412" y="203337"/>
                </a:lnTo>
                <a:close/>
                <a:moveTo>
                  <a:pt x="309767" y="136506"/>
                </a:moveTo>
                <a:lnTo>
                  <a:pt x="316775" y="136506"/>
                </a:lnTo>
                <a:cubicBezTo>
                  <a:pt x="320734" y="154638"/>
                  <a:pt x="327128" y="167822"/>
                  <a:pt x="335957" y="176057"/>
                </a:cubicBezTo>
                <a:cubicBezTo>
                  <a:pt x="344786" y="184290"/>
                  <a:pt x="354902" y="188407"/>
                  <a:pt x="366304" y="188407"/>
                </a:cubicBezTo>
                <a:cubicBezTo>
                  <a:pt x="377390" y="188407"/>
                  <a:pt x="385269" y="185579"/>
                  <a:pt x="389940" y="179923"/>
                </a:cubicBezTo>
                <a:cubicBezTo>
                  <a:pt x="394612" y="174265"/>
                  <a:pt x="396948" y="168311"/>
                  <a:pt x="396948" y="162060"/>
                </a:cubicBezTo>
                <a:cubicBezTo>
                  <a:pt x="396948" y="154783"/>
                  <a:pt x="394494" y="148849"/>
                  <a:pt x="389584" y="144260"/>
                </a:cubicBezTo>
                <a:cubicBezTo>
                  <a:pt x="386338" y="141253"/>
                  <a:pt x="379805" y="137337"/>
                  <a:pt x="369986" y="132510"/>
                </a:cubicBezTo>
                <a:lnTo>
                  <a:pt x="354189" y="124679"/>
                </a:lnTo>
                <a:cubicBezTo>
                  <a:pt x="338511" y="116925"/>
                  <a:pt x="327464" y="109251"/>
                  <a:pt x="321051" y="101657"/>
                </a:cubicBezTo>
                <a:cubicBezTo>
                  <a:pt x="314637" y="94061"/>
                  <a:pt x="311430" y="84687"/>
                  <a:pt x="311430" y="73533"/>
                </a:cubicBezTo>
                <a:cubicBezTo>
                  <a:pt x="311430" y="61669"/>
                  <a:pt x="315686" y="50595"/>
                  <a:pt x="324198" y="40310"/>
                </a:cubicBezTo>
                <a:cubicBezTo>
                  <a:pt x="332710" y="30026"/>
                  <a:pt x="345756" y="24884"/>
                  <a:pt x="363335" y="24884"/>
                </a:cubicBezTo>
                <a:cubicBezTo>
                  <a:pt x="372282" y="24884"/>
                  <a:pt x="380933" y="26227"/>
                  <a:pt x="389287" y="28913"/>
                </a:cubicBezTo>
                <a:cubicBezTo>
                  <a:pt x="397641" y="31599"/>
                  <a:pt x="402412" y="32942"/>
                  <a:pt x="403600" y="32942"/>
                </a:cubicBezTo>
                <a:cubicBezTo>
                  <a:pt x="406292" y="32942"/>
                  <a:pt x="408153" y="32160"/>
                  <a:pt x="409182" y="30598"/>
                </a:cubicBezTo>
                <a:cubicBezTo>
                  <a:pt x="410211" y="29035"/>
                  <a:pt x="411043" y="26972"/>
                  <a:pt x="411676" y="24410"/>
                </a:cubicBezTo>
                <a:lnTo>
                  <a:pt x="418922" y="24410"/>
                </a:lnTo>
                <a:lnTo>
                  <a:pt x="418922" y="77259"/>
                </a:lnTo>
                <a:lnTo>
                  <a:pt x="412151" y="77259"/>
                </a:lnTo>
                <a:cubicBezTo>
                  <a:pt x="408905" y="65046"/>
                  <a:pt x="403184" y="54529"/>
                  <a:pt x="394988" y="45706"/>
                </a:cubicBezTo>
                <a:cubicBezTo>
                  <a:pt x="386793" y="36880"/>
                  <a:pt x="376836" y="32468"/>
                  <a:pt x="365116" y="32468"/>
                </a:cubicBezTo>
                <a:cubicBezTo>
                  <a:pt x="356881" y="32468"/>
                  <a:pt x="350368" y="34703"/>
                  <a:pt x="345578" y="39174"/>
                </a:cubicBezTo>
                <a:cubicBezTo>
                  <a:pt x="340787" y="43644"/>
                  <a:pt x="338392" y="49084"/>
                  <a:pt x="338392" y="55493"/>
                </a:cubicBezTo>
                <a:cubicBezTo>
                  <a:pt x="338392" y="63165"/>
                  <a:pt x="340649" y="68901"/>
                  <a:pt x="345162" y="72700"/>
                </a:cubicBezTo>
                <a:cubicBezTo>
                  <a:pt x="349596" y="76576"/>
                  <a:pt x="359455" y="82272"/>
                  <a:pt x="374737" y="89789"/>
                </a:cubicBezTo>
                <a:lnTo>
                  <a:pt x="393029" y="98806"/>
                </a:lnTo>
                <a:cubicBezTo>
                  <a:pt x="401185" y="102842"/>
                  <a:pt x="407678" y="107313"/>
                  <a:pt x="412508" y="112218"/>
                </a:cubicBezTo>
                <a:cubicBezTo>
                  <a:pt x="421535" y="121394"/>
                  <a:pt x="426048" y="132547"/>
                  <a:pt x="426048" y="145678"/>
                </a:cubicBezTo>
                <a:cubicBezTo>
                  <a:pt x="426048" y="157940"/>
                  <a:pt x="421198" y="169509"/>
                  <a:pt x="411498" y="180386"/>
                </a:cubicBezTo>
                <a:cubicBezTo>
                  <a:pt x="401798" y="191263"/>
                  <a:pt x="386258" y="196701"/>
                  <a:pt x="364879" y="196701"/>
                </a:cubicBezTo>
                <a:cubicBezTo>
                  <a:pt x="359969" y="196701"/>
                  <a:pt x="355001" y="196247"/>
                  <a:pt x="349972" y="195339"/>
                </a:cubicBezTo>
                <a:cubicBezTo>
                  <a:pt x="344944" y="194430"/>
                  <a:pt x="339975" y="193028"/>
                  <a:pt x="335066" y="191132"/>
                </a:cubicBezTo>
                <a:lnTo>
                  <a:pt x="330315" y="189355"/>
                </a:lnTo>
                <a:cubicBezTo>
                  <a:pt x="329206" y="189039"/>
                  <a:pt x="328138" y="188782"/>
                  <a:pt x="327108" y="188584"/>
                </a:cubicBezTo>
                <a:cubicBezTo>
                  <a:pt x="326079" y="188387"/>
                  <a:pt x="325208" y="188288"/>
                  <a:pt x="324495" y="188288"/>
                </a:cubicBezTo>
                <a:cubicBezTo>
                  <a:pt x="321961" y="188288"/>
                  <a:pt x="320219" y="189019"/>
                  <a:pt x="319269" y="190480"/>
                </a:cubicBezTo>
                <a:cubicBezTo>
                  <a:pt x="318319" y="191942"/>
                  <a:pt x="317487" y="194015"/>
                  <a:pt x="316775" y="196701"/>
                </a:cubicBezTo>
                <a:lnTo>
                  <a:pt x="309767" y="196701"/>
                </a:lnTo>
                <a:lnTo>
                  <a:pt x="309767" y="136506"/>
                </a:lnTo>
                <a:moveTo>
                  <a:pt x="368798" y="25595"/>
                </a:moveTo>
                <a:lnTo>
                  <a:pt x="368798" y="25595"/>
                </a:lnTo>
                <a:close/>
                <a:moveTo>
                  <a:pt x="439918" y="91952"/>
                </a:moveTo>
                <a:lnTo>
                  <a:pt x="439918" y="85198"/>
                </a:lnTo>
                <a:cubicBezTo>
                  <a:pt x="442056" y="83223"/>
                  <a:pt x="444709" y="80892"/>
                  <a:pt x="447876" y="78207"/>
                </a:cubicBezTo>
                <a:cubicBezTo>
                  <a:pt x="452073" y="74336"/>
                  <a:pt x="456032" y="70346"/>
                  <a:pt x="459754" y="66239"/>
                </a:cubicBezTo>
                <a:cubicBezTo>
                  <a:pt x="467118" y="58181"/>
                  <a:pt x="473809" y="49531"/>
                  <a:pt x="479827" y="40288"/>
                </a:cubicBezTo>
                <a:lnTo>
                  <a:pt x="486003" y="40288"/>
                </a:lnTo>
                <a:lnTo>
                  <a:pt x="486003" y="81287"/>
                </a:lnTo>
                <a:lnTo>
                  <a:pt x="509164" y="81287"/>
                </a:lnTo>
                <a:lnTo>
                  <a:pt x="509164" y="91952"/>
                </a:lnTo>
                <a:lnTo>
                  <a:pt x="486003" y="91952"/>
                </a:lnTo>
                <a:lnTo>
                  <a:pt x="486003" y="165245"/>
                </a:lnTo>
                <a:cubicBezTo>
                  <a:pt x="486003" y="168654"/>
                  <a:pt x="486518" y="171509"/>
                  <a:pt x="487547" y="173810"/>
                </a:cubicBezTo>
                <a:cubicBezTo>
                  <a:pt x="489131" y="177379"/>
                  <a:pt x="491744" y="179164"/>
                  <a:pt x="495386" y="179164"/>
                </a:cubicBezTo>
                <a:cubicBezTo>
                  <a:pt x="498554" y="179164"/>
                  <a:pt x="501206" y="178025"/>
                  <a:pt x="503344" y="175746"/>
                </a:cubicBezTo>
                <a:cubicBezTo>
                  <a:pt x="505482" y="173468"/>
                  <a:pt x="507620" y="170341"/>
                  <a:pt x="509758" y="166367"/>
                </a:cubicBezTo>
                <a:lnTo>
                  <a:pt x="515578" y="169210"/>
                </a:lnTo>
                <a:cubicBezTo>
                  <a:pt x="512727" y="175846"/>
                  <a:pt x="509323" y="181257"/>
                  <a:pt x="505363" y="185444"/>
                </a:cubicBezTo>
                <a:cubicBezTo>
                  <a:pt x="498395" y="192791"/>
                  <a:pt x="489883" y="196464"/>
                  <a:pt x="479827" y="196464"/>
                </a:cubicBezTo>
                <a:cubicBezTo>
                  <a:pt x="474125" y="196464"/>
                  <a:pt x="469137" y="195398"/>
                  <a:pt x="464861" y="193265"/>
                </a:cubicBezTo>
                <a:cubicBezTo>
                  <a:pt x="456626" y="189157"/>
                  <a:pt x="452508" y="181678"/>
                  <a:pt x="452508" y="170829"/>
                </a:cubicBezTo>
                <a:lnTo>
                  <a:pt x="452508" y="91952"/>
                </a:lnTo>
                <a:lnTo>
                  <a:pt x="439918" y="91952"/>
                </a:lnTo>
                <a:close/>
                <a:moveTo>
                  <a:pt x="521714" y="137572"/>
                </a:moveTo>
                <a:cubicBezTo>
                  <a:pt x="521714" y="120633"/>
                  <a:pt x="526920" y="106503"/>
                  <a:pt x="537333" y="95185"/>
                </a:cubicBezTo>
                <a:cubicBezTo>
                  <a:pt x="547746" y="83866"/>
                  <a:pt x="560831" y="78207"/>
                  <a:pt x="576588" y="78207"/>
                </a:cubicBezTo>
                <a:cubicBezTo>
                  <a:pt x="592663" y="78207"/>
                  <a:pt x="605827" y="83986"/>
                  <a:pt x="616081" y="95544"/>
                </a:cubicBezTo>
                <a:cubicBezTo>
                  <a:pt x="626336" y="107099"/>
                  <a:pt x="631463" y="121109"/>
                  <a:pt x="631463" y="137572"/>
                </a:cubicBezTo>
                <a:cubicBezTo>
                  <a:pt x="631463" y="153799"/>
                  <a:pt x="626395" y="167750"/>
                  <a:pt x="616259" y="179427"/>
                </a:cubicBezTo>
                <a:cubicBezTo>
                  <a:pt x="606124" y="191101"/>
                  <a:pt x="592900" y="196938"/>
                  <a:pt x="576588" y="196938"/>
                </a:cubicBezTo>
                <a:cubicBezTo>
                  <a:pt x="560752" y="196938"/>
                  <a:pt x="547647" y="191259"/>
                  <a:pt x="537274" y="179901"/>
                </a:cubicBezTo>
                <a:cubicBezTo>
                  <a:pt x="526901" y="168543"/>
                  <a:pt x="521714" y="154433"/>
                  <a:pt x="521714" y="137572"/>
                </a:cubicBezTo>
                <a:moveTo>
                  <a:pt x="557465" y="137572"/>
                </a:moveTo>
                <a:cubicBezTo>
                  <a:pt x="557465" y="154596"/>
                  <a:pt x="558337" y="166512"/>
                  <a:pt x="560079" y="173321"/>
                </a:cubicBezTo>
                <a:cubicBezTo>
                  <a:pt x="562850" y="183852"/>
                  <a:pt x="568353" y="189118"/>
                  <a:pt x="576588" y="189118"/>
                </a:cubicBezTo>
                <a:cubicBezTo>
                  <a:pt x="584428" y="189118"/>
                  <a:pt x="589575" y="185080"/>
                  <a:pt x="592029" y="177005"/>
                </a:cubicBezTo>
                <a:cubicBezTo>
                  <a:pt x="594484" y="168928"/>
                  <a:pt x="595711" y="155784"/>
                  <a:pt x="595711" y="137572"/>
                </a:cubicBezTo>
                <a:cubicBezTo>
                  <a:pt x="595711" y="119440"/>
                  <a:pt x="594425" y="106317"/>
                  <a:pt x="591851" y="98203"/>
                </a:cubicBezTo>
                <a:cubicBezTo>
                  <a:pt x="589278" y="90086"/>
                  <a:pt x="584230" y="86027"/>
                  <a:pt x="576707" y="86027"/>
                </a:cubicBezTo>
                <a:cubicBezTo>
                  <a:pt x="568472" y="86027"/>
                  <a:pt x="562969" y="91293"/>
                  <a:pt x="560197" y="101824"/>
                </a:cubicBezTo>
                <a:cubicBezTo>
                  <a:pt x="558376" y="108869"/>
                  <a:pt x="557465" y="120786"/>
                  <a:pt x="557465" y="137572"/>
                </a:cubicBezTo>
                <a:moveTo>
                  <a:pt x="576588" y="78207"/>
                </a:moveTo>
                <a:lnTo>
                  <a:pt x="576588" y="78207"/>
                </a:lnTo>
                <a:close/>
                <a:moveTo>
                  <a:pt x="642390" y="187222"/>
                </a:moveTo>
                <a:cubicBezTo>
                  <a:pt x="647062" y="186674"/>
                  <a:pt x="650309" y="185578"/>
                  <a:pt x="652130" y="183933"/>
                </a:cubicBezTo>
                <a:cubicBezTo>
                  <a:pt x="653951" y="182289"/>
                  <a:pt x="654941" y="179120"/>
                  <a:pt x="655099" y="174424"/>
                </a:cubicBezTo>
                <a:lnTo>
                  <a:pt x="655337" y="167303"/>
                </a:lnTo>
                <a:lnTo>
                  <a:pt x="655337" y="101194"/>
                </a:lnTo>
                <a:cubicBezTo>
                  <a:pt x="655337" y="96139"/>
                  <a:pt x="654466" y="92702"/>
                  <a:pt x="652724" y="90885"/>
                </a:cubicBezTo>
                <a:cubicBezTo>
                  <a:pt x="650982" y="89069"/>
                  <a:pt x="647537" y="87844"/>
                  <a:pt x="642390" y="87212"/>
                </a:cubicBezTo>
                <a:lnTo>
                  <a:pt x="642390" y="81287"/>
                </a:lnTo>
                <a:lnTo>
                  <a:pt x="688594" y="81287"/>
                </a:lnTo>
                <a:lnTo>
                  <a:pt x="688594" y="100484"/>
                </a:lnTo>
                <a:cubicBezTo>
                  <a:pt x="693741" y="93732"/>
                  <a:pt x="698848" y="88371"/>
                  <a:pt x="703916" y="84402"/>
                </a:cubicBezTo>
                <a:cubicBezTo>
                  <a:pt x="708984" y="80430"/>
                  <a:pt x="714843" y="78444"/>
                  <a:pt x="721495" y="78444"/>
                </a:cubicBezTo>
                <a:cubicBezTo>
                  <a:pt x="726483" y="78444"/>
                  <a:pt x="730977" y="80049"/>
                  <a:pt x="734976" y="83261"/>
                </a:cubicBezTo>
                <a:cubicBezTo>
                  <a:pt x="738975" y="86470"/>
                  <a:pt x="740974" y="91166"/>
                  <a:pt x="740974" y="97347"/>
                </a:cubicBezTo>
                <a:cubicBezTo>
                  <a:pt x="740974" y="102104"/>
                  <a:pt x="739568" y="106028"/>
                  <a:pt x="736757" y="109119"/>
                </a:cubicBezTo>
                <a:cubicBezTo>
                  <a:pt x="733946" y="112210"/>
                  <a:pt x="730284" y="113755"/>
                  <a:pt x="725771" y="113755"/>
                </a:cubicBezTo>
                <a:cubicBezTo>
                  <a:pt x="720624" y="113755"/>
                  <a:pt x="716170" y="111346"/>
                  <a:pt x="712408" y="106527"/>
                </a:cubicBezTo>
                <a:cubicBezTo>
                  <a:pt x="708647" y="101708"/>
                  <a:pt x="706014" y="99299"/>
                  <a:pt x="704510" y="99299"/>
                </a:cubicBezTo>
                <a:cubicBezTo>
                  <a:pt x="701263" y="99299"/>
                  <a:pt x="697997" y="101293"/>
                  <a:pt x="694711" y="105283"/>
                </a:cubicBezTo>
                <a:cubicBezTo>
                  <a:pt x="691425" y="109272"/>
                  <a:pt x="689782" y="114979"/>
                  <a:pt x="689782" y="122405"/>
                </a:cubicBezTo>
                <a:lnTo>
                  <a:pt x="689782" y="168263"/>
                </a:lnTo>
                <a:cubicBezTo>
                  <a:pt x="689782" y="176271"/>
                  <a:pt x="690950" y="181276"/>
                  <a:pt x="693286" y="183278"/>
                </a:cubicBezTo>
                <a:cubicBezTo>
                  <a:pt x="695621" y="185280"/>
                  <a:pt x="700273" y="186595"/>
                  <a:pt x="707242" y="187222"/>
                </a:cubicBezTo>
                <a:lnTo>
                  <a:pt x="707242" y="193146"/>
                </a:lnTo>
                <a:lnTo>
                  <a:pt x="642390" y="193146"/>
                </a:lnTo>
                <a:lnTo>
                  <a:pt x="642390" y="187222"/>
                </a:lnTo>
                <a:close/>
                <a:moveTo>
                  <a:pt x="799914" y="179164"/>
                </a:moveTo>
                <a:cubicBezTo>
                  <a:pt x="803873" y="179164"/>
                  <a:pt x="807555" y="177977"/>
                  <a:pt x="810960" y="175602"/>
                </a:cubicBezTo>
                <a:cubicBezTo>
                  <a:pt x="812860" y="174175"/>
                  <a:pt x="815117" y="171957"/>
                  <a:pt x="817730" y="168948"/>
                </a:cubicBezTo>
                <a:lnTo>
                  <a:pt x="817730" y="133425"/>
                </a:lnTo>
                <a:cubicBezTo>
                  <a:pt x="811237" y="135010"/>
                  <a:pt x="805536" y="137504"/>
                  <a:pt x="800626" y="140909"/>
                </a:cubicBezTo>
                <a:cubicBezTo>
                  <a:pt x="792312" y="146690"/>
                  <a:pt x="788155" y="154057"/>
                  <a:pt x="788155" y="163008"/>
                </a:cubicBezTo>
                <a:cubicBezTo>
                  <a:pt x="788155" y="168313"/>
                  <a:pt x="789362" y="172332"/>
                  <a:pt x="791778" y="175065"/>
                </a:cubicBezTo>
                <a:cubicBezTo>
                  <a:pt x="794193" y="177798"/>
                  <a:pt x="796905" y="179164"/>
                  <a:pt x="799914" y="179164"/>
                </a:cubicBezTo>
                <a:moveTo>
                  <a:pt x="752760" y="170310"/>
                </a:moveTo>
                <a:cubicBezTo>
                  <a:pt x="752760" y="159372"/>
                  <a:pt x="758025" y="150693"/>
                  <a:pt x="768557" y="144275"/>
                </a:cubicBezTo>
                <a:cubicBezTo>
                  <a:pt x="779088" y="137854"/>
                  <a:pt x="795598" y="131393"/>
                  <a:pt x="818086" y="124893"/>
                </a:cubicBezTo>
                <a:lnTo>
                  <a:pt x="818086" y="107293"/>
                </a:lnTo>
                <a:cubicBezTo>
                  <a:pt x="818086" y="100124"/>
                  <a:pt x="816562" y="94828"/>
                  <a:pt x="813513" y="91404"/>
                </a:cubicBezTo>
                <a:cubicBezTo>
                  <a:pt x="810465" y="87977"/>
                  <a:pt x="805061" y="86264"/>
                  <a:pt x="797301" y="86264"/>
                </a:cubicBezTo>
                <a:cubicBezTo>
                  <a:pt x="792945" y="86264"/>
                  <a:pt x="789362" y="87071"/>
                  <a:pt x="786551" y="88686"/>
                </a:cubicBezTo>
                <a:cubicBezTo>
                  <a:pt x="783740" y="90300"/>
                  <a:pt x="782335" y="92328"/>
                  <a:pt x="782335" y="94770"/>
                </a:cubicBezTo>
                <a:cubicBezTo>
                  <a:pt x="782335" y="95715"/>
                  <a:pt x="782493" y="96503"/>
                  <a:pt x="782810" y="97132"/>
                </a:cubicBezTo>
                <a:cubicBezTo>
                  <a:pt x="783127" y="97762"/>
                  <a:pt x="783602" y="98431"/>
                  <a:pt x="784235" y="99139"/>
                </a:cubicBezTo>
                <a:lnTo>
                  <a:pt x="785661" y="100795"/>
                </a:lnTo>
                <a:cubicBezTo>
                  <a:pt x="786769" y="102133"/>
                  <a:pt x="787660" y="103609"/>
                  <a:pt x="788333" y="105223"/>
                </a:cubicBezTo>
                <a:cubicBezTo>
                  <a:pt x="789006" y="106838"/>
                  <a:pt x="789343" y="108551"/>
                  <a:pt x="789343" y="110363"/>
                </a:cubicBezTo>
                <a:cubicBezTo>
                  <a:pt x="789343" y="114930"/>
                  <a:pt x="787818" y="118454"/>
                  <a:pt x="784770" y="120935"/>
                </a:cubicBezTo>
                <a:cubicBezTo>
                  <a:pt x="781721" y="123416"/>
                  <a:pt x="778178" y="124656"/>
                  <a:pt x="774139" y="124656"/>
                </a:cubicBezTo>
                <a:cubicBezTo>
                  <a:pt x="769467" y="124656"/>
                  <a:pt x="765488" y="123281"/>
                  <a:pt x="762202" y="120531"/>
                </a:cubicBezTo>
                <a:cubicBezTo>
                  <a:pt x="758916" y="117779"/>
                  <a:pt x="757273" y="113809"/>
                  <a:pt x="757273" y="108623"/>
                </a:cubicBezTo>
                <a:cubicBezTo>
                  <a:pt x="757273" y="99348"/>
                  <a:pt x="761668" y="92000"/>
                  <a:pt x="770457" y="86579"/>
                </a:cubicBezTo>
                <a:cubicBezTo>
                  <a:pt x="779247" y="81155"/>
                  <a:pt x="790055" y="78444"/>
                  <a:pt x="802883" y="78444"/>
                </a:cubicBezTo>
                <a:cubicBezTo>
                  <a:pt x="816661" y="78444"/>
                  <a:pt x="828182" y="81090"/>
                  <a:pt x="837447" y="86383"/>
                </a:cubicBezTo>
                <a:cubicBezTo>
                  <a:pt x="846632" y="91754"/>
                  <a:pt x="851225" y="101629"/>
                  <a:pt x="851225" y="116006"/>
                </a:cubicBezTo>
                <a:lnTo>
                  <a:pt x="851225" y="174780"/>
                </a:lnTo>
                <a:cubicBezTo>
                  <a:pt x="851225" y="176518"/>
                  <a:pt x="851680" y="177999"/>
                  <a:pt x="852591" y="179223"/>
                </a:cubicBezTo>
                <a:cubicBezTo>
                  <a:pt x="853501" y="180448"/>
                  <a:pt x="854511" y="181060"/>
                  <a:pt x="855619" y="181060"/>
                </a:cubicBezTo>
                <a:cubicBezTo>
                  <a:pt x="856570" y="181060"/>
                  <a:pt x="857421" y="180882"/>
                  <a:pt x="858173" y="180527"/>
                </a:cubicBezTo>
                <a:cubicBezTo>
                  <a:pt x="858925" y="180171"/>
                  <a:pt x="860093" y="179204"/>
                  <a:pt x="861677" y="177624"/>
                </a:cubicBezTo>
                <a:lnTo>
                  <a:pt x="865359" y="182719"/>
                </a:lnTo>
                <a:cubicBezTo>
                  <a:pt x="860608" y="188249"/>
                  <a:pt x="855342" y="192119"/>
                  <a:pt x="849562" y="194331"/>
                </a:cubicBezTo>
                <a:cubicBezTo>
                  <a:pt x="845919" y="195753"/>
                  <a:pt x="842079" y="196464"/>
                  <a:pt x="838041" y="196464"/>
                </a:cubicBezTo>
                <a:cubicBezTo>
                  <a:pt x="830835" y="196464"/>
                  <a:pt x="825569" y="194367"/>
                  <a:pt x="822243" y="190173"/>
                </a:cubicBezTo>
                <a:cubicBezTo>
                  <a:pt x="820343" y="187798"/>
                  <a:pt x="818957" y="184275"/>
                  <a:pt x="818086" y="179605"/>
                </a:cubicBezTo>
                <a:cubicBezTo>
                  <a:pt x="811356" y="186332"/>
                  <a:pt x="803754" y="191081"/>
                  <a:pt x="795281" y="193854"/>
                </a:cubicBezTo>
                <a:cubicBezTo>
                  <a:pt x="790134" y="195594"/>
                  <a:pt x="785067" y="196464"/>
                  <a:pt x="780078" y="196464"/>
                </a:cubicBezTo>
                <a:cubicBezTo>
                  <a:pt x="773427" y="196464"/>
                  <a:pt x="767211" y="194345"/>
                  <a:pt x="761430" y="190106"/>
                </a:cubicBezTo>
                <a:cubicBezTo>
                  <a:pt x="755650" y="185865"/>
                  <a:pt x="752760" y="179266"/>
                  <a:pt x="752760" y="170310"/>
                </a:cubicBezTo>
                <a:moveTo>
                  <a:pt x="805140" y="78207"/>
                </a:moveTo>
                <a:lnTo>
                  <a:pt x="805140" y="78207"/>
                </a:lnTo>
                <a:close/>
                <a:moveTo>
                  <a:pt x="909306" y="117488"/>
                </a:moveTo>
                <a:cubicBezTo>
                  <a:pt x="909306" y="126792"/>
                  <a:pt x="910098" y="133690"/>
                  <a:pt x="911682" y="138183"/>
                </a:cubicBezTo>
                <a:cubicBezTo>
                  <a:pt x="914057" y="145281"/>
                  <a:pt x="918610" y="148829"/>
                  <a:pt x="925341" y="148829"/>
                </a:cubicBezTo>
                <a:cubicBezTo>
                  <a:pt x="931438" y="148829"/>
                  <a:pt x="935635" y="146168"/>
                  <a:pt x="937931" y="140846"/>
                </a:cubicBezTo>
                <a:cubicBezTo>
                  <a:pt x="940227" y="135523"/>
                  <a:pt x="941376" y="127737"/>
                  <a:pt x="941376" y="117488"/>
                </a:cubicBezTo>
                <a:cubicBezTo>
                  <a:pt x="941376" y="106606"/>
                  <a:pt x="940168" y="98681"/>
                  <a:pt x="937753" y="93715"/>
                </a:cubicBezTo>
                <a:cubicBezTo>
                  <a:pt x="935338" y="88748"/>
                  <a:pt x="931200" y="86264"/>
                  <a:pt x="925341" y="86264"/>
                </a:cubicBezTo>
                <a:cubicBezTo>
                  <a:pt x="918927" y="86264"/>
                  <a:pt x="914651" y="88925"/>
                  <a:pt x="912513" y="94248"/>
                </a:cubicBezTo>
                <a:cubicBezTo>
                  <a:pt x="910375" y="99570"/>
                  <a:pt x="909306" y="107317"/>
                  <a:pt x="909306" y="117488"/>
                </a:cubicBezTo>
                <a:moveTo>
                  <a:pt x="895172" y="219504"/>
                </a:moveTo>
                <a:cubicBezTo>
                  <a:pt x="895172" y="224503"/>
                  <a:pt x="897844" y="228429"/>
                  <a:pt x="903189" y="231283"/>
                </a:cubicBezTo>
                <a:cubicBezTo>
                  <a:pt x="908534" y="234139"/>
                  <a:pt x="916274" y="235568"/>
                  <a:pt x="926410" y="235568"/>
                </a:cubicBezTo>
                <a:cubicBezTo>
                  <a:pt x="935437" y="235568"/>
                  <a:pt x="942880" y="234854"/>
                  <a:pt x="948740" y="233427"/>
                </a:cubicBezTo>
                <a:cubicBezTo>
                  <a:pt x="959746" y="230729"/>
                  <a:pt x="965249" y="225772"/>
                  <a:pt x="965249" y="218556"/>
                </a:cubicBezTo>
                <a:cubicBezTo>
                  <a:pt x="965249" y="214352"/>
                  <a:pt x="963686" y="211198"/>
                  <a:pt x="960558" y="209095"/>
                </a:cubicBezTo>
                <a:cubicBezTo>
                  <a:pt x="957430" y="206994"/>
                  <a:pt x="951749" y="205944"/>
                  <a:pt x="943514" y="205944"/>
                </a:cubicBezTo>
                <a:lnTo>
                  <a:pt x="903605" y="205944"/>
                </a:lnTo>
                <a:cubicBezTo>
                  <a:pt x="901071" y="208005"/>
                  <a:pt x="899250" y="209749"/>
                  <a:pt x="898141" y="211176"/>
                </a:cubicBezTo>
                <a:cubicBezTo>
                  <a:pt x="896162" y="213795"/>
                  <a:pt x="895172" y="216571"/>
                  <a:pt x="895172" y="219504"/>
                </a:cubicBezTo>
                <a:moveTo>
                  <a:pt x="873792" y="221122"/>
                </a:moveTo>
                <a:cubicBezTo>
                  <a:pt x="873792" y="217649"/>
                  <a:pt x="875237" y="214077"/>
                  <a:pt x="878128" y="210406"/>
                </a:cubicBezTo>
                <a:cubicBezTo>
                  <a:pt x="881018" y="206735"/>
                  <a:pt x="886026" y="204347"/>
                  <a:pt x="893153" y="203241"/>
                </a:cubicBezTo>
                <a:lnTo>
                  <a:pt x="893153" y="201597"/>
                </a:lnTo>
                <a:cubicBezTo>
                  <a:pt x="888402" y="199775"/>
                  <a:pt x="884957" y="197912"/>
                  <a:pt x="882819" y="196009"/>
                </a:cubicBezTo>
                <a:cubicBezTo>
                  <a:pt x="879018" y="192600"/>
                  <a:pt x="877118" y="188042"/>
                  <a:pt x="877118" y="182337"/>
                </a:cubicBezTo>
                <a:cubicBezTo>
                  <a:pt x="877118" y="175522"/>
                  <a:pt x="880107" y="169697"/>
                  <a:pt x="886085" y="164863"/>
                </a:cubicBezTo>
                <a:cubicBezTo>
                  <a:pt x="892064" y="160027"/>
                  <a:pt x="897904" y="156657"/>
                  <a:pt x="903605" y="154754"/>
                </a:cubicBezTo>
                <a:lnTo>
                  <a:pt x="903605" y="153095"/>
                </a:lnTo>
                <a:cubicBezTo>
                  <a:pt x="895370" y="149782"/>
                  <a:pt x="888718" y="145050"/>
                  <a:pt x="883651" y="138898"/>
                </a:cubicBezTo>
                <a:cubicBezTo>
                  <a:pt x="878583" y="132746"/>
                  <a:pt x="876049" y="125293"/>
                  <a:pt x="876049" y="116540"/>
                </a:cubicBezTo>
                <a:cubicBezTo>
                  <a:pt x="876049" y="105497"/>
                  <a:pt x="880483" y="96388"/>
                  <a:pt x="889352" y="89212"/>
                </a:cubicBezTo>
                <a:cubicBezTo>
                  <a:pt x="898220" y="82033"/>
                  <a:pt x="910217" y="78444"/>
                  <a:pt x="925341" y="78444"/>
                </a:cubicBezTo>
                <a:cubicBezTo>
                  <a:pt x="931042" y="78444"/>
                  <a:pt x="936268" y="78984"/>
                  <a:pt x="941019" y="80065"/>
                </a:cubicBezTo>
                <a:cubicBezTo>
                  <a:pt x="945770" y="81144"/>
                  <a:pt x="949452" y="82262"/>
                  <a:pt x="952065" y="83420"/>
                </a:cubicBezTo>
                <a:lnTo>
                  <a:pt x="984135" y="83420"/>
                </a:lnTo>
                <a:lnTo>
                  <a:pt x="984135" y="96336"/>
                </a:lnTo>
                <a:lnTo>
                  <a:pt x="964418" y="96336"/>
                </a:lnTo>
                <a:cubicBezTo>
                  <a:pt x="967585" y="99417"/>
                  <a:pt x="970020" y="103011"/>
                  <a:pt x="971723" y="107119"/>
                </a:cubicBezTo>
                <a:cubicBezTo>
                  <a:pt x="973425" y="111227"/>
                  <a:pt x="974276" y="115690"/>
                  <a:pt x="974276" y="120509"/>
                </a:cubicBezTo>
                <a:cubicBezTo>
                  <a:pt x="974276" y="135676"/>
                  <a:pt x="967031" y="146064"/>
                  <a:pt x="952540" y="151673"/>
                </a:cubicBezTo>
                <a:cubicBezTo>
                  <a:pt x="944939" y="154675"/>
                  <a:pt x="935476" y="156176"/>
                  <a:pt x="924153" y="156176"/>
                </a:cubicBezTo>
                <a:cubicBezTo>
                  <a:pt x="921698" y="156176"/>
                  <a:pt x="920095" y="156137"/>
                  <a:pt x="919343" y="156058"/>
                </a:cubicBezTo>
                <a:cubicBezTo>
                  <a:pt x="918590" y="155979"/>
                  <a:pt x="917462" y="155939"/>
                  <a:pt x="915958" y="155939"/>
                </a:cubicBezTo>
                <a:cubicBezTo>
                  <a:pt x="913582" y="156334"/>
                  <a:pt x="911088" y="157598"/>
                  <a:pt x="908475" y="159731"/>
                </a:cubicBezTo>
                <a:cubicBezTo>
                  <a:pt x="905782" y="161943"/>
                  <a:pt x="904436" y="164589"/>
                  <a:pt x="904436" y="167670"/>
                </a:cubicBezTo>
                <a:cubicBezTo>
                  <a:pt x="904436" y="170119"/>
                  <a:pt x="905109" y="172015"/>
                  <a:pt x="906456" y="173358"/>
                </a:cubicBezTo>
                <a:cubicBezTo>
                  <a:pt x="907802" y="174701"/>
                  <a:pt x="909662" y="175530"/>
                  <a:pt x="912038" y="175846"/>
                </a:cubicBezTo>
                <a:cubicBezTo>
                  <a:pt x="913226" y="176004"/>
                  <a:pt x="915760" y="176202"/>
                  <a:pt x="919640" y="176439"/>
                </a:cubicBezTo>
                <a:cubicBezTo>
                  <a:pt x="923520" y="176676"/>
                  <a:pt x="926529" y="176794"/>
                  <a:pt x="928667" y="176794"/>
                </a:cubicBezTo>
                <a:lnTo>
                  <a:pt x="944464" y="177027"/>
                </a:lnTo>
                <a:cubicBezTo>
                  <a:pt x="953411" y="177185"/>
                  <a:pt x="960934" y="178485"/>
                  <a:pt x="967031" y="180927"/>
                </a:cubicBezTo>
                <a:cubicBezTo>
                  <a:pt x="978671" y="185649"/>
                  <a:pt x="984491" y="194110"/>
                  <a:pt x="984491" y="206310"/>
                </a:cubicBezTo>
                <a:cubicBezTo>
                  <a:pt x="984491" y="222055"/>
                  <a:pt x="975781" y="232879"/>
                  <a:pt x="958360" y="238782"/>
                </a:cubicBezTo>
                <a:cubicBezTo>
                  <a:pt x="949175" y="241853"/>
                  <a:pt x="937614" y="243388"/>
                  <a:pt x="923678" y="243388"/>
                </a:cubicBezTo>
                <a:cubicBezTo>
                  <a:pt x="912276" y="243388"/>
                  <a:pt x="902457" y="242282"/>
                  <a:pt x="894222" y="240070"/>
                </a:cubicBezTo>
                <a:cubicBezTo>
                  <a:pt x="880602" y="236360"/>
                  <a:pt x="873792" y="230044"/>
                  <a:pt x="873792" y="221122"/>
                </a:cubicBezTo>
                <a:moveTo>
                  <a:pt x="928904" y="78207"/>
                </a:moveTo>
                <a:lnTo>
                  <a:pt x="928904" y="78207"/>
                </a:lnTo>
                <a:close/>
                <a:moveTo>
                  <a:pt x="995300" y="137335"/>
                </a:moveTo>
                <a:cubicBezTo>
                  <a:pt x="995300" y="118692"/>
                  <a:pt x="1000268" y="104216"/>
                  <a:pt x="1010206" y="93907"/>
                </a:cubicBezTo>
                <a:cubicBezTo>
                  <a:pt x="1020144" y="83598"/>
                  <a:pt x="1032120" y="78444"/>
                  <a:pt x="1046136" y="78444"/>
                </a:cubicBezTo>
                <a:cubicBezTo>
                  <a:pt x="1054133" y="78444"/>
                  <a:pt x="1061656" y="80542"/>
                  <a:pt x="1068703" y="84739"/>
                </a:cubicBezTo>
                <a:cubicBezTo>
                  <a:pt x="1075750" y="88933"/>
                  <a:pt x="1081174" y="94751"/>
                  <a:pt x="1084975" y="102194"/>
                </a:cubicBezTo>
                <a:cubicBezTo>
                  <a:pt x="1087826" y="107815"/>
                  <a:pt x="1089805" y="115098"/>
                  <a:pt x="1090914" y="124042"/>
                </a:cubicBezTo>
                <a:cubicBezTo>
                  <a:pt x="1091468" y="128238"/>
                  <a:pt x="1091745" y="131445"/>
                  <a:pt x="1091745" y="133662"/>
                </a:cubicBezTo>
                <a:lnTo>
                  <a:pt x="1029745" y="133662"/>
                </a:lnTo>
                <a:cubicBezTo>
                  <a:pt x="1030299" y="143327"/>
                  <a:pt x="1031882" y="151695"/>
                  <a:pt x="1034496" y="158768"/>
                </a:cubicBezTo>
                <a:cubicBezTo>
                  <a:pt x="1039247" y="172049"/>
                  <a:pt x="1047600" y="178690"/>
                  <a:pt x="1059557" y="178690"/>
                </a:cubicBezTo>
                <a:cubicBezTo>
                  <a:pt x="1065258" y="178690"/>
                  <a:pt x="1070643" y="176922"/>
                  <a:pt x="1075711" y="173387"/>
                </a:cubicBezTo>
                <a:cubicBezTo>
                  <a:pt x="1078799" y="171264"/>
                  <a:pt x="1082639" y="167689"/>
                  <a:pt x="1087232" y="162660"/>
                </a:cubicBezTo>
                <a:lnTo>
                  <a:pt x="1092814" y="166078"/>
                </a:lnTo>
                <a:cubicBezTo>
                  <a:pt x="1085292" y="178423"/>
                  <a:pt x="1076582" y="187009"/>
                  <a:pt x="1066684" y="191836"/>
                </a:cubicBezTo>
                <a:cubicBezTo>
                  <a:pt x="1060270" y="194921"/>
                  <a:pt x="1052906" y="196464"/>
                  <a:pt x="1044591" y="196464"/>
                </a:cubicBezTo>
                <a:cubicBezTo>
                  <a:pt x="1032635" y="196464"/>
                  <a:pt x="1021430" y="191764"/>
                  <a:pt x="1010978" y="182363"/>
                </a:cubicBezTo>
                <a:cubicBezTo>
                  <a:pt x="1000526" y="172963"/>
                  <a:pt x="995300" y="157953"/>
                  <a:pt x="995300" y="137335"/>
                </a:cubicBezTo>
                <a:moveTo>
                  <a:pt x="1061814" y="124656"/>
                </a:moveTo>
                <a:cubicBezTo>
                  <a:pt x="1061656" y="110403"/>
                  <a:pt x="1060547" y="100440"/>
                  <a:pt x="1058488" y="94770"/>
                </a:cubicBezTo>
                <a:cubicBezTo>
                  <a:pt x="1056429" y="89099"/>
                  <a:pt x="1052312" y="86264"/>
                  <a:pt x="1046136" y="86264"/>
                </a:cubicBezTo>
                <a:cubicBezTo>
                  <a:pt x="1039801" y="86264"/>
                  <a:pt x="1035466" y="89533"/>
                  <a:pt x="1033130" y="96070"/>
                </a:cubicBezTo>
                <a:cubicBezTo>
                  <a:pt x="1030794" y="102607"/>
                  <a:pt x="1029467" y="112136"/>
                  <a:pt x="1029151" y="124656"/>
                </a:cubicBezTo>
                <a:lnTo>
                  <a:pt x="1061814" y="124656"/>
                </a:lnTo>
                <a:moveTo>
                  <a:pt x="1045898" y="78207"/>
                </a:moveTo>
                <a:lnTo>
                  <a:pt x="1045898" y="78207"/>
                </a:lnTo>
                <a:close/>
                <a:moveTo>
                  <a:pt x="1163153" y="193146"/>
                </a:moveTo>
                <a:lnTo>
                  <a:pt x="1163153" y="186985"/>
                </a:lnTo>
                <a:cubicBezTo>
                  <a:pt x="1170121" y="186748"/>
                  <a:pt x="1175070" y="185800"/>
                  <a:pt x="1178000" y="184141"/>
                </a:cubicBezTo>
                <a:cubicBezTo>
                  <a:pt x="1182513" y="181613"/>
                  <a:pt x="1184770" y="176873"/>
                  <a:pt x="1184770" y="169921"/>
                </a:cubicBezTo>
                <a:lnTo>
                  <a:pt x="1184770" y="52375"/>
                </a:lnTo>
                <a:cubicBezTo>
                  <a:pt x="1184770" y="45314"/>
                  <a:pt x="1182434" y="40568"/>
                  <a:pt x="1177762" y="38137"/>
                </a:cubicBezTo>
                <a:cubicBezTo>
                  <a:pt x="1175070" y="36646"/>
                  <a:pt x="1170200" y="35704"/>
                  <a:pt x="1163153" y="35311"/>
                </a:cubicBezTo>
                <a:lnTo>
                  <a:pt x="1163153" y="29150"/>
                </a:lnTo>
                <a:lnTo>
                  <a:pt x="1303308" y="29150"/>
                </a:lnTo>
                <a:lnTo>
                  <a:pt x="1303308" y="78207"/>
                </a:lnTo>
                <a:lnTo>
                  <a:pt x="1297369" y="78207"/>
                </a:lnTo>
                <a:cubicBezTo>
                  <a:pt x="1294281" y="62565"/>
                  <a:pt x="1289035" y="51861"/>
                  <a:pt x="1281632" y="46094"/>
                </a:cubicBezTo>
                <a:cubicBezTo>
                  <a:pt x="1274228" y="40328"/>
                  <a:pt x="1260747" y="37444"/>
                  <a:pt x="1241189" y="37444"/>
                </a:cubicBezTo>
                <a:cubicBezTo>
                  <a:pt x="1233745" y="37444"/>
                  <a:pt x="1229014" y="38213"/>
                  <a:pt x="1226995" y="39751"/>
                </a:cubicBezTo>
                <a:cubicBezTo>
                  <a:pt x="1224976" y="41289"/>
                  <a:pt x="1223966" y="44345"/>
                  <a:pt x="1223966" y="48920"/>
                </a:cubicBezTo>
                <a:lnTo>
                  <a:pt x="1223966" y="104986"/>
                </a:lnTo>
                <a:cubicBezTo>
                  <a:pt x="1237823" y="105144"/>
                  <a:pt x="1247207" y="102645"/>
                  <a:pt x="1252116" y="97488"/>
                </a:cubicBezTo>
                <a:cubicBezTo>
                  <a:pt x="1257025" y="92331"/>
                  <a:pt x="1260787" y="82902"/>
                  <a:pt x="1263400" y="69201"/>
                </a:cubicBezTo>
                <a:lnTo>
                  <a:pt x="1269576" y="69201"/>
                </a:lnTo>
                <a:lnTo>
                  <a:pt x="1269576" y="150962"/>
                </a:lnTo>
                <a:lnTo>
                  <a:pt x="1263400" y="150962"/>
                </a:lnTo>
                <a:cubicBezTo>
                  <a:pt x="1261658" y="137138"/>
                  <a:pt x="1258114" y="127402"/>
                  <a:pt x="1252769" y="121753"/>
                </a:cubicBezTo>
                <a:cubicBezTo>
                  <a:pt x="1247424" y="116105"/>
                  <a:pt x="1237823" y="113281"/>
                  <a:pt x="1223966" y="113281"/>
                </a:cubicBezTo>
                <a:lnTo>
                  <a:pt x="1223966" y="172054"/>
                </a:lnTo>
                <a:cubicBezTo>
                  <a:pt x="1223966" y="177189"/>
                  <a:pt x="1225292" y="180685"/>
                  <a:pt x="1227945" y="182541"/>
                </a:cubicBezTo>
                <a:cubicBezTo>
                  <a:pt x="1230598" y="184398"/>
                  <a:pt x="1236042" y="185326"/>
                  <a:pt x="1244277" y="185326"/>
                </a:cubicBezTo>
                <a:cubicBezTo>
                  <a:pt x="1259797" y="185326"/>
                  <a:pt x="1272466" y="182333"/>
                  <a:pt x="1282285" y="176346"/>
                </a:cubicBezTo>
                <a:cubicBezTo>
                  <a:pt x="1292104" y="170357"/>
                  <a:pt x="1300814" y="159131"/>
                  <a:pt x="1308416" y="142668"/>
                </a:cubicBezTo>
                <a:lnTo>
                  <a:pt x="1315186" y="142668"/>
                </a:lnTo>
                <a:lnTo>
                  <a:pt x="1305327" y="193146"/>
                </a:lnTo>
                <a:lnTo>
                  <a:pt x="1163153" y="193146"/>
                </a:lnTo>
                <a:moveTo>
                  <a:pt x="1242376" y="25595"/>
                </a:moveTo>
                <a:lnTo>
                  <a:pt x="1242376" y="25595"/>
                </a:lnTo>
                <a:close/>
                <a:moveTo>
                  <a:pt x="1326035" y="187222"/>
                </a:moveTo>
                <a:cubicBezTo>
                  <a:pt x="1330469" y="186669"/>
                  <a:pt x="1333735" y="185464"/>
                  <a:pt x="1335834" y="183608"/>
                </a:cubicBezTo>
                <a:cubicBezTo>
                  <a:pt x="1337932" y="181751"/>
                  <a:pt x="1338981" y="178058"/>
                  <a:pt x="1338981" y="172528"/>
                </a:cubicBezTo>
                <a:lnTo>
                  <a:pt x="1338981" y="101194"/>
                </a:lnTo>
                <a:cubicBezTo>
                  <a:pt x="1338981" y="96297"/>
                  <a:pt x="1338130" y="92900"/>
                  <a:pt x="1336428" y="91004"/>
                </a:cubicBezTo>
                <a:cubicBezTo>
                  <a:pt x="1334725" y="89108"/>
                  <a:pt x="1331261" y="87844"/>
                  <a:pt x="1326035" y="87212"/>
                </a:cubicBezTo>
                <a:lnTo>
                  <a:pt x="1326035" y="81287"/>
                </a:lnTo>
                <a:lnTo>
                  <a:pt x="1372120" y="81287"/>
                </a:lnTo>
                <a:lnTo>
                  <a:pt x="1372120" y="98710"/>
                </a:lnTo>
                <a:cubicBezTo>
                  <a:pt x="1376000" y="92864"/>
                  <a:pt x="1380929" y="88026"/>
                  <a:pt x="1386907" y="84194"/>
                </a:cubicBezTo>
                <a:cubicBezTo>
                  <a:pt x="1392886" y="80360"/>
                  <a:pt x="1399517" y="78444"/>
                  <a:pt x="1406802" y="78444"/>
                </a:cubicBezTo>
                <a:cubicBezTo>
                  <a:pt x="1417255" y="78444"/>
                  <a:pt x="1425351" y="81129"/>
                  <a:pt x="1431092" y="86501"/>
                </a:cubicBezTo>
                <a:cubicBezTo>
                  <a:pt x="1436833" y="91873"/>
                  <a:pt x="1439703" y="101313"/>
                  <a:pt x="1439703" y="114821"/>
                </a:cubicBezTo>
                <a:lnTo>
                  <a:pt x="1439703" y="173476"/>
                </a:lnTo>
                <a:cubicBezTo>
                  <a:pt x="1439703" y="178927"/>
                  <a:pt x="1440634" y="182442"/>
                  <a:pt x="1442494" y="184022"/>
                </a:cubicBezTo>
                <a:cubicBezTo>
                  <a:pt x="1444355" y="185602"/>
                  <a:pt x="1447463" y="186669"/>
                  <a:pt x="1451818" y="187222"/>
                </a:cubicBezTo>
                <a:lnTo>
                  <a:pt x="1451818" y="193146"/>
                </a:lnTo>
                <a:lnTo>
                  <a:pt x="1394687" y="193146"/>
                </a:lnTo>
                <a:lnTo>
                  <a:pt x="1394687" y="187222"/>
                </a:lnTo>
                <a:cubicBezTo>
                  <a:pt x="1399042" y="186358"/>
                  <a:pt x="1402012" y="185181"/>
                  <a:pt x="1403595" y="183693"/>
                </a:cubicBezTo>
                <a:cubicBezTo>
                  <a:pt x="1405179" y="182202"/>
                  <a:pt x="1405971" y="178828"/>
                  <a:pt x="1405971" y="173573"/>
                </a:cubicBezTo>
                <a:lnTo>
                  <a:pt x="1405971" y="114729"/>
                </a:lnTo>
                <a:cubicBezTo>
                  <a:pt x="1405971" y="109192"/>
                  <a:pt x="1405417" y="105038"/>
                  <a:pt x="1404308" y="102268"/>
                </a:cubicBezTo>
                <a:cubicBezTo>
                  <a:pt x="1402408" y="97287"/>
                  <a:pt x="1398646" y="94796"/>
                  <a:pt x="1393024" y="94796"/>
                </a:cubicBezTo>
                <a:cubicBezTo>
                  <a:pt x="1388828" y="94796"/>
                  <a:pt x="1384967" y="96319"/>
                  <a:pt x="1381444" y="99365"/>
                </a:cubicBezTo>
                <a:cubicBezTo>
                  <a:pt x="1377920" y="102409"/>
                  <a:pt x="1375208" y="105473"/>
                  <a:pt x="1373308" y="108556"/>
                </a:cubicBezTo>
                <a:lnTo>
                  <a:pt x="1373308" y="173573"/>
                </a:lnTo>
                <a:cubicBezTo>
                  <a:pt x="1373308" y="178828"/>
                  <a:pt x="1374099" y="182202"/>
                  <a:pt x="1375683" y="183693"/>
                </a:cubicBezTo>
                <a:cubicBezTo>
                  <a:pt x="1377267" y="185181"/>
                  <a:pt x="1380236" y="186358"/>
                  <a:pt x="1384591" y="187222"/>
                </a:cubicBezTo>
                <a:lnTo>
                  <a:pt x="1384591" y="193146"/>
                </a:lnTo>
                <a:lnTo>
                  <a:pt x="1326035" y="193146"/>
                </a:lnTo>
                <a:lnTo>
                  <a:pt x="1326035" y="187222"/>
                </a:lnTo>
                <a:moveTo>
                  <a:pt x="1389580" y="78207"/>
                </a:moveTo>
                <a:lnTo>
                  <a:pt x="1389580" y="78207"/>
                </a:lnTo>
                <a:close/>
                <a:moveTo>
                  <a:pt x="1497876" y="117488"/>
                </a:moveTo>
                <a:cubicBezTo>
                  <a:pt x="1497876" y="126792"/>
                  <a:pt x="1498668" y="133690"/>
                  <a:pt x="1500252" y="138183"/>
                </a:cubicBezTo>
                <a:cubicBezTo>
                  <a:pt x="1502627" y="145281"/>
                  <a:pt x="1507180" y="148829"/>
                  <a:pt x="1513911" y="148829"/>
                </a:cubicBezTo>
                <a:cubicBezTo>
                  <a:pt x="1520008" y="148829"/>
                  <a:pt x="1524205" y="146168"/>
                  <a:pt x="1526501" y="140846"/>
                </a:cubicBezTo>
                <a:cubicBezTo>
                  <a:pt x="1528798" y="135523"/>
                  <a:pt x="1529946" y="127737"/>
                  <a:pt x="1529946" y="117488"/>
                </a:cubicBezTo>
                <a:cubicBezTo>
                  <a:pt x="1529946" y="106606"/>
                  <a:pt x="1528738" y="98681"/>
                  <a:pt x="1526323" y="93715"/>
                </a:cubicBezTo>
                <a:cubicBezTo>
                  <a:pt x="1523908" y="88748"/>
                  <a:pt x="1519771" y="86264"/>
                  <a:pt x="1513911" y="86264"/>
                </a:cubicBezTo>
                <a:cubicBezTo>
                  <a:pt x="1507497" y="86264"/>
                  <a:pt x="1503221" y="88925"/>
                  <a:pt x="1501083" y="94248"/>
                </a:cubicBezTo>
                <a:cubicBezTo>
                  <a:pt x="1498945" y="99570"/>
                  <a:pt x="1497876" y="107317"/>
                  <a:pt x="1497876" y="117488"/>
                </a:cubicBezTo>
                <a:moveTo>
                  <a:pt x="1483742" y="219504"/>
                </a:moveTo>
                <a:cubicBezTo>
                  <a:pt x="1483742" y="224503"/>
                  <a:pt x="1486415" y="228429"/>
                  <a:pt x="1491759" y="231283"/>
                </a:cubicBezTo>
                <a:cubicBezTo>
                  <a:pt x="1497104" y="234139"/>
                  <a:pt x="1504845" y="235568"/>
                  <a:pt x="1514980" y="235568"/>
                </a:cubicBezTo>
                <a:cubicBezTo>
                  <a:pt x="1524007" y="235568"/>
                  <a:pt x="1531450" y="234854"/>
                  <a:pt x="1537310" y="233427"/>
                </a:cubicBezTo>
                <a:cubicBezTo>
                  <a:pt x="1548316" y="230729"/>
                  <a:pt x="1553820" y="225772"/>
                  <a:pt x="1553820" y="218556"/>
                </a:cubicBezTo>
                <a:cubicBezTo>
                  <a:pt x="1553820" y="214352"/>
                  <a:pt x="1552256" y="211198"/>
                  <a:pt x="1549128" y="209095"/>
                </a:cubicBezTo>
                <a:cubicBezTo>
                  <a:pt x="1546000" y="206994"/>
                  <a:pt x="1540319" y="205944"/>
                  <a:pt x="1532084" y="205944"/>
                </a:cubicBezTo>
                <a:lnTo>
                  <a:pt x="1492175" y="205944"/>
                </a:lnTo>
                <a:cubicBezTo>
                  <a:pt x="1489641" y="208005"/>
                  <a:pt x="1487820" y="209749"/>
                  <a:pt x="1486711" y="211176"/>
                </a:cubicBezTo>
                <a:cubicBezTo>
                  <a:pt x="1484732" y="213795"/>
                  <a:pt x="1483742" y="216571"/>
                  <a:pt x="1483742" y="219504"/>
                </a:cubicBezTo>
                <a:moveTo>
                  <a:pt x="1462362" y="221122"/>
                </a:moveTo>
                <a:cubicBezTo>
                  <a:pt x="1462362" y="217649"/>
                  <a:pt x="1463808" y="214077"/>
                  <a:pt x="1466698" y="210406"/>
                </a:cubicBezTo>
                <a:cubicBezTo>
                  <a:pt x="1469588" y="206735"/>
                  <a:pt x="1474596" y="204347"/>
                  <a:pt x="1481723" y="203241"/>
                </a:cubicBezTo>
                <a:lnTo>
                  <a:pt x="1481723" y="201597"/>
                </a:lnTo>
                <a:cubicBezTo>
                  <a:pt x="1476972" y="199775"/>
                  <a:pt x="1473527" y="197912"/>
                  <a:pt x="1471389" y="196009"/>
                </a:cubicBezTo>
                <a:cubicBezTo>
                  <a:pt x="1467589" y="192600"/>
                  <a:pt x="1465688" y="188042"/>
                  <a:pt x="1465688" y="182337"/>
                </a:cubicBezTo>
                <a:cubicBezTo>
                  <a:pt x="1465688" y="175522"/>
                  <a:pt x="1468677" y="169697"/>
                  <a:pt x="1474656" y="164863"/>
                </a:cubicBezTo>
                <a:cubicBezTo>
                  <a:pt x="1480634" y="160027"/>
                  <a:pt x="1486474" y="156657"/>
                  <a:pt x="1492175" y="154754"/>
                </a:cubicBezTo>
                <a:lnTo>
                  <a:pt x="1492175" y="153095"/>
                </a:lnTo>
                <a:cubicBezTo>
                  <a:pt x="1483940" y="149782"/>
                  <a:pt x="1477289" y="145050"/>
                  <a:pt x="1472221" y="138898"/>
                </a:cubicBezTo>
                <a:cubicBezTo>
                  <a:pt x="1467153" y="132746"/>
                  <a:pt x="1464619" y="125293"/>
                  <a:pt x="1464619" y="116540"/>
                </a:cubicBezTo>
                <a:cubicBezTo>
                  <a:pt x="1464619" y="105497"/>
                  <a:pt x="1469053" y="96388"/>
                  <a:pt x="1477922" y="89212"/>
                </a:cubicBezTo>
                <a:cubicBezTo>
                  <a:pt x="1486791" y="82033"/>
                  <a:pt x="1498787" y="78444"/>
                  <a:pt x="1513911" y="78444"/>
                </a:cubicBezTo>
                <a:cubicBezTo>
                  <a:pt x="1519612" y="78444"/>
                  <a:pt x="1524838" y="78984"/>
                  <a:pt x="1529589" y="80065"/>
                </a:cubicBezTo>
                <a:cubicBezTo>
                  <a:pt x="1534340" y="81144"/>
                  <a:pt x="1538023" y="82262"/>
                  <a:pt x="1540636" y="83420"/>
                </a:cubicBezTo>
                <a:lnTo>
                  <a:pt x="1572705" y="83420"/>
                </a:lnTo>
                <a:lnTo>
                  <a:pt x="1572705" y="96336"/>
                </a:lnTo>
                <a:lnTo>
                  <a:pt x="1552988" y="96336"/>
                </a:lnTo>
                <a:cubicBezTo>
                  <a:pt x="1556156" y="99417"/>
                  <a:pt x="1558591" y="103011"/>
                  <a:pt x="1560293" y="107119"/>
                </a:cubicBezTo>
                <a:cubicBezTo>
                  <a:pt x="1561995" y="111227"/>
                  <a:pt x="1562847" y="115690"/>
                  <a:pt x="1562847" y="120509"/>
                </a:cubicBezTo>
                <a:cubicBezTo>
                  <a:pt x="1562847" y="135676"/>
                  <a:pt x="1555601" y="146064"/>
                  <a:pt x="1541111" y="151673"/>
                </a:cubicBezTo>
                <a:cubicBezTo>
                  <a:pt x="1533509" y="154675"/>
                  <a:pt x="1524047" y="156176"/>
                  <a:pt x="1512723" y="156176"/>
                </a:cubicBezTo>
                <a:cubicBezTo>
                  <a:pt x="1510269" y="156176"/>
                  <a:pt x="1508665" y="156137"/>
                  <a:pt x="1507913" y="156058"/>
                </a:cubicBezTo>
                <a:cubicBezTo>
                  <a:pt x="1507161" y="155979"/>
                  <a:pt x="1506032" y="155939"/>
                  <a:pt x="1504528" y="155939"/>
                </a:cubicBezTo>
                <a:cubicBezTo>
                  <a:pt x="1502152" y="156334"/>
                  <a:pt x="1499658" y="157598"/>
                  <a:pt x="1497045" y="159731"/>
                </a:cubicBezTo>
                <a:cubicBezTo>
                  <a:pt x="1494353" y="161943"/>
                  <a:pt x="1493007" y="164589"/>
                  <a:pt x="1493007" y="167670"/>
                </a:cubicBezTo>
                <a:cubicBezTo>
                  <a:pt x="1493007" y="170119"/>
                  <a:pt x="1493680" y="172015"/>
                  <a:pt x="1495026" y="173358"/>
                </a:cubicBezTo>
                <a:cubicBezTo>
                  <a:pt x="1496372" y="174701"/>
                  <a:pt x="1498233" y="175530"/>
                  <a:pt x="1500608" y="175846"/>
                </a:cubicBezTo>
                <a:cubicBezTo>
                  <a:pt x="1501796" y="176004"/>
                  <a:pt x="1504330" y="176202"/>
                  <a:pt x="1508210" y="176439"/>
                </a:cubicBezTo>
                <a:cubicBezTo>
                  <a:pt x="1512090" y="176676"/>
                  <a:pt x="1515099" y="176794"/>
                  <a:pt x="1517237" y="176794"/>
                </a:cubicBezTo>
                <a:lnTo>
                  <a:pt x="1533034" y="177027"/>
                </a:lnTo>
                <a:cubicBezTo>
                  <a:pt x="1541982" y="177185"/>
                  <a:pt x="1549504" y="178485"/>
                  <a:pt x="1555601" y="180927"/>
                </a:cubicBezTo>
                <a:cubicBezTo>
                  <a:pt x="1567241" y="185649"/>
                  <a:pt x="1573061" y="194110"/>
                  <a:pt x="1573061" y="206310"/>
                </a:cubicBezTo>
                <a:cubicBezTo>
                  <a:pt x="1573061" y="222055"/>
                  <a:pt x="1564351" y="232879"/>
                  <a:pt x="1546931" y="238782"/>
                </a:cubicBezTo>
                <a:cubicBezTo>
                  <a:pt x="1537745" y="241853"/>
                  <a:pt x="1526185" y="243388"/>
                  <a:pt x="1512248" y="243388"/>
                </a:cubicBezTo>
                <a:cubicBezTo>
                  <a:pt x="1500846" y="243388"/>
                  <a:pt x="1491027" y="242282"/>
                  <a:pt x="1482792" y="240070"/>
                </a:cubicBezTo>
                <a:cubicBezTo>
                  <a:pt x="1469172" y="236360"/>
                  <a:pt x="1462362" y="230044"/>
                  <a:pt x="1462362" y="221122"/>
                </a:cubicBezTo>
                <a:moveTo>
                  <a:pt x="1517474" y="78207"/>
                </a:moveTo>
                <a:lnTo>
                  <a:pt x="1517474" y="78207"/>
                </a:lnTo>
                <a:close/>
                <a:moveTo>
                  <a:pt x="1593016" y="44199"/>
                </a:moveTo>
                <a:cubicBezTo>
                  <a:pt x="1593016" y="38985"/>
                  <a:pt x="1594857" y="34541"/>
                  <a:pt x="1598539" y="30868"/>
                </a:cubicBezTo>
                <a:cubicBezTo>
                  <a:pt x="1602221" y="27195"/>
                  <a:pt x="1606675" y="25358"/>
                  <a:pt x="1611901" y="25358"/>
                </a:cubicBezTo>
                <a:cubicBezTo>
                  <a:pt x="1617048" y="25358"/>
                  <a:pt x="1621462" y="27195"/>
                  <a:pt x="1625144" y="30868"/>
                </a:cubicBezTo>
                <a:cubicBezTo>
                  <a:pt x="1628827" y="34541"/>
                  <a:pt x="1630668" y="38985"/>
                  <a:pt x="1630668" y="44199"/>
                </a:cubicBezTo>
                <a:cubicBezTo>
                  <a:pt x="1630668" y="49412"/>
                  <a:pt x="1628827" y="53856"/>
                  <a:pt x="1625144" y="57529"/>
                </a:cubicBezTo>
                <a:cubicBezTo>
                  <a:pt x="1621462" y="61203"/>
                  <a:pt x="1617048" y="63039"/>
                  <a:pt x="1611901" y="63039"/>
                </a:cubicBezTo>
                <a:cubicBezTo>
                  <a:pt x="1606675" y="63039"/>
                  <a:pt x="1602221" y="61203"/>
                  <a:pt x="1598539" y="57529"/>
                </a:cubicBezTo>
                <a:cubicBezTo>
                  <a:pt x="1594857" y="53856"/>
                  <a:pt x="1593016" y="49412"/>
                  <a:pt x="1593016" y="44199"/>
                </a:cubicBezTo>
                <a:moveTo>
                  <a:pt x="1582326" y="187222"/>
                </a:moveTo>
                <a:cubicBezTo>
                  <a:pt x="1586602" y="186432"/>
                  <a:pt x="1589532" y="185332"/>
                  <a:pt x="1591115" y="183922"/>
                </a:cubicBezTo>
                <a:cubicBezTo>
                  <a:pt x="1593491" y="181809"/>
                  <a:pt x="1594679" y="178011"/>
                  <a:pt x="1594679" y="172528"/>
                </a:cubicBezTo>
                <a:lnTo>
                  <a:pt x="1594679" y="101194"/>
                </a:lnTo>
                <a:cubicBezTo>
                  <a:pt x="1594679" y="96297"/>
                  <a:pt x="1593847" y="92959"/>
                  <a:pt x="1592184" y="91182"/>
                </a:cubicBezTo>
                <a:cubicBezTo>
                  <a:pt x="1590521" y="89404"/>
                  <a:pt x="1587235" y="88081"/>
                  <a:pt x="1582326" y="87212"/>
                </a:cubicBezTo>
                <a:lnTo>
                  <a:pt x="1582326" y="81287"/>
                </a:lnTo>
                <a:lnTo>
                  <a:pt x="1629005" y="81287"/>
                </a:lnTo>
                <a:lnTo>
                  <a:pt x="1629005" y="173476"/>
                </a:lnTo>
                <a:cubicBezTo>
                  <a:pt x="1629005" y="178769"/>
                  <a:pt x="1629797" y="182166"/>
                  <a:pt x="1631380" y="183667"/>
                </a:cubicBezTo>
                <a:cubicBezTo>
                  <a:pt x="1632964" y="185168"/>
                  <a:pt x="1635933" y="186353"/>
                  <a:pt x="1640288" y="187222"/>
                </a:cubicBezTo>
                <a:lnTo>
                  <a:pt x="1640288" y="193146"/>
                </a:lnTo>
                <a:lnTo>
                  <a:pt x="1582326" y="193146"/>
                </a:lnTo>
                <a:lnTo>
                  <a:pt x="1582326" y="187222"/>
                </a:lnTo>
                <a:close/>
                <a:moveTo>
                  <a:pt x="1649658" y="187222"/>
                </a:moveTo>
                <a:cubicBezTo>
                  <a:pt x="1654092" y="186669"/>
                  <a:pt x="1657359" y="185464"/>
                  <a:pt x="1659457" y="183608"/>
                </a:cubicBezTo>
                <a:cubicBezTo>
                  <a:pt x="1661556" y="181751"/>
                  <a:pt x="1662605" y="178058"/>
                  <a:pt x="1662605" y="172528"/>
                </a:cubicBezTo>
                <a:lnTo>
                  <a:pt x="1662605" y="101194"/>
                </a:lnTo>
                <a:cubicBezTo>
                  <a:pt x="1662605" y="96297"/>
                  <a:pt x="1661754" y="92900"/>
                  <a:pt x="1660051" y="91004"/>
                </a:cubicBezTo>
                <a:cubicBezTo>
                  <a:pt x="1658349" y="89108"/>
                  <a:pt x="1654884" y="87844"/>
                  <a:pt x="1649658" y="87212"/>
                </a:cubicBezTo>
                <a:lnTo>
                  <a:pt x="1649658" y="81287"/>
                </a:lnTo>
                <a:lnTo>
                  <a:pt x="1695743" y="81287"/>
                </a:lnTo>
                <a:lnTo>
                  <a:pt x="1695743" y="98710"/>
                </a:lnTo>
                <a:cubicBezTo>
                  <a:pt x="1699623" y="92864"/>
                  <a:pt x="1704552" y="88026"/>
                  <a:pt x="1710531" y="84194"/>
                </a:cubicBezTo>
                <a:cubicBezTo>
                  <a:pt x="1716509" y="80360"/>
                  <a:pt x="1723141" y="78444"/>
                  <a:pt x="1730426" y="78444"/>
                </a:cubicBezTo>
                <a:cubicBezTo>
                  <a:pt x="1740878" y="78444"/>
                  <a:pt x="1748974" y="81129"/>
                  <a:pt x="1754715" y="86501"/>
                </a:cubicBezTo>
                <a:cubicBezTo>
                  <a:pt x="1760456" y="91873"/>
                  <a:pt x="1763327" y="101313"/>
                  <a:pt x="1763327" y="114821"/>
                </a:cubicBezTo>
                <a:lnTo>
                  <a:pt x="1763327" y="173476"/>
                </a:lnTo>
                <a:cubicBezTo>
                  <a:pt x="1763327" y="178927"/>
                  <a:pt x="1764257" y="182442"/>
                  <a:pt x="1766118" y="184022"/>
                </a:cubicBezTo>
                <a:cubicBezTo>
                  <a:pt x="1767979" y="185602"/>
                  <a:pt x="1771087" y="186669"/>
                  <a:pt x="1775442" y="187222"/>
                </a:cubicBezTo>
                <a:lnTo>
                  <a:pt x="1775442" y="193146"/>
                </a:lnTo>
                <a:lnTo>
                  <a:pt x="1718311" y="193146"/>
                </a:lnTo>
                <a:lnTo>
                  <a:pt x="1718311" y="187222"/>
                </a:lnTo>
                <a:cubicBezTo>
                  <a:pt x="1722666" y="186358"/>
                  <a:pt x="1725635" y="185181"/>
                  <a:pt x="1727219" y="183693"/>
                </a:cubicBezTo>
                <a:cubicBezTo>
                  <a:pt x="1728802" y="182202"/>
                  <a:pt x="1729594" y="178828"/>
                  <a:pt x="1729594" y="173573"/>
                </a:cubicBezTo>
                <a:lnTo>
                  <a:pt x="1729594" y="114729"/>
                </a:lnTo>
                <a:cubicBezTo>
                  <a:pt x="1729594" y="109192"/>
                  <a:pt x="1729040" y="105038"/>
                  <a:pt x="1727931" y="102268"/>
                </a:cubicBezTo>
                <a:cubicBezTo>
                  <a:pt x="1726031" y="97287"/>
                  <a:pt x="1722270" y="94796"/>
                  <a:pt x="1716648" y="94796"/>
                </a:cubicBezTo>
                <a:cubicBezTo>
                  <a:pt x="1712451" y="94796"/>
                  <a:pt x="1708591" y="96319"/>
                  <a:pt x="1705067" y="99365"/>
                </a:cubicBezTo>
                <a:cubicBezTo>
                  <a:pt x="1701543" y="102409"/>
                  <a:pt x="1698831" y="105473"/>
                  <a:pt x="1696931" y="108556"/>
                </a:cubicBezTo>
                <a:lnTo>
                  <a:pt x="1696931" y="173573"/>
                </a:lnTo>
                <a:cubicBezTo>
                  <a:pt x="1696931" y="178828"/>
                  <a:pt x="1697723" y="182202"/>
                  <a:pt x="1699306" y="183693"/>
                </a:cubicBezTo>
                <a:cubicBezTo>
                  <a:pt x="1700890" y="185181"/>
                  <a:pt x="1703859" y="186358"/>
                  <a:pt x="1708215" y="187222"/>
                </a:cubicBezTo>
                <a:lnTo>
                  <a:pt x="1708215" y="193146"/>
                </a:lnTo>
                <a:lnTo>
                  <a:pt x="1649658" y="193146"/>
                </a:lnTo>
                <a:lnTo>
                  <a:pt x="1649658" y="187222"/>
                </a:lnTo>
                <a:moveTo>
                  <a:pt x="1713203" y="78207"/>
                </a:moveTo>
                <a:lnTo>
                  <a:pt x="1713203" y="78207"/>
                </a:lnTo>
                <a:close/>
                <a:moveTo>
                  <a:pt x="1785867" y="137335"/>
                </a:moveTo>
                <a:cubicBezTo>
                  <a:pt x="1785867" y="118692"/>
                  <a:pt x="1790835" y="104216"/>
                  <a:pt x="1800773" y="93907"/>
                </a:cubicBezTo>
                <a:cubicBezTo>
                  <a:pt x="1810711" y="83598"/>
                  <a:pt x="1822687" y="78444"/>
                  <a:pt x="1836703" y="78444"/>
                </a:cubicBezTo>
                <a:cubicBezTo>
                  <a:pt x="1844700" y="78444"/>
                  <a:pt x="1852223" y="80542"/>
                  <a:pt x="1859270" y="84739"/>
                </a:cubicBezTo>
                <a:cubicBezTo>
                  <a:pt x="1866317" y="88933"/>
                  <a:pt x="1871741" y="94751"/>
                  <a:pt x="1875542" y="102194"/>
                </a:cubicBezTo>
                <a:cubicBezTo>
                  <a:pt x="1878393" y="107815"/>
                  <a:pt x="1880373" y="115098"/>
                  <a:pt x="1881481" y="124042"/>
                </a:cubicBezTo>
                <a:cubicBezTo>
                  <a:pt x="1882035" y="128238"/>
                  <a:pt x="1882313" y="131445"/>
                  <a:pt x="1882313" y="133662"/>
                </a:cubicBezTo>
                <a:lnTo>
                  <a:pt x="1820312" y="133662"/>
                </a:lnTo>
                <a:cubicBezTo>
                  <a:pt x="1820866" y="143327"/>
                  <a:pt x="1822450" y="151695"/>
                  <a:pt x="1825063" y="158768"/>
                </a:cubicBezTo>
                <a:cubicBezTo>
                  <a:pt x="1829814" y="172049"/>
                  <a:pt x="1838168" y="178690"/>
                  <a:pt x="1850124" y="178690"/>
                </a:cubicBezTo>
                <a:cubicBezTo>
                  <a:pt x="1855826" y="178690"/>
                  <a:pt x="1861210" y="176922"/>
                  <a:pt x="1866278" y="173387"/>
                </a:cubicBezTo>
                <a:cubicBezTo>
                  <a:pt x="1869366" y="171264"/>
                  <a:pt x="1873206" y="167689"/>
                  <a:pt x="1877799" y="162660"/>
                </a:cubicBezTo>
                <a:lnTo>
                  <a:pt x="1883382" y="166078"/>
                </a:lnTo>
                <a:cubicBezTo>
                  <a:pt x="1875859" y="178423"/>
                  <a:pt x="1867149" y="187009"/>
                  <a:pt x="1857251" y="191836"/>
                </a:cubicBezTo>
                <a:cubicBezTo>
                  <a:pt x="1850837" y="194921"/>
                  <a:pt x="1843473" y="196464"/>
                  <a:pt x="1835159" y="196464"/>
                </a:cubicBezTo>
                <a:cubicBezTo>
                  <a:pt x="1823202" y="196464"/>
                  <a:pt x="1811997" y="191764"/>
                  <a:pt x="1801545" y="182363"/>
                </a:cubicBezTo>
                <a:cubicBezTo>
                  <a:pt x="1791093" y="172963"/>
                  <a:pt x="1785867" y="157953"/>
                  <a:pt x="1785867" y="137335"/>
                </a:cubicBezTo>
                <a:moveTo>
                  <a:pt x="1852381" y="124656"/>
                </a:moveTo>
                <a:cubicBezTo>
                  <a:pt x="1852223" y="110403"/>
                  <a:pt x="1851114" y="100440"/>
                  <a:pt x="1849055" y="94770"/>
                </a:cubicBezTo>
                <a:cubicBezTo>
                  <a:pt x="1846997" y="89099"/>
                  <a:pt x="1842879" y="86264"/>
                  <a:pt x="1836703" y="86264"/>
                </a:cubicBezTo>
                <a:cubicBezTo>
                  <a:pt x="1830368" y="86264"/>
                  <a:pt x="1826033" y="89533"/>
                  <a:pt x="1823697" y="96070"/>
                </a:cubicBezTo>
                <a:cubicBezTo>
                  <a:pt x="1821361" y="102607"/>
                  <a:pt x="1820034" y="112136"/>
                  <a:pt x="1819718" y="124656"/>
                </a:cubicBezTo>
                <a:lnTo>
                  <a:pt x="1852381" y="124656"/>
                </a:lnTo>
                <a:moveTo>
                  <a:pt x="1836465" y="78207"/>
                </a:moveTo>
                <a:lnTo>
                  <a:pt x="1836465" y="78207"/>
                </a:lnTo>
                <a:close/>
                <a:moveTo>
                  <a:pt x="1958237" y="136506"/>
                </a:moveTo>
                <a:lnTo>
                  <a:pt x="1965245" y="136506"/>
                </a:lnTo>
                <a:cubicBezTo>
                  <a:pt x="1969204" y="154638"/>
                  <a:pt x="1975598" y="167822"/>
                  <a:pt x="1984427" y="176057"/>
                </a:cubicBezTo>
                <a:cubicBezTo>
                  <a:pt x="1993256" y="184290"/>
                  <a:pt x="2003372" y="188407"/>
                  <a:pt x="2014774" y="188407"/>
                </a:cubicBezTo>
                <a:cubicBezTo>
                  <a:pt x="2025860" y="188407"/>
                  <a:pt x="2033739" y="185579"/>
                  <a:pt x="2038411" y="179923"/>
                </a:cubicBezTo>
                <a:cubicBezTo>
                  <a:pt x="2043083" y="174265"/>
                  <a:pt x="2045419" y="168311"/>
                  <a:pt x="2045419" y="162060"/>
                </a:cubicBezTo>
                <a:cubicBezTo>
                  <a:pt x="2045419" y="154783"/>
                  <a:pt x="2042964" y="148849"/>
                  <a:pt x="2038054" y="144260"/>
                </a:cubicBezTo>
                <a:cubicBezTo>
                  <a:pt x="2034808" y="141253"/>
                  <a:pt x="2028275" y="137337"/>
                  <a:pt x="2018456" y="132510"/>
                </a:cubicBezTo>
                <a:lnTo>
                  <a:pt x="2002659" y="124679"/>
                </a:lnTo>
                <a:cubicBezTo>
                  <a:pt x="1986981" y="116925"/>
                  <a:pt x="1975935" y="109251"/>
                  <a:pt x="1969521" y="101657"/>
                </a:cubicBezTo>
                <a:cubicBezTo>
                  <a:pt x="1963107" y="94061"/>
                  <a:pt x="1959900" y="84687"/>
                  <a:pt x="1959900" y="73533"/>
                </a:cubicBezTo>
                <a:cubicBezTo>
                  <a:pt x="1959900" y="61669"/>
                  <a:pt x="1964156" y="50595"/>
                  <a:pt x="1972668" y="40310"/>
                </a:cubicBezTo>
                <a:cubicBezTo>
                  <a:pt x="1981181" y="30026"/>
                  <a:pt x="1994226" y="24884"/>
                  <a:pt x="2011805" y="24884"/>
                </a:cubicBezTo>
                <a:cubicBezTo>
                  <a:pt x="2020753" y="24884"/>
                  <a:pt x="2029404" y="26227"/>
                  <a:pt x="2037758" y="28913"/>
                </a:cubicBezTo>
                <a:cubicBezTo>
                  <a:pt x="2046111" y="31599"/>
                  <a:pt x="2050882" y="32942"/>
                  <a:pt x="2052070" y="32942"/>
                </a:cubicBezTo>
                <a:cubicBezTo>
                  <a:pt x="2054762" y="32942"/>
                  <a:pt x="2056623" y="32160"/>
                  <a:pt x="2057652" y="30598"/>
                </a:cubicBezTo>
                <a:cubicBezTo>
                  <a:pt x="2058682" y="29035"/>
                  <a:pt x="2059513" y="26972"/>
                  <a:pt x="2060147" y="24410"/>
                </a:cubicBezTo>
                <a:lnTo>
                  <a:pt x="2067392" y="24410"/>
                </a:lnTo>
                <a:lnTo>
                  <a:pt x="2067392" y="77259"/>
                </a:lnTo>
                <a:lnTo>
                  <a:pt x="2060622" y="77259"/>
                </a:lnTo>
                <a:cubicBezTo>
                  <a:pt x="2057375" y="65046"/>
                  <a:pt x="2051654" y="54529"/>
                  <a:pt x="2043459" y="45706"/>
                </a:cubicBezTo>
                <a:cubicBezTo>
                  <a:pt x="2035263" y="36880"/>
                  <a:pt x="2025306" y="32468"/>
                  <a:pt x="2013587" y="32468"/>
                </a:cubicBezTo>
                <a:cubicBezTo>
                  <a:pt x="2005352" y="32468"/>
                  <a:pt x="1998839" y="34703"/>
                  <a:pt x="1994048" y="39174"/>
                </a:cubicBezTo>
                <a:cubicBezTo>
                  <a:pt x="1989257" y="43644"/>
                  <a:pt x="1986862" y="49084"/>
                  <a:pt x="1986862" y="55493"/>
                </a:cubicBezTo>
                <a:cubicBezTo>
                  <a:pt x="1986862" y="63165"/>
                  <a:pt x="1989119" y="68901"/>
                  <a:pt x="1993632" y="72700"/>
                </a:cubicBezTo>
                <a:cubicBezTo>
                  <a:pt x="1998067" y="76576"/>
                  <a:pt x="2007925" y="82272"/>
                  <a:pt x="2023207" y="89789"/>
                </a:cubicBezTo>
                <a:lnTo>
                  <a:pt x="2041499" y="98806"/>
                </a:lnTo>
                <a:cubicBezTo>
                  <a:pt x="2049655" y="102842"/>
                  <a:pt x="2056148" y="107313"/>
                  <a:pt x="2060978" y="112218"/>
                </a:cubicBezTo>
                <a:cubicBezTo>
                  <a:pt x="2070005" y="121394"/>
                  <a:pt x="2074519" y="132547"/>
                  <a:pt x="2074519" y="145678"/>
                </a:cubicBezTo>
                <a:cubicBezTo>
                  <a:pt x="2074519" y="157940"/>
                  <a:pt x="2069669" y="169509"/>
                  <a:pt x="2059969" y="180386"/>
                </a:cubicBezTo>
                <a:cubicBezTo>
                  <a:pt x="2050269" y="191263"/>
                  <a:pt x="2034729" y="196701"/>
                  <a:pt x="2013349" y="196701"/>
                </a:cubicBezTo>
                <a:cubicBezTo>
                  <a:pt x="2008440" y="196701"/>
                  <a:pt x="2003471" y="196247"/>
                  <a:pt x="1998443" y="195339"/>
                </a:cubicBezTo>
                <a:cubicBezTo>
                  <a:pt x="1993415" y="194430"/>
                  <a:pt x="1988446" y="193028"/>
                  <a:pt x="1983536" y="191132"/>
                </a:cubicBezTo>
                <a:lnTo>
                  <a:pt x="1978785" y="189355"/>
                </a:lnTo>
                <a:cubicBezTo>
                  <a:pt x="1977677" y="189039"/>
                  <a:pt x="1976608" y="188782"/>
                  <a:pt x="1975578" y="188584"/>
                </a:cubicBezTo>
                <a:cubicBezTo>
                  <a:pt x="1974549" y="188387"/>
                  <a:pt x="1973678" y="188288"/>
                  <a:pt x="1972965" y="188288"/>
                </a:cubicBezTo>
                <a:cubicBezTo>
                  <a:pt x="1970431" y="188288"/>
                  <a:pt x="1968689" y="189019"/>
                  <a:pt x="1967739" y="190480"/>
                </a:cubicBezTo>
                <a:cubicBezTo>
                  <a:pt x="1966789" y="191942"/>
                  <a:pt x="1965958" y="194015"/>
                  <a:pt x="1965245" y="196701"/>
                </a:cubicBezTo>
                <a:lnTo>
                  <a:pt x="1958237" y="196701"/>
                </a:lnTo>
                <a:lnTo>
                  <a:pt x="1958237" y="136506"/>
                </a:lnTo>
                <a:moveTo>
                  <a:pt x="2017269" y="25595"/>
                </a:moveTo>
                <a:lnTo>
                  <a:pt x="2017269" y="25595"/>
                </a:lnTo>
                <a:close/>
                <a:moveTo>
                  <a:pt x="2089932" y="137335"/>
                </a:moveTo>
                <a:cubicBezTo>
                  <a:pt x="2089932" y="118692"/>
                  <a:pt x="2094901" y="104216"/>
                  <a:pt x="2104839" y="93907"/>
                </a:cubicBezTo>
                <a:cubicBezTo>
                  <a:pt x="2114776" y="83598"/>
                  <a:pt x="2126753" y="78444"/>
                  <a:pt x="2140768" y="78444"/>
                </a:cubicBezTo>
                <a:cubicBezTo>
                  <a:pt x="2148766" y="78444"/>
                  <a:pt x="2156288" y="80542"/>
                  <a:pt x="2163336" y="84739"/>
                </a:cubicBezTo>
                <a:cubicBezTo>
                  <a:pt x="2170383" y="88933"/>
                  <a:pt x="2175807" y="94751"/>
                  <a:pt x="2179608" y="102194"/>
                </a:cubicBezTo>
                <a:cubicBezTo>
                  <a:pt x="2182459" y="107815"/>
                  <a:pt x="2184438" y="115098"/>
                  <a:pt x="2185547" y="124042"/>
                </a:cubicBezTo>
                <a:cubicBezTo>
                  <a:pt x="2186101" y="128238"/>
                  <a:pt x="2186378" y="131445"/>
                  <a:pt x="2186378" y="133662"/>
                </a:cubicBezTo>
                <a:lnTo>
                  <a:pt x="2124377" y="133662"/>
                </a:lnTo>
                <a:cubicBezTo>
                  <a:pt x="2124932" y="143327"/>
                  <a:pt x="2126515" y="151695"/>
                  <a:pt x="2129128" y="158768"/>
                </a:cubicBezTo>
                <a:cubicBezTo>
                  <a:pt x="2133879" y="172049"/>
                  <a:pt x="2142233" y="178690"/>
                  <a:pt x="2154190" y="178690"/>
                </a:cubicBezTo>
                <a:cubicBezTo>
                  <a:pt x="2159891" y="178690"/>
                  <a:pt x="2165276" y="176922"/>
                  <a:pt x="2170344" y="173387"/>
                </a:cubicBezTo>
                <a:cubicBezTo>
                  <a:pt x="2173432" y="171264"/>
                  <a:pt x="2177272" y="167689"/>
                  <a:pt x="2181865" y="162660"/>
                </a:cubicBezTo>
                <a:lnTo>
                  <a:pt x="2187447" y="166078"/>
                </a:lnTo>
                <a:cubicBezTo>
                  <a:pt x="2179925" y="178423"/>
                  <a:pt x="2171215" y="187009"/>
                  <a:pt x="2161317" y="191836"/>
                </a:cubicBezTo>
                <a:cubicBezTo>
                  <a:pt x="2154903" y="194921"/>
                  <a:pt x="2147539" y="196464"/>
                  <a:pt x="2139224" y="196464"/>
                </a:cubicBezTo>
                <a:cubicBezTo>
                  <a:pt x="2127268" y="196464"/>
                  <a:pt x="2116063" y="191764"/>
                  <a:pt x="2105611" y="182363"/>
                </a:cubicBezTo>
                <a:cubicBezTo>
                  <a:pt x="2095159" y="172963"/>
                  <a:pt x="2089932" y="157953"/>
                  <a:pt x="2089932" y="137335"/>
                </a:cubicBezTo>
                <a:moveTo>
                  <a:pt x="2156447" y="124656"/>
                </a:moveTo>
                <a:cubicBezTo>
                  <a:pt x="2156288" y="110403"/>
                  <a:pt x="2155180" y="100440"/>
                  <a:pt x="2153121" y="94770"/>
                </a:cubicBezTo>
                <a:cubicBezTo>
                  <a:pt x="2151062" y="89099"/>
                  <a:pt x="2146945" y="86264"/>
                  <a:pt x="2140768" y="86264"/>
                </a:cubicBezTo>
                <a:cubicBezTo>
                  <a:pt x="2134434" y="86264"/>
                  <a:pt x="2130098" y="89533"/>
                  <a:pt x="2127762" y="96070"/>
                </a:cubicBezTo>
                <a:cubicBezTo>
                  <a:pt x="2125427" y="102607"/>
                  <a:pt x="2124100" y="112136"/>
                  <a:pt x="2123783" y="124656"/>
                </a:cubicBezTo>
                <a:lnTo>
                  <a:pt x="2156447" y="124656"/>
                </a:lnTo>
                <a:moveTo>
                  <a:pt x="2140531" y="78207"/>
                </a:moveTo>
                <a:lnTo>
                  <a:pt x="2140531" y="78207"/>
                </a:lnTo>
                <a:close/>
                <a:moveTo>
                  <a:pt x="2196976" y="187222"/>
                </a:moveTo>
                <a:cubicBezTo>
                  <a:pt x="2201252" y="186195"/>
                  <a:pt x="2204281" y="184832"/>
                  <a:pt x="2206063" y="183134"/>
                </a:cubicBezTo>
                <a:cubicBezTo>
                  <a:pt x="2207844" y="181435"/>
                  <a:pt x="2208735" y="177900"/>
                  <a:pt x="2208735" y="172528"/>
                </a:cubicBezTo>
                <a:lnTo>
                  <a:pt x="2208735" y="49057"/>
                </a:lnTo>
                <a:cubicBezTo>
                  <a:pt x="2208735" y="43922"/>
                  <a:pt x="2207904" y="40565"/>
                  <a:pt x="2206241" y="38985"/>
                </a:cubicBezTo>
                <a:cubicBezTo>
                  <a:pt x="2204578" y="37405"/>
                  <a:pt x="2201490" y="36101"/>
                  <a:pt x="2196976" y="35074"/>
                </a:cubicBezTo>
                <a:lnTo>
                  <a:pt x="2196976" y="29150"/>
                </a:lnTo>
                <a:lnTo>
                  <a:pt x="2243061" y="29150"/>
                </a:lnTo>
                <a:lnTo>
                  <a:pt x="2243061" y="172528"/>
                </a:lnTo>
                <a:cubicBezTo>
                  <a:pt x="2243061" y="177900"/>
                  <a:pt x="2243932" y="181415"/>
                  <a:pt x="2245674" y="183074"/>
                </a:cubicBezTo>
                <a:cubicBezTo>
                  <a:pt x="2247416" y="184733"/>
                  <a:pt x="2250504" y="186116"/>
                  <a:pt x="2254939" y="187222"/>
                </a:cubicBezTo>
                <a:lnTo>
                  <a:pt x="2254939" y="193146"/>
                </a:lnTo>
                <a:lnTo>
                  <a:pt x="2196976" y="193146"/>
                </a:lnTo>
                <a:lnTo>
                  <a:pt x="2196976" y="187222"/>
                </a:lnTo>
                <a:close/>
                <a:moveTo>
                  <a:pt x="2265853" y="137335"/>
                </a:moveTo>
                <a:cubicBezTo>
                  <a:pt x="2265853" y="118692"/>
                  <a:pt x="2270821" y="104216"/>
                  <a:pt x="2280759" y="93907"/>
                </a:cubicBezTo>
                <a:cubicBezTo>
                  <a:pt x="2290697" y="83598"/>
                  <a:pt x="2302673" y="78444"/>
                  <a:pt x="2316689" y="78444"/>
                </a:cubicBezTo>
                <a:cubicBezTo>
                  <a:pt x="2324686" y="78444"/>
                  <a:pt x="2332209" y="80542"/>
                  <a:pt x="2339256" y="84739"/>
                </a:cubicBezTo>
                <a:cubicBezTo>
                  <a:pt x="2346303" y="88933"/>
                  <a:pt x="2351727" y="94751"/>
                  <a:pt x="2355528" y="102194"/>
                </a:cubicBezTo>
                <a:cubicBezTo>
                  <a:pt x="2358379" y="107815"/>
                  <a:pt x="2360358" y="115098"/>
                  <a:pt x="2361467" y="124042"/>
                </a:cubicBezTo>
                <a:cubicBezTo>
                  <a:pt x="2362021" y="128238"/>
                  <a:pt x="2362298" y="131445"/>
                  <a:pt x="2362298" y="133662"/>
                </a:cubicBezTo>
                <a:lnTo>
                  <a:pt x="2300298" y="133662"/>
                </a:lnTo>
                <a:cubicBezTo>
                  <a:pt x="2300852" y="143327"/>
                  <a:pt x="2302436" y="151695"/>
                  <a:pt x="2305049" y="158768"/>
                </a:cubicBezTo>
                <a:cubicBezTo>
                  <a:pt x="2309800" y="172049"/>
                  <a:pt x="2318154" y="178690"/>
                  <a:pt x="2330110" y="178690"/>
                </a:cubicBezTo>
                <a:cubicBezTo>
                  <a:pt x="2335811" y="178690"/>
                  <a:pt x="2341196" y="176922"/>
                  <a:pt x="2346264" y="173387"/>
                </a:cubicBezTo>
                <a:cubicBezTo>
                  <a:pt x="2349352" y="171264"/>
                  <a:pt x="2353192" y="167689"/>
                  <a:pt x="2357785" y="162660"/>
                </a:cubicBezTo>
                <a:lnTo>
                  <a:pt x="2363367" y="166078"/>
                </a:lnTo>
                <a:cubicBezTo>
                  <a:pt x="2355845" y="178423"/>
                  <a:pt x="2347135" y="187009"/>
                  <a:pt x="2337237" y="191836"/>
                </a:cubicBezTo>
                <a:cubicBezTo>
                  <a:pt x="2330823" y="194921"/>
                  <a:pt x="2323459" y="196464"/>
                  <a:pt x="2315145" y="196464"/>
                </a:cubicBezTo>
                <a:cubicBezTo>
                  <a:pt x="2303188" y="196464"/>
                  <a:pt x="2291983" y="191764"/>
                  <a:pt x="2281531" y="182363"/>
                </a:cubicBezTo>
                <a:cubicBezTo>
                  <a:pt x="2271079" y="172963"/>
                  <a:pt x="2265853" y="157953"/>
                  <a:pt x="2265853" y="137335"/>
                </a:cubicBezTo>
                <a:moveTo>
                  <a:pt x="2332367" y="124656"/>
                </a:moveTo>
                <a:cubicBezTo>
                  <a:pt x="2332209" y="110403"/>
                  <a:pt x="2331100" y="100440"/>
                  <a:pt x="2329041" y="94770"/>
                </a:cubicBezTo>
                <a:cubicBezTo>
                  <a:pt x="2326982" y="89099"/>
                  <a:pt x="2322865" y="86264"/>
                  <a:pt x="2316689" y="86264"/>
                </a:cubicBezTo>
                <a:cubicBezTo>
                  <a:pt x="2310354" y="86264"/>
                  <a:pt x="2306019" y="89533"/>
                  <a:pt x="2303683" y="96070"/>
                </a:cubicBezTo>
                <a:cubicBezTo>
                  <a:pt x="2301347" y="102607"/>
                  <a:pt x="2300020" y="112136"/>
                  <a:pt x="2299704" y="124656"/>
                </a:cubicBezTo>
                <a:lnTo>
                  <a:pt x="2332367" y="124656"/>
                </a:lnTo>
                <a:moveTo>
                  <a:pt x="2316451" y="78207"/>
                </a:moveTo>
                <a:lnTo>
                  <a:pt x="2316451" y="78207"/>
                </a:lnTo>
                <a:close/>
                <a:moveTo>
                  <a:pt x="2431691" y="78207"/>
                </a:moveTo>
                <a:cubicBezTo>
                  <a:pt x="2441905" y="78207"/>
                  <a:pt x="2450754" y="80710"/>
                  <a:pt x="2458237" y="85716"/>
                </a:cubicBezTo>
                <a:cubicBezTo>
                  <a:pt x="2465720" y="90720"/>
                  <a:pt x="2469461" y="97153"/>
                  <a:pt x="2469461" y="105016"/>
                </a:cubicBezTo>
                <a:cubicBezTo>
                  <a:pt x="2469461" y="109227"/>
                  <a:pt x="2467977" y="112882"/>
                  <a:pt x="2465007" y="115980"/>
                </a:cubicBezTo>
                <a:cubicBezTo>
                  <a:pt x="2462038" y="119079"/>
                  <a:pt x="2458257" y="120628"/>
                  <a:pt x="2453664" y="120628"/>
                </a:cubicBezTo>
                <a:cubicBezTo>
                  <a:pt x="2450576" y="120628"/>
                  <a:pt x="2447884" y="119917"/>
                  <a:pt x="2445587" y="118495"/>
                </a:cubicBezTo>
                <a:cubicBezTo>
                  <a:pt x="2441232" y="115967"/>
                  <a:pt x="2439055" y="111385"/>
                  <a:pt x="2439055" y="104749"/>
                </a:cubicBezTo>
                <a:cubicBezTo>
                  <a:pt x="2439055" y="104038"/>
                  <a:pt x="2439094" y="102992"/>
                  <a:pt x="2439174" y="101609"/>
                </a:cubicBezTo>
                <a:cubicBezTo>
                  <a:pt x="2439253" y="100227"/>
                  <a:pt x="2439292" y="98746"/>
                  <a:pt x="2439292" y="97166"/>
                </a:cubicBezTo>
                <a:cubicBezTo>
                  <a:pt x="2439292" y="92900"/>
                  <a:pt x="2438302" y="89977"/>
                  <a:pt x="2436323" y="88397"/>
                </a:cubicBezTo>
                <a:cubicBezTo>
                  <a:pt x="2434264" y="86817"/>
                  <a:pt x="2431928" y="86027"/>
                  <a:pt x="2429315" y="86027"/>
                </a:cubicBezTo>
                <a:cubicBezTo>
                  <a:pt x="2421793" y="86027"/>
                  <a:pt x="2416448" y="90166"/>
                  <a:pt x="2413280" y="98443"/>
                </a:cubicBezTo>
                <a:cubicBezTo>
                  <a:pt x="2410113" y="106718"/>
                  <a:pt x="2408529" y="116201"/>
                  <a:pt x="2408529" y="126893"/>
                </a:cubicBezTo>
                <a:cubicBezTo>
                  <a:pt x="2408529" y="142097"/>
                  <a:pt x="2411538" y="154848"/>
                  <a:pt x="2417556" y="165145"/>
                </a:cubicBezTo>
                <a:cubicBezTo>
                  <a:pt x="2423574" y="175439"/>
                  <a:pt x="2431691" y="180586"/>
                  <a:pt x="2441905" y="180586"/>
                </a:cubicBezTo>
                <a:cubicBezTo>
                  <a:pt x="2448319" y="180586"/>
                  <a:pt x="2453783" y="179159"/>
                  <a:pt x="2458296" y="176305"/>
                </a:cubicBezTo>
                <a:cubicBezTo>
                  <a:pt x="2460989" y="174639"/>
                  <a:pt x="2464314" y="171585"/>
                  <a:pt x="2468274" y="167144"/>
                </a:cubicBezTo>
                <a:lnTo>
                  <a:pt x="2472787" y="171306"/>
                </a:lnTo>
                <a:cubicBezTo>
                  <a:pt x="2464869" y="182203"/>
                  <a:pt x="2455604" y="189689"/>
                  <a:pt x="2444994" y="193765"/>
                </a:cubicBezTo>
                <a:cubicBezTo>
                  <a:pt x="2439371" y="195880"/>
                  <a:pt x="2433393" y="196938"/>
                  <a:pt x="2427058" y="196938"/>
                </a:cubicBezTo>
                <a:cubicBezTo>
                  <a:pt x="2411459" y="196938"/>
                  <a:pt x="2398711" y="191358"/>
                  <a:pt x="2388813" y="180197"/>
                </a:cubicBezTo>
                <a:cubicBezTo>
                  <a:pt x="2378915" y="169036"/>
                  <a:pt x="2373966" y="155422"/>
                  <a:pt x="2373966" y="139353"/>
                </a:cubicBezTo>
                <a:cubicBezTo>
                  <a:pt x="2373966" y="122414"/>
                  <a:pt x="2379212" y="107988"/>
                  <a:pt x="2389703" y="96077"/>
                </a:cubicBezTo>
                <a:cubicBezTo>
                  <a:pt x="2400195" y="84163"/>
                  <a:pt x="2414191" y="78207"/>
                  <a:pt x="2431691" y="78207"/>
                </a:cubicBezTo>
                <a:moveTo>
                  <a:pt x="2426227" y="78207"/>
                </a:moveTo>
                <a:lnTo>
                  <a:pt x="2426227" y="78207"/>
                </a:lnTo>
                <a:close/>
                <a:moveTo>
                  <a:pt x="2481484" y="91952"/>
                </a:moveTo>
                <a:lnTo>
                  <a:pt x="2481484" y="85198"/>
                </a:lnTo>
                <a:cubicBezTo>
                  <a:pt x="2483622" y="83223"/>
                  <a:pt x="2486275" y="80892"/>
                  <a:pt x="2489442" y="78207"/>
                </a:cubicBezTo>
                <a:cubicBezTo>
                  <a:pt x="2493639" y="74336"/>
                  <a:pt x="2497598" y="70346"/>
                  <a:pt x="2501320" y="66239"/>
                </a:cubicBezTo>
                <a:cubicBezTo>
                  <a:pt x="2508684" y="58181"/>
                  <a:pt x="2515375" y="49531"/>
                  <a:pt x="2521393" y="40288"/>
                </a:cubicBezTo>
                <a:lnTo>
                  <a:pt x="2527569" y="40288"/>
                </a:lnTo>
                <a:lnTo>
                  <a:pt x="2527569" y="81287"/>
                </a:lnTo>
                <a:lnTo>
                  <a:pt x="2550731" y="81287"/>
                </a:lnTo>
                <a:lnTo>
                  <a:pt x="2550731" y="91952"/>
                </a:lnTo>
                <a:lnTo>
                  <a:pt x="2527569" y="91952"/>
                </a:lnTo>
                <a:lnTo>
                  <a:pt x="2527569" y="165245"/>
                </a:lnTo>
                <a:cubicBezTo>
                  <a:pt x="2527569" y="168654"/>
                  <a:pt x="2528084" y="171509"/>
                  <a:pt x="2529113" y="173810"/>
                </a:cubicBezTo>
                <a:cubicBezTo>
                  <a:pt x="2530697" y="177379"/>
                  <a:pt x="2533310" y="179164"/>
                  <a:pt x="2536953" y="179164"/>
                </a:cubicBezTo>
                <a:cubicBezTo>
                  <a:pt x="2540120" y="179164"/>
                  <a:pt x="2542773" y="178025"/>
                  <a:pt x="2544911" y="175746"/>
                </a:cubicBezTo>
                <a:cubicBezTo>
                  <a:pt x="2547048" y="173468"/>
                  <a:pt x="2549186" y="170341"/>
                  <a:pt x="2551324" y="166367"/>
                </a:cubicBezTo>
                <a:lnTo>
                  <a:pt x="2557144" y="169210"/>
                </a:lnTo>
                <a:cubicBezTo>
                  <a:pt x="2554294" y="175846"/>
                  <a:pt x="2550889" y="181257"/>
                  <a:pt x="2546930" y="185444"/>
                </a:cubicBezTo>
                <a:cubicBezTo>
                  <a:pt x="2539962" y="192791"/>
                  <a:pt x="2531449" y="196464"/>
                  <a:pt x="2521393" y="196464"/>
                </a:cubicBezTo>
                <a:cubicBezTo>
                  <a:pt x="2515692" y="196464"/>
                  <a:pt x="2510703" y="195398"/>
                  <a:pt x="2506427" y="193265"/>
                </a:cubicBezTo>
                <a:cubicBezTo>
                  <a:pt x="2498192" y="189157"/>
                  <a:pt x="2494075" y="181678"/>
                  <a:pt x="2494075" y="170829"/>
                </a:cubicBezTo>
                <a:lnTo>
                  <a:pt x="2494075" y="91952"/>
                </a:lnTo>
                <a:lnTo>
                  <a:pt x="2481484" y="91952"/>
                </a:lnTo>
                <a:close/>
                <a:moveTo>
                  <a:pt x="2572545" y="44199"/>
                </a:moveTo>
                <a:cubicBezTo>
                  <a:pt x="2572545" y="38985"/>
                  <a:pt x="2574386" y="34541"/>
                  <a:pt x="2578068" y="30868"/>
                </a:cubicBezTo>
                <a:cubicBezTo>
                  <a:pt x="2581750" y="27195"/>
                  <a:pt x="2586204" y="25358"/>
                  <a:pt x="2591430" y="25358"/>
                </a:cubicBezTo>
                <a:cubicBezTo>
                  <a:pt x="2596577" y="25358"/>
                  <a:pt x="2600992" y="27195"/>
                  <a:pt x="2604674" y="30868"/>
                </a:cubicBezTo>
                <a:cubicBezTo>
                  <a:pt x="2608356" y="34541"/>
                  <a:pt x="2610197" y="38985"/>
                  <a:pt x="2610197" y="44199"/>
                </a:cubicBezTo>
                <a:cubicBezTo>
                  <a:pt x="2610197" y="49412"/>
                  <a:pt x="2608356" y="53856"/>
                  <a:pt x="2604674" y="57529"/>
                </a:cubicBezTo>
                <a:cubicBezTo>
                  <a:pt x="2600992" y="61203"/>
                  <a:pt x="2596577" y="63039"/>
                  <a:pt x="2591430" y="63039"/>
                </a:cubicBezTo>
                <a:cubicBezTo>
                  <a:pt x="2586204" y="63039"/>
                  <a:pt x="2581750" y="61203"/>
                  <a:pt x="2578068" y="57529"/>
                </a:cubicBezTo>
                <a:cubicBezTo>
                  <a:pt x="2574386" y="53856"/>
                  <a:pt x="2572545" y="49412"/>
                  <a:pt x="2572545" y="44199"/>
                </a:cubicBezTo>
                <a:moveTo>
                  <a:pt x="2561855" y="187222"/>
                </a:moveTo>
                <a:cubicBezTo>
                  <a:pt x="2566131" y="186432"/>
                  <a:pt x="2569061" y="185332"/>
                  <a:pt x="2570644" y="183922"/>
                </a:cubicBezTo>
                <a:cubicBezTo>
                  <a:pt x="2573020" y="181809"/>
                  <a:pt x="2574208" y="178011"/>
                  <a:pt x="2574208" y="172528"/>
                </a:cubicBezTo>
                <a:lnTo>
                  <a:pt x="2574208" y="101194"/>
                </a:lnTo>
                <a:cubicBezTo>
                  <a:pt x="2574208" y="96297"/>
                  <a:pt x="2573376" y="92959"/>
                  <a:pt x="2571713" y="91182"/>
                </a:cubicBezTo>
                <a:cubicBezTo>
                  <a:pt x="2570050" y="89404"/>
                  <a:pt x="2566764" y="88081"/>
                  <a:pt x="2561855" y="87212"/>
                </a:cubicBezTo>
                <a:lnTo>
                  <a:pt x="2561855" y="81287"/>
                </a:lnTo>
                <a:lnTo>
                  <a:pt x="2608534" y="81287"/>
                </a:lnTo>
                <a:lnTo>
                  <a:pt x="2608534" y="173476"/>
                </a:lnTo>
                <a:cubicBezTo>
                  <a:pt x="2608534" y="178769"/>
                  <a:pt x="2609326" y="182166"/>
                  <a:pt x="2610909" y="183667"/>
                </a:cubicBezTo>
                <a:cubicBezTo>
                  <a:pt x="2612493" y="185168"/>
                  <a:pt x="2615462" y="186353"/>
                  <a:pt x="2619817" y="187222"/>
                </a:cubicBezTo>
                <a:lnTo>
                  <a:pt x="2619817" y="193146"/>
                </a:lnTo>
                <a:lnTo>
                  <a:pt x="2561855" y="193146"/>
                </a:lnTo>
                <a:lnTo>
                  <a:pt x="2561855" y="187222"/>
                </a:lnTo>
                <a:close/>
                <a:moveTo>
                  <a:pt x="2630613" y="137572"/>
                </a:moveTo>
                <a:cubicBezTo>
                  <a:pt x="2630613" y="120633"/>
                  <a:pt x="2635819" y="106503"/>
                  <a:pt x="2646232" y="95185"/>
                </a:cubicBezTo>
                <a:cubicBezTo>
                  <a:pt x="2656644" y="83866"/>
                  <a:pt x="2669729" y="78207"/>
                  <a:pt x="2685487" y="78207"/>
                </a:cubicBezTo>
                <a:cubicBezTo>
                  <a:pt x="2701561" y="78207"/>
                  <a:pt x="2714726" y="83986"/>
                  <a:pt x="2724980" y="95544"/>
                </a:cubicBezTo>
                <a:cubicBezTo>
                  <a:pt x="2735234" y="107099"/>
                  <a:pt x="2740361" y="121109"/>
                  <a:pt x="2740361" y="137572"/>
                </a:cubicBezTo>
                <a:cubicBezTo>
                  <a:pt x="2740361" y="153799"/>
                  <a:pt x="2735294" y="167750"/>
                  <a:pt x="2725158" y="179427"/>
                </a:cubicBezTo>
                <a:cubicBezTo>
                  <a:pt x="2715023" y="191101"/>
                  <a:pt x="2701799" y="196938"/>
                  <a:pt x="2685487" y="196938"/>
                </a:cubicBezTo>
                <a:cubicBezTo>
                  <a:pt x="2669650" y="196938"/>
                  <a:pt x="2656545" y="191259"/>
                  <a:pt x="2646172" y="179901"/>
                </a:cubicBezTo>
                <a:cubicBezTo>
                  <a:pt x="2635799" y="168543"/>
                  <a:pt x="2630613" y="154433"/>
                  <a:pt x="2630613" y="137572"/>
                </a:cubicBezTo>
                <a:moveTo>
                  <a:pt x="2666364" y="137572"/>
                </a:moveTo>
                <a:cubicBezTo>
                  <a:pt x="2666364" y="154596"/>
                  <a:pt x="2667235" y="166512"/>
                  <a:pt x="2668977" y="173321"/>
                </a:cubicBezTo>
                <a:cubicBezTo>
                  <a:pt x="2671749" y="183852"/>
                  <a:pt x="2677252" y="189118"/>
                  <a:pt x="2685487" y="189118"/>
                </a:cubicBezTo>
                <a:cubicBezTo>
                  <a:pt x="2693326" y="189118"/>
                  <a:pt x="2698473" y="185080"/>
                  <a:pt x="2700928" y="177005"/>
                </a:cubicBezTo>
                <a:cubicBezTo>
                  <a:pt x="2703383" y="168928"/>
                  <a:pt x="2704610" y="155784"/>
                  <a:pt x="2704610" y="137572"/>
                </a:cubicBezTo>
                <a:cubicBezTo>
                  <a:pt x="2704610" y="119440"/>
                  <a:pt x="2703323" y="106317"/>
                  <a:pt x="2700750" y="98203"/>
                </a:cubicBezTo>
                <a:cubicBezTo>
                  <a:pt x="2698176" y="90086"/>
                  <a:pt x="2693128" y="86027"/>
                  <a:pt x="2685606" y="86027"/>
                </a:cubicBezTo>
                <a:cubicBezTo>
                  <a:pt x="2677371" y="86027"/>
                  <a:pt x="2671867" y="91293"/>
                  <a:pt x="2669096" y="101824"/>
                </a:cubicBezTo>
                <a:cubicBezTo>
                  <a:pt x="2667275" y="108869"/>
                  <a:pt x="2666364" y="120786"/>
                  <a:pt x="2666364" y="137572"/>
                </a:cubicBezTo>
                <a:moveTo>
                  <a:pt x="2685487" y="78207"/>
                </a:moveTo>
                <a:lnTo>
                  <a:pt x="2685487" y="78207"/>
                </a:lnTo>
                <a:close/>
                <a:moveTo>
                  <a:pt x="2750814" y="187222"/>
                </a:moveTo>
                <a:cubicBezTo>
                  <a:pt x="2755248" y="186669"/>
                  <a:pt x="2758514" y="185464"/>
                  <a:pt x="2760613" y="183608"/>
                </a:cubicBezTo>
                <a:cubicBezTo>
                  <a:pt x="2762711" y="181751"/>
                  <a:pt x="2763760" y="178058"/>
                  <a:pt x="2763760" y="172528"/>
                </a:cubicBezTo>
                <a:lnTo>
                  <a:pt x="2763760" y="101194"/>
                </a:lnTo>
                <a:cubicBezTo>
                  <a:pt x="2763760" y="96297"/>
                  <a:pt x="2762909" y="92900"/>
                  <a:pt x="2761207" y="91004"/>
                </a:cubicBezTo>
                <a:cubicBezTo>
                  <a:pt x="2759504" y="89108"/>
                  <a:pt x="2756040" y="87844"/>
                  <a:pt x="2750814" y="87212"/>
                </a:cubicBezTo>
                <a:lnTo>
                  <a:pt x="2750814" y="81287"/>
                </a:lnTo>
                <a:lnTo>
                  <a:pt x="2796899" y="81287"/>
                </a:lnTo>
                <a:lnTo>
                  <a:pt x="2796899" y="98710"/>
                </a:lnTo>
                <a:cubicBezTo>
                  <a:pt x="2800779" y="92864"/>
                  <a:pt x="2805708" y="88026"/>
                  <a:pt x="2811686" y="84194"/>
                </a:cubicBezTo>
                <a:cubicBezTo>
                  <a:pt x="2817665" y="80360"/>
                  <a:pt x="2824296" y="78444"/>
                  <a:pt x="2831581" y="78444"/>
                </a:cubicBezTo>
                <a:cubicBezTo>
                  <a:pt x="2842033" y="78444"/>
                  <a:pt x="2850130" y="81129"/>
                  <a:pt x="2855871" y="86501"/>
                </a:cubicBezTo>
                <a:cubicBezTo>
                  <a:pt x="2861612" y="91873"/>
                  <a:pt x="2864482" y="101313"/>
                  <a:pt x="2864482" y="114821"/>
                </a:cubicBezTo>
                <a:lnTo>
                  <a:pt x="2864482" y="173476"/>
                </a:lnTo>
                <a:cubicBezTo>
                  <a:pt x="2864482" y="178927"/>
                  <a:pt x="2865412" y="182442"/>
                  <a:pt x="2867273" y="184022"/>
                </a:cubicBezTo>
                <a:cubicBezTo>
                  <a:pt x="2869134" y="185602"/>
                  <a:pt x="2872242" y="186669"/>
                  <a:pt x="2876597" y="187222"/>
                </a:cubicBezTo>
                <a:lnTo>
                  <a:pt x="2876597" y="193146"/>
                </a:lnTo>
                <a:lnTo>
                  <a:pt x="2819466" y="193146"/>
                </a:lnTo>
                <a:lnTo>
                  <a:pt x="2819466" y="187222"/>
                </a:lnTo>
                <a:cubicBezTo>
                  <a:pt x="2823821" y="186358"/>
                  <a:pt x="2826791" y="185181"/>
                  <a:pt x="2828374" y="183693"/>
                </a:cubicBezTo>
                <a:cubicBezTo>
                  <a:pt x="2829958" y="182202"/>
                  <a:pt x="2830750" y="178828"/>
                  <a:pt x="2830750" y="173573"/>
                </a:cubicBezTo>
                <a:lnTo>
                  <a:pt x="2830750" y="114729"/>
                </a:lnTo>
                <a:cubicBezTo>
                  <a:pt x="2830750" y="109192"/>
                  <a:pt x="2830195" y="105038"/>
                  <a:pt x="2829087" y="102268"/>
                </a:cubicBezTo>
                <a:cubicBezTo>
                  <a:pt x="2827186" y="97287"/>
                  <a:pt x="2823425" y="94796"/>
                  <a:pt x="2817803" y="94796"/>
                </a:cubicBezTo>
                <a:cubicBezTo>
                  <a:pt x="2813606" y="94796"/>
                  <a:pt x="2809746" y="96319"/>
                  <a:pt x="2806223" y="99365"/>
                </a:cubicBezTo>
                <a:cubicBezTo>
                  <a:pt x="2802699" y="102409"/>
                  <a:pt x="2799987" y="105473"/>
                  <a:pt x="2798086" y="108556"/>
                </a:cubicBezTo>
                <a:lnTo>
                  <a:pt x="2798086" y="173573"/>
                </a:lnTo>
                <a:cubicBezTo>
                  <a:pt x="2798086" y="178828"/>
                  <a:pt x="2798878" y="182202"/>
                  <a:pt x="2800462" y="183693"/>
                </a:cubicBezTo>
                <a:cubicBezTo>
                  <a:pt x="2802046" y="185181"/>
                  <a:pt x="2805015" y="186358"/>
                  <a:pt x="2809370" y="187222"/>
                </a:cubicBezTo>
                <a:lnTo>
                  <a:pt x="2809370" y="193146"/>
                </a:lnTo>
                <a:lnTo>
                  <a:pt x="2750814" y="193146"/>
                </a:lnTo>
                <a:lnTo>
                  <a:pt x="2750814" y="187222"/>
                </a:lnTo>
                <a:moveTo>
                  <a:pt x="2814359" y="78207"/>
                </a:moveTo>
                <a:lnTo>
                  <a:pt x="2814359" y="78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②EquivalenceInf">
            <a:extLst xmlns:a="http://schemas.openxmlformats.org/drawingml/2006/main">
              <a:ext uri="{FF2B5EF4-FFF2-40B4-BE49-F238E27FC236}">
                <a16:creationId xmlns:a16="http://schemas.microsoft.com/office/drawing/2014/main" id="{BF8B1ACB-BF1A-409E-A7F7-BAC6A44E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582" y="203908"/>
            <a:ext cx="1957564" cy="242440"/>
          </a:xfrm>
          <a:custGeom xmlns:a="http://schemas.openxmlformats.org/drawingml/2006/main">
            <a:pathLst>
              <a:path w="1957564" h="242440">
                <a:moveTo>
                  <a:pt x="118894" y="0"/>
                </a:moveTo>
                <a:cubicBezTo>
                  <a:pt x="191268" y="6715"/>
                  <a:pt x="230821" y="46015"/>
                  <a:pt x="237551" y="117902"/>
                </a:cubicBezTo>
                <a:cubicBezTo>
                  <a:pt x="230742" y="189631"/>
                  <a:pt x="191189" y="228853"/>
                  <a:pt x="118894" y="235568"/>
                </a:cubicBezTo>
                <a:cubicBezTo>
                  <a:pt x="46362" y="228932"/>
                  <a:pt x="6731" y="189710"/>
                  <a:pt x="0" y="117902"/>
                </a:cubicBezTo>
                <a:cubicBezTo>
                  <a:pt x="6731" y="45936"/>
                  <a:pt x="46362" y="6636"/>
                  <a:pt x="118894" y="0"/>
                </a:cubicBezTo>
                <a:moveTo>
                  <a:pt x="118894" y="12086"/>
                </a:moveTo>
                <a:cubicBezTo>
                  <a:pt x="54676" y="18169"/>
                  <a:pt x="19558" y="53441"/>
                  <a:pt x="13540" y="117902"/>
                </a:cubicBezTo>
                <a:cubicBezTo>
                  <a:pt x="19558" y="182363"/>
                  <a:pt x="54676" y="217635"/>
                  <a:pt x="118894" y="223718"/>
                </a:cubicBezTo>
                <a:cubicBezTo>
                  <a:pt x="183112" y="217635"/>
                  <a:pt x="218230" y="182363"/>
                  <a:pt x="224248" y="117902"/>
                </a:cubicBezTo>
                <a:cubicBezTo>
                  <a:pt x="218230" y="53441"/>
                  <a:pt x="183112" y="18169"/>
                  <a:pt x="118894" y="12086"/>
                </a:cubicBezTo>
                <a:moveTo>
                  <a:pt x="89913" y="93374"/>
                </a:moveTo>
                <a:lnTo>
                  <a:pt x="64852" y="93374"/>
                </a:lnTo>
                <a:cubicBezTo>
                  <a:pt x="66673" y="54508"/>
                  <a:pt x="85914" y="34126"/>
                  <a:pt x="122576" y="32231"/>
                </a:cubicBezTo>
                <a:cubicBezTo>
                  <a:pt x="157338" y="33574"/>
                  <a:pt x="175669" y="49939"/>
                  <a:pt x="177570" y="81328"/>
                </a:cubicBezTo>
                <a:cubicBezTo>
                  <a:pt x="178599" y="106390"/>
                  <a:pt x="161297" y="127261"/>
                  <a:pt x="125665" y="143941"/>
                </a:cubicBezTo>
                <a:cubicBezTo>
                  <a:pt x="116400" y="148844"/>
                  <a:pt x="108799" y="153548"/>
                  <a:pt x="102860" y="158053"/>
                </a:cubicBezTo>
                <a:cubicBezTo>
                  <a:pt x="93199" y="165329"/>
                  <a:pt x="87498" y="172681"/>
                  <a:pt x="85756" y="180112"/>
                </a:cubicBezTo>
                <a:lnTo>
                  <a:pt x="176026" y="180112"/>
                </a:lnTo>
                <a:lnTo>
                  <a:pt x="176026" y="200019"/>
                </a:lnTo>
                <a:lnTo>
                  <a:pt x="59982" y="200019"/>
                </a:lnTo>
                <a:cubicBezTo>
                  <a:pt x="59903" y="181835"/>
                  <a:pt x="64535" y="167447"/>
                  <a:pt x="73878" y="156854"/>
                </a:cubicBezTo>
                <a:cubicBezTo>
                  <a:pt x="84489" y="143965"/>
                  <a:pt x="99574" y="132461"/>
                  <a:pt x="119132" y="122342"/>
                </a:cubicBezTo>
                <a:cubicBezTo>
                  <a:pt x="142412" y="111117"/>
                  <a:pt x="153537" y="97756"/>
                  <a:pt x="152508" y="82258"/>
                </a:cubicBezTo>
                <a:cubicBezTo>
                  <a:pt x="151479" y="63521"/>
                  <a:pt x="140908" y="53560"/>
                  <a:pt x="120795" y="52375"/>
                </a:cubicBezTo>
                <a:cubicBezTo>
                  <a:pt x="100999" y="54508"/>
                  <a:pt x="90705" y="68174"/>
                  <a:pt x="89913" y="93374"/>
                </a:cubicBezTo>
                <a:close/>
                <a:moveTo>
                  <a:pt x="305255" y="192435"/>
                </a:moveTo>
                <a:lnTo>
                  <a:pt x="305255" y="186274"/>
                </a:lnTo>
                <a:cubicBezTo>
                  <a:pt x="312223" y="186037"/>
                  <a:pt x="317172" y="185089"/>
                  <a:pt x="320102" y="183430"/>
                </a:cubicBezTo>
                <a:cubicBezTo>
                  <a:pt x="324615" y="180902"/>
                  <a:pt x="326872" y="176162"/>
                  <a:pt x="326872" y="169210"/>
                </a:cubicBezTo>
                <a:lnTo>
                  <a:pt x="326872" y="51664"/>
                </a:lnTo>
                <a:cubicBezTo>
                  <a:pt x="326872" y="44603"/>
                  <a:pt x="324536" y="39857"/>
                  <a:pt x="319864" y="37426"/>
                </a:cubicBezTo>
                <a:cubicBezTo>
                  <a:pt x="317172" y="35935"/>
                  <a:pt x="312302" y="34993"/>
                  <a:pt x="305255" y="34600"/>
                </a:cubicBezTo>
                <a:lnTo>
                  <a:pt x="305255" y="28439"/>
                </a:lnTo>
                <a:lnTo>
                  <a:pt x="445410" y="28439"/>
                </a:lnTo>
                <a:lnTo>
                  <a:pt x="445410" y="77496"/>
                </a:lnTo>
                <a:lnTo>
                  <a:pt x="439471" y="77496"/>
                </a:lnTo>
                <a:cubicBezTo>
                  <a:pt x="436383" y="61854"/>
                  <a:pt x="431137" y="51150"/>
                  <a:pt x="423733" y="45383"/>
                </a:cubicBezTo>
                <a:cubicBezTo>
                  <a:pt x="416330" y="39617"/>
                  <a:pt x="402849" y="36733"/>
                  <a:pt x="383290" y="36733"/>
                </a:cubicBezTo>
                <a:cubicBezTo>
                  <a:pt x="375847" y="36733"/>
                  <a:pt x="371116" y="37502"/>
                  <a:pt x="369097" y="39040"/>
                </a:cubicBezTo>
                <a:cubicBezTo>
                  <a:pt x="367077" y="40578"/>
                  <a:pt x="366068" y="43634"/>
                  <a:pt x="366068" y="48209"/>
                </a:cubicBezTo>
                <a:lnTo>
                  <a:pt x="366068" y="104275"/>
                </a:lnTo>
                <a:cubicBezTo>
                  <a:pt x="379925" y="104433"/>
                  <a:pt x="389308" y="101934"/>
                  <a:pt x="394218" y="96777"/>
                </a:cubicBezTo>
                <a:cubicBezTo>
                  <a:pt x="399127" y="91620"/>
                  <a:pt x="402888" y="82191"/>
                  <a:pt x="405501" y="68490"/>
                </a:cubicBezTo>
                <a:lnTo>
                  <a:pt x="411678" y="68490"/>
                </a:lnTo>
                <a:lnTo>
                  <a:pt x="411678" y="150251"/>
                </a:lnTo>
                <a:lnTo>
                  <a:pt x="405501" y="150251"/>
                </a:lnTo>
                <a:cubicBezTo>
                  <a:pt x="403759" y="136427"/>
                  <a:pt x="400216" y="126691"/>
                  <a:pt x="394871" y="121042"/>
                </a:cubicBezTo>
                <a:cubicBezTo>
                  <a:pt x="389526" y="115394"/>
                  <a:pt x="379925" y="112570"/>
                  <a:pt x="366068" y="112570"/>
                </a:cubicBezTo>
                <a:lnTo>
                  <a:pt x="366068" y="171343"/>
                </a:lnTo>
                <a:cubicBezTo>
                  <a:pt x="366068" y="176478"/>
                  <a:pt x="367394" y="179974"/>
                  <a:pt x="370047" y="181830"/>
                </a:cubicBezTo>
                <a:cubicBezTo>
                  <a:pt x="372699" y="183687"/>
                  <a:pt x="378143" y="184615"/>
                  <a:pt x="386378" y="184615"/>
                </a:cubicBezTo>
                <a:cubicBezTo>
                  <a:pt x="401898" y="184615"/>
                  <a:pt x="414568" y="181622"/>
                  <a:pt x="424387" y="175635"/>
                </a:cubicBezTo>
                <a:cubicBezTo>
                  <a:pt x="434205" y="169646"/>
                  <a:pt x="442916" y="158420"/>
                  <a:pt x="450517" y="141957"/>
                </a:cubicBezTo>
                <a:lnTo>
                  <a:pt x="457287" y="141957"/>
                </a:lnTo>
                <a:lnTo>
                  <a:pt x="447429" y="192435"/>
                </a:lnTo>
                <a:lnTo>
                  <a:pt x="305255" y="192435"/>
                </a:lnTo>
                <a:moveTo>
                  <a:pt x="384478" y="24884"/>
                </a:moveTo>
                <a:lnTo>
                  <a:pt x="384478" y="24884"/>
                </a:lnTo>
                <a:close/>
                <a:moveTo>
                  <a:pt x="530494" y="182482"/>
                </a:moveTo>
                <a:cubicBezTo>
                  <a:pt x="535878" y="182482"/>
                  <a:pt x="540114" y="180507"/>
                  <a:pt x="543203" y="176557"/>
                </a:cubicBezTo>
                <a:cubicBezTo>
                  <a:pt x="546291" y="172607"/>
                  <a:pt x="547835" y="169882"/>
                  <a:pt x="547835" y="168381"/>
                </a:cubicBezTo>
                <a:lnTo>
                  <a:pt x="547835" y="104631"/>
                </a:lnTo>
                <a:cubicBezTo>
                  <a:pt x="547835" y="99733"/>
                  <a:pt x="546469" y="95329"/>
                  <a:pt x="543737" y="91419"/>
                </a:cubicBezTo>
                <a:cubicBezTo>
                  <a:pt x="541005" y="87508"/>
                  <a:pt x="536710" y="85553"/>
                  <a:pt x="530850" y="85553"/>
                </a:cubicBezTo>
                <a:cubicBezTo>
                  <a:pt x="522061" y="85553"/>
                  <a:pt x="516082" y="90135"/>
                  <a:pt x="512915" y="99299"/>
                </a:cubicBezTo>
                <a:cubicBezTo>
                  <a:pt x="509747" y="108462"/>
                  <a:pt x="508164" y="119601"/>
                  <a:pt x="508164" y="132714"/>
                </a:cubicBezTo>
                <a:cubicBezTo>
                  <a:pt x="508164" y="145907"/>
                  <a:pt x="509114" y="156018"/>
                  <a:pt x="511014" y="163049"/>
                </a:cubicBezTo>
                <a:cubicBezTo>
                  <a:pt x="514340" y="176004"/>
                  <a:pt x="520833" y="182482"/>
                  <a:pt x="530494" y="182482"/>
                </a:cubicBezTo>
                <a:moveTo>
                  <a:pt x="472294" y="140416"/>
                </a:moveTo>
                <a:cubicBezTo>
                  <a:pt x="472294" y="120509"/>
                  <a:pt x="477282" y="105085"/>
                  <a:pt x="487259" y="94144"/>
                </a:cubicBezTo>
                <a:cubicBezTo>
                  <a:pt x="497236" y="83203"/>
                  <a:pt x="510381" y="77733"/>
                  <a:pt x="526693" y="77733"/>
                </a:cubicBezTo>
                <a:cubicBezTo>
                  <a:pt x="534849" y="77733"/>
                  <a:pt x="541896" y="79378"/>
                  <a:pt x="547835" y="82669"/>
                </a:cubicBezTo>
                <a:cubicBezTo>
                  <a:pt x="551081" y="84547"/>
                  <a:pt x="554645" y="87484"/>
                  <a:pt x="558525" y="91478"/>
                </a:cubicBezTo>
                <a:lnTo>
                  <a:pt x="577648" y="77733"/>
                </a:lnTo>
                <a:lnTo>
                  <a:pt x="580973" y="77733"/>
                </a:lnTo>
                <a:lnTo>
                  <a:pt x="580973" y="222533"/>
                </a:lnTo>
                <a:cubicBezTo>
                  <a:pt x="580973" y="227312"/>
                  <a:pt x="581884" y="230701"/>
                  <a:pt x="583705" y="232698"/>
                </a:cubicBezTo>
                <a:cubicBezTo>
                  <a:pt x="585526" y="234695"/>
                  <a:pt x="589050" y="235967"/>
                  <a:pt x="594276" y="236515"/>
                </a:cubicBezTo>
                <a:lnTo>
                  <a:pt x="594276" y="242440"/>
                </a:lnTo>
                <a:lnTo>
                  <a:pt x="529425" y="242440"/>
                </a:lnTo>
                <a:lnTo>
                  <a:pt x="529425" y="236278"/>
                </a:lnTo>
                <a:cubicBezTo>
                  <a:pt x="536868" y="235883"/>
                  <a:pt x="541797" y="234165"/>
                  <a:pt x="544212" y="231124"/>
                </a:cubicBezTo>
                <a:cubicBezTo>
                  <a:pt x="546627" y="228083"/>
                  <a:pt x="547835" y="223165"/>
                  <a:pt x="547835" y="216371"/>
                </a:cubicBezTo>
                <a:lnTo>
                  <a:pt x="547835" y="182126"/>
                </a:lnTo>
                <a:cubicBezTo>
                  <a:pt x="544272" y="185713"/>
                  <a:pt x="540827" y="188503"/>
                  <a:pt x="537501" y="190495"/>
                </a:cubicBezTo>
                <a:cubicBezTo>
                  <a:pt x="531483" y="194001"/>
                  <a:pt x="524951" y="195753"/>
                  <a:pt x="517903" y="195753"/>
                </a:cubicBezTo>
                <a:cubicBezTo>
                  <a:pt x="503809" y="195753"/>
                  <a:pt x="492683" y="190283"/>
                  <a:pt x="484527" y="179342"/>
                </a:cubicBezTo>
                <a:cubicBezTo>
                  <a:pt x="476372" y="168401"/>
                  <a:pt x="472294" y="155426"/>
                  <a:pt x="472294" y="140416"/>
                </a:cubicBezTo>
                <a:close/>
                <a:moveTo>
                  <a:pt x="648648" y="80576"/>
                </a:moveTo>
                <a:lnTo>
                  <a:pt x="648648" y="162830"/>
                </a:lnTo>
                <a:cubicBezTo>
                  <a:pt x="648648" y="167723"/>
                  <a:pt x="649242" y="171314"/>
                  <a:pt x="650430" y="173602"/>
                </a:cubicBezTo>
                <a:cubicBezTo>
                  <a:pt x="652489" y="177626"/>
                  <a:pt x="656567" y="179638"/>
                  <a:pt x="662664" y="179638"/>
                </a:cubicBezTo>
                <a:cubicBezTo>
                  <a:pt x="666544" y="179638"/>
                  <a:pt x="670345" y="178414"/>
                  <a:pt x="674066" y="175965"/>
                </a:cubicBezTo>
                <a:cubicBezTo>
                  <a:pt x="676204" y="174622"/>
                  <a:pt x="678897" y="172370"/>
                  <a:pt x="682143" y="169210"/>
                </a:cubicBezTo>
                <a:lnTo>
                  <a:pt x="682143" y="100484"/>
                </a:lnTo>
                <a:cubicBezTo>
                  <a:pt x="682143" y="95428"/>
                  <a:pt x="681133" y="91893"/>
                  <a:pt x="679114" y="89878"/>
                </a:cubicBezTo>
                <a:cubicBezTo>
                  <a:pt x="677095" y="87864"/>
                  <a:pt x="673037" y="86738"/>
                  <a:pt x="666940" y="86501"/>
                </a:cubicBezTo>
                <a:lnTo>
                  <a:pt x="666940" y="80576"/>
                </a:lnTo>
                <a:lnTo>
                  <a:pt x="715400" y="80576"/>
                </a:lnTo>
                <a:lnTo>
                  <a:pt x="715400" y="168026"/>
                </a:lnTo>
                <a:cubicBezTo>
                  <a:pt x="715400" y="172953"/>
                  <a:pt x="716350" y="176361"/>
                  <a:pt x="718251" y="178249"/>
                </a:cubicBezTo>
                <a:cubicBezTo>
                  <a:pt x="720151" y="180135"/>
                  <a:pt x="723873" y="181309"/>
                  <a:pt x="729416" y="181771"/>
                </a:cubicBezTo>
                <a:lnTo>
                  <a:pt x="729416" y="187696"/>
                </a:lnTo>
                <a:cubicBezTo>
                  <a:pt x="714371" y="189098"/>
                  <a:pt x="704889" y="190130"/>
                  <a:pt x="700969" y="190791"/>
                </a:cubicBezTo>
                <a:cubicBezTo>
                  <a:pt x="697049" y="191453"/>
                  <a:pt x="690774" y="193107"/>
                  <a:pt x="682143" y="195753"/>
                </a:cubicBezTo>
                <a:lnTo>
                  <a:pt x="682143" y="179638"/>
                </a:lnTo>
                <a:cubicBezTo>
                  <a:pt x="676363" y="184652"/>
                  <a:pt x="671572" y="188193"/>
                  <a:pt x="667771" y="190262"/>
                </a:cubicBezTo>
                <a:cubicBezTo>
                  <a:pt x="661120" y="193923"/>
                  <a:pt x="654191" y="195753"/>
                  <a:pt x="646985" y="195753"/>
                </a:cubicBezTo>
                <a:cubicBezTo>
                  <a:pt x="639146" y="195753"/>
                  <a:pt x="631842" y="193265"/>
                  <a:pt x="625071" y="188288"/>
                </a:cubicBezTo>
                <a:cubicBezTo>
                  <a:pt x="618301" y="183311"/>
                  <a:pt x="614916" y="174464"/>
                  <a:pt x="614916" y="161745"/>
                </a:cubicBezTo>
                <a:lnTo>
                  <a:pt x="614916" y="100484"/>
                </a:lnTo>
                <a:cubicBezTo>
                  <a:pt x="614916" y="95349"/>
                  <a:pt x="614085" y="91991"/>
                  <a:pt x="612422" y="90411"/>
                </a:cubicBezTo>
                <a:cubicBezTo>
                  <a:pt x="610759" y="88832"/>
                  <a:pt x="607552" y="87528"/>
                  <a:pt x="602801" y="86501"/>
                </a:cubicBezTo>
                <a:lnTo>
                  <a:pt x="602801" y="80576"/>
                </a:lnTo>
                <a:lnTo>
                  <a:pt x="648648" y="80576"/>
                </a:lnTo>
                <a:moveTo>
                  <a:pt x="664208" y="77496"/>
                </a:moveTo>
                <a:lnTo>
                  <a:pt x="664208" y="77496"/>
                </a:lnTo>
                <a:close/>
                <a:moveTo>
                  <a:pt x="748156" y="43488"/>
                </a:moveTo>
                <a:cubicBezTo>
                  <a:pt x="748156" y="38274"/>
                  <a:pt x="749997" y="33830"/>
                  <a:pt x="753679" y="30157"/>
                </a:cubicBezTo>
                <a:cubicBezTo>
                  <a:pt x="757361" y="26484"/>
                  <a:pt x="761815" y="24647"/>
                  <a:pt x="767041" y="24647"/>
                </a:cubicBezTo>
                <a:cubicBezTo>
                  <a:pt x="772188" y="24647"/>
                  <a:pt x="776602" y="26484"/>
                  <a:pt x="780284" y="30157"/>
                </a:cubicBezTo>
                <a:cubicBezTo>
                  <a:pt x="783966" y="33830"/>
                  <a:pt x="785807" y="38274"/>
                  <a:pt x="785807" y="43488"/>
                </a:cubicBezTo>
                <a:cubicBezTo>
                  <a:pt x="785807" y="48701"/>
                  <a:pt x="783966" y="53145"/>
                  <a:pt x="780284" y="56818"/>
                </a:cubicBezTo>
                <a:cubicBezTo>
                  <a:pt x="776602" y="60492"/>
                  <a:pt x="772188" y="62328"/>
                  <a:pt x="767041" y="62328"/>
                </a:cubicBezTo>
                <a:cubicBezTo>
                  <a:pt x="761815" y="62328"/>
                  <a:pt x="757361" y="60492"/>
                  <a:pt x="753679" y="56818"/>
                </a:cubicBezTo>
                <a:cubicBezTo>
                  <a:pt x="749997" y="53145"/>
                  <a:pt x="748156" y="48701"/>
                  <a:pt x="748156" y="43488"/>
                </a:cubicBezTo>
                <a:moveTo>
                  <a:pt x="737466" y="186511"/>
                </a:moveTo>
                <a:cubicBezTo>
                  <a:pt x="741742" y="185721"/>
                  <a:pt x="744672" y="184621"/>
                  <a:pt x="746255" y="183211"/>
                </a:cubicBezTo>
                <a:cubicBezTo>
                  <a:pt x="748631" y="181098"/>
                  <a:pt x="749818" y="177300"/>
                  <a:pt x="749818" y="171817"/>
                </a:cubicBezTo>
                <a:lnTo>
                  <a:pt x="749818" y="100484"/>
                </a:lnTo>
                <a:cubicBezTo>
                  <a:pt x="749818" y="95586"/>
                  <a:pt x="748987" y="92248"/>
                  <a:pt x="747324" y="90471"/>
                </a:cubicBezTo>
                <a:cubicBezTo>
                  <a:pt x="745661" y="88693"/>
                  <a:pt x="742375" y="87370"/>
                  <a:pt x="737466" y="86501"/>
                </a:cubicBezTo>
                <a:lnTo>
                  <a:pt x="737466" y="80576"/>
                </a:lnTo>
                <a:lnTo>
                  <a:pt x="784145" y="80576"/>
                </a:lnTo>
                <a:lnTo>
                  <a:pt x="784145" y="172765"/>
                </a:lnTo>
                <a:cubicBezTo>
                  <a:pt x="784145" y="178058"/>
                  <a:pt x="784936" y="181455"/>
                  <a:pt x="786520" y="182956"/>
                </a:cubicBezTo>
                <a:cubicBezTo>
                  <a:pt x="788104" y="184457"/>
                  <a:pt x="791073" y="185642"/>
                  <a:pt x="795428" y="186511"/>
                </a:cubicBezTo>
                <a:lnTo>
                  <a:pt x="795428" y="192435"/>
                </a:lnTo>
                <a:lnTo>
                  <a:pt x="737466" y="192435"/>
                </a:lnTo>
                <a:lnTo>
                  <a:pt x="737466" y="186511"/>
                </a:lnTo>
                <a:close/>
                <a:moveTo>
                  <a:pt x="865611" y="80576"/>
                </a:moveTo>
                <a:lnTo>
                  <a:pt x="865611" y="86501"/>
                </a:lnTo>
                <a:cubicBezTo>
                  <a:pt x="861335" y="86659"/>
                  <a:pt x="858109" y="87133"/>
                  <a:pt x="855931" y="87923"/>
                </a:cubicBezTo>
                <a:cubicBezTo>
                  <a:pt x="853754" y="88713"/>
                  <a:pt x="852665" y="90411"/>
                  <a:pt x="852665" y="93018"/>
                </a:cubicBezTo>
                <a:cubicBezTo>
                  <a:pt x="852665" y="93650"/>
                  <a:pt x="852962" y="94816"/>
                  <a:pt x="853556" y="96514"/>
                </a:cubicBezTo>
                <a:cubicBezTo>
                  <a:pt x="854149" y="98212"/>
                  <a:pt x="854605" y="99457"/>
                  <a:pt x="854922" y="100247"/>
                </a:cubicBezTo>
                <a:lnTo>
                  <a:pt x="873213" y="146815"/>
                </a:lnTo>
                <a:lnTo>
                  <a:pt x="875113" y="146815"/>
                </a:lnTo>
                <a:lnTo>
                  <a:pt x="891504" y="105342"/>
                </a:lnTo>
                <a:cubicBezTo>
                  <a:pt x="892296" y="103367"/>
                  <a:pt x="892950" y="101352"/>
                  <a:pt x="893464" y="99299"/>
                </a:cubicBezTo>
                <a:cubicBezTo>
                  <a:pt x="893979" y="97245"/>
                  <a:pt x="894236" y="95625"/>
                  <a:pt x="894236" y="94440"/>
                </a:cubicBezTo>
                <a:cubicBezTo>
                  <a:pt x="894236" y="91043"/>
                  <a:pt x="893088" y="88891"/>
                  <a:pt x="890792" y="87982"/>
                </a:cubicBezTo>
                <a:cubicBezTo>
                  <a:pt x="888495" y="87074"/>
                  <a:pt x="885170" y="86580"/>
                  <a:pt x="880815" y="86501"/>
                </a:cubicBezTo>
                <a:lnTo>
                  <a:pt x="880815" y="80576"/>
                </a:lnTo>
                <a:lnTo>
                  <a:pt x="917635" y="80576"/>
                </a:lnTo>
                <a:lnTo>
                  <a:pt x="917635" y="86501"/>
                </a:lnTo>
                <a:cubicBezTo>
                  <a:pt x="914389" y="86738"/>
                  <a:pt x="911736" y="87785"/>
                  <a:pt x="909677" y="89641"/>
                </a:cubicBezTo>
                <a:cubicBezTo>
                  <a:pt x="907618" y="91498"/>
                  <a:pt x="905599" y="94835"/>
                  <a:pt x="903620" y="99654"/>
                </a:cubicBezTo>
                <a:lnTo>
                  <a:pt x="864424" y="195753"/>
                </a:lnTo>
                <a:lnTo>
                  <a:pt x="858247" y="195753"/>
                </a:lnTo>
                <a:lnTo>
                  <a:pt x="829028" y="123827"/>
                </a:lnTo>
                <a:cubicBezTo>
                  <a:pt x="826970" y="118771"/>
                  <a:pt x="824970" y="114031"/>
                  <a:pt x="823030" y="109608"/>
                </a:cubicBezTo>
                <a:cubicBezTo>
                  <a:pt x="821090" y="105184"/>
                  <a:pt x="819051" y="100879"/>
                  <a:pt x="816913" y="96692"/>
                </a:cubicBezTo>
                <a:cubicBezTo>
                  <a:pt x="814696" y="92426"/>
                  <a:pt x="812954" y="89740"/>
                  <a:pt x="811687" y="88634"/>
                </a:cubicBezTo>
                <a:cubicBezTo>
                  <a:pt x="810420" y="87528"/>
                  <a:pt x="808124" y="86817"/>
                  <a:pt x="804798" y="86501"/>
                </a:cubicBezTo>
                <a:lnTo>
                  <a:pt x="804798" y="80576"/>
                </a:lnTo>
                <a:lnTo>
                  <a:pt x="865611" y="80576"/>
                </a:lnTo>
                <a:close/>
                <a:moveTo>
                  <a:pt x="975835" y="178453"/>
                </a:moveTo>
                <a:cubicBezTo>
                  <a:pt x="979794" y="178453"/>
                  <a:pt x="983476" y="177266"/>
                  <a:pt x="986881" y="174891"/>
                </a:cubicBezTo>
                <a:cubicBezTo>
                  <a:pt x="988781" y="173464"/>
                  <a:pt x="991038" y="171246"/>
                  <a:pt x="993651" y="168237"/>
                </a:cubicBezTo>
                <a:lnTo>
                  <a:pt x="993651" y="132714"/>
                </a:lnTo>
                <a:cubicBezTo>
                  <a:pt x="987158" y="134299"/>
                  <a:pt x="981457" y="136794"/>
                  <a:pt x="976548" y="140198"/>
                </a:cubicBezTo>
                <a:cubicBezTo>
                  <a:pt x="968233" y="145979"/>
                  <a:pt x="964076" y="153346"/>
                  <a:pt x="964076" y="162297"/>
                </a:cubicBezTo>
                <a:cubicBezTo>
                  <a:pt x="964076" y="167602"/>
                  <a:pt x="965284" y="171621"/>
                  <a:pt x="967699" y="174354"/>
                </a:cubicBezTo>
                <a:cubicBezTo>
                  <a:pt x="970114" y="177087"/>
                  <a:pt x="972826" y="178453"/>
                  <a:pt x="975835" y="178453"/>
                </a:cubicBezTo>
                <a:moveTo>
                  <a:pt x="928681" y="169599"/>
                </a:moveTo>
                <a:cubicBezTo>
                  <a:pt x="928681" y="158661"/>
                  <a:pt x="933947" y="149982"/>
                  <a:pt x="944478" y="143564"/>
                </a:cubicBezTo>
                <a:cubicBezTo>
                  <a:pt x="955010" y="137143"/>
                  <a:pt x="971519" y="130682"/>
                  <a:pt x="994008" y="124182"/>
                </a:cubicBezTo>
                <a:lnTo>
                  <a:pt x="994008" y="106582"/>
                </a:lnTo>
                <a:cubicBezTo>
                  <a:pt x="994008" y="99413"/>
                  <a:pt x="992483" y="94117"/>
                  <a:pt x="989435" y="90693"/>
                </a:cubicBezTo>
                <a:cubicBezTo>
                  <a:pt x="986386" y="87266"/>
                  <a:pt x="980982" y="85553"/>
                  <a:pt x="973222" y="85553"/>
                </a:cubicBezTo>
                <a:cubicBezTo>
                  <a:pt x="968867" y="85553"/>
                  <a:pt x="965284" y="86360"/>
                  <a:pt x="962473" y="87975"/>
                </a:cubicBezTo>
                <a:cubicBezTo>
                  <a:pt x="959662" y="89589"/>
                  <a:pt x="958256" y="91617"/>
                  <a:pt x="958256" y="94059"/>
                </a:cubicBezTo>
                <a:cubicBezTo>
                  <a:pt x="958256" y="95004"/>
                  <a:pt x="958414" y="95792"/>
                  <a:pt x="958731" y="96421"/>
                </a:cubicBezTo>
                <a:cubicBezTo>
                  <a:pt x="959048" y="97051"/>
                  <a:pt x="959523" y="97720"/>
                  <a:pt x="960157" y="98428"/>
                </a:cubicBezTo>
                <a:lnTo>
                  <a:pt x="961582" y="100084"/>
                </a:lnTo>
                <a:cubicBezTo>
                  <a:pt x="962690" y="101422"/>
                  <a:pt x="963581" y="102898"/>
                  <a:pt x="964254" y="104512"/>
                </a:cubicBezTo>
                <a:cubicBezTo>
                  <a:pt x="964927" y="106127"/>
                  <a:pt x="965264" y="107840"/>
                  <a:pt x="965264" y="109652"/>
                </a:cubicBezTo>
                <a:cubicBezTo>
                  <a:pt x="965264" y="114219"/>
                  <a:pt x="963740" y="117743"/>
                  <a:pt x="960691" y="120224"/>
                </a:cubicBezTo>
                <a:cubicBezTo>
                  <a:pt x="957642" y="122705"/>
                  <a:pt x="954099" y="123945"/>
                  <a:pt x="950061" y="123945"/>
                </a:cubicBezTo>
                <a:cubicBezTo>
                  <a:pt x="945389" y="123945"/>
                  <a:pt x="941410" y="122570"/>
                  <a:pt x="938124" y="119820"/>
                </a:cubicBezTo>
                <a:cubicBezTo>
                  <a:pt x="934838" y="117068"/>
                  <a:pt x="933194" y="113098"/>
                  <a:pt x="933194" y="107912"/>
                </a:cubicBezTo>
                <a:cubicBezTo>
                  <a:pt x="933194" y="98637"/>
                  <a:pt x="937589" y="91289"/>
                  <a:pt x="946379" y="85868"/>
                </a:cubicBezTo>
                <a:cubicBezTo>
                  <a:pt x="955168" y="80444"/>
                  <a:pt x="965977" y="77733"/>
                  <a:pt x="978804" y="77733"/>
                </a:cubicBezTo>
                <a:cubicBezTo>
                  <a:pt x="992582" y="77733"/>
                  <a:pt x="1004104" y="80379"/>
                  <a:pt x="1013368" y="85672"/>
                </a:cubicBezTo>
                <a:cubicBezTo>
                  <a:pt x="1022553" y="91043"/>
                  <a:pt x="1027146" y="100918"/>
                  <a:pt x="1027146" y="115295"/>
                </a:cubicBezTo>
                <a:lnTo>
                  <a:pt x="1027146" y="174069"/>
                </a:lnTo>
                <a:cubicBezTo>
                  <a:pt x="1027146" y="175807"/>
                  <a:pt x="1027601" y="177288"/>
                  <a:pt x="1028512" y="178512"/>
                </a:cubicBezTo>
                <a:cubicBezTo>
                  <a:pt x="1029423" y="179737"/>
                  <a:pt x="1030432" y="180349"/>
                  <a:pt x="1031541" y="180349"/>
                </a:cubicBezTo>
                <a:cubicBezTo>
                  <a:pt x="1032491" y="180349"/>
                  <a:pt x="1033342" y="180171"/>
                  <a:pt x="1034094" y="179816"/>
                </a:cubicBezTo>
                <a:cubicBezTo>
                  <a:pt x="1034847" y="179460"/>
                  <a:pt x="1036015" y="178493"/>
                  <a:pt x="1037598" y="176913"/>
                </a:cubicBezTo>
                <a:lnTo>
                  <a:pt x="1041280" y="182008"/>
                </a:lnTo>
                <a:cubicBezTo>
                  <a:pt x="1036529" y="187538"/>
                  <a:pt x="1031264" y="191408"/>
                  <a:pt x="1025483" y="193620"/>
                </a:cubicBezTo>
                <a:cubicBezTo>
                  <a:pt x="1021841" y="195042"/>
                  <a:pt x="1018000" y="195753"/>
                  <a:pt x="1013962" y="195753"/>
                </a:cubicBezTo>
                <a:cubicBezTo>
                  <a:pt x="1006756" y="195753"/>
                  <a:pt x="1001490" y="193656"/>
                  <a:pt x="998165" y="189462"/>
                </a:cubicBezTo>
                <a:cubicBezTo>
                  <a:pt x="996264" y="187087"/>
                  <a:pt x="994879" y="183564"/>
                  <a:pt x="994008" y="178894"/>
                </a:cubicBezTo>
                <a:cubicBezTo>
                  <a:pt x="987277" y="185621"/>
                  <a:pt x="979675" y="190370"/>
                  <a:pt x="971203" y="193143"/>
                </a:cubicBezTo>
                <a:cubicBezTo>
                  <a:pt x="966056" y="194883"/>
                  <a:pt x="960988" y="195753"/>
                  <a:pt x="955999" y="195753"/>
                </a:cubicBezTo>
                <a:cubicBezTo>
                  <a:pt x="949348" y="195753"/>
                  <a:pt x="943132" y="193634"/>
                  <a:pt x="937352" y="189395"/>
                </a:cubicBezTo>
                <a:cubicBezTo>
                  <a:pt x="931571" y="185154"/>
                  <a:pt x="928681" y="178556"/>
                  <a:pt x="928681" y="169599"/>
                </a:cubicBezTo>
                <a:moveTo>
                  <a:pt x="981061" y="77496"/>
                </a:moveTo>
                <a:lnTo>
                  <a:pt x="981061" y="77496"/>
                </a:lnTo>
                <a:close/>
                <a:moveTo>
                  <a:pt x="1048051" y="186511"/>
                </a:moveTo>
                <a:cubicBezTo>
                  <a:pt x="1052327" y="185484"/>
                  <a:pt x="1055355" y="184121"/>
                  <a:pt x="1057137" y="182423"/>
                </a:cubicBezTo>
                <a:cubicBezTo>
                  <a:pt x="1058919" y="180724"/>
                  <a:pt x="1059809" y="177189"/>
                  <a:pt x="1059809" y="171817"/>
                </a:cubicBezTo>
                <a:lnTo>
                  <a:pt x="1059809" y="48346"/>
                </a:lnTo>
                <a:cubicBezTo>
                  <a:pt x="1059809" y="43211"/>
                  <a:pt x="1058978" y="39854"/>
                  <a:pt x="1057315" y="38274"/>
                </a:cubicBezTo>
                <a:cubicBezTo>
                  <a:pt x="1055652" y="36694"/>
                  <a:pt x="1052564" y="35390"/>
                  <a:pt x="1048051" y="34363"/>
                </a:cubicBezTo>
                <a:lnTo>
                  <a:pt x="1048051" y="28439"/>
                </a:lnTo>
                <a:lnTo>
                  <a:pt x="1094136" y="28439"/>
                </a:lnTo>
                <a:lnTo>
                  <a:pt x="1094136" y="171817"/>
                </a:lnTo>
                <a:cubicBezTo>
                  <a:pt x="1094136" y="177189"/>
                  <a:pt x="1095007" y="180704"/>
                  <a:pt x="1096749" y="182363"/>
                </a:cubicBezTo>
                <a:cubicBezTo>
                  <a:pt x="1098491" y="184022"/>
                  <a:pt x="1101579" y="185405"/>
                  <a:pt x="1106013" y="186511"/>
                </a:cubicBezTo>
                <a:lnTo>
                  <a:pt x="1106013" y="192435"/>
                </a:lnTo>
                <a:lnTo>
                  <a:pt x="1048051" y="192435"/>
                </a:lnTo>
                <a:lnTo>
                  <a:pt x="1048051" y="186511"/>
                </a:lnTo>
                <a:close/>
                <a:moveTo>
                  <a:pt x="1116927" y="136624"/>
                </a:moveTo>
                <a:cubicBezTo>
                  <a:pt x="1116927" y="117981"/>
                  <a:pt x="1121896" y="103505"/>
                  <a:pt x="1131833" y="93196"/>
                </a:cubicBezTo>
                <a:cubicBezTo>
                  <a:pt x="1141771" y="82887"/>
                  <a:pt x="1153748" y="77733"/>
                  <a:pt x="1167763" y="77733"/>
                </a:cubicBezTo>
                <a:cubicBezTo>
                  <a:pt x="1175761" y="77733"/>
                  <a:pt x="1183283" y="79831"/>
                  <a:pt x="1190330" y="84028"/>
                </a:cubicBezTo>
                <a:cubicBezTo>
                  <a:pt x="1197378" y="88222"/>
                  <a:pt x="1202802" y="94040"/>
                  <a:pt x="1206603" y="101483"/>
                </a:cubicBezTo>
                <a:cubicBezTo>
                  <a:pt x="1209453" y="107104"/>
                  <a:pt x="1211433" y="114387"/>
                  <a:pt x="1212542" y="123331"/>
                </a:cubicBezTo>
                <a:cubicBezTo>
                  <a:pt x="1213096" y="127527"/>
                  <a:pt x="1213373" y="130734"/>
                  <a:pt x="1213373" y="132951"/>
                </a:cubicBezTo>
                <a:lnTo>
                  <a:pt x="1151372" y="132951"/>
                </a:lnTo>
                <a:cubicBezTo>
                  <a:pt x="1151926" y="142616"/>
                  <a:pt x="1153510" y="150984"/>
                  <a:pt x="1156123" y="158057"/>
                </a:cubicBezTo>
                <a:cubicBezTo>
                  <a:pt x="1160874" y="171338"/>
                  <a:pt x="1169228" y="177979"/>
                  <a:pt x="1181185" y="177979"/>
                </a:cubicBezTo>
                <a:cubicBezTo>
                  <a:pt x="1186886" y="177979"/>
                  <a:pt x="1192270" y="176212"/>
                  <a:pt x="1197338" y="172676"/>
                </a:cubicBezTo>
                <a:cubicBezTo>
                  <a:pt x="1200426" y="170553"/>
                  <a:pt x="1204267" y="166978"/>
                  <a:pt x="1208859" y="161949"/>
                </a:cubicBezTo>
                <a:lnTo>
                  <a:pt x="1214442" y="165367"/>
                </a:lnTo>
                <a:cubicBezTo>
                  <a:pt x="1206919" y="177712"/>
                  <a:pt x="1198209" y="186298"/>
                  <a:pt x="1188311" y="191125"/>
                </a:cubicBezTo>
                <a:cubicBezTo>
                  <a:pt x="1181897" y="194210"/>
                  <a:pt x="1174533" y="195753"/>
                  <a:pt x="1166219" y="195753"/>
                </a:cubicBezTo>
                <a:cubicBezTo>
                  <a:pt x="1154262" y="195753"/>
                  <a:pt x="1143058" y="191053"/>
                  <a:pt x="1132605" y="181652"/>
                </a:cubicBezTo>
                <a:cubicBezTo>
                  <a:pt x="1122153" y="172252"/>
                  <a:pt x="1116927" y="157242"/>
                  <a:pt x="1116927" y="136624"/>
                </a:cubicBezTo>
                <a:moveTo>
                  <a:pt x="1183441" y="123945"/>
                </a:moveTo>
                <a:cubicBezTo>
                  <a:pt x="1183283" y="109692"/>
                  <a:pt x="1182175" y="99729"/>
                  <a:pt x="1180116" y="94059"/>
                </a:cubicBezTo>
                <a:cubicBezTo>
                  <a:pt x="1178057" y="88388"/>
                  <a:pt x="1173939" y="85553"/>
                  <a:pt x="1167763" y="85553"/>
                </a:cubicBezTo>
                <a:cubicBezTo>
                  <a:pt x="1161428" y="85553"/>
                  <a:pt x="1157093" y="88822"/>
                  <a:pt x="1154757" y="95359"/>
                </a:cubicBezTo>
                <a:cubicBezTo>
                  <a:pt x="1152421" y="101896"/>
                  <a:pt x="1151095" y="111425"/>
                  <a:pt x="1150778" y="123945"/>
                </a:cubicBezTo>
                <a:lnTo>
                  <a:pt x="1183441" y="123945"/>
                </a:lnTo>
                <a:moveTo>
                  <a:pt x="1167526" y="77496"/>
                </a:moveTo>
                <a:lnTo>
                  <a:pt x="1167526" y="77496"/>
                </a:lnTo>
                <a:close/>
                <a:moveTo>
                  <a:pt x="1223971" y="186511"/>
                </a:moveTo>
                <a:cubicBezTo>
                  <a:pt x="1228405" y="185958"/>
                  <a:pt x="1231671" y="184753"/>
                  <a:pt x="1233770" y="182897"/>
                </a:cubicBezTo>
                <a:cubicBezTo>
                  <a:pt x="1235868" y="181040"/>
                  <a:pt x="1236917" y="177347"/>
                  <a:pt x="1236917" y="171817"/>
                </a:cubicBezTo>
                <a:lnTo>
                  <a:pt x="1236917" y="100484"/>
                </a:lnTo>
                <a:cubicBezTo>
                  <a:pt x="1236917" y="95586"/>
                  <a:pt x="1236066" y="92189"/>
                  <a:pt x="1234363" y="90293"/>
                </a:cubicBezTo>
                <a:cubicBezTo>
                  <a:pt x="1232661" y="88397"/>
                  <a:pt x="1229197" y="87133"/>
                  <a:pt x="1223971" y="86501"/>
                </a:cubicBezTo>
                <a:lnTo>
                  <a:pt x="1223971" y="80576"/>
                </a:lnTo>
                <a:lnTo>
                  <a:pt x="1270056" y="80576"/>
                </a:lnTo>
                <a:lnTo>
                  <a:pt x="1270056" y="97999"/>
                </a:lnTo>
                <a:cubicBezTo>
                  <a:pt x="1273936" y="92153"/>
                  <a:pt x="1278865" y="87315"/>
                  <a:pt x="1284843" y="83483"/>
                </a:cubicBezTo>
                <a:cubicBezTo>
                  <a:pt x="1290821" y="79649"/>
                  <a:pt x="1297453" y="77733"/>
                  <a:pt x="1304738" y="77733"/>
                </a:cubicBezTo>
                <a:cubicBezTo>
                  <a:pt x="1315190" y="77733"/>
                  <a:pt x="1323287" y="80418"/>
                  <a:pt x="1329028" y="85790"/>
                </a:cubicBezTo>
                <a:cubicBezTo>
                  <a:pt x="1334768" y="91162"/>
                  <a:pt x="1337639" y="100602"/>
                  <a:pt x="1337639" y="114110"/>
                </a:cubicBezTo>
                <a:lnTo>
                  <a:pt x="1337639" y="172765"/>
                </a:lnTo>
                <a:cubicBezTo>
                  <a:pt x="1337639" y="178216"/>
                  <a:pt x="1338569" y="181731"/>
                  <a:pt x="1340430" y="183311"/>
                </a:cubicBezTo>
                <a:cubicBezTo>
                  <a:pt x="1342291" y="184891"/>
                  <a:pt x="1345399" y="185958"/>
                  <a:pt x="1349754" y="186511"/>
                </a:cubicBezTo>
                <a:lnTo>
                  <a:pt x="1349754" y="192435"/>
                </a:lnTo>
                <a:lnTo>
                  <a:pt x="1292623" y="192435"/>
                </a:lnTo>
                <a:lnTo>
                  <a:pt x="1292623" y="186511"/>
                </a:lnTo>
                <a:cubicBezTo>
                  <a:pt x="1296978" y="185647"/>
                  <a:pt x="1299947" y="184470"/>
                  <a:pt x="1301531" y="182982"/>
                </a:cubicBezTo>
                <a:cubicBezTo>
                  <a:pt x="1303115" y="181491"/>
                  <a:pt x="1303907" y="178117"/>
                  <a:pt x="1303907" y="172862"/>
                </a:cubicBezTo>
                <a:lnTo>
                  <a:pt x="1303907" y="114018"/>
                </a:lnTo>
                <a:cubicBezTo>
                  <a:pt x="1303907" y="108481"/>
                  <a:pt x="1303352" y="104327"/>
                  <a:pt x="1302244" y="101557"/>
                </a:cubicBezTo>
                <a:cubicBezTo>
                  <a:pt x="1300343" y="96576"/>
                  <a:pt x="1296582" y="94085"/>
                  <a:pt x="1290960" y="94085"/>
                </a:cubicBezTo>
                <a:cubicBezTo>
                  <a:pt x="1286763" y="94085"/>
                  <a:pt x="1282903" y="95608"/>
                  <a:pt x="1279379" y="98654"/>
                </a:cubicBezTo>
                <a:cubicBezTo>
                  <a:pt x="1275856" y="101698"/>
                  <a:pt x="1273144" y="104762"/>
                  <a:pt x="1271243" y="107845"/>
                </a:cubicBezTo>
                <a:lnTo>
                  <a:pt x="1271243" y="172862"/>
                </a:lnTo>
                <a:cubicBezTo>
                  <a:pt x="1271243" y="178117"/>
                  <a:pt x="1272035" y="181491"/>
                  <a:pt x="1273619" y="182982"/>
                </a:cubicBezTo>
                <a:cubicBezTo>
                  <a:pt x="1275202" y="184470"/>
                  <a:pt x="1278172" y="185647"/>
                  <a:pt x="1282527" y="186511"/>
                </a:cubicBezTo>
                <a:lnTo>
                  <a:pt x="1282527" y="192435"/>
                </a:lnTo>
                <a:lnTo>
                  <a:pt x="1223971" y="192435"/>
                </a:lnTo>
                <a:lnTo>
                  <a:pt x="1223971" y="186511"/>
                </a:lnTo>
                <a:moveTo>
                  <a:pt x="1287516" y="77496"/>
                </a:moveTo>
                <a:lnTo>
                  <a:pt x="1287516" y="77496"/>
                </a:lnTo>
                <a:close/>
                <a:moveTo>
                  <a:pt x="1417429" y="77496"/>
                </a:moveTo>
                <a:cubicBezTo>
                  <a:pt x="1427644" y="77496"/>
                  <a:pt x="1436493" y="79999"/>
                  <a:pt x="1443976" y="85005"/>
                </a:cubicBezTo>
                <a:cubicBezTo>
                  <a:pt x="1451459" y="90009"/>
                  <a:pt x="1455200" y="96442"/>
                  <a:pt x="1455200" y="104305"/>
                </a:cubicBezTo>
                <a:cubicBezTo>
                  <a:pt x="1455200" y="108516"/>
                  <a:pt x="1453715" y="112171"/>
                  <a:pt x="1450746" y="115269"/>
                </a:cubicBezTo>
                <a:cubicBezTo>
                  <a:pt x="1447777" y="118368"/>
                  <a:pt x="1443996" y="119917"/>
                  <a:pt x="1439403" y="119917"/>
                </a:cubicBezTo>
                <a:cubicBezTo>
                  <a:pt x="1436315" y="119917"/>
                  <a:pt x="1433622" y="119206"/>
                  <a:pt x="1431326" y="117784"/>
                </a:cubicBezTo>
                <a:cubicBezTo>
                  <a:pt x="1426971" y="115256"/>
                  <a:pt x="1424793" y="110674"/>
                  <a:pt x="1424793" y="104038"/>
                </a:cubicBezTo>
                <a:cubicBezTo>
                  <a:pt x="1424793" y="103327"/>
                  <a:pt x="1424833" y="102281"/>
                  <a:pt x="1424912" y="100898"/>
                </a:cubicBezTo>
                <a:cubicBezTo>
                  <a:pt x="1424991" y="99516"/>
                  <a:pt x="1425031" y="98035"/>
                  <a:pt x="1425031" y="96455"/>
                </a:cubicBezTo>
                <a:cubicBezTo>
                  <a:pt x="1425031" y="92189"/>
                  <a:pt x="1424041" y="89266"/>
                  <a:pt x="1422062" y="87686"/>
                </a:cubicBezTo>
                <a:cubicBezTo>
                  <a:pt x="1420003" y="86106"/>
                  <a:pt x="1417667" y="85316"/>
                  <a:pt x="1415054" y="85316"/>
                </a:cubicBezTo>
                <a:cubicBezTo>
                  <a:pt x="1407531" y="85316"/>
                  <a:pt x="1402186" y="89455"/>
                  <a:pt x="1399019" y="97732"/>
                </a:cubicBezTo>
                <a:cubicBezTo>
                  <a:pt x="1395852" y="106007"/>
                  <a:pt x="1394268" y="115490"/>
                  <a:pt x="1394268" y="126182"/>
                </a:cubicBezTo>
                <a:cubicBezTo>
                  <a:pt x="1394268" y="141386"/>
                  <a:pt x="1397277" y="154137"/>
                  <a:pt x="1403295" y="164434"/>
                </a:cubicBezTo>
                <a:cubicBezTo>
                  <a:pt x="1409313" y="174728"/>
                  <a:pt x="1417429" y="179875"/>
                  <a:pt x="1427644" y="179875"/>
                </a:cubicBezTo>
                <a:cubicBezTo>
                  <a:pt x="1434058" y="179875"/>
                  <a:pt x="1439522" y="178448"/>
                  <a:pt x="1444035" y="175594"/>
                </a:cubicBezTo>
                <a:cubicBezTo>
                  <a:pt x="1446727" y="173928"/>
                  <a:pt x="1450053" y="170874"/>
                  <a:pt x="1454012" y="166433"/>
                </a:cubicBezTo>
                <a:lnTo>
                  <a:pt x="1458526" y="170595"/>
                </a:lnTo>
                <a:cubicBezTo>
                  <a:pt x="1450607" y="181492"/>
                  <a:pt x="1441343" y="188978"/>
                  <a:pt x="1430732" y="193054"/>
                </a:cubicBezTo>
                <a:cubicBezTo>
                  <a:pt x="1425110" y="195169"/>
                  <a:pt x="1419132" y="196227"/>
                  <a:pt x="1412797" y="196227"/>
                </a:cubicBezTo>
                <a:cubicBezTo>
                  <a:pt x="1397198" y="196227"/>
                  <a:pt x="1384449" y="190647"/>
                  <a:pt x="1374551" y="179486"/>
                </a:cubicBezTo>
                <a:cubicBezTo>
                  <a:pt x="1364653" y="168325"/>
                  <a:pt x="1359704" y="154711"/>
                  <a:pt x="1359704" y="138643"/>
                </a:cubicBezTo>
                <a:cubicBezTo>
                  <a:pt x="1359704" y="121703"/>
                  <a:pt x="1364950" y="107277"/>
                  <a:pt x="1375442" y="95366"/>
                </a:cubicBezTo>
                <a:cubicBezTo>
                  <a:pt x="1385934" y="83452"/>
                  <a:pt x="1399930" y="77496"/>
                  <a:pt x="1417429" y="77496"/>
                </a:cubicBezTo>
                <a:moveTo>
                  <a:pt x="1411966" y="77496"/>
                </a:moveTo>
                <a:lnTo>
                  <a:pt x="1411966" y="77496"/>
                </a:lnTo>
                <a:close/>
                <a:moveTo>
                  <a:pt x="1468768" y="136624"/>
                </a:moveTo>
                <a:cubicBezTo>
                  <a:pt x="1468768" y="117981"/>
                  <a:pt x="1473736" y="103505"/>
                  <a:pt x="1483674" y="93196"/>
                </a:cubicBezTo>
                <a:cubicBezTo>
                  <a:pt x="1493612" y="82887"/>
                  <a:pt x="1505588" y="77733"/>
                  <a:pt x="1519604" y="77733"/>
                </a:cubicBezTo>
                <a:cubicBezTo>
                  <a:pt x="1527601" y="77733"/>
                  <a:pt x="1535124" y="79831"/>
                  <a:pt x="1542171" y="84028"/>
                </a:cubicBezTo>
                <a:cubicBezTo>
                  <a:pt x="1549218" y="88222"/>
                  <a:pt x="1554642" y="94040"/>
                  <a:pt x="1558443" y="101483"/>
                </a:cubicBezTo>
                <a:cubicBezTo>
                  <a:pt x="1561294" y="107104"/>
                  <a:pt x="1563273" y="114387"/>
                  <a:pt x="1564382" y="123331"/>
                </a:cubicBezTo>
                <a:cubicBezTo>
                  <a:pt x="1564936" y="127527"/>
                  <a:pt x="1565213" y="130734"/>
                  <a:pt x="1565213" y="132951"/>
                </a:cubicBezTo>
                <a:lnTo>
                  <a:pt x="1503213" y="132951"/>
                </a:lnTo>
                <a:cubicBezTo>
                  <a:pt x="1503767" y="142616"/>
                  <a:pt x="1505351" y="150984"/>
                  <a:pt x="1507964" y="158057"/>
                </a:cubicBezTo>
                <a:cubicBezTo>
                  <a:pt x="1512715" y="171338"/>
                  <a:pt x="1521069" y="177979"/>
                  <a:pt x="1533025" y="177979"/>
                </a:cubicBezTo>
                <a:cubicBezTo>
                  <a:pt x="1538727" y="177979"/>
                  <a:pt x="1544111" y="176212"/>
                  <a:pt x="1549179" y="172676"/>
                </a:cubicBezTo>
                <a:cubicBezTo>
                  <a:pt x="1552267" y="170553"/>
                  <a:pt x="1556107" y="166978"/>
                  <a:pt x="1560700" y="161949"/>
                </a:cubicBezTo>
                <a:lnTo>
                  <a:pt x="1566282" y="165367"/>
                </a:lnTo>
                <a:cubicBezTo>
                  <a:pt x="1558760" y="177712"/>
                  <a:pt x="1550050" y="186298"/>
                  <a:pt x="1540152" y="191125"/>
                </a:cubicBezTo>
                <a:cubicBezTo>
                  <a:pt x="1533738" y="194210"/>
                  <a:pt x="1526374" y="195753"/>
                  <a:pt x="1518060" y="195753"/>
                </a:cubicBezTo>
                <a:cubicBezTo>
                  <a:pt x="1506103" y="195753"/>
                  <a:pt x="1494898" y="191053"/>
                  <a:pt x="1484446" y="181652"/>
                </a:cubicBezTo>
                <a:cubicBezTo>
                  <a:pt x="1473994" y="172252"/>
                  <a:pt x="1468768" y="157242"/>
                  <a:pt x="1468768" y="136624"/>
                </a:cubicBezTo>
                <a:moveTo>
                  <a:pt x="1535282" y="123945"/>
                </a:moveTo>
                <a:cubicBezTo>
                  <a:pt x="1535124" y="109692"/>
                  <a:pt x="1534015" y="99729"/>
                  <a:pt x="1531956" y="94059"/>
                </a:cubicBezTo>
                <a:cubicBezTo>
                  <a:pt x="1529898" y="88388"/>
                  <a:pt x="1525780" y="85553"/>
                  <a:pt x="1519604" y="85553"/>
                </a:cubicBezTo>
                <a:cubicBezTo>
                  <a:pt x="1513269" y="85553"/>
                  <a:pt x="1508934" y="88822"/>
                  <a:pt x="1506598" y="95359"/>
                </a:cubicBezTo>
                <a:cubicBezTo>
                  <a:pt x="1504262" y="101896"/>
                  <a:pt x="1502935" y="111425"/>
                  <a:pt x="1502619" y="123945"/>
                </a:cubicBezTo>
                <a:lnTo>
                  <a:pt x="1535282" y="123945"/>
                </a:lnTo>
                <a:moveTo>
                  <a:pt x="1519366" y="77496"/>
                </a:moveTo>
                <a:lnTo>
                  <a:pt x="1519366" y="77496"/>
                </a:lnTo>
                <a:close/>
                <a:moveTo>
                  <a:pt x="1636627" y="186274"/>
                </a:moveTo>
                <a:cubicBezTo>
                  <a:pt x="1643516" y="186116"/>
                  <a:pt x="1648465" y="185286"/>
                  <a:pt x="1651474" y="183785"/>
                </a:cubicBezTo>
                <a:cubicBezTo>
                  <a:pt x="1656383" y="181257"/>
                  <a:pt x="1658838" y="176399"/>
                  <a:pt x="1658838" y="169210"/>
                </a:cubicBezTo>
                <a:lnTo>
                  <a:pt x="1658838" y="51664"/>
                </a:lnTo>
                <a:cubicBezTo>
                  <a:pt x="1658838" y="44524"/>
                  <a:pt x="1656502" y="39739"/>
                  <a:pt x="1651830" y="37307"/>
                </a:cubicBezTo>
                <a:cubicBezTo>
                  <a:pt x="1648979" y="35816"/>
                  <a:pt x="1643912" y="34914"/>
                  <a:pt x="1636627" y="34600"/>
                </a:cubicBezTo>
                <a:lnTo>
                  <a:pt x="1636627" y="28439"/>
                </a:lnTo>
                <a:lnTo>
                  <a:pt x="1721670" y="28439"/>
                </a:lnTo>
                <a:lnTo>
                  <a:pt x="1721670" y="34600"/>
                </a:lnTo>
                <a:cubicBezTo>
                  <a:pt x="1714068" y="34914"/>
                  <a:pt x="1708842" y="35777"/>
                  <a:pt x="1705992" y="37189"/>
                </a:cubicBezTo>
                <a:cubicBezTo>
                  <a:pt x="1701241" y="39620"/>
                  <a:pt x="1698865" y="44445"/>
                  <a:pt x="1698865" y="51664"/>
                </a:cubicBezTo>
                <a:lnTo>
                  <a:pt x="1698865" y="169210"/>
                </a:lnTo>
                <a:cubicBezTo>
                  <a:pt x="1698865" y="176004"/>
                  <a:pt x="1700766" y="180546"/>
                  <a:pt x="1704566" y="182837"/>
                </a:cubicBezTo>
                <a:cubicBezTo>
                  <a:pt x="1708367" y="185128"/>
                  <a:pt x="1714068" y="186274"/>
                  <a:pt x="1721670" y="186274"/>
                </a:cubicBezTo>
                <a:lnTo>
                  <a:pt x="1721670" y="192435"/>
                </a:lnTo>
                <a:lnTo>
                  <a:pt x="1636627" y="192435"/>
                </a:lnTo>
                <a:lnTo>
                  <a:pt x="1636627" y="186274"/>
                </a:lnTo>
                <a:moveTo>
                  <a:pt x="1678911" y="24884"/>
                </a:moveTo>
                <a:lnTo>
                  <a:pt x="1678911" y="24884"/>
                </a:lnTo>
                <a:close/>
                <a:moveTo>
                  <a:pt x="1732201" y="186511"/>
                </a:moveTo>
                <a:cubicBezTo>
                  <a:pt x="1736635" y="185958"/>
                  <a:pt x="1739901" y="184753"/>
                  <a:pt x="1742000" y="182897"/>
                </a:cubicBezTo>
                <a:cubicBezTo>
                  <a:pt x="1744098" y="181040"/>
                  <a:pt x="1745147" y="177347"/>
                  <a:pt x="1745147" y="171817"/>
                </a:cubicBezTo>
                <a:lnTo>
                  <a:pt x="1745147" y="100484"/>
                </a:lnTo>
                <a:cubicBezTo>
                  <a:pt x="1745147" y="95586"/>
                  <a:pt x="1744296" y="92189"/>
                  <a:pt x="1742594" y="90293"/>
                </a:cubicBezTo>
                <a:cubicBezTo>
                  <a:pt x="1740891" y="88397"/>
                  <a:pt x="1737427" y="87133"/>
                  <a:pt x="1732201" y="86501"/>
                </a:cubicBezTo>
                <a:lnTo>
                  <a:pt x="1732201" y="80576"/>
                </a:lnTo>
                <a:lnTo>
                  <a:pt x="1778286" y="80576"/>
                </a:lnTo>
                <a:lnTo>
                  <a:pt x="1778286" y="97999"/>
                </a:lnTo>
                <a:cubicBezTo>
                  <a:pt x="1782166" y="92153"/>
                  <a:pt x="1787095" y="87315"/>
                  <a:pt x="1793073" y="83483"/>
                </a:cubicBezTo>
                <a:cubicBezTo>
                  <a:pt x="1799052" y="79649"/>
                  <a:pt x="1805683" y="77733"/>
                  <a:pt x="1812968" y="77733"/>
                </a:cubicBezTo>
                <a:cubicBezTo>
                  <a:pt x="1823420" y="77733"/>
                  <a:pt x="1831517" y="80418"/>
                  <a:pt x="1837258" y="85790"/>
                </a:cubicBezTo>
                <a:cubicBezTo>
                  <a:pt x="1842999" y="91162"/>
                  <a:pt x="1845869" y="100602"/>
                  <a:pt x="1845869" y="114110"/>
                </a:cubicBezTo>
                <a:lnTo>
                  <a:pt x="1845869" y="172765"/>
                </a:lnTo>
                <a:cubicBezTo>
                  <a:pt x="1845869" y="178216"/>
                  <a:pt x="1846799" y="181731"/>
                  <a:pt x="1848660" y="183311"/>
                </a:cubicBezTo>
                <a:cubicBezTo>
                  <a:pt x="1850521" y="184891"/>
                  <a:pt x="1853629" y="185958"/>
                  <a:pt x="1857984" y="186511"/>
                </a:cubicBezTo>
                <a:lnTo>
                  <a:pt x="1857984" y="192435"/>
                </a:lnTo>
                <a:lnTo>
                  <a:pt x="1800853" y="192435"/>
                </a:lnTo>
                <a:lnTo>
                  <a:pt x="1800853" y="186511"/>
                </a:lnTo>
                <a:cubicBezTo>
                  <a:pt x="1805208" y="185647"/>
                  <a:pt x="1808178" y="184470"/>
                  <a:pt x="1809761" y="182982"/>
                </a:cubicBezTo>
                <a:cubicBezTo>
                  <a:pt x="1811345" y="181491"/>
                  <a:pt x="1812137" y="178117"/>
                  <a:pt x="1812137" y="172862"/>
                </a:cubicBezTo>
                <a:lnTo>
                  <a:pt x="1812137" y="114018"/>
                </a:lnTo>
                <a:cubicBezTo>
                  <a:pt x="1812137" y="108481"/>
                  <a:pt x="1811582" y="104327"/>
                  <a:pt x="1810474" y="101557"/>
                </a:cubicBezTo>
                <a:cubicBezTo>
                  <a:pt x="1808573" y="96576"/>
                  <a:pt x="1804812" y="94085"/>
                  <a:pt x="1799190" y="94085"/>
                </a:cubicBezTo>
                <a:cubicBezTo>
                  <a:pt x="1794993" y="94085"/>
                  <a:pt x="1791133" y="95608"/>
                  <a:pt x="1787610" y="98654"/>
                </a:cubicBezTo>
                <a:cubicBezTo>
                  <a:pt x="1784086" y="101698"/>
                  <a:pt x="1781374" y="104762"/>
                  <a:pt x="1779473" y="107845"/>
                </a:cubicBezTo>
                <a:lnTo>
                  <a:pt x="1779473" y="172862"/>
                </a:lnTo>
                <a:cubicBezTo>
                  <a:pt x="1779473" y="178117"/>
                  <a:pt x="1780265" y="181491"/>
                  <a:pt x="1781849" y="182982"/>
                </a:cubicBezTo>
                <a:cubicBezTo>
                  <a:pt x="1783433" y="184470"/>
                  <a:pt x="1786402" y="185647"/>
                  <a:pt x="1790757" y="186511"/>
                </a:cubicBezTo>
                <a:lnTo>
                  <a:pt x="1790757" y="192435"/>
                </a:lnTo>
                <a:lnTo>
                  <a:pt x="1732201" y="192435"/>
                </a:lnTo>
                <a:lnTo>
                  <a:pt x="1732201" y="186511"/>
                </a:lnTo>
                <a:moveTo>
                  <a:pt x="1795746" y="77496"/>
                </a:moveTo>
                <a:lnTo>
                  <a:pt x="1795746" y="77496"/>
                </a:lnTo>
                <a:close/>
                <a:moveTo>
                  <a:pt x="1866344" y="186511"/>
                </a:moveTo>
                <a:cubicBezTo>
                  <a:pt x="1871333" y="186116"/>
                  <a:pt x="1874916" y="185010"/>
                  <a:pt x="1877094" y="183193"/>
                </a:cubicBezTo>
                <a:cubicBezTo>
                  <a:pt x="1879271" y="181376"/>
                  <a:pt x="1880360" y="177584"/>
                  <a:pt x="1880360" y="171817"/>
                </a:cubicBezTo>
                <a:lnTo>
                  <a:pt x="1880360" y="92900"/>
                </a:lnTo>
                <a:lnTo>
                  <a:pt x="1866344" y="92900"/>
                </a:lnTo>
                <a:lnTo>
                  <a:pt x="1866344" y="82235"/>
                </a:lnTo>
                <a:lnTo>
                  <a:pt x="1880360" y="82235"/>
                </a:lnTo>
                <a:lnTo>
                  <a:pt x="1880360" y="73248"/>
                </a:lnTo>
                <a:cubicBezTo>
                  <a:pt x="1880360" y="61976"/>
                  <a:pt x="1882142" y="52714"/>
                  <a:pt x="1885705" y="45461"/>
                </a:cubicBezTo>
                <a:cubicBezTo>
                  <a:pt x="1892436" y="31901"/>
                  <a:pt x="1904867" y="25121"/>
                  <a:pt x="1923000" y="25121"/>
                </a:cubicBezTo>
                <a:cubicBezTo>
                  <a:pt x="1932661" y="25121"/>
                  <a:pt x="1940837" y="27307"/>
                  <a:pt x="1947528" y="31679"/>
                </a:cubicBezTo>
                <a:cubicBezTo>
                  <a:pt x="1954219" y="36048"/>
                  <a:pt x="1957564" y="41816"/>
                  <a:pt x="1957564" y="48983"/>
                </a:cubicBezTo>
                <a:cubicBezTo>
                  <a:pt x="1957564" y="53473"/>
                  <a:pt x="1956159" y="57097"/>
                  <a:pt x="1953348" y="59855"/>
                </a:cubicBezTo>
                <a:cubicBezTo>
                  <a:pt x="1950537" y="62610"/>
                  <a:pt x="1946795" y="63987"/>
                  <a:pt x="1942123" y="63987"/>
                </a:cubicBezTo>
                <a:cubicBezTo>
                  <a:pt x="1938243" y="63987"/>
                  <a:pt x="1934918" y="62738"/>
                  <a:pt x="1932146" y="60240"/>
                </a:cubicBezTo>
                <a:cubicBezTo>
                  <a:pt x="1929375" y="57739"/>
                  <a:pt x="1927989" y="54731"/>
                  <a:pt x="1927989" y="51216"/>
                </a:cubicBezTo>
                <a:cubicBezTo>
                  <a:pt x="1927989" y="48562"/>
                  <a:pt x="1928880" y="45771"/>
                  <a:pt x="1930662" y="42843"/>
                </a:cubicBezTo>
                <a:cubicBezTo>
                  <a:pt x="1932443" y="39913"/>
                  <a:pt x="1933334" y="38136"/>
                  <a:pt x="1933334" y="37511"/>
                </a:cubicBezTo>
                <a:cubicBezTo>
                  <a:pt x="1933334" y="35558"/>
                  <a:pt x="1932621" y="34309"/>
                  <a:pt x="1931196" y="33764"/>
                </a:cubicBezTo>
                <a:cubicBezTo>
                  <a:pt x="1929771" y="33216"/>
                  <a:pt x="1928227" y="32942"/>
                  <a:pt x="1926564" y="32942"/>
                </a:cubicBezTo>
                <a:cubicBezTo>
                  <a:pt x="1922605" y="32942"/>
                  <a:pt x="1919556" y="34080"/>
                  <a:pt x="1917418" y="36356"/>
                </a:cubicBezTo>
                <a:cubicBezTo>
                  <a:pt x="1915280" y="38629"/>
                  <a:pt x="1914211" y="43531"/>
                  <a:pt x="1914211" y="51060"/>
                </a:cubicBezTo>
                <a:lnTo>
                  <a:pt x="1914211" y="82235"/>
                </a:lnTo>
                <a:lnTo>
                  <a:pt x="1935353" y="82235"/>
                </a:lnTo>
                <a:lnTo>
                  <a:pt x="1935353" y="92900"/>
                </a:lnTo>
                <a:lnTo>
                  <a:pt x="1914211" y="92900"/>
                </a:lnTo>
                <a:lnTo>
                  <a:pt x="1914211" y="167522"/>
                </a:lnTo>
                <a:cubicBezTo>
                  <a:pt x="1914211" y="175856"/>
                  <a:pt x="1915419" y="180967"/>
                  <a:pt x="1917834" y="182856"/>
                </a:cubicBezTo>
                <a:cubicBezTo>
                  <a:pt x="1920249" y="184742"/>
                  <a:pt x="1925614" y="185960"/>
                  <a:pt x="1933928" y="186511"/>
                </a:cubicBezTo>
                <a:lnTo>
                  <a:pt x="1933928" y="192435"/>
                </a:lnTo>
                <a:lnTo>
                  <a:pt x="1866344" y="192435"/>
                </a:lnTo>
                <a:lnTo>
                  <a:pt x="1866344" y="186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oExtraction">
            <a:extLst xmlns:a="http://schemas.openxmlformats.org/drawingml/2006/main">
              <a:ext uri="{FF2B5EF4-FFF2-40B4-BE49-F238E27FC236}">
                <a16:creationId xmlns:a16="http://schemas.microsoft.com/office/drawing/2014/main" id="{F4689946-E838-4458-89B9-06BA048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94" y="228555"/>
            <a:ext cx="1279828" cy="171580"/>
          </a:xfrm>
          <a:custGeom xmlns:a="http://schemas.openxmlformats.org/drawingml/2006/main">
            <a:pathLst>
              <a:path w="1279828" h="171580">
                <a:moveTo>
                  <a:pt x="0" y="112215"/>
                </a:moveTo>
                <a:cubicBezTo>
                  <a:pt x="0" y="95275"/>
                  <a:pt x="5206" y="81145"/>
                  <a:pt x="15619" y="69827"/>
                </a:cubicBezTo>
                <a:cubicBezTo>
                  <a:pt x="26032" y="58508"/>
                  <a:pt x="39117" y="52849"/>
                  <a:pt x="54874" y="52849"/>
                </a:cubicBezTo>
                <a:cubicBezTo>
                  <a:pt x="70949" y="52849"/>
                  <a:pt x="84113" y="58628"/>
                  <a:pt x="94367" y="70186"/>
                </a:cubicBezTo>
                <a:cubicBezTo>
                  <a:pt x="104622" y="81742"/>
                  <a:pt x="109749" y="95751"/>
                  <a:pt x="109749" y="112215"/>
                </a:cubicBezTo>
                <a:cubicBezTo>
                  <a:pt x="109749" y="128441"/>
                  <a:pt x="104681" y="142392"/>
                  <a:pt x="94545" y="154069"/>
                </a:cubicBezTo>
                <a:cubicBezTo>
                  <a:pt x="84410" y="165743"/>
                  <a:pt x="71186" y="171580"/>
                  <a:pt x="54874" y="171580"/>
                </a:cubicBezTo>
                <a:cubicBezTo>
                  <a:pt x="39038" y="171580"/>
                  <a:pt x="25933" y="165901"/>
                  <a:pt x="15560" y="154543"/>
                </a:cubicBezTo>
                <a:cubicBezTo>
                  <a:pt x="5187" y="143185"/>
                  <a:pt x="0" y="129075"/>
                  <a:pt x="0" y="112215"/>
                </a:cubicBezTo>
                <a:moveTo>
                  <a:pt x="35751" y="112215"/>
                </a:moveTo>
                <a:cubicBezTo>
                  <a:pt x="35751" y="129238"/>
                  <a:pt x="36622" y="141154"/>
                  <a:pt x="38365" y="147963"/>
                </a:cubicBezTo>
                <a:cubicBezTo>
                  <a:pt x="41136" y="158494"/>
                  <a:pt x="46639" y="163760"/>
                  <a:pt x="54874" y="163760"/>
                </a:cubicBezTo>
                <a:cubicBezTo>
                  <a:pt x="62714" y="163760"/>
                  <a:pt x="67860" y="159722"/>
                  <a:pt x="70315" y="151647"/>
                </a:cubicBezTo>
                <a:cubicBezTo>
                  <a:pt x="72770" y="143570"/>
                  <a:pt x="73997" y="130426"/>
                  <a:pt x="73997" y="112215"/>
                </a:cubicBezTo>
                <a:cubicBezTo>
                  <a:pt x="73997" y="94082"/>
                  <a:pt x="72711" y="80959"/>
                  <a:pt x="70137" y="72845"/>
                </a:cubicBezTo>
                <a:cubicBezTo>
                  <a:pt x="67564" y="64728"/>
                  <a:pt x="62516" y="60669"/>
                  <a:pt x="54993" y="60669"/>
                </a:cubicBezTo>
                <a:cubicBezTo>
                  <a:pt x="46758" y="60669"/>
                  <a:pt x="41255" y="65935"/>
                  <a:pt x="38483" y="76466"/>
                </a:cubicBezTo>
                <a:cubicBezTo>
                  <a:pt x="36662" y="83512"/>
                  <a:pt x="35751" y="95428"/>
                  <a:pt x="35751" y="112215"/>
                </a:cubicBezTo>
                <a:moveTo>
                  <a:pt x="54874" y="52849"/>
                </a:moveTo>
                <a:lnTo>
                  <a:pt x="54874" y="52849"/>
                </a:lnTo>
                <a:close/>
                <a:moveTo>
                  <a:pt x="181034" y="167789"/>
                </a:moveTo>
                <a:lnTo>
                  <a:pt x="181034" y="161627"/>
                </a:lnTo>
                <a:cubicBezTo>
                  <a:pt x="188003" y="161390"/>
                  <a:pt x="192952" y="160442"/>
                  <a:pt x="195881" y="158783"/>
                </a:cubicBezTo>
                <a:cubicBezTo>
                  <a:pt x="200395" y="156255"/>
                  <a:pt x="202652" y="151515"/>
                  <a:pt x="202652" y="144564"/>
                </a:cubicBezTo>
                <a:lnTo>
                  <a:pt x="202652" y="27017"/>
                </a:lnTo>
                <a:cubicBezTo>
                  <a:pt x="202652" y="19956"/>
                  <a:pt x="200316" y="15211"/>
                  <a:pt x="195644" y="12779"/>
                </a:cubicBezTo>
                <a:cubicBezTo>
                  <a:pt x="192952" y="11288"/>
                  <a:pt x="188082" y="10346"/>
                  <a:pt x="181034" y="9954"/>
                </a:cubicBezTo>
                <a:lnTo>
                  <a:pt x="181034" y="3792"/>
                </a:lnTo>
                <a:lnTo>
                  <a:pt x="321190" y="3792"/>
                </a:lnTo>
                <a:lnTo>
                  <a:pt x="321190" y="52849"/>
                </a:lnTo>
                <a:lnTo>
                  <a:pt x="315251" y="52849"/>
                </a:lnTo>
                <a:cubicBezTo>
                  <a:pt x="312163" y="37207"/>
                  <a:pt x="306917" y="26503"/>
                  <a:pt x="299513" y="20737"/>
                </a:cubicBezTo>
                <a:cubicBezTo>
                  <a:pt x="292109" y="14970"/>
                  <a:pt x="278628" y="12086"/>
                  <a:pt x="259070" y="12086"/>
                </a:cubicBezTo>
                <a:cubicBezTo>
                  <a:pt x="251627" y="12086"/>
                  <a:pt x="246895" y="12855"/>
                  <a:pt x="244876" y="14393"/>
                </a:cubicBezTo>
                <a:cubicBezTo>
                  <a:pt x="242857" y="15931"/>
                  <a:pt x="241847" y="18988"/>
                  <a:pt x="241847" y="23562"/>
                </a:cubicBezTo>
                <a:lnTo>
                  <a:pt x="241847" y="79628"/>
                </a:lnTo>
                <a:cubicBezTo>
                  <a:pt x="255705" y="79786"/>
                  <a:pt x="265088" y="77287"/>
                  <a:pt x="269997" y="72130"/>
                </a:cubicBezTo>
                <a:cubicBezTo>
                  <a:pt x="274907" y="66973"/>
                  <a:pt x="278668" y="57544"/>
                  <a:pt x="281281" y="43843"/>
                </a:cubicBezTo>
                <a:lnTo>
                  <a:pt x="287457" y="43843"/>
                </a:lnTo>
                <a:lnTo>
                  <a:pt x="287457" y="125604"/>
                </a:lnTo>
                <a:lnTo>
                  <a:pt x="281281" y="125604"/>
                </a:lnTo>
                <a:cubicBezTo>
                  <a:pt x="279539" y="111780"/>
                  <a:pt x="275995" y="102044"/>
                  <a:pt x="270651" y="96395"/>
                </a:cubicBezTo>
                <a:cubicBezTo>
                  <a:pt x="265306" y="90747"/>
                  <a:pt x="255705" y="87923"/>
                  <a:pt x="241847" y="87923"/>
                </a:cubicBezTo>
                <a:lnTo>
                  <a:pt x="241847" y="146696"/>
                </a:lnTo>
                <a:cubicBezTo>
                  <a:pt x="241847" y="151831"/>
                  <a:pt x="243174" y="155327"/>
                  <a:pt x="245826" y="157183"/>
                </a:cubicBezTo>
                <a:cubicBezTo>
                  <a:pt x="248479" y="159040"/>
                  <a:pt x="253923" y="159968"/>
                  <a:pt x="262158" y="159968"/>
                </a:cubicBezTo>
                <a:cubicBezTo>
                  <a:pt x="277678" y="159968"/>
                  <a:pt x="290348" y="156975"/>
                  <a:pt x="300166" y="150988"/>
                </a:cubicBezTo>
                <a:cubicBezTo>
                  <a:pt x="309985" y="144999"/>
                  <a:pt x="318695" y="133773"/>
                  <a:pt x="326297" y="117310"/>
                </a:cubicBezTo>
                <a:lnTo>
                  <a:pt x="333067" y="117310"/>
                </a:lnTo>
                <a:lnTo>
                  <a:pt x="323209" y="167789"/>
                </a:lnTo>
                <a:lnTo>
                  <a:pt x="181034" y="167789"/>
                </a:lnTo>
                <a:moveTo>
                  <a:pt x="260258" y="237"/>
                </a:moveTo>
                <a:lnTo>
                  <a:pt x="260258" y="237"/>
                </a:lnTo>
                <a:close/>
                <a:moveTo>
                  <a:pt x="343322" y="161864"/>
                </a:moveTo>
                <a:cubicBezTo>
                  <a:pt x="347361" y="161232"/>
                  <a:pt x="350825" y="159931"/>
                  <a:pt x="353715" y="157961"/>
                </a:cubicBezTo>
                <a:cubicBezTo>
                  <a:pt x="356605" y="155991"/>
                  <a:pt x="361020" y="151420"/>
                  <a:pt x="366959" y="144249"/>
                </a:cubicBezTo>
                <a:cubicBezTo>
                  <a:pt x="369413" y="141242"/>
                  <a:pt x="372660" y="137050"/>
                  <a:pt x="376698" y="131674"/>
                </a:cubicBezTo>
                <a:cubicBezTo>
                  <a:pt x="380737" y="126294"/>
                  <a:pt x="384062" y="121943"/>
                  <a:pt x="386675" y="118621"/>
                </a:cubicBezTo>
                <a:lnTo>
                  <a:pt x="355437" y="71075"/>
                </a:lnTo>
                <a:cubicBezTo>
                  <a:pt x="352903" y="67214"/>
                  <a:pt x="350884" y="64810"/>
                  <a:pt x="349380" y="63865"/>
                </a:cubicBezTo>
                <a:cubicBezTo>
                  <a:pt x="347875" y="62919"/>
                  <a:pt x="345658" y="62249"/>
                  <a:pt x="342728" y="61854"/>
                </a:cubicBezTo>
                <a:lnTo>
                  <a:pt x="342728" y="55930"/>
                </a:lnTo>
                <a:lnTo>
                  <a:pt x="403542" y="55930"/>
                </a:lnTo>
                <a:lnTo>
                  <a:pt x="403542" y="61854"/>
                </a:lnTo>
                <a:cubicBezTo>
                  <a:pt x="397919" y="62642"/>
                  <a:pt x="394633" y="63213"/>
                  <a:pt x="393683" y="63569"/>
                </a:cubicBezTo>
                <a:cubicBezTo>
                  <a:pt x="392733" y="63922"/>
                  <a:pt x="392258" y="64845"/>
                  <a:pt x="392258" y="66339"/>
                </a:cubicBezTo>
                <a:cubicBezTo>
                  <a:pt x="392258" y="68148"/>
                  <a:pt x="394336" y="72204"/>
                  <a:pt x="398494" y="78506"/>
                </a:cubicBezTo>
                <a:cubicBezTo>
                  <a:pt x="402651" y="84806"/>
                  <a:pt x="406313" y="90018"/>
                  <a:pt x="409480" y="94140"/>
                </a:cubicBezTo>
                <a:cubicBezTo>
                  <a:pt x="417557" y="83965"/>
                  <a:pt x="422585" y="77459"/>
                  <a:pt x="424565" y="74622"/>
                </a:cubicBezTo>
                <a:cubicBezTo>
                  <a:pt x="426544" y="71783"/>
                  <a:pt x="427534" y="69418"/>
                  <a:pt x="427534" y="67527"/>
                </a:cubicBezTo>
                <a:cubicBezTo>
                  <a:pt x="427534" y="65165"/>
                  <a:pt x="426564" y="63669"/>
                  <a:pt x="424624" y="63039"/>
                </a:cubicBezTo>
                <a:cubicBezTo>
                  <a:pt x="422684" y="62407"/>
                  <a:pt x="419497" y="62012"/>
                  <a:pt x="415063" y="61854"/>
                </a:cubicBezTo>
                <a:lnTo>
                  <a:pt x="415063" y="55930"/>
                </a:lnTo>
                <a:lnTo>
                  <a:pt x="455922" y="55930"/>
                </a:lnTo>
                <a:lnTo>
                  <a:pt x="455922" y="61854"/>
                </a:lnTo>
                <a:cubicBezTo>
                  <a:pt x="452913" y="62405"/>
                  <a:pt x="450418" y="63075"/>
                  <a:pt x="448439" y="63865"/>
                </a:cubicBezTo>
                <a:cubicBezTo>
                  <a:pt x="444796" y="65440"/>
                  <a:pt x="441669" y="67843"/>
                  <a:pt x="439055" y="71075"/>
                </a:cubicBezTo>
                <a:lnTo>
                  <a:pt x="414231" y="101709"/>
                </a:lnTo>
                <a:lnTo>
                  <a:pt x="450339" y="156780"/>
                </a:lnTo>
                <a:cubicBezTo>
                  <a:pt x="451210" y="158120"/>
                  <a:pt x="452180" y="159126"/>
                  <a:pt x="453249" y="159798"/>
                </a:cubicBezTo>
                <a:cubicBezTo>
                  <a:pt x="454318" y="160467"/>
                  <a:pt x="455763" y="161155"/>
                  <a:pt x="457584" y="161864"/>
                </a:cubicBezTo>
                <a:lnTo>
                  <a:pt x="457584" y="167789"/>
                </a:lnTo>
                <a:lnTo>
                  <a:pt x="399028" y="167789"/>
                </a:lnTo>
                <a:lnTo>
                  <a:pt x="399028" y="161864"/>
                </a:lnTo>
                <a:cubicBezTo>
                  <a:pt x="402433" y="161706"/>
                  <a:pt x="405125" y="161312"/>
                  <a:pt x="407105" y="160683"/>
                </a:cubicBezTo>
                <a:cubicBezTo>
                  <a:pt x="409084" y="160051"/>
                  <a:pt x="410074" y="158710"/>
                  <a:pt x="410074" y="156661"/>
                </a:cubicBezTo>
                <a:cubicBezTo>
                  <a:pt x="410074" y="155321"/>
                  <a:pt x="409243" y="153153"/>
                  <a:pt x="407580" y="150159"/>
                </a:cubicBezTo>
                <a:cubicBezTo>
                  <a:pt x="406630" y="148347"/>
                  <a:pt x="405086" y="145786"/>
                  <a:pt x="402948" y="142475"/>
                </a:cubicBezTo>
                <a:cubicBezTo>
                  <a:pt x="401760" y="140629"/>
                  <a:pt x="400057" y="138081"/>
                  <a:pt x="397840" y="134832"/>
                </a:cubicBezTo>
                <a:cubicBezTo>
                  <a:pt x="395623" y="131581"/>
                  <a:pt x="393604" y="128551"/>
                  <a:pt x="391783" y="125741"/>
                </a:cubicBezTo>
                <a:cubicBezTo>
                  <a:pt x="386636" y="132419"/>
                  <a:pt x="382795" y="137569"/>
                  <a:pt x="380261" y="141190"/>
                </a:cubicBezTo>
                <a:cubicBezTo>
                  <a:pt x="374956" y="148594"/>
                  <a:pt x="372304" y="153358"/>
                  <a:pt x="372304" y="155484"/>
                </a:cubicBezTo>
                <a:cubicBezTo>
                  <a:pt x="372304" y="158004"/>
                  <a:pt x="373313" y="159658"/>
                  <a:pt x="375332" y="160446"/>
                </a:cubicBezTo>
                <a:cubicBezTo>
                  <a:pt x="377351" y="161233"/>
                  <a:pt x="380380" y="161706"/>
                  <a:pt x="384419" y="161864"/>
                </a:cubicBezTo>
                <a:lnTo>
                  <a:pt x="384419" y="167789"/>
                </a:lnTo>
                <a:lnTo>
                  <a:pt x="343322" y="167789"/>
                </a:lnTo>
                <a:lnTo>
                  <a:pt x="343322" y="161864"/>
                </a:lnTo>
                <a:close/>
                <a:moveTo>
                  <a:pt x="465542" y="66594"/>
                </a:moveTo>
                <a:lnTo>
                  <a:pt x="465542" y="59840"/>
                </a:lnTo>
                <a:cubicBezTo>
                  <a:pt x="467680" y="57865"/>
                  <a:pt x="470333" y="55535"/>
                  <a:pt x="473500" y="52849"/>
                </a:cubicBezTo>
                <a:cubicBezTo>
                  <a:pt x="477697" y="48978"/>
                  <a:pt x="481656" y="44988"/>
                  <a:pt x="485378" y="40881"/>
                </a:cubicBezTo>
                <a:cubicBezTo>
                  <a:pt x="492742" y="32823"/>
                  <a:pt x="499433" y="24173"/>
                  <a:pt x="505451" y="14930"/>
                </a:cubicBezTo>
                <a:lnTo>
                  <a:pt x="511627" y="14930"/>
                </a:lnTo>
                <a:lnTo>
                  <a:pt x="511627" y="55930"/>
                </a:lnTo>
                <a:lnTo>
                  <a:pt x="534789" y="55930"/>
                </a:lnTo>
                <a:lnTo>
                  <a:pt x="534789" y="66594"/>
                </a:lnTo>
                <a:lnTo>
                  <a:pt x="511627" y="66594"/>
                </a:lnTo>
                <a:lnTo>
                  <a:pt x="511627" y="139887"/>
                </a:lnTo>
                <a:cubicBezTo>
                  <a:pt x="511627" y="143296"/>
                  <a:pt x="512142" y="146151"/>
                  <a:pt x="513172" y="148452"/>
                </a:cubicBezTo>
                <a:cubicBezTo>
                  <a:pt x="514755" y="152021"/>
                  <a:pt x="517368" y="153806"/>
                  <a:pt x="521011" y="153806"/>
                </a:cubicBezTo>
                <a:cubicBezTo>
                  <a:pt x="524178" y="153806"/>
                  <a:pt x="526831" y="152667"/>
                  <a:pt x="528969" y="150388"/>
                </a:cubicBezTo>
                <a:cubicBezTo>
                  <a:pt x="531107" y="148110"/>
                  <a:pt x="533245" y="144983"/>
                  <a:pt x="535383" y="141009"/>
                </a:cubicBezTo>
                <a:lnTo>
                  <a:pt x="541203" y="143853"/>
                </a:lnTo>
                <a:cubicBezTo>
                  <a:pt x="538352" y="150488"/>
                  <a:pt x="534947" y="155900"/>
                  <a:pt x="530988" y="160086"/>
                </a:cubicBezTo>
                <a:cubicBezTo>
                  <a:pt x="524020" y="167433"/>
                  <a:pt x="515507" y="171106"/>
                  <a:pt x="505451" y="171106"/>
                </a:cubicBezTo>
                <a:cubicBezTo>
                  <a:pt x="499750" y="171106"/>
                  <a:pt x="494761" y="170040"/>
                  <a:pt x="490485" y="167907"/>
                </a:cubicBezTo>
                <a:cubicBezTo>
                  <a:pt x="482250" y="163799"/>
                  <a:pt x="478133" y="156320"/>
                  <a:pt x="478133" y="145471"/>
                </a:cubicBezTo>
                <a:lnTo>
                  <a:pt x="478133" y="66594"/>
                </a:lnTo>
                <a:lnTo>
                  <a:pt x="465542" y="66594"/>
                </a:lnTo>
                <a:close/>
                <a:moveTo>
                  <a:pt x="546388" y="161864"/>
                </a:moveTo>
                <a:cubicBezTo>
                  <a:pt x="551060" y="161316"/>
                  <a:pt x="554307" y="160220"/>
                  <a:pt x="556128" y="158576"/>
                </a:cubicBezTo>
                <a:cubicBezTo>
                  <a:pt x="557949" y="156931"/>
                  <a:pt x="558939" y="153762"/>
                  <a:pt x="559097" y="149066"/>
                </a:cubicBezTo>
                <a:lnTo>
                  <a:pt x="559335" y="141946"/>
                </a:lnTo>
                <a:lnTo>
                  <a:pt x="559335" y="75837"/>
                </a:lnTo>
                <a:cubicBezTo>
                  <a:pt x="559335" y="70781"/>
                  <a:pt x="558464" y="67344"/>
                  <a:pt x="556722" y="65528"/>
                </a:cubicBezTo>
                <a:cubicBezTo>
                  <a:pt x="554980" y="63711"/>
                  <a:pt x="551535" y="62486"/>
                  <a:pt x="546388" y="61854"/>
                </a:cubicBezTo>
                <a:lnTo>
                  <a:pt x="546388" y="55930"/>
                </a:lnTo>
                <a:lnTo>
                  <a:pt x="592592" y="55930"/>
                </a:lnTo>
                <a:lnTo>
                  <a:pt x="592592" y="75126"/>
                </a:lnTo>
                <a:cubicBezTo>
                  <a:pt x="597739" y="68374"/>
                  <a:pt x="602846" y="63013"/>
                  <a:pt x="607914" y="59044"/>
                </a:cubicBezTo>
                <a:cubicBezTo>
                  <a:pt x="612982" y="55072"/>
                  <a:pt x="618841" y="53086"/>
                  <a:pt x="625493" y="53086"/>
                </a:cubicBezTo>
                <a:cubicBezTo>
                  <a:pt x="630481" y="53086"/>
                  <a:pt x="634975" y="54691"/>
                  <a:pt x="638974" y="57903"/>
                </a:cubicBezTo>
                <a:cubicBezTo>
                  <a:pt x="642973" y="61112"/>
                  <a:pt x="644972" y="65808"/>
                  <a:pt x="644972" y="71989"/>
                </a:cubicBezTo>
                <a:cubicBezTo>
                  <a:pt x="644972" y="76746"/>
                  <a:pt x="643566" y="80670"/>
                  <a:pt x="640755" y="83761"/>
                </a:cubicBezTo>
                <a:cubicBezTo>
                  <a:pt x="637944" y="86852"/>
                  <a:pt x="634282" y="88397"/>
                  <a:pt x="629769" y="88397"/>
                </a:cubicBezTo>
                <a:cubicBezTo>
                  <a:pt x="624622" y="88397"/>
                  <a:pt x="620168" y="85988"/>
                  <a:pt x="616406" y="81169"/>
                </a:cubicBezTo>
                <a:cubicBezTo>
                  <a:pt x="612645" y="76350"/>
                  <a:pt x="610012" y="73941"/>
                  <a:pt x="608508" y="73941"/>
                </a:cubicBezTo>
                <a:cubicBezTo>
                  <a:pt x="605261" y="73941"/>
                  <a:pt x="601995" y="75935"/>
                  <a:pt x="598709" y="79925"/>
                </a:cubicBezTo>
                <a:cubicBezTo>
                  <a:pt x="595423" y="83914"/>
                  <a:pt x="593780" y="89622"/>
                  <a:pt x="593780" y="97047"/>
                </a:cubicBezTo>
                <a:lnTo>
                  <a:pt x="593780" y="142905"/>
                </a:lnTo>
                <a:cubicBezTo>
                  <a:pt x="593780" y="150913"/>
                  <a:pt x="594948" y="155918"/>
                  <a:pt x="597284" y="157920"/>
                </a:cubicBezTo>
                <a:cubicBezTo>
                  <a:pt x="599619" y="159922"/>
                  <a:pt x="604272" y="161237"/>
                  <a:pt x="611240" y="161864"/>
                </a:cubicBezTo>
                <a:lnTo>
                  <a:pt x="611240" y="167789"/>
                </a:lnTo>
                <a:lnTo>
                  <a:pt x="546388" y="167789"/>
                </a:lnTo>
                <a:lnTo>
                  <a:pt x="546388" y="161864"/>
                </a:lnTo>
                <a:close/>
                <a:moveTo>
                  <a:pt x="703912" y="153806"/>
                </a:moveTo>
                <a:cubicBezTo>
                  <a:pt x="707871" y="153806"/>
                  <a:pt x="711553" y="152619"/>
                  <a:pt x="714958" y="150244"/>
                </a:cubicBezTo>
                <a:cubicBezTo>
                  <a:pt x="716858" y="148817"/>
                  <a:pt x="719115" y="146599"/>
                  <a:pt x="721728" y="143590"/>
                </a:cubicBezTo>
                <a:lnTo>
                  <a:pt x="721728" y="108067"/>
                </a:lnTo>
                <a:cubicBezTo>
                  <a:pt x="715235" y="109652"/>
                  <a:pt x="709534" y="112147"/>
                  <a:pt x="704625" y="115551"/>
                </a:cubicBezTo>
                <a:cubicBezTo>
                  <a:pt x="696310" y="121332"/>
                  <a:pt x="692153" y="128699"/>
                  <a:pt x="692153" y="137650"/>
                </a:cubicBezTo>
                <a:cubicBezTo>
                  <a:pt x="692153" y="142955"/>
                  <a:pt x="693361" y="146974"/>
                  <a:pt x="695776" y="149707"/>
                </a:cubicBezTo>
                <a:cubicBezTo>
                  <a:pt x="698191" y="152440"/>
                  <a:pt x="700903" y="153806"/>
                  <a:pt x="703912" y="153806"/>
                </a:cubicBezTo>
                <a:moveTo>
                  <a:pt x="656758" y="144952"/>
                </a:moveTo>
                <a:cubicBezTo>
                  <a:pt x="656758" y="134014"/>
                  <a:pt x="662024" y="125335"/>
                  <a:pt x="672555" y="118917"/>
                </a:cubicBezTo>
                <a:cubicBezTo>
                  <a:pt x="683087" y="112496"/>
                  <a:pt x="699596" y="106035"/>
                  <a:pt x="722085" y="99536"/>
                </a:cubicBezTo>
                <a:lnTo>
                  <a:pt x="722085" y="81935"/>
                </a:lnTo>
                <a:cubicBezTo>
                  <a:pt x="722085" y="74766"/>
                  <a:pt x="720560" y="69470"/>
                  <a:pt x="717512" y="66046"/>
                </a:cubicBezTo>
                <a:cubicBezTo>
                  <a:pt x="714463" y="62620"/>
                  <a:pt x="709059" y="60906"/>
                  <a:pt x="701299" y="60906"/>
                </a:cubicBezTo>
                <a:cubicBezTo>
                  <a:pt x="696944" y="60906"/>
                  <a:pt x="693361" y="61714"/>
                  <a:pt x="690550" y="63328"/>
                </a:cubicBezTo>
                <a:cubicBezTo>
                  <a:pt x="687739" y="64943"/>
                  <a:pt x="686333" y="66970"/>
                  <a:pt x="686333" y="69412"/>
                </a:cubicBezTo>
                <a:cubicBezTo>
                  <a:pt x="686333" y="70357"/>
                  <a:pt x="686491" y="71145"/>
                  <a:pt x="686808" y="71774"/>
                </a:cubicBezTo>
                <a:cubicBezTo>
                  <a:pt x="687125" y="72404"/>
                  <a:pt x="687600" y="73073"/>
                  <a:pt x="688234" y="73781"/>
                </a:cubicBezTo>
                <a:lnTo>
                  <a:pt x="689659" y="75437"/>
                </a:lnTo>
                <a:cubicBezTo>
                  <a:pt x="690767" y="76775"/>
                  <a:pt x="691658" y="78251"/>
                  <a:pt x="692331" y="79865"/>
                </a:cubicBezTo>
                <a:cubicBezTo>
                  <a:pt x="693004" y="81480"/>
                  <a:pt x="693341" y="83193"/>
                  <a:pt x="693341" y="85005"/>
                </a:cubicBezTo>
                <a:cubicBezTo>
                  <a:pt x="693341" y="89572"/>
                  <a:pt x="691817" y="93096"/>
                  <a:pt x="688768" y="95577"/>
                </a:cubicBezTo>
                <a:cubicBezTo>
                  <a:pt x="685719" y="98058"/>
                  <a:pt x="682176" y="99299"/>
                  <a:pt x="678138" y="99299"/>
                </a:cubicBezTo>
                <a:cubicBezTo>
                  <a:pt x="673466" y="99299"/>
                  <a:pt x="669487" y="97924"/>
                  <a:pt x="666201" y="95173"/>
                </a:cubicBezTo>
                <a:cubicBezTo>
                  <a:pt x="662915" y="92421"/>
                  <a:pt x="661271" y="88451"/>
                  <a:pt x="661271" y="83265"/>
                </a:cubicBezTo>
                <a:cubicBezTo>
                  <a:pt x="661271" y="73990"/>
                  <a:pt x="665666" y="66642"/>
                  <a:pt x="674456" y="61221"/>
                </a:cubicBezTo>
                <a:cubicBezTo>
                  <a:pt x="683245" y="55797"/>
                  <a:pt x="694054" y="53086"/>
                  <a:pt x="706881" y="53086"/>
                </a:cubicBezTo>
                <a:cubicBezTo>
                  <a:pt x="720659" y="53086"/>
                  <a:pt x="732181" y="55732"/>
                  <a:pt x="741445" y="61025"/>
                </a:cubicBezTo>
                <a:cubicBezTo>
                  <a:pt x="750630" y="66397"/>
                  <a:pt x="755223" y="76271"/>
                  <a:pt x="755223" y="90648"/>
                </a:cubicBezTo>
                <a:lnTo>
                  <a:pt x="755223" y="149422"/>
                </a:lnTo>
                <a:cubicBezTo>
                  <a:pt x="755223" y="151160"/>
                  <a:pt x="755678" y="152641"/>
                  <a:pt x="756589" y="153865"/>
                </a:cubicBezTo>
                <a:cubicBezTo>
                  <a:pt x="757500" y="155090"/>
                  <a:pt x="758509" y="155702"/>
                  <a:pt x="759618" y="155702"/>
                </a:cubicBezTo>
                <a:cubicBezTo>
                  <a:pt x="760568" y="155702"/>
                  <a:pt x="761419" y="155524"/>
                  <a:pt x="762171" y="155169"/>
                </a:cubicBezTo>
                <a:cubicBezTo>
                  <a:pt x="762924" y="154813"/>
                  <a:pt x="764092" y="153846"/>
                  <a:pt x="765675" y="152266"/>
                </a:cubicBezTo>
                <a:lnTo>
                  <a:pt x="769357" y="157361"/>
                </a:lnTo>
                <a:cubicBezTo>
                  <a:pt x="764606" y="162891"/>
                  <a:pt x="759341" y="166762"/>
                  <a:pt x="753560" y="168973"/>
                </a:cubicBezTo>
                <a:cubicBezTo>
                  <a:pt x="749918" y="170395"/>
                  <a:pt x="746077" y="171106"/>
                  <a:pt x="742039" y="171106"/>
                </a:cubicBezTo>
                <a:cubicBezTo>
                  <a:pt x="734833" y="171106"/>
                  <a:pt x="729567" y="169009"/>
                  <a:pt x="726242" y="164815"/>
                </a:cubicBezTo>
                <a:cubicBezTo>
                  <a:pt x="724341" y="162440"/>
                  <a:pt x="722956" y="158917"/>
                  <a:pt x="722085" y="154247"/>
                </a:cubicBezTo>
                <a:cubicBezTo>
                  <a:pt x="715354" y="160974"/>
                  <a:pt x="707752" y="165724"/>
                  <a:pt x="699280" y="168496"/>
                </a:cubicBezTo>
                <a:cubicBezTo>
                  <a:pt x="694133" y="170236"/>
                  <a:pt x="689065" y="171106"/>
                  <a:pt x="684076" y="171106"/>
                </a:cubicBezTo>
                <a:cubicBezTo>
                  <a:pt x="677425" y="171106"/>
                  <a:pt x="671209" y="168987"/>
                  <a:pt x="665429" y="164748"/>
                </a:cubicBezTo>
                <a:cubicBezTo>
                  <a:pt x="659648" y="160507"/>
                  <a:pt x="656758" y="153909"/>
                  <a:pt x="656758" y="144952"/>
                </a:cubicBezTo>
                <a:moveTo>
                  <a:pt x="709138" y="52849"/>
                </a:moveTo>
                <a:lnTo>
                  <a:pt x="709138" y="52849"/>
                </a:lnTo>
                <a:close/>
                <a:moveTo>
                  <a:pt x="834921" y="52849"/>
                </a:moveTo>
                <a:cubicBezTo>
                  <a:pt x="845136" y="52849"/>
                  <a:pt x="853985" y="55352"/>
                  <a:pt x="861468" y="60358"/>
                </a:cubicBezTo>
                <a:cubicBezTo>
                  <a:pt x="868950" y="65362"/>
                  <a:pt x="872692" y="71795"/>
                  <a:pt x="872692" y="79658"/>
                </a:cubicBezTo>
                <a:cubicBezTo>
                  <a:pt x="872692" y="83870"/>
                  <a:pt x="871207" y="87524"/>
                  <a:pt x="868238" y="90623"/>
                </a:cubicBezTo>
                <a:cubicBezTo>
                  <a:pt x="865268" y="93721"/>
                  <a:pt x="861487" y="95270"/>
                  <a:pt x="856895" y="95270"/>
                </a:cubicBezTo>
                <a:cubicBezTo>
                  <a:pt x="853807" y="95270"/>
                  <a:pt x="851114" y="94559"/>
                  <a:pt x="848818" y="93137"/>
                </a:cubicBezTo>
                <a:cubicBezTo>
                  <a:pt x="844463" y="90609"/>
                  <a:pt x="842285" y="86027"/>
                  <a:pt x="842285" y="79391"/>
                </a:cubicBezTo>
                <a:cubicBezTo>
                  <a:pt x="842285" y="78680"/>
                  <a:pt x="842325" y="77634"/>
                  <a:pt x="842404" y="76251"/>
                </a:cubicBezTo>
                <a:cubicBezTo>
                  <a:pt x="842483" y="74869"/>
                  <a:pt x="842523" y="73388"/>
                  <a:pt x="842523" y="71808"/>
                </a:cubicBezTo>
                <a:cubicBezTo>
                  <a:pt x="842523" y="67542"/>
                  <a:pt x="841533" y="64619"/>
                  <a:pt x="839554" y="63039"/>
                </a:cubicBezTo>
                <a:cubicBezTo>
                  <a:pt x="837495" y="61459"/>
                  <a:pt x="835159" y="60669"/>
                  <a:pt x="832546" y="60669"/>
                </a:cubicBezTo>
                <a:cubicBezTo>
                  <a:pt x="825023" y="60669"/>
                  <a:pt x="819678" y="64808"/>
                  <a:pt x="816511" y="73085"/>
                </a:cubicBezTo>
                <a:cubicBezTo>
                  <a:pt x="813344" y="81360"/>
                  <a:pt x="811760" y="90843"/>
                  <a:pt x="811760" y="101535"/>
                </a:cubicBezTo>
                <a:cubicBezTo>
                  <a:pt x="811760" y="116740"/>
                  <a:pt x="814769" y="129490"/>
                  <a:pt x="820787" y="139787"/>
                </a:cubicBezTo>
                <a:cubicBezTo>
                  <a:pt x="826805" y="150081"/>
                  <a:pt x="834921" y="155228"/>
                  <a:pt x="845136" y="155228"/>
                </a:cubicBezTo>
                <a:cubicBezTo>
                  <a:pt x="851550" y="155228"/>
                  <a:pt x="857014" y="153801"/>
                  <a:pt x="861527" y="150947"/>
                </a:cubicBezTo>
                <a:cubicBezTo>
                  <a:pt x="864219" y="149281"/>
                  <a:pt x="867545" y="146227"/>
                  <a:pt x="871504" y="141786"/>
                </a:cubicBezTo>
                <a:lnTo>
                  <a:pt x="876018" y="145948"/>
                </a:lnTo>
                <a:cubicBezTo>
                  <a:pt x="868099" y="156845"/>
                  <a:pt x="858835" y="164331"/>
                  <a:pt x="848224" y="168407"/>
                </a:cubicBezTo>
                <a:cubicBezTo>
                  <a:pt x="842602" y="170523"/>
                  <a:pt x="836624" y="171580"/>
                  <a:pt x="830289" y="171580"/>
                </a:cubicBezTo>
                <a:cubicBezTo>
                  <a:pt x="814690" y="171580"/>
                  <a:pt x="801941" y="166000"/>
                  <a:pt x="792043" y="154839"/>
                </a:cubicBezTo>
                <a:cubicBezTo>
                  <a:pt x="782145" y="143679"/>
                  <a:pt x="777196" y="130064"/>
                  <a:pt x="777196" y="113996"/>
                </a:cubicBezTo>
                <a:cubicBezTo>
                  <a:pt x="777196" y="97056"/>
                  <a:pt x="782442" y="82630"/>
                  <a:pt x="792934" y="70719"/>
                </a:cubicBezTo>
                <a:cubicBezTo>
                  <a:pt x="803426" y="58805"/>
                  <a:pt x="817422" y="52849"/>
                  <a:pt x="834921" y="52849"/>
                </a:cubicBezTo>
                <a:moveTo>
                  <a:pt x="829458" y="52849"/>
                </a:moveTo>
                <a:lnTo>
                  <a:pt x="829458" y="52849"/>
                </a:lnTo>
                <a:close/>
                <a:moveTo>
                  <a:pt x="884715" y="66594"/>
                </a:moveTo>
                <a:lnTo>
                  <a:pt x="884715" y="59840"/>
                </a:lnTo>
                <a:cubicBezTo>
                  <a:pt x="886853" y="57865"/>
                  <a:pt x="889506" y="55535"/>
                  <a:pt x="892673" y="52849"/>
                </a:cubicBezTo>
                <a:cubicBezTo>
                  <a:pt x="896870" y="48978"/>
                  <a:pt x="900829" y="44988"/>
                  <a:pt x="904551" y="40881"/>
                </a:cubicBezTo>
                <a:cubicBezTo>
                  <a:pt x="911915" y="32823"/>
                  <a:pt x="918606" y="24173"/>
                  <a:pt x="924624" y="14930"/>
                </a:cubicBezTo>
                <a:lnTo>
                  <a:pt x="930800" y="14930"/>
                </a:lnTo>
                <a:lnTo>
                  <a:pt x="930800" y="55930"/>
                </a:lnTo>
                <a:lnTo>
                  <a:pt x="953961" y="55930"/>
                </a:lnTo>
                <a:lnTo>
                  <a:pt x="953961" y="66594"/>
                </a:lnTo>
                <a:lnTo>
                  <a:pt x="930800" y="66594"/>
                </a:lnTo>
                <a:lnTo>
                  <a:pt x="930800" y="139887"/>
                </a:lnTo>
                <a:cubicBezTo>
                  <a:pt x="930800" y="143296"/>
                  <a:pt x="931315" y="146151"/>
                  <a:pt x="932344" y="148452"/>
                </a:cubicBezTo>
                <a:cubicBezTo>
                  <a:pt x="933928" y="152021"/>
                  <a:pt x="936541" y="153806"/>
                  <a:pt x="940183" y="153806"/>
                </a:cubicBezTo>
                <a:cubicBezTo>
                  <a:pt x="943351" y="153806"/>
                  <a:pt x="946003" y="152667"/>
                  <a:pt x="948141" y="150388"/>
                </a:cubicBezTo>
                <a:cubicBezTo>
                  <a:pt x="950279" y="148110"/>
                  <a:pt x="952417" y="144983"/>
                  <a:pt x="954555" y="141009"/>
                </a:cubicBezTo>
                <a:lnTo>
                  <a:pt x="960375" y="143853"/>
                </a:lnTo>
                <a:cubicBezTo>
                  <a:pt x="957525" y="150488"/>
                  <a:pt x="954120" y="155900"/>
                  <a:pt x="950161" y="160086"/>
                </a:cubicBezTo>
                <a:cubicBezTo>
                  <a:pt x="943192" y="167433"/>
                  <a:pt x="934680" y="171106"/>
                  <a:pt x="924624" y="171106"/>
                </a:cubicBezTo>
                <a:cubicBezTo>
                  <a:pt x="918923" y="171106"/>
                  <a:pt x="913934" y="170040"/>
                  <a:pt x="909658" y="167907"/>
                </a:cubicBezTo>
                <a:cubicBezTo>
                  <a:pt x="901423" y="163799"/>
                  <a:pt x="897305" y="156320"/>
                  <a:pt x="897305" y="145471"/>
                </a:cubicBezTo>
                <a:lnTo>
                  <a:pt x="897305" y="66594"/>
                </a:lnTo>
                <a:lnTo>
                  <a:pt x="884715" y="66594"/>
                </a:lnTo>
                <a:close/>
                <a:moveTo>
                  <a:pt x="975776" y="18841"/>
                </a:moveTo>
                <a:cubicBezTo>
                  <a:pt x="975776" y="13627"/>
                  <a:pt x="977617" y="9183"/>
                  <a:pt x="981299" y="5510"/>
                </a:cubicBezTo>
                <a:cubicBezTo>
                  <a:pt x="984981" y="1837"/>
                  <a:pt x="989435" y="0"/>
                  <a:pt x="994661" y="0"/>
                </a:cubicBezTo>
                <a:cubicBezTo>
                  <a:pt x="999808" y="0"/>
                  <a:pt x="1004223" y="1837"/>
                  <a:pt x="1007905" y="5510"/>
                </a:cubicBezTo>
                <a:cubicBezTo>
                  <a:pt x="1011587" y="9183"/>
                  <a:pt x="1013428" y="13627"/>
                  <a:pt x="1013428" y="18841"/>
                </a:cubicBezTo>
                <a:cubicBezTo>
                  <a:pt x="1013428" y="24054"/>
                  <a:pt x="1011587" y="28498"/>
                  <a:pt x="1007905" y="32171"/>
                </a:cubicBezTo>
                <a:cubicBezTo>
                  <a:pt x="1004223" y="35845"/>
                  <a:pt x="999808" y="37681"/>
                  <a:pt x="994661" y="37681"/>
                </a:cubicBezTo>
                <a:cubicBezTo>
                  <a:pt x="989435" y="37681"/>
                  <a:pt x="984981" y="35845"/>
                  <a:pt x="981299" y="32171"/>
                </a:cubicBezTo>
                <a:cubicBezTo>
                  <a:pt x="977617" y="28498"/>
                  <a:pt x="975776" y="24054"/>
                  <a:pt x="975776" y="18841"/>
                </a:cubicBezTo>
                <a:moveTo>
                  <a:pt x="965086" y="161864"/>
                </a:moveTo>
                <a:cubicBezTo>
                  <a:pt x="969362" y="161074"/>
                  <a:pt x="972292" y="159974"/>
                  <a:pt x="973875" y="158564"/>
                </a:cubicBezTo>
                <a:cubicBezTo>
                  <a:pt x="976251" y="156451"/>
                  <a:pt x="977439" y="152653"/>
                  <a:pt x="977439" y="147170"/>
                </a:cubicBezTo>
                <a:lnTo>
                  <a:pt x="977439" y="75837"/>
                </a:lnTo>
                <a:cubicBezTo>
                  <a:pt x="977439" y="70939"/>
                  <a:pt x="976607" y="67601"/>
                  <a:pt x="974944" y="65824"/>
                </a:cubicBezTo>
                <a:cubicBezTo>
                  <a:pt x="973282" y="64046"/>
                  <a:pt x="969995" y="62723"/>
                  <a:pt x="965086" y="61854"/>
                </a:cubicBezTo>
                <a:lnTo>
                  <a:pt x="965086" y="55930"/>
                </a:lnTo>
                <a:lnTo>
                  <a:pt x="1011765" y="55930"/>
                </a:lnTo>
                <a:lnTo>
                  <a:pt x="1011765" y="148118"/>
                </a:lnTo>
                <a:cubicBezTo>
                  <a:pt x="1011765" y="153411"/>
                  <a:pt x="1012557" y="156808"/>
                  <a:pt x="1014140" y="158309"/>
                </a:cubicBezTo>
                <a:cubicBezTo>
                  <a:pt x="1015724" y="159810"/>
                  <a:pt x="1018693" y="160995"/>
                  <a:pt x="1023049" y="161864"/>
                </a:cubicBezTo>
                <a:lnTo>
                  <a:pt x="1023049" y="167789"/>
                </a:lnTo>
                <a:lnTo>
                  <a:pt x="965086" y="167789"/>
                </a:lnTo>
                <a:lnTo>
                  <a:pt x="965086" y="161864"/>
                </a:lnTo>
                <a:close/>
                <a:moveTo>
                  <a:pt x="1033844" y="112215"/>
                </a:moveTo>
                <a:cubicBezTo>
                  <a:pt x="1033844" y="95275"/>
                  <a:pt x="1039050" y="81145"/>
                  <a:pt x="1049463" y="69827"/>
                </a:cubicBezTo>
                <a:cubicBezTo>
                  <a:pt x="1059875" y="58508"/>
                  <a:pt x="1072961" y="52849"/>
                  <a:pt x="1088718" y="52849"/>
                </a:cubicBezTo>
                <a:cubicBezTo>
                  <a:pt x="1104792" y="52849"/>
                  <a:pt x="1117957" y="58628"/>
                  <a:pt x="1128211" y="70186"/>
                </a:cubicBezTo>
                <a:cubicBezTo>
                  <a:pt x="1138465" y="81742"/>
                  <a:pt x="1143592" y="95751"/>
                  <a:pt x="1143592" y="112215"/>
                </a:cubicBezTo>
                <a:cubicBezTo>
                  <a:pt x="1143592" y="128441"/>
                  <a:pt x="1138525" y="142392"/>
                  <a:pt x="1128389" y="154069"/>
                </a:cubicBezTo>
                <a:cubicBezTo>
                  <a:pt x="1118254" y="165743"/>
                  <a:pt x="1105030" y="171580"/>
                  <a:pt x="1088718" y="171580"/>
                </a:cubicBezTo>
                <a:cubicBezTo>
                  <a:pt x="1072881" y="171580"/>
                  <a:pt x="1059776" y="165901"/>
                  <a:pt x="1049403" y="154543"/>
                </a:cubicBezTo>
                <a:cubicBezTo>
                  <a:pt x="1039030" y="143185"/>
                  <a:pt x="1033844" y="129075"/>
                  <a:pt x="1033844" y="112215"/>
                </a:cubicBezTo>
                <a:moveTo>
                  <a:pt x="1069595" y="112215"/>
                </a:moveTo>
                <a:cubicBezTo>
                  <a:pt x="1069595" y="129238"/>
                  <a:pt x="1070466" y="141154"/>
                  <a:pt x="1072208" y="147963"/>
                </a:cubicBezTo>
                <a:cubicBezTo>
                  <a:pt x="1074980" y="158494"/>
                  <a:pt x="1080483" y="163760"/>
                  <a:pt x="1088718" y="163760"/>
                </a:cubicBezTo>
                <a:cubicBezTo>
                  <a:pt x="1096557" y="163760"/>
                  <a:pt x="1101704" y="159722"/>
                  <a:pt x="1104159" y="151647"/>
                </a:cubicBezTo>
                <a:cubicBezTo>
                  <a:pt x="1106614" y="143570"/>
                  <a:pt x="1107841" y="130426"/>
                  <a:pt x="1107841" y="112215"/>
                </a:cubicBezTo>
                <a:cubicBezTo>
                  <a:pt x="1107841" y="94082"/>
                  <a:pt x="1106554" y="80959"/>
                  <a:pt x="1103981" y="72845"/>
                </a:cubicBezTo>
                <a:cubicBezTo>
                  <a:pt x="1101407" y="64728"/>
                  <a:pt x="1096359" y="60669"/>
                  <a:pt x="1088837" y="60669"/>
                </a:cubicBezTo>
                <a:cubicBezTo>
                  <a:pt x="1080602" y="60669"/>
                  <a:pt x="1075099" y="65935"/>
                  <a:pt x="1072327" y="76466"/>
                </a:cubicBezTo>
                <a:cubicBezTo>
                  <a:pt x="1070506" y="83512"/>
                  <a:pt x="1069595" y="95428"/>
                  <a:pt x="1069595" y="112215"/>
                </a:cubicBezTo>
                <a:moveTo>
                  <a:pt x="1088718" y="52849"/>
                </a:moveTo>
                <a:lnTo>
                  <a:pt x="1088718" y="52849"/>
                </a:lnTo>
                <a:close/>
                <a:moveTo>
                  <a:pt x="1154045" y="161864"/>
                </a:moveTo>
                <a:cubicBezTo>
                  <a:pt x="1158479" y="161311"/>
                  <a:pt x="1161745" y="160106"/>
                  <a:pt x="1163844" y="158250"/>
                </a:cubicBezTo>
                <a:cubicBezTo>
                  <a:pt x="1165942" y="156393"/>
                  <a:pt x="1166991" y="152700"/>
                  <a:pt x="1166991" y="147170"/>
                </a:cubicBezTo>
                <a:lnTo>
                  <a:pt x="1166991" y="75837"/>
                </a:lnTo>
                <a:cubicBezTo>
                  <a:pt x="1166991" y="70939"/>
                  <a:pt x="1166140" y="67542"/>
                  <a:pt x="1164437" y="65646"/>
                </a:cubicBezTo>
                <a:cubicBezTo>
                  <a:pt x="1162735" y="63750"/>
                  <a:pt x="1159271" y="62486"/>
                  <a:pt x="1154045" y="61854"/>
                </a:cubicBezTo>
                <a:lnTo>
                  <a:pt x="1154045" y="55930"/>
                </a:lnTo>
                <a:lnTo>
                  <a:pt x="1200129" y="55930"/>
                </a:lnTo>
                <a:lnTo>
                  <a:pt x="1200129" y="73352"/>
                </a:lnTo>
                <a:cubicBezTo>
                  <a:pt x="1204009" y="67506"/>
                  <a:pt x="1208939" y="62668"/>
                  <a:pt x="1214917" y="58836"/>
                </a:cubicBezTo>
                <a:cubicBezTo>
                  <a:pt x="1220895" y="55003"/>
                  <a:pt x="1227527" y="53086"/>
                  <a:pt x="1234812" y="53086"/>
                </a:cubicBezTo>
                <a:cubicBezTo>
                  <a:pt x="1245264" y="53086"/>
                  <a:pt x="1253361" y="55772"/>
                  <a:pt x="1259102" y="61143"/>
                </a:cubicBezTo>
                <a:cubicBezTo>
                  <a:pt x="1264842" y="66515"/>
                  <a:pt x="1267713" y="75955"/>
                  <a:pt x="1267713" y="89464"/>
                </a:cubicBezTo>
                <a:lnTo>
                  <a:pt x="1267713" y="148118"/>
                </a:lnTo>
                <a:cubicBezTo>
                  <a:pt x="1267713" y="153569"/>
                  <a:pt x="1268643" y="157085"/>
                  <a:pt x="1270504" y="158664"/>
                </a:cubicBezTo>
                <a:cubicBezTo>
                  <a:pt x="1272365" y="160244"/>
                  <a:pt x="1275473" y="161311"/>
                  <a:pt x="1279828" y="161864"/>
                </a:cubicBezTo>
                <a:lnTo>
                  <a:pt x="1279828" y="167789"/>
                </a:lnTo>
                <a:lnTo>
                  <a:pt x="1222697" y="167789"/>
                </a:lnTo>
                <a:lnTo>
                  <a:pt x="1222697" y="161864"/>
                </a:lnTo>
                <a:cubicBezTo>
                  <a:pt x="1227052" y="161000"/>
                  <a:pt x="1230021" y="159823"/>
                  <a:pt x="1231605" y="158335"/>
                </a:cubicBezTo>
                <a:cubicBezTo>
                  <a:pt x="1233189" y="156844"/>
                  <a:pt x="1233981" y="153470"/>
                  <a:pt x="1233981" y="148215"/>
                </a:cubicBezTo>
                <a:lnTo>
                  <a:pt x="1233981" y="89371"/>
                </a:lnTo>
                <a:cubicBezTo>
                  <a:pt x="1233981" y="83834"/>
                  <a:pt x="1233426" y="79680"/>
                  <a:pt x="1232318" y="76910"/>
                </a:cubicBezTo>
                <a:cubicBezTo>
                  <a:pt x="1230417" y="71929"/>
                  <a:pt x="1226656" y="69438"/>
                  <a:pt x="1221034" y="69438"/>
                </a:cubicBezTo>
                <a:cubicBezTo>
                  <a:pt x="1216837" y="69438"/>
                  <a:pt x="1212977" y="70961"/>
                  <a:pt x="1209453" y="74007"/>
                </a:cubicBezTo>
                <a:cubicBezTo>
                  <a:pt x="1205930" y="77051"/>
                  <a:pt x="1203218" y="80115"/>
                  <a:pt x="1201317" y="83198"/>
                </a:cubicBezTo>
                <a:lnTo>
                  <a:pt x="1201317" y="148215"/>
                </a:lnTo>
                <a:cubicBezTo>
                  <a:pt x="1201317" y="153470"/>
                  <a:pt x="1202109" y="156844"/>
                  <a:pt x="1203693" y="158335"/>
                </a:cubicBezTo>
                <a:cubicBezTo>
                  <a:pt x="1205276" y="159823"/>
                  <a:pt x="1208246" y="161000"/>
                  <a:pt x="1212601" y="161864"/>
                </a:cubicBezTo>
                <a:lnTo>
                  <a:pt x="1212601" y="167789"/>
                </a:lnTo>
                <a:lnTo>
                  <a:pt x="1154045" y="167789"/>
                </a:lnTo>
                <a:lnTo>
                  <a:pt x="1154045" y="161864"/>
                </a:lnTo>
                <a:moveTo>
                  <a:pt x="1217590" y="52849"/>
                </a:moveTo>
                <a:lnTo>
                  <a:pt x="1217590" y="528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④ExecutionResult">
            <a:extLst xmlns:a="http://schemas.openxmlformats.org/drawingml/2006/main">
              <a:ext uri="{FF2B5EF4-FFF2-40B4-BE49-F238E27FC236}">
                <a16:creationId xmlns:a16="http://schemas.microsoft.com/office/drawing/2014/main" id="{D921536D-3A99-46A2-AB49-75CDB7C8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448" y="57279"/>
            <a:ext cx="2064168" cy="235805"/>
          </a:xfrm>
          <a:custGeom xmlns:a="http://schemas.openxmlformats.org/drawingml/2006/main">
            <a:pathLst>
              <a:path w="2064168" h="235805">
                <a:moveTo>
                  <a:pt x="118894" y="0"/>
                </a:moveTo>
                <a:cubicBezTo>
                  <a:pt x="191268" y="6717"/>
                  <a:pt x="230821" y="46038"/>
                  <a:pt x="237551" y="117961"/>
                </a:cubicBezTo>
                <a:cubicBezTo>
                  <a:pt x="230742" y="189727"/>
                  <a:pt x="191189" y="229008"/>
                  <a:pt x="118894" y="235805"/>
                </a:cubicBezTo>
                <a:cubicBezTo>
                  <a:pt x="46362" y="229166"/>
                  <a:pt x="6731" y="189885"/>
                  <a:pt x="0" y="117961"/>
                </a:cubicBezTo>
                <a:cubicBezTo>
                  <a:pt x="6731" y="45959"/>
                  <a:pt x="46362" y="6638"/>
                  <a:pt x="118894" y="0"/>
                </a:cubicBezTo>
                <a:moveTo>
                  <a:pt x="118894" y="12086"/>
                </a:moveTo>
                <a:cubicBezTo>
                  <a:pt x="54676" y="18172"/>
                  <a:pt x="19558" y="53463"/>
                  <a:pt x="13540" y="117961"/>
                </a:cubicBezTo>
                <a:cubicBezTo>
                  <a:pt x="19558" y="182460"/>
                  <a:pt x="54676" y="217751"/>
                  <a:pt x="118894" y="223837"/>
                </a:cubicBezTo>
                <a:cubicBezTo>
                  <a:pt x="183112" y="217751"/>
                  <a:pt x="218230" y="182460"/>
                  <a:pt x="224248" y="117961"/>
                </a:cubicBezTo>
                <a:cubicBezTo>
                  <a:pt x="218230" y="53463"/>
                  <a:pt x="183112" y="18172"/>
                  <a:pt x="118894" y="12086"/>
                </a:cubicBezTo>
                <a:moveTo>
                  <a:pt x="124714" y="202626"/>
                </a:moveTo>
                <a:lnTo>
                  <a:pt x="124714" y="162338"/>
                </a:lnTo>
                <a:lnTo>
                  <a:pt x="49767" y="162338"/>
                </a:lnTo>
                <a:lnTo>
                  <a:pt x="49767" y="144682"/>
                </a:lnTo>
                <a:lnTo>
                  <a:pt x="127921" y="33297"/>
                </a:lnTo>
                <a:lnTo>
                  <a:pt x="148351" y="33297"/>
                </a:lnTo>
                <a:lnTo>
                  <a:pt x="148351" y="142431"/>
                </a:lnTo>
                <a:lnTo>
                  <a:pt x="171156" y="142431"/>
                </a:lnTo>
                <a:lnTo>
                  <a:pt x="171156" y="162338"/>
                </a:lnTo>
                <a:lnTo>
                  <a:pt x="148351" y="162338"/>
                </a:lnTo>
                <a:lnTo>
                  <a:pt x="148351" y="202626"/>
                </a:lnTo>
                <a:lnTo>
                  <a:pt x="124714" y="202626"/>
                </a:lnTo>
                <a:moveTo>
                  <a:pt x="124714" y="72993"/>
                </a:moveTo>
                <a:lnTo>
                  <a:pt x="76610" y="142431"/>
                </a:lnTo>
                <a:lnTo>
                  <a:pt x="124714" y="142431"/>
                </a:lnTo>
                <a:lnTo>
                  <a:pt x="124714" y="72993"/>
                </a:lnTo>
                <a:close/>
                <a:moveTo>
                  <a:pt x="305255" y="191724"/>
                </a:moveTo>
                <a:lnTo>
                  <a:pt x="305255" y="185563"/>
                </a:lnTo>
                <a:cubicBezTo>
                  <a:pt x="312223" y="185326"/>
                  <a:pt x="317172" y="184378"/>
                  <a:pt x="320102" y="182719"/>
                </a:cubicBezTo>
                <a:cubicBezTo>
                  <a:pt x="324615" y="180191"/>
                  <a:pt x="326872" y="175451"/>
                  <a:pt x="326872" y="168499"/>
                </a:cubicBezTo>
                <a:lnTo>
                  <a:pt x="326872" y="50953"/>
                </a:lnTo>
                <a:cubicBezTo>
                  <a:pt x="326872" y="43892"/>
                  <a:pt x="324536" y="39146"/>
                  <a:pt x="319864" y="36715"/>
                </a:cubicBezTo>
                <a:cubicBezTo>
                  <a:pt x="317172" y="35224"/>
                  <a:pt x="312302" y="34282"/>
                  <a:pt x="305255" y="33890"/>
                </a:cubicBezTo>
                <a:lnTo>
                  <a:pt x="305255" y="27728"/>
                </a:lnTo>
                <a:lnTo>
                  <a:pt x="445410" y="27728"/>
                </a:lnTo>
                <a:lnTo>
                  <a:pt x="445410" y="76785"/>
                </a:lnTo>
                <a:lnTo>
                  <a:pt x="439471" y="76785"/>
                </a:lnTo>
                <a:cubicBezTo>
                  <a:pt x="436383" y="61143"/>
                  <a:pt x="431137" y="50439"/>
                  <a:pt x="423734" y="44673"/>
                </a:cubicBezTo>
                <a:cubicBezTo>
                  <a:pt x="416330" y="38906"/>
                  <a:pt x="402849" y="36022"/>
                  <a:pt x="383291" y="36022"/>
                </a:cubicBezTo>
                <a:cubicBezTo>
                  <a:pt x="375847" y="36022"/>
                  <a:pt x="371116" y="36791"/>
                  <a:pt x="369097" y="38329"/>
                </a:cubicBezTo>
                <a:cubicBezTo>
                  <a:pt x="367078" y="39867"/>
                  <a:pt x="366068" y="42923"/>
                  <a:pt x="366068" y="47498"/>
                </a:cubicBezTo>
                <a:lnTo>
                  <a:pt x="366068" y="103564"/>
                </a:lnTo>
                <a:cubicBezTo>
                  <a:pt x="379925" y="103722"/>
                  <a:pt x="389308" y="101223"/>
                  <a:pt x="394218" y="96066"/>
                </a:cubicBezTo>
                <a:cubicBezTo>
                  <a:pt x="399127" y="90909"/>
                  <a:pt x="402888" y="81480"/>
                  <a:pt x="405502" y="67779"/>
                </a:cubicBezTo>
                <a:lnTo>
                  <a:pt x="411678" y="67779"/>
                </a:lnTo>
                <a:lnTo>
                  <a:pt x="411678" y="149540"/>
                </a:lnTo>
                <a:lnTo>
                  <a:pt x="405502" y="149540"/>
                </a:lnTo>
                <a:cubicBezTo>
                  <a:pt x="403760" y="135716"/>
                  <a:pt x="400216" y="125980"/>
                  <a:pt x="394871" y="120331"/>
                </a:cubicBezTo>
                <a:cubicBezTo>
                  <a:pt x="389526" y="114683"/>
                  <a:pt x="379925" y="111859"/>
                  <a:pt x="366068" y="111859"/>
                </a:cubicBezTo>
                <a:lnTo>
                  <a:pt x="366068" y="170632"/>
                </a:lnTo>
                <a:cubicBezTo>
                  <a:pt x="366068" y="175767"/>
                  <a:pt x="367394" y="179263"/>
                  <a:pt x="370047" y="181119"/>
                </a:cubicBezTo>
                <a:cubicBezTo>
                  <a:pt x="372700" y="182976"/>
                  <a:pt x="378144" y="183904"/>
                  <a:pt x="386379" y="183904"/>
                </a:cubicBezTo>
                <a:cubicBezTo>
                  <a:pt x="401899" y="183904"/>
                  <a:pt x="414568" y="180911"/>
                  <a:pt x="424387" y="174924"/>
                </a:cubicBezTo>
                <a:cubicBezTo>
                  <a:pt x="434206" y="168935"/>
                  <a:pt x="442916" y="157709"/>
                  <a:pt x="450518" y="141246"/>
                </a:cubicBezTo>
                <a:lnTo>
                  <a:pt x="457288" y="141246"/>
                </a:lnTo>
                <a:lnTo>
                  <a:pt x="447429" y="191724"/>
                </a:lnTo>
                <a:lnTo>
                  <a:pt x="305255" y="191724"/>
                </a:lnTo>
                <a:moveTo>
                  <a:pt x="384478" y="24173"/>
                </a:moveTo>
                <a:lnTo>
                  <a:pt x="384478" y="24173"/>
                </a:lnTo>
                <a:close/>
                <a:moveTo>
                  <a:pt x="467543" y="185800"/>
                </a:moveTo>
                <a:cubicBezTo>
                  <a:pt x="471581" y="185168"/>
                  <a:pt x="475046" y="183867"/>
                  <a:pt x="477936" y="181897"/>
                </a:cubicBezTo>
                <a:cubicBezTo>
                  <a:pt x="480826" y="179927"/>
                  <a:pt x="485241" y="175356"/>
                  <a:pt x="491179" y="168185"/>
                </a:cubicBezTo>
                <a:cubicBezTo>
                  <a:pt x="493634" y="165178"/>
                  <a:pt x="496881" y="160986"/>
                  <a:pt x="500919" y="155609"/>
                </a:cubicBezTo>
                <a:cubicBezTo>
                  <a:pt x="504957" y="150230"/>
                  <a:pt x="508283" y="145879"/>
                  <a:pt x="510896" y="142557"/>
                </a:cubicBezTo>
                <a:lnTo>
                  <a:pt x="479658" y="95011"/>
                </a:lnTo>
                <a:cubicBezTo>
                  <a:pt x="477124" y="91150"/>
                  <a:pt x="475105" y="88746"/>
                  <a:pt x="473601" y="87801"/>
                </a:cubicBezTo>
                <a:cubicBezTo>
                  <a:pt x="472096" y="86855"/>
                  <a:pt x="469879" y="86185"/>
                  <a:pt x="466949" y="85790"/>
                </a:cubicBezTo>
                <a:lnTo>
                  <a:pt x="466949" y="79865"/>
                </a:lnTo>
                <a:lnTo>
                  <a:pt x="527762" y="79865"/>
                </a:lnTo>
                <a:lnTo>
                  <a:pt x="527762" y="85790"/>
                </a:lnTo>
                <a:cubicBezTo>
                  <a:pt x="522140" y="86578"/>
                  <a:pt x="518854" y="87149"/>
                  <a:pt x="517904" y="87505"/>
                </a:cubicBezTo>
                <a:cubicBezTo>
                  <a:pt x="516954" y="87858"/>
                  <a:pt x="516479" y="88781"/>
                  <a:pt x="516479" y="90274"/>
                </a:cubicBezTo>
                <a:cubicBezTo>
                  <a:pt x="516479" y="92084"/>
                  <a:pt x="518557" y="96140"/>
                  <a:pt x="522714" y="102442"/>
                </a:cubicBezTo>
                <a:cubicBezTo>
                  <a:pt x="526872" y="108742"/>
                  <a:pt x="530534" y="113954"/>
                  <a:pt x="533701" y="118076"/>
                </a:cubicBezTo>
                <a:cubicBezTo>
                  <a:pt x="541778" y="107901"/>
                  <a:pt x="546806" y="101394"/>
                  <a:pt x="548786" y="98558"/>
                </a:cubicBezTo>
                <a:cubicBezTo>
                  <a:pt x="550765" y="95719"/>
                  <a:pt x="551755" y="93354"/>
                  <a:pt x="551755" y="91463"/>
                </a:cubicBezTo>
                <a:cubicBezTo>
                  <a:pt x="551755" y="89101"/>
                  <a:pt x="550785" y="87605"/>
                  <a:pt x="548845" y="86975"/>
                </a:cubicBezTo>
                <a:cubicBezTo>
                  <a:pt x="546905" y="86343"/>
                  <a:pt x="543718" y="85948"/>
                  <a:pt x="539284" y="85790"/>
                </a:cubicBezTo>
                <a:lnTo>
                  <a:pt x="539284" y="79865"/>
                </a:lnTo>
                <a:lnTo>
                  <a:pt x="580142" y="79865"/>
                </a:lnTo>
                <a:lnTo>
                  <a:pt x="580142" y="85790"/>
                </a:lnTo>
                <a:cubicBezTo>
                  <a:pt x="577133" y="86341"/>
                  <a:pt x="574639" y="87011"/>
                  <a:pt x="572660" y="87801"/>
                </a:cubicBezTo>
                <a:cubicBezTo>
                  <a:pt x="569017" y="89376"/>
                  <a:pt x="565889" y="91779"/>
                  <a:pt x="563276" y="95011"/>
                </a:cubicBezTo>
                <a:lnTo>
                  <a:pt x="538452" y="125645"/>
                </a:lnTo>
                <a:lnTo>
                  <a:pt x="574560" y="180716"/>
                </a:lnTo>
                <a:cubicBezTo>
                  <a:pt x="575431" y="182056"/>
                  <a:pt x="576401" y="183062"/>
                  <a:pt x="577470" y="183733"/>
                </a:cubicBezTo>
                <a:cubicBezTo>
                  <a:pt x="578539" y="184402"/>
                  <a:pt x="579984" y="185091"/>
                  <a:pt x="581805" y="185800"/>
                </a:cubicBezTo>
                <a:lnTo>
                  <a:pt x="581805" y="191724"/>
                </a:lnTo>
                <a:lnTo>
                  <a:pt x="523249" y="191724"/>
                </a:lnTo>
                <a:lnTo>
                  <a:pt x="523249" y="185800"/>
                </a:lnTo>
                <a:cubicBezTo>
                  <a:pt x="526654" y="185642"/>
                  <a:pt x="529346" y="185248"/>
                  <a:pt x="531326" y="184618"/>
                </a:cubicBezTo>
                <a:cubicBezTo>
                  <a:pt x="533305" y="183987"/>
                  <a:pt x="534295" y="182646"/>
                  <a:pt x="534295" y="180597"/>
                </a:cubicBezTo>
                <a:cubicBezTo>
                  <a:pt x="534295" y="179257"/>
                  <a:pt x="533464" y="177089"/>
                  <a:pt x="531801" y="174095"/>
                </a:cubicBezTo>
                <a:cubicBezTo>
                  <a:pt x="530851" y="172283"/>
                  <a:pt x="529306" y="169721"/>
                  <a:pt x="527168" y="166411"/>
                </a:cubicBezTo>
                <a:cubicBezTo>
                  <a:pt x="525981" y="164564"/>
                  <a:pt x="524278" y="162017"/>
                  <a:pt x="522061" y="158768"/>
                </a:cubicBezTo>
                <a:cubicBezTo>
                  <a:pt x="519844" y="155517"/>
                  <a:pt x="517825" y="152487"/>
                  <a:pt x="516004" y="149677"/>
                </a:cubicBezTo>
                <a:cubicBezTo>
                  <a:pt x="510857" y="156355"/>
                  <a:pt x="507016" y="161505"/>
                  <a:pt x="504482" y="165126"/>
                </a:cubicBezTo>
                <a:cubicBezTo>
                  <a:pt x="499177" y="172530"/>
                  <a:pt x="496524" y="177294"/>
                  <a:pt x="496524" y="179420"/>
                </a:cubicBezTo>
                <a:cubicBezTo>
                  <a:pt x="496524" y="181940"/>
                  <a:pt x="497534" y="183594"/>
                  <a:pt x="499553" y="184381"/>
                </a:cubicBezTo>
                <a:cubicBezTo>
                  <a:pt x="501572" y="185169"/>
                  <a:pt x="504601" y="185642"/>
                  <a:pt x="508639" y="185800"/>
                </a:cubicBezTo>
                <a:lnTo>
                  <a:pt x="508639" y="191724"/>
                </a:lnTo>
                <a:lnTo>
                  <a:pt x="467543" y="191724"/>
                </a:lnTo>
                <a:lnTo>
                  <a:pt x="467543" y="185800"/>
                </a:lnTo>
                <a:close/>
                <a:moveTo>
                  <a:pt x="591307" y="135913"/>
                </a:moveTo>
                <a:cubicBezTo>
                  <a:pt x="591307" y="117270"/>
                  <a:pt x="596275" y="102794"/>
                  <a:pt x="606213" y="92485"/>
                </a:cubicBezTo>
                <a:cubicBezTo>
                  <a:pt x="616150" y="82176"/>
                  <a:pt x="628127" y="77022"/>
                  <a:pt x="642143" y="77022"/>
                </a:cubicBezTo>
                <a:cubicBezTo>
                  <a:pt x="650140" y="77022"/>
                  <a:pt x="657663" y="79120"/>
                  <a:pt x="664710" y="83317"/>
                </a:cubicBezTo>
                <a:cubicBezTo>
                  <a:pt x="671757" y="87511"/>
                  <a:pt x="677181" y="93329"/>
                  <a:pt x="680982" y="100772"/>
                </a:cubicBezTo>
                <a:cubicBezTo>
                  <a:pt x="683833" y="106393"/>
                  <a:pt x="685812" y="113676"/>
                  <a:pt x="686921" y="122620"/>
                </a:cubicBezTo>
                <a:cubicBezTo>
                  <a:pt x="687475" y="126817"/>
                  <a:pt x="687752" y="130023"/>
                  <a:pt x="687752" y="132240"/>
                </a:cubicBezTo>
                <a:lnTo>
                  <a:pt x="625751" y="132240"/>
                </a:lnTo>
                <a:cubicBezTo>
                  <a:pt x="626306" y="141905"/>
                  <a:pt x="627889" y="150274"/>
                  <a:pt x="630503" y="157346"/>
                </a:cubicBezTo>
                <a:cubicBezTo>
                  <a:pt x="635254" y="170627"/>
                  <a:pt x="643607" y="177268"/>
                  <a:pt x="655564" y="177268"/>
                </a:cubicBezTo>
                <a:cubicBezTo>
                  <a:pt x="661265" y="177268"/>
                  <a:pt x="666650" y="175501"/>
                  <a:pt x="671718" y="171965"/>
                </a:cubicBezTo>
                <a:cubicBezTo>
                  <a:pt x="674806" y="169842"/>
                  <a:pt x="678646" y="166267"/>
                  <a:pt x="683239" y="161238"/>
                </a:cubicBezTo>
                <a:lnTo>
                  <a:pt x="688821" y="164656"/>
                </a:lnTo>
                <a:cubicBezTo>
                  <a:pt x="681299" y="177001"/>
                  <a:pt x="672589" y="185587"/>
                  <a:pt x="662691" y="190414"/>
                </a:cubicBezTo>
                <a:cubicBezTo>
                  <a:pt x="656277" y="193499"/>
                  <a:pt x="648913" y="195042"/>
                  <a:pt x="640598" y="195042"/>
                </a:cubicBezTo>
                <a:cubicBezTo>
                  <a:pt x="628642" y="195042"/>
                  <a:pt x="617437" y="190342"/>
                  <a:pt x="606985" y="180941"/>
                </a:cubicBezTo>
                <a:cubicBezTo>
                  <a:pt x="596533" y="171541"/>
                  <a:pt x="591307" y="156532"/>
                  <a:pt x="591307" y="135913"/>
                </a:cubicBezTo>
                <a:moveTo>
                  <a:pt x="657821" y="123235"/>
                </a:moveTo>
                <a:cubicBezTo>
                  <a:pt x="657663" y="108981"/>
                  <a:pt x="656554" y="99018"/>
                  <a:pt x="654495" y="93348"/>
                </a:cubicBezTo>
                <a:cubicBezTo>
                  <a:pt x="652436" y="87677"/>
                  <a:pt x="648319" y="84842"/>
                  <a:pt x="642143" y="84842"/>
                </a:cubicBezTo>
                <a:cubicBezTo>
                  <a:pt x="635808" y="84842"/>
                  <a:pt x="631473" y="88111"/>
                  <a:pt x="629137" y="94648"/>
                </a:cubicBezTo>
                <a:cubicBezTo>
                  <a:pt x="626801" y="101185"/>
                  <a:pt x="625474" y="110714"/>
                  <a:pt x="625158" y="123235"/>
                </a:cubicBezTo>
                <a:lnTo>
                  <a:pt x="657821" y="123235"/>
                </a:lnTo>
                <a:moveTo>
                  <a:pt x="641905" y="76785"/>
                </a:moveTo>
                <a:lnTo>
                  <a:pt x="641905" y="76785"/>
                </a:lnTo>
                <a:close/>
                <a:moveTo>
                  <a:pt x="757145" y="76785"/>
                </a:moveTo>
                <a:cubicBezTo>
                  <a:pt x="767360" y="76785"/>
                  <a:pt x="776209" y="79288"/>
                  <a:pt x="783691" y="84294"/>
                </a:cubicBezTo>
                <a:cubicBezTo>
                  <a:pt x="791174" y="89298"/>
                  <a:pt x="794916" y="95731"/>
                  <a:pt x="794916" y="103594"/>
                </a:cubicBezTo>
                <a:cubicBezTo>
                  <a:pt x="794916" y="107806"/>
                  <a:pt x="793431" y="111460"/>
                  <a:pt x="790462" y="114558"/>
                </a:cubicBezTo>
                <a:cubicBezTo>
                  <a:pt x="787492" y="117657"/>
                  <a:pt x="783711" y="119206"/>
                  <a:pt x="779119" y="119206"/>
                </a:cubicBezTo>
                <a:cubicBezTo>
                  <a:pt x="776030" y="119206"/>
                  <a:pt x="773338" y="118495"/>
                  <a:pt x="771042" y="117073"/>
                </a:cubicBezTo>
                <a:cubicBezTo>
                  <a:pt x="766687" y="114545"/>
                  <a:pt x="764509" y="109963"/>
                  <a:pt x="764509" y="103327"/>
                </a:cubicBezTo>
                <a:cubicBezTo>
                  <a:pt x="764509" y="102616"/>
                  <a:pt x="764549" y="101570"/>
                  <a:pt x="764628" y="100187"/>
                </a:cubicBezTo>
                <a:cubicBezTo>
                  <a:pt x="764707" y="98805"/>
                  <a:pt x="764747" y="97324"/>
                  <a:pt x="764747" y="95744"/>
                </a:cubicBezTo>
                <a:cubicBezTo>
                  <a:pt x="764747" y="91478"/>
                  <a:pt x="763757" y="88555"/>
                  <a:pt x="761777" y="86975"/>
                </a:cubicBezTo>
                <a:cubicBezTo>
                  <a:pt x="759719" y="85395"/>
                  <a:pt x="757383" y="84605"/>
                  <a:pt x="754770" y="84605"/>
                </a:cubicBezTo>
                <a:cubicBezTo>
                  <a:pt x="747247" y="84605"/>
                  <a:pt x="741902" y="88744"/>
                  <a:pt x="738735" y="97021"/>
                </a:cubicBezTo>
                <a:cubicBezTo>
                  <a:pt x="735568" y="105296"/>
                  <a:pt x="733984" y="114779"/>
                  <a:pt x="733984" y="125471"/>
                </a:cubicBezTo>
                <a:cubicBezTo>
                  <a:pt x="733984" y="140675"/>
                  <a:pt x="736993" y="153426"/>
                  <a:pt x="743011" y="163723"/>
                </a:cubicBezTo>
                <a:cubicBezTo>
                  <a:pt x="749029" y="174017"/>
                  <a:pt x="757145" y="179164"/>
                  <a:pt x="767360" y="179164"/>
                </a:cubicBezTo>
                <a:cubicBezTo>
                  <a:pt x="773774" y="179164"/>
                  <a:pt x="779237" y="177737"/>
                  <a:pt x="783751" y="174883"/>
                </a:cubicBezTo>
                <a:cubicBezTo>
                  <a:pt x="786443" y="173217"/>
                  <a:pt x="789769" y="170163"/>
                  <a:pt x="793728" y="165722"/>
                </a:cubicBezTo>
                <a:lnTo>
                  <a:pt x="798242" y="169884"/>
                </a:lnTo>
                <a:cubicBezTo>
                  <a:pt x="790323" y="180781"/>
                  <a:pt x="781059" y="188267"/>
                  <a:pt x="770448" y="192343"/>
                </a:cubicBezTo>
                <a:cubicBezTo>
                  <a:pt x="764826" y="194458"/>
                  <a:pt x="758848" y="195516"/>
                  <a:pt x="752513" y="195516"/>
                </a:cubicBezTo>
                <a:cubicBezTo>
                  <a:pt x="736914" y="195516"/>
                  <a:pt x="724165" y="189936"/>
                  <a:pt x="714267" y="178775"/>
                </a:cubicBezTo>
                <a:cubicBezTo>
                  <a:pt x="704369" y="167614"/>
                  <a:pt x="699420" y="154000"/>
                  <a:pt x="699420" y="137932"/>
                </a:cubicBezTo>
                <a:cubicBezTo>
                  <a:pt x="699420" y="120992"/>
                  <a:pt x="704666" y="106566"/>
                  <a:pt x="715158" y="94655"/>
                </a:cubicBezTo>
                <a:cubicBezTo>
                  <a:pt x="725650" y="82741"/>
                  <a:pt x="739646" y="76785"/>
                  <a:pt x="757145" y="76785"/>
                </a:cubicBezTo>
                <a:moveTo>
                  <a:pt x="751681" y="76785"/>
                </a:moveTo>
                <a:lnTo>
                  <a:pt x="751681" y="76785"/>
                </a:lnTo>
                <a:close/>
                <a:moveTo>
                  <a:pt x="852787" y="79865"/>
                </a:moveTo>
                <a:lnTo>
                  <a:pt x="852787" y="162119"/>
                </a:lnTo>
                <a:cubicBezTo>
                  <a:pt x="852787" y="167012"/>
                  <a:pt x="853381" y="170603"/>
                  <a:pt x="854568" y="172891"/>
                </a:cubicBezTo>
                <a:cubicBezTo>
                  <a:pt x="856627" y="176915"/>
                  <a:pt x="860705" y="178927"/>
                  <a:pt x="866802" y="178927"/>
                </a:cubicBezTo>
                <a:cubicBezTo>
                  <a:pt x="870682" y="178927"/>
                  <a:pt x="874483" y="177703"/>
                  <a:pt x="878205" y="175254"/>
                </a:cubicBezTo>
                <a:cubicBezTo>
                  <a:pt x="880343" y="173911"/>
                  <a:pt x="883035" y="171659"/>
                  <a:pt x="886281" y="168499"/>
                </a:cubicBezTo>
                <a:lnTo>
                  <a:pt x="886281" y="99773"/>
                </a:lnTo>
                <a:cubicBezTo>
                  <a:pt x="886281" y="94717"/>
                  <a:pt x="885272" y="91182"/>
                  <a:pt x="883253" y="89167"/>
                </a:cubicBezTo>
                <a:cubicBezTo>
                  <a:pt x="881233" y="87153"/>
                  <a:pt x="877175" y="86027"/>
                  <a:pt x="871078" y="85790"/>
                </a:cubicBezTo>
                <a:lnTo>
                  <a:pt x="871078" y="79865"/>
                </a:lnTo>
                <a:lnTo>
                  <a:pt x="919539" y="79865"/>
                </a:lnTo>
                <a:lnTo>
                  <a:pt x="919539" y="167315"/>
                </a:lnTo>
                <a:cubicBezTo>
                  <a:pt x="919539" y="172242"/>
                  <a:pt x="920489" y="175650"/>
                  <a:pt x="922389" y="177538"/>
                </a:cubicBezTo>
                <a:cubicBezTo>
                  <a:pt x="924290" y="179424"/>
                  <a:pt x="928011" y="180598"/>
                  <a:pt x="933554" y="181060"/>
                </a:cubicBezTo>
                <a:lnTo>
                  <a:pt x="933554" y="186985"/>
                </a:lnTo>
                <a:cubicBezTo>
                  <a:pt x="918509" y="188387"/>
                  <a:pt x="909027" y="189419"/>
                  <a:pt x="905107" y="190080"/>
                </a:cubicBezTo>
                <a:cubicBezTo>
                  <a:pt x="901188" y="190742"/>
                  <a:pt x="894912" y="192396"/>
                  <a:pt x="886281" y="195042"/>
                </a:cubicBezTo>
                <a:lnTo>
                  <a:pt x="886281" y="178927"/>
                </a:lnTo>
                <a:cubicBezTo>
                  <a:pt x="880501" y="183941"/>
                  <a:pt x="875710" y="187482"/>
                  <a:pt x="871910" y="189551"/>
                </a:cubicBezTo>
                <a:cubicBezTo>
                  <a:pt x="865258" y="193212"/>
                  <a:pt x="858330" y="195042"/>
                  <a:pt x="851124" y="195042"/>
                </a:cubicBezTo>
                <a:cubicBezTo>
                  <a:pt x="843285" y="195042"/>
                  <a:pt x="835980" y="192554"/>
                  <a:pt x="829210" y="187577"/>
                </a:cubicBezTo>
                <a:cubicBezTo>
                  <a:pt x="822440" y="182600"/>
                  <a:pt x="819054" y="173753"/>
                  <a:pt x="819054" y="161034"/>
                </a:cubicBezTo>
                <a:lnTo>
                  <a:pt x="819054" y="99773"/>
                </a:lnTo>
                <a:cubicBezTo>
                  <a:pt x="819054" y="94638"/>
                  <a:pt x="818223" y="91280"/>
                  <a:pt x="816560" y="89701"/>
                </a:cubicBezTo>
                <a:cubicBezTo>
                  <a:pt x="814897" y="88121"/>
                  <a:pt x="811690" y="86817"/>
                  <a:pt x="806939" y="85790"/>
                </a:cubicBezTo>
                <a:lnTo>
                  <a:pt x="806939" y="79865"/>
                </a:lnTo>
                <a:lnTo>
                  <a:pt x="852787" y="79865"/>
                </a:lnTo>
                <a:moveTo>
                  <a:pt x="868346" y="76785"/>
                </a:moveTo>
                <a:lnTo>
                  <a:pt x="868346" y="76785"/>
                </a:lnTo>
                <a:close/>
                <a:moveTo>
                  <a:pt x="941603" y="90530"/>
                </a:moveTo>
                <a:lnTo>
                  <a:pt x="941603" y="83776"/>
                </a:lnTo>
                <a:cubicBezTo>
                  <a:pt x="943741" y="81801"/>
                  <a:pt x="946394" y="79470"/>
                  <a:pt x="949561" y="76785"/>
                </a:cubicBezTo>
                <a:cubicBezTo>
                  <a:pt x="953758" y="72914"/>
                  <a:pt x="957717" y="68924"/>
                  <a:pt x="961439" y="64817"/>
                </a:cubicBezTo>
                <a:cubicBezTo>
                  <a:pt x="968803" y="56759"/>
                  <a:pt x="975494" y="48109"/>
                  <a:pt x="981512" y="38866"/>
                </a:cubicBezTo>
                <a:lnTo>
                  <a:pt x="987688" y="38866"/>
                </a:lnTo>
                <a:lnTo>
                  <a:pt x="987688" y="79865"/>
                </a:lnTo>
                <a:lnTo>
                  <a:pt x="1010850" y="79865"/>
                </a:lnTo>
                <a:lnTo>
                  <a:pt x="1010850" y="90530"/>
                </a:lnTo>
                <a:lnTo>
                  <a:pt x="987688" y="90530"/>
                </a:lnTo>
                <a:lnTo>
                  <a:pt x="987688" y="163823"/>
                </a:lnTo>
                <a:cubicBezTo>
                  <a:pt x="987688" y="167232"/>
                  <a:pt x="988203" y="170087"/>
                  <a:pt x="989232" y="172388"/>
                </a:cubicBezTo>
                <a:cubicBezTo>
                  <a:pt x="990816" y="175957"/>
                  <a:pt x="993429" y="177742"/>
                  <a:pt x="997072" y="177742"/>
                </a:cubicBezTo>
                <a:cubicBezTo>
                  <a:pt x="1000239" y="177742"/>
                  <a:pt x="1002892" y="176603"/>
                  <a:pt x="1005029" y="174324"/>
                </a:cubicBezTo>
                <a:cubicBezTo>
                  <a:pt x="1007167" y="172046"/>
                  <a:pt x="1009305" y="168919"/>
                  <a:pt x="1011443" y="164945"/>
                </a:cubicBezTo>
                <a:lnTo>
                  <a:pt x="1017263" y="167789"/>
                </a:lnTo>
                <a:cubicBezTo>
                  <a:pt x="1014413" y="174424"/>
                  <a:pt x="1011008" y="179835"/>
                  <a:pt x="1007049" y="184022"/>
                </a:cubicBezTo>
                <a:cubicBezTo>
                  <a:pt x="1000081" y="191369"/>
                  <a:pt x="991568" y="195042"/>
                  <a:pt x="981512" y="195042"/>
                </a:cubicBezTo>
                <a:cubicBezTo>
                  <a:pt x="975811" y="195042"/>
                  <a:pt x="970822" y="193976"/>
                  <a:pt x="966546" y="191843"/>
                </a:cubicBezTo>
                <a:cubicBezTo>
                  <a:pt x="958311" y="187735"/>
                  <a:pt x="954194" y="180256"/>
                  <a:pt x="954194" y="169407"/>
                </a:cubicBezTo>
                <a:lnTo>
                  <a:pt x="954194" y="90530"/>
                </a:lnTo>
                <a:lnTo>
                  <a:pt x="941603" y="90530"/>
                </a:lnTo>
                <a:close/>
                <a:moveTo>
                  <a:pt x="1032663" y="42777"/>
                </a:moveTo>
                <a:cubicBezTo>
                  <a:pt x="1032663" y="37563"/>
                  <a:pt x="1034504" y="33119"/>
                  <a:pt x="1038187" y="29446"/>
                </a:cubicBezTo>
                <a:cubicBezTo>
                  <a:pt x="1041869" y="25773"/>
                  <a:pt x="1046323" y="23936"/>
                  <a:pt x="1051549" y="23936"/>
                </a:cubicBezTo>
                <a:cubicBezTo>
                  <a:pt x="1056696" y="23936"/>
                  <a:pt x="1061110" y="25773"/>
                  <a:pt x="1064792" y="29446"/>
                </a:cubicBezTo>
                <a:cubicBezTo>
                  <a:pt x="1068474" y="33119"/>
                  <a:pt x="1070315" y="37563"/>
                  <a:pt x="1070315" y="42777"/>
                </a:cubicBezTo>
                <a:cubicBezTo>
                  <a:pt x="1070315" y="47990"/>
                  <a:pt x="1068474" y="52434"/>
                  <a:pt x="1064792" y="56107"/>
                </a:cubicBezTo>
                <a:cubicBezTo>
                  <a:pt x="1061110" y="59781"/>
                  <a:pt x="1056696" y="61617"/>
                  <a:pt x="1051549" y="61617"/>
                </a:cubicBezTo>
                <a:cubicBezTo>
                  <a:pt x="1046323" y="61617"/>
                  <a:pt x="1041869" y="59781"/>
                  <a:pt x="1038187" y="56107"/>
                </a:cubicBezTo>
                <a:cubicBezTo>
                  <a:pt x="1034504" y="52434"/>
                  <a:pt x="1032663" y="47990"/>
                  <a:pt x="1032663" y="42777"/>
                </a:cubicBezTo>
                <a:moveTo>
                  <a:pt x="1021974" y="185800"/>
                </a:moveTo>
                <a:cubicBezTo>
                  <a:pt x="1026250" y="185010"/>
                  <a:pt x="1029179" y="183910"/>
                  <a:pt x="1030763" y="182500"/>
                </a:cubicBezTo>
                <a:cubicBezTo>
                  <a:pt x="1033139" y="180387"/>
                  <a:pt x="1034326" y="176589"/>
                  <a:pt x="1034326" y="171106"/>
                </a:cubicBezTo>
                <a:lnTo>
                  <a:pt x="1034326" y="99773"/>
                </a:lnTo>
                <a:cubicBezTo>
                  <a:pt x="1034326" y="94875"/>
                  <a:pt x="1033495" y="91537"/>
                  <a:pt x="1031832" y="89760"/>
                </a:cubicBezTo>
                <a:cubicBezTo>
                  <a:pt x="1030169" y="87982"/>
                  <a:pt x="1026883" y="86659"/>
                  <a:pt x="1021974" y="85790"/>
                </a:cubicBezTo>
                <a:lnTo>
                  <a:pt x="1021974" y="79865"/>
                </a:lnTo>
                <a:lnTo>
                  <a:pt x="1068652" y="79865"/>
                </a:lnTo>
                <a:lnTo>
                  <a:pt x="1068652" y="172054"/>
                </a:lnTo>
                <a:cubicBezTo>
                  <a:pt x="1068652" y="177347"/>
                  <a:pt x="1069444" y="180744"/>
                  <a:pt x="1071028" y="182245"/>
                </a:cubicBezTo>
                <a:cubicBezTo>
                  <a:pt x="1072612" y="183746"/>
                  <a:pt x="1075581" y="184931"/>
                  <a:pt x="1079936" y="185800"/>
                </a:cubicBezTo>
                <a:lnTo>
                  <a:pt x="1079936" y="191724"/>
                </a:lnTo>
                <a:lnTo>
                  <a:pt x="1021974" y="191724"/>
                </a:lnTo>
                <a:lnTo>
                  <a:pt x="1021974" y="185800"/>
                </a:lnTo>
                <a:close/>
                <a:moveTo>
                  <a:pt x="1090732" y="136150"/>
                </a:moveTo>
                <a:cubicBezTo>
                  <a:pt x="1090732" y="119211"/>
                  <a:pt x="1095938" y="105081"/>
                  <a:pt x="1106351" y="93763"/>
                </a:cubicBezTo>
                <a:cubicBezTo>
                  <a:pt x="1116764" y="82444"/>
                  <a:pt x="1129849" y="76785"/>
                  <a:pt x="1145606" y="76785"/>
                </a:cubicBezTo>
                <a:cubicBezTo>
                  <a:pt x="1161681" y="76785"/>
                  <a:pt x="1174845" y="82564"/>
                  <a:pt x="1185099" y="94122"/>
                </a:cubicBezTo>
                <a:cubicBezTo>
                  <a:pt x="1195353" y="105678"/>
                  <a:pt x="1200481" y="119687"/>
                  <a:pt x="1200481" y="136150"/>
                </a:cubicBezTo>
                <a:cubicBezTo>
                  <a:pt x="1200481" y="152377"/>
                  <a:pt x="1195413" y="166328"/>
                  <a:pt x="1185277" y="178005"/>
                </a:cubicBezTo>
                <a:cubicBezTo>
                  <a:pt x="1175142" y="189679"/>
                  <a:pt x="1161918" y="195516"/>
                  <a:pt x="1145606" y="195516"/>
                </a:cubicBezTo>
                <a:cubicBezTo>
                  <a:pt x="1129770" y="195516"/>
                  <a:pt x="1116665" y="189837"/>
                  <a:pt x="1106292" y="178479"/>
                </a:cubicBezTo>
                <a:cubicBezTo>
                  <a:pt x="1095918" y="167121"/>
                  <a:pt x="1090732" y="153011"/>
                  <a:pt x="1090732" y="136150"/>
                </a:cubicBezTo>
                <a:moveTo>
                  <a:pt x="1126483" y="136150"/>
                </a:moveTo>
                <a:cubicBezTo>
                  <a:pt x="1126483" y="153174"/>
                  <a:pt x="1127354" y="165090"/>
                  <a:pt x="1129096" y="171899"/>
                </a:cubicBezTo>
                <a:cubicBezTo>
                  <a:pt x="1131868" y="182430"/>
                  <a:pt x="1137371" y="187696"/>
                  <a:pt x="1145606" y="187696"/>
                </a:cubicBezTo>
                <a:cubicBezTo>
                  <a:pt x="1153445" y="187696"/>
                  <a:pt x="1158592" y="183658"/>
                  <a:pt x="1161047" y="175583"/>
                </a:cubicBezTo>
                <a:cubicBezTo>
                  <a:pt x="1163502" y="167506"/>
                  <a:pt x="1164729" y="154362"/>
                  <a:pt x="1164729" y="136150"/>
                </a:cubicBezTo>
                <a:cubicBezTo>
                  <a:pt x="1164729" y="118018"/>
                  <a:pt x="1163442" y="104895"/>
                  <a:pt x="1160869" y="96781"/>
                </a:cubicBezTo>
                <a:cubicBezTo>
                  <a:pt x="1158295" y="88664"/>
                  <a:pt x="1153248" y="84605"/>
                  <a:pt x="1145725" y="84605"/>
                </a:cubicBezTo>
                <a:cubicBezTo>
                  <a:pt x="1137490" y="84605"/>
                  <a:pt x="1131987" y="89871"/>
                  <a:pt x="1129215" y="100402"/>
                </a:cubicBezTo>
                <a:cubicBezTo>
                  <a:pt x="1127394" y="107448"/>
                  <a:pt x="1126483" y="119364"/>
                  <a:pt x="1126483" y="136150"/>
                </a:cubicBezTo>
                <a:moveTo>
                  <a:pt x="1145606" y="76785"/>
                </a:moveTo>
                <a:lnTo>
                  <a:pt x="1145606" y="76785"/>
                </a:lnTo>
                <a:close/>
                <a:moveTo>
                  <a:pt x="1210933" y="185800"/>
                </a:moveTo>
                <a:cubicBezTo>
                  <a:pt x="1215367" y="185247"/>
                  <a:pt x="1218633" y="184042"/>
                  <a:pt x="1220732" y="182186"/>
                </a:cubicBezTo>
                <a:cubicBezTo>
                  <a:pt x="1222830" y="180329"/>
                  <a:pt x="1223879" y="176636"/>
                  <a:pt x="1223879" y="171106"/>
                </a:cubicBezTo>
                <a:lnTo>
                  <a:pt x="1223879" y="99773"/>
                </a:lnTo>
                <a:cubicBezTo>
                  <a:pt x="1223879" y="94875"/>
                  <a:pt x="1223028" y="91478"/>
                  <a:pt x="1221326" y="89582"/>
                </a:cubicBezTo>
                <a:cubicBezTo>
                  <a:pt x="1219623" y="87686"/>
                  <a:pt x="1216159" y="86422"/>
                  <a:pt x="1210933" y="85790"/>
                </a:cubicBezTo>
                <a:lnTo>
                  <a:pt x="1210933" y="79865"/>
                </a:lnTo>
                <a:lnTo>
                  <a:pt x="1257018" y="79865"/>
                </a:lnTo>
                <a:lnTo>
                  <a:pt x="1257018" y="97288"/>
                </a:lnTo>
                <a:cubicBezTo>
                  <a:pt x="1260898" y="91442"/>
                  <a:pt x="1265827" y="86604"/>
                  <a:pt x="1271805" y="82772"/>
                </a:cubicBezTo>
                <a:cubicBezTo>
                  <a:pt x="1277784" y="78938"/>
                  <a:pt x="1284415" y="77022"/>
                  <a:pt x="1291700" y="77022"/>
                </a:cubicBezTo>
                <a:cubicBezTo>
                  <a:pt x="1302152" y="77022"/>
                  <a:pt x="1310249" y="79707"/>
                  <a:pt x="1315990" y="85079"/>
                </a:cubicBezTo>
                <a:cubicBezTo>
                  <a:pt x="1321731" y="90451"/>
                  <a:pt x="1324601" y="99891"/>
                  <a:pt x="1324601" y="113399"/>
                </a:cubicBezTo>
                <a:lnTo>
                  <a:pt x="1324601" y="172054"/>
                </a:lnTo>
                <a:cubicBezTo>
                  <a:pt x="1324601" y="177505"/>
                  <a:pt x="1325531" y="181020"/>
                  <a:pt x="1327392" y="182600"/>
                </a:cubicBezTo>
                <a:cubicBezTo>
                  <a:pt x="1329253" y="184180"/>
                  <a:pt x="1332361" y="185247"/>
                  <a:pt x="1336716" y="185800"/>
                </a:cubicBezTo>
                <a:lnTo>
                  <a:pt x="1336716" y="191724"/>
                </a:lnTo>
                <a:lnTo>
                  <a:pt x="1279585" y="191724"/>
                </a:lnTo>
                <a:lnTo>
                  <a:pt x="1279585" y="185800"/>
                </a:lnTo>
                <a:cubicBezTo>
                  <a:pt x="1283940" y="184936"/>
                  <a:pt x="1286910" y="183759"/>
                  <a:pt x="1288493" y="182271"/>
                </a:cubicBezTo>
                <a:cubicBezTo>
                  <a:pt x="1290077" y="180780"/>
                  <a:pt x="1290869" y="177406"/>
                  <a:pt x="1290869" y="172151"/>
                </a:cubicBezTo>
                <a:lnTo>
                  <a:pt x="1290869" y="113307"/>
                </a:lnTo>
                <a:cubicBezTo>
                  <a:pt x="1290869" y="107770"/>
                  <a:pt x="1290314" y="103616"/>
                  <a:pt x="1289206" y="100846"/>
                </a:cubicBezTo>
                <a:cubicBezTo>
                  <a:pt x="1287305" y="95865"/>
                  <a:pt x="1283544" y="93374"/>
                  <a:pt x="1277922" y="93374"/>
                </a:cubicBezTo>
                <a:cubicBezTo>
                  <a:pt x="1273725" y="93374"/>
                  <a:pt x="1269865" y="94897"/>
                  <a:pt x="1266342" y="97943"/>
                </a:cubicBezTo>
                <a:cubicBezTo>
                  <a:pt x="1262818" y="100987"/>
                  <a:pt x="1260106" y="104051"/>
                  <a:pt x="1258205" y="107134"/>
                </a:cubicBezTo>
                <a:lnTo>
                  <a:pt x="1258205" y="172151"/>
                </a:lnTo>
                <a:cubicBezTo>
                  <a:pt x="1258205" y="177406"/>
                  <a:pt x="1258997" y="180780"/>
                  <a:pt x="1260581" y="182271"/>
                </a:cubicBezTo>
                <a:cubicBezTo>
                  <a:pt x="1262165" y="183759"/>
                  <a:pt x="1265134" y="184936"/>
                  <a:pt x="1269489" y="185800"/>
                </a:cubicBezTo>
                <a:lnTo>
                  <a:pt x="1269489" y="191724"/>
                </a:lnTo>
                <a:lnTo>
                  <a:pt x="1210933" y="191724"/>
                </a:lnTo>
                <a:lnTo>
                  <a:pt x="1210933" y="185800"/>
                </a:lnTo>
                <a:moveTo>
                  <a:pt x="1274478" y="76785"/>
                </a:moveTo>
                <a:lnTo>
                  <a:pt x="1274478" y="76785"/>
                </a:lnTo>
                <a:close/>
                <a:moveTo>
                  <a:pt x="1406405" y="185563"/>
                </a:moveTo>
                <a:cubicBezTo>
                  <a:pt x="1414640" y="185165"/>
                  <a:pt x="1420262" y="183617"/>
                  <a:pt x="1423271" y="180919"/>
                </a:cubicBezTo>
                <a:cubicBezTo>
                  <a:pt x="1426280" y="178219"/>
                  <a:pt x="1427784" y="172341"/>
                  <a:pt x="1427784" y="163286"/>
                </a:cubicBezTo>
                <a:lnTo>
                  <a:pt x="1427784" y="56166"/>
                </a:lnTo>
                <a:cubicBezTo>
                  <a:pt x="1427784" y="46766"/>
                  <a:pt x="1426003" y="40644"/>
                  <a:pt x="1422439" y="37800"/>
                </a:cubicBezTo>
                <a:cubicBezTo>
                  <a:pt x="1420064" y="35904"/>
                  <a:pt x="1414719" y="34600"/>
                  <a:pt x="1406405" y="33890"/>
                </a:cubicBezTo>
                <a:lnTo>
                  <a:pt x="1406405" y="27728"/>
                </a:lnTo>
                <a:lnTo>
                  <a:pt x="1484678" y="27728"/>
                </a:lnTo>
                <a:cubicBezTo>
                  <a:pt x="1500910" y="27728"/>
                  <a:pt x="1514055" y="29426"/>
                  <a:pt x="1524111" y="32823"/>
                </a:cubicBezTo>
                <a:cubicBezTo>
                  <a:pt x="1543590" y="39696"/>
                  <a:pt x="1553330" y="52059"/>
                  <a:pt x="1553330" y="69912"/>
                </a:cubicBezTo>
                <a:cubicBezTo>
                  <a:pt x="1553330" y="83104"/>
                  <a:pt x="1548460" y="93492"/>
                  <a:pt x="1538721" y="101076"/>
                </a:cubicBezTo>
                <a:cubicBezTo>
                  <a:pt x="1531277" y="106764"/>
                  <a:pt x="1523399" y="110398"/>
                  <a:pt x="1515084" y="111978"/>
                </a:cubicBezTo>
                <a:lnTo>
                  <a:pt x="1564020" y="180949"/>
                </a:lnTo>
                <a:cubicBezTo>
                  <a:pt x="1565366" y="182842"/>
                  <a:pt x="1566791" y="184085"/>
                  <a:pt x="1568296" y="184678"/>
                </a:cubicBezTo>
                <a:cubicBezTo>
                  <a:pt x="1569800" y="185268"/>
                  <a:pt x="1571661" y="185642"/>
                  <a:pt x="1573878" y="185800"/>
                </a:cubicBezTo>
                <a:lnTo>
                  <a:pt x="1573878" y="191724"/>
                </a:lnTo>
                <a:lnTo>
                  <a:pt x="1524111" y="191724"/>
                </a:lnTo>
                <a:lnTo>
                  <a:pt x="1473632" y="115888"/>
                </a:lnTo>
                <a:lnTo>
                  <a:pt x="1467218" y="115888"/>
                </a:lnTo>
                <a:lnTo>
                  <a:pt x="1467218" y="163286"/>
                </a:lnTo>
                <a:cubicBezTo>
                  <a:pt x="1467218" y="171862"/>
                  <a:pt x="1468643" y="177640"/>
                  <a:pt x="1471494" y="180619"/>
                </a:cubicBezTo>
                <a:cubicBezTo>
                  <a:pt x="1474344" y="183596"/>
                  <a:pt x="1480045" y="185244"/>
                  <a:pt x="1488597" y="185563"/>
                </a:cubicBezTo>
                <a:lnTo>
                  <a:pt x="1488597" y="191724"/>
                </a:lnTo>
                <a:lnTo>
                  <a:pt x="1406405" y="191724"/>
                </a:lnTo>
                <a:lnTo>
                  <a:pt x="1406405" y="185563"/>
                </a:lnTo>
                <a:moveTo>
                  <a:pt x="1467218" y="108067"/>
                </a:moveTo>
                <a:cubicBezTo>
                  <a:pt x="1483134" y="107830"/>
                  <a:pt x="1494516" y="105602"/>
                  <a:pt x="1501366" y="101383"/>
                </a:cubicBezTo>
                <a:cubicBezTo>
                  <a:pt x="1508215" y="97164"/>
                  <a:pt x="1511640" y="87405"/>
                  <a:pt x="1511640" y="72104"/>
                </a:cubicBezTo>
                <a:cubicBezTo>
                  <a:pt x="1511640" y="62718"/>
                  <a:pt x="1510333" y="55305"/>
                  <a:pt x="1507720" y="49864"/>
                </a:cubicBezTo>
                <a:cubicBezTo>
                  <a:pt x="1503207" y="40636"/>
                  <a:pt x="1494972" y="36022"/>
                  <a:pt x="1483015" y="36022"/>
                </a:cubicBezTo>
                <a:cubicBezTo>
                  <a:pt x="1476522" y="36022"/>
                  <a:pt x="1472266" y="36831"/>
                  <a:pt x="1470246" y="38448"/>
                </a:cubicBezTo>
                <a:cubicBezTo>
                  <a:pt x="1468227" y="40065"/>
                  <a:pt x="1467218" y="42726"/>
                  <a:pt x="1467218" y="46431"/>
                </a:cubicBezTo>
                <a:lnTo>
                  <a:pt x="1467218" y="108067"/>
                </a:lnTo>
                <a:close/>
                <a:moveTo>
                  <a:pt x="1583869" y="135913"/>
                </a:moveTo>
                <a:cubicBezTo>
                  <a:pt x="1583869" y="117270"/>
                  <a:pt x="1588838" y="102794"/>
                  <a:pt x="1598775" y="92485"/>
                </a:cubicBezTo>
                <a:cubicBezTo>
                  <a:pt x="1608713" y="82176"/>
                  <a:pt x="1620689" y="77022"/>
                  <a:pt x="1634705" y="77022"/>
                </a:cubicBezTo>
                <a:cubicBezTo>
                  <a:pt x="1642702" y="77022"/>
                  <a:pt x="1650225" y="79120"/>
                  <a:pt x="1657272" y="83317"/>
                </a:cubicBezTo>
                <a:cubicBezTo>
                  <a:pt x="1664320" y="87511"/>
                  <a:pt x="1669744" y="93329"/>
                  <a:pt x="1673545" y="100772"/>
                </a:cubicBezTo>
                <a:cubicBezTo>
                  <a:pt x="1676395" y="106393"/>
                  <a:pt x="1678375" y="113676"/>
                  <a:pt x="1679483" y="122620"/>
                </a:cubicBezTo>
                <a:cubicBezTo>
                  <a:pt x="1680038" y="126817"/>
                  <a:pt x="1680315" y="130023"/>
                  <a:pt x="1680315" y="132240"/>
                </a:cubicBezTo>
                <a:lnTo>
                  <a:pt x="1618314" y="132240"/>
                </a:lnTo>
                <a:cubicBezTo>
                  <a:pt x="1618868" y="141905"/>
                  <a:pt x="1620452" y="150274"/>
                  <a:pt x="1623065" y="157346"/>
                </a:cubicBezTo>
                <a:cubicBezTo>
                  <a:pt x="1627816" y="170627"/>
                  <a:pt x="1636170" y="177268"/>
                  <a:pt x="1648127" y="177268"/>
                </a:cubicBezTo>
                <a:cubicBezTo>
                  <a:pt x="1653828" y="177268"/>
                  <a:pt x="1659212" y="175501"/>
                  <a:pt x="1664280" y="171965"/>
                </a:cubicBezTo>
                <a:cubicBezTo>
                  <a:pt x="1667368" y="169842"/>
                  <a:pt x="1671209" y="166267"/>
                  <a:pt x="1675801" y="161238"/>
                </a:cubicBezTo>
                <a:lnTo>
                  <a:pt x="1681384" y="164656"/>
                </a:lnTo>
                <a:cubicBezTo>
                  <a:pt x="1673861" y="177001"/>
                  <a:pt x="1665151" y="185587"/>
                  <a:pt x="1655253" y="190414"/>
                </a:cubicBezTo>
                <a:cubicBezTo>
                  <a:pt x="1648839" y="193499"/>
                  <a:pt x="1641475" y="195042"/>
                  <a:pt x="1633161" y="195042"/>
                </a:cubicBezTo>
                <a:cubicBezTo>
                  <a:pt x="1621204" y="195042"/>
                  <a:pt x="1610000" y="190342"/>
                  <a:pt x="1599547" y="180941"/>
                </a:cubicBezTo>
                <a:cubicBezTo>
                  <a:pt x="1589095" y="171541"/>
                  <a:pt x="1583869" y="156532"/>
                  <a:pt x="1583869" y="135913"/>
                </a:cubicBezTo>
                <a:moveTo>
                  <a:pt x="1650383" y="123235"/>
                </a:moveTo>
                <a:cubicBezTo>
                  <a:pt x="1650225" y="108981"/>
                  <a:pt x="1649116" y="99018"/>
                  <a:pt x="1647058" y="93348"/>
                </a:cubicBezTo>
                <a:cubicBezTo>
                  <a:pt x="1644999" y="87677"/>
                  <a:pt x="1640881" y="84842"/>
                  <a:pt x="1634705" y="84842"/>
                </a:cubicBezTo>
                <a:cubicBezTo>
                  <a:pt x="1628370" y="84842"/>
                  <a:pt x="1624035" y="88111"/>
                  <a:pt x="1621699" y="94648"/>
                </a:cubicBezTo>
                <a:cubicBezTo>
                  <a:pt x="1619363" y="101185"/>
                  <a:pt x="1618037" y="110714"/>
                  <a:pt x="1617720" y="123235"/>
                </a:cubicBezTo>
                <a:lnTo>
                  <a:pt x="1650383" y="123235"/>
                </a:lnTo>
                <a:moveTo>
                  <a:pt x="1634467" y="76785"/>
                </a:moveTo>
                <a:lnTo>
                  <a:pt x="1634467" y="76785"/>
                </a:lnTo>
                <a:close/>
                <a:moveTo>
                  <a:pt x="1693121" y="154991"/>
                </a:moveTo>
                <a:lnTo>
                  <a:pt x="1699891" y="154991"/>
                </a:lnTo>
                <a:cubicBezTo>
                  <a:pt x="1702267" y="166517"/>
                  <a:pt x="1706701" y="174653"/>
                  <a:pt x="1713194" y="179397"/>
                </a:cubicBezTo>
                <a:cubicBezTo>
                  <a:pt x="1719687" y="184140"/>
                  <a:pt x="1726338" y="186511"/>
                  <a:pt x="1733148" y="186511"/>
                </a:cubicBezTo>
                <a:cubicBezTo>
                  <a:pt x="1739404" y="186511"/>
                  <a:pt x="1743996" y="185112"/>
                  <a:pt x="1746926" y="182315"/>
                </a:cubicBezTo>
                <a:cubicBezTo>
                  <a:pt x="1749856" y="179516"/>
                  <a:pt x="1751321" y="175831"/>
                  <a:pt x="1751321" y="171262"/>
                </a:cubicBezTo>
                <a:cubicBezTo>
                  <a:pt x="1751321" y="166927"/>
                  <a:pt x="1749737" y="163222"/>
                  <a:pt x="1746570" y="160146"/>
                </a:cubicBezTo>
                <a:cubicBezTo>
                  <a:pt x="1744828" y="158492"/>
                  <a:pt x="1742017" y="156717"/>
                  <a:pt x="1738137" y="154821"/>
                </a:cubicBezTo>
                <a:lnTo>
                  <a:pt x="1720083" y="146060"/>
                </a:lnTo>
                <a:cubicBezTo>
                  <a:pt x="1710581" y="141401"/>
                  <a:pt x="1703771" y="136349"/>
                  <a:pt x="1699653" y="130903"/>
                </a:cubicBezTo>
                <a:cubicBezTo>
                  <a:pt x="1695457" y="125455"/>
                  <a:pt x="1693358" y="119021"/>
                  <a:pt x="1693358" y="111600"/>
                </a:cubicBezTo>
                <a:cubicBezTo>
                  <a:pt x="1693358" y="102204"/>
                  <a:pt x="1696644" y="94092"/>
                  <a:pt x="1703217" y="87264"/>
                </a:cubicBezTo>
                <a:cubicBezTo>
                  <a:pt x="1709789" y="80436"/>
                  <a:pt x="1718974" y="77022"/>
                  <a:pt x="1730773" y="77022"/>
                </a:cubicBezTo>
                <a:cubicBezTo>
                  <a:pt x="1735920" y="77022"/>
                  <a:pt x="1741383" y="77891"/>
                  <a:pt x="1747164" y="79628"/>
                </a:cubicBezTo>
                <a:cubicBezTo>
                  <a:pt x="1752944" y="81366"/>
                  <a:pt x="1756547" y="82235"/>
                  <a:pt x="1757972" y="82235"/>
                </a:cubicBezTo>
                <a:cubicBezTo>
                  <a:pt x="1759952" y="82235"/>
                  <a:pt x="1761357" y="81821"/>
                  <a:pt x="1762189" y="80991"/>
                </a:cubicBezTo>
                <a:cubicBezTo>
                  <a:pt x="1763020" y="80162"/>
                  <a:pt x="1763713" y="78996"/>
                  <a:pt x="1764267" y="77496"/>
                </a:cubicBezTo>
                <a:lnTo>
                  <a:pt x="1769612" y="77496"/>
                </a:lnTo>
                <a:lnTo>
                  <a:pt x="1769612" y="112570"/>
                </a:lnTo>
                <a:lnTo>
                  <a:pt x="1763436" y="112570"/>
                </a:lnTo>
                <a:cubicBezTo>
                  <a:pt x="1761140" y="104354"/>
                  <a:pt x="1757378" y="97758"/>
                  <a:pt x="1752152" y="92781"/>
                </a:cubicBezTo>
                <a:cubicBezTo>
                  <a:pt x="1746926" y="87805"/>
                  <a:pt x="1740829" y="85316"/>
                  <a:pt x="1733861" y="85316"/>
                </a:cubicBezTo>
                <a:cubicBezTo>
                  <a:pt x="1728476" y="85316"/>
                  <a:pt x="1724458" y="86813"/>
                  <a:pt x="1721805" y="89808"/>
                </a:cubicBezTo>
                <a:cubicBezTo>
                  <a:pt x="1719152" y="92802"/>
                  <a:pt x="1717826" y="96034"/>
                  <a:pt x="1717826" y="99502"/>
                </a:cubicBezTo>
                <a:cubicBezTo>
                  <a:pt x="1717826" y="102339"/>
                  <a:pt x="1719014" y="105176"/>
                  <a:pt x="1721389" y="108015"/>
                </a:cubicBezTo>
                <a:cubicBezTo>
                  <a:pt x="1723686" y="110931"/>
                  <a:pt x="1728041" y="113928"/>
                  <a:pt x="1734455" y="117006"/>
                </a:cubicBezTo>
                <a:lnTo>
                  <a:pt x="1747758" y="123401"/>
                </a:lnTo>
                <a:cubicBezTo>
                  <a:pt x="1755993" y="127349"/>
                  <a:pt x="1762011" y="131177"/>
                  <a:pt x="1765812" y="134888"/>
                </a:cubicBezTo>
                <a:cubicBezTo>
                  <a:pt x="1772146" y="141203"/>
                  <a:pt x="1775314" y="148979"/>
                  <a:pt x="1775314" y="158216"/>
                </a:cubicBezTo>
                <a:cubicBezTo>
                  <a:pt x="1775314" y="167215"/>
                  <a:pt x="1772047" y="175602"/>
                  <a:pt x="1765515" y="183378"/>
                </a:cubicBezTo>
                <a:cubicBezTo>
                  <a:pt x="1758982" y="191154"/>
                  <a:pt x="1749183" y="195042"/>
                  <a:pt x="1736118" y="195042"/>
                </a:cubicBezTo>
                <a:cubicBezTo>
                  <a:pt x="1732871" y="195042"/>
                  <a:pt x="1729605" y="194700"/>
                  <a:pt x="1726319" y="194017"/>
                </a:cubicBezTo>
                <a:cubicBezTo>
                  <a:pt x="1723032" y="193335"/>
                  <a:pt x="1718974" y="192150"/>
                  <a:pt x="1714144" y="190462"/>
                </a:cubicBezTo>
                <a:lnTo>
                  <a:pt x="1709987" y="189018"/>
                </a:lnTo>
                <a:cubicBezTo>
                  <a:pt x="1708482" y="188455"/>
                  <a:pt x="1707552" y="188134"/>
                  <a:pt x="1707196" y="188055"/>
                </a:cubicBezTo>
                <a:cubicBezTo>
                  <a:pt x="1706839" y="187973"/>
                  <a:pt x="1706384" y="187933"/>
                  <a:pt x="1705830" y="187933"/>
                </a:cubicBezTo>
                <a:cubicBezTo>
                  <a:pt x="1704484" y="187933"/>
                  <a:pt x="1703316" y="188476"/>
                  <a:pt x="1702326" y="189562"/>
                </a:cubicBezTo>
                <a:cubicBezTo>
                  <a:pt x="1701336" y="190646"/>
                  <a:pt x="1700208" y="192472"/>
                  <a:pt x="1698941" y="195042"/>
                </a:cubicBezTo>
                <a:lnTo>
                  <a:pt x="1693121" y="195042"/>
                </a:lnTo>
                <a:lnTo>
                  <a:pt x="1693121" y="154991"/>
                </a:lnTo>
                <a:moveTo>
                  <a:pt x="1734098" y="76785"/>
                </a:moveTo>
                <a:lnTo>
                  <a:pt x="1734098" y="76785"/>
                </a:lnTo>
                <a:close/>
                <a:moveTo>
                  <a:pt x="1832359" y="79865"/>
                </a:moveTo>
                <a:lnTo>
                  <a:pt x="1832359" y="162119"/>
                </a:lnTo>
                <a:cubicBezTo>
                  <a:pt x="1832359" y="167012"/>
                  <a:pt x="1832952" y="170603"/>
                  <a:pt x="1834140" y="172891"/>
                </a:cubicBezTo>
                <a:cubicBezTo>
                  <a:pt x="1836199" y="176915"/>
                  <a:pt x="1840277" y="178927"/>
                  <a:pt x="1846374" y="178927"/>
                </a:cubicBezTo>
                <a:cubicBezTo>
                  <a:pt x="1850254" y="178927"/>
                  <a:pt x="1854055" y="177703"/>
                  <a:pt x="1857777" y="175254"/>
                </a:cubicBezTo>
                <a:cubicBezTo>
                  <a:pt x="1859915" y="173911"/>
                  <a:pt x="1862607" y="171659"/>
                  <a:pt x="1865853" y="168499"/>
                </a:cubicBezTo>
                <a:lnTo>
                  <a:pt x="1865853" y="99773"/>
                </a:lnTo>
                <a:cubicBezTo>
                  <a:pt x="1865853" y="94717"/>
                  <a:pt x="1864844" y="91182"/>
                  <a:pt x="1862825" y="89167"/>
                </a:cubicBezTo>
                <a:cubicBezTo>
                  <a:pt x="1860805" y="87153"/>
                  <a:pt x="1856747" y="86027"/>
                  <a:pt x="1850650" y="85790"/>
                </a:cubicBezTo>
                <a:lnTo>
                  <a:pt x="1850650" y="79865"/>
                </a:lnTo>
                <a:lnTo>
                  <a:pt x="1899111" y="79865"/>
                </a:lnTo>
                <a:lnTo>
                  <a:pt x="1899111" y="167315"/>
                </a:lnTo>
                <a:cubicBezTo>
                  <a:pt x="1899111" y="172242"/>
                  <a:pt x="1900061" y="175650"/>
                  <a:pt x="1901961" y="177538"/>
                </a:cubicBezTo>
                <a:cubicBezTo>
                  <a:pt x="1903862" y="179424"/>
                  <a:pt x="1907583" y="180598"/>
                  <a:pt x="1913126" y="181060"/>
                </a:cubicBezTo>
                <a:lnTo>
                  <a:pt x="1913126" y="186985"/>
                </a:lnTo>
                <a:cubicBezTo>
                  <a:pt x="1898081" y="188387"/>
                  <a:pt x="1888599" y="189419"/>
                  <a:pt x="1884679" y="190080"/>
                </a:cubicBezTo>
                <a:cubicBezTo>
                  <a:pt x="1880760" y="190742"/>
                  <a:pt x="1874484" y="192396"/>
                  <a:pt x="1865853" y="195042"/>
                </a:cubicBezTo>
                <a:lnTo>
                  <a:pt x="1865853" y="178927"/>
                </a:lnTo>
                <a:cubicBezTo>
                  <a:pt x="1860073" y="183941"/>
                  <a:pt x="1855282" y="187482"/>
                  <a:pt x="1851481" y="189551"/>
                </a:cubicBezTo>
                <a:cubicBezTo>
                  <a:pt x="1844830" y="193212"/>
                  <a:pt x="1837901" y="195042"/>
                  <a:pt x="1830696" y="195042"/>
                </a:cubicBezTo>
                <a:cubicBezTo>
                  <a:pt x="1822857" y="195042"/>
                  <a:pt x="1815552" y="192554"/>
                  <a:pt x="1808782" y="187577"/>
                </a:cubicBezTo>
                <a:cubicBezTo>
                  <a:pt x="1802011" y="182600"/>
                  <a:pt x="1798626" y="173753"/>
                  <a:pt x="1798626" y="161034"/>
                </a:cubicBezTo>
                <a:lnTo>
                  <a:pt x="1798626" y="99773"/>
                </a:lnTo>
                <a:cubicBezTo>
                  <a:pt x="1798626" y="94638"/>
                  <a:pt x="1797795" y="91280"/>
                  <a:pt x="1796132" y="89701"/>
                </a:cubicBezTo>
                <a:cubicBezTo>
                  <a:pt x="1794469" y="88121"/>
                  <a:pt x="1791262" y="86817"/>
                  <a:pt x="1786511" y="85790"/>
                </a:cubicBezTo>
                <a:lnTo>
                  <a:pt x="1786511" y="79865"/>
                </a:lnTo>
                <a:lnTo>
                  <a:pt x="1832359" y="79865"/>
                </a:lnTo>
                <a:moveTo>
                  <a:pt x="1847918" y="76785"/>
                </a:moveTo>
                <a:lnTo>
                  <a:pt x="1847918" y="76785"/>
                </a:lnTo>
                <a:close/>
                <a:moveTo>
                  <a:pt x="1921078" y="185800"/>
                </a:moveTo>
                <a:cubicBezTo>
                  <a:pt x="1925354" y="184773"/>
                  <a:pt x="1928383" y="183410"/>
                  <a:pt x="1930165" y="181712"/>
                </a:cubicBezTo>
                <a:cubicBezTo>
                  <a:pt x="1931946" y="180013"/>
                  <a:pt x="1932837" y="176478"/>
                  <a:pt x="1932837" y="171106"/>
                </a:cubicBezTo>
                <a:lnTo>
                  <a:pt x="1932837" y="47635"/>
                </a:lnTo>
                <a:cubicBezTo>
                  <a:pt x="1932837" y="42500"/>
                  <a:pt x="1932006" y="39143"/>
                  <a:pt x="1930343" y="37563"/>
                </a:cubicBezTo>
                <a:cubicBezTo>
                  <a:pt x="1928680" y="35983"/>
                  <a:pt x="1925592" y="34679"/>
                  <a:pt x="1921078" y="33653"/>
                </a:cubicBezTo>
                <a:lnTo>
                  <a:pt x="1921078" y="27728"/>
                </a:lnTo>
                <a:lnTo>
                  <a:pt x="1967163" y="27728"/>
                </a:lnTo>
                <a:lnTo>
                  <a:pt x="1967163" y="171106"/>
                </a:lnTo>
                <a:cubicBezTo>
                  <a:pt x="1967163" y="176478"/>
                  <a:pt x="1968034" y="179993"/>
                  <a:pt x="1969776" y="181652"/>
                </a:cubicBezTo>
                <a:cubicBezTo>
                  <a:pt x="1971518" y="183311"/>
                  <a:pt x="1974607" y="184694"/>
                  <a:pt x="1979041" y="185800"/>
                </a:cubicBezTo>
                <a:lnTo>
                  <a:pt x="1979041" y="191724"/>
                </a:lnTo>
                <a:lnTo>
                  <a:pt x="1921078" y="191724"/>
                </a:lnTo>
                <a:lnTo>
                  <a:pt x="1921078" y="185800"/>
                </a:lnTo>
                <a:close/>
                <a:moveTo>
                  <a:pt x="1988508" y="90530"/>
                </a:moveTo>
                <a:lnTo>
                  <a:pt x="1988508" y="83776"/>
                </a:lnTo>
                <a:cubicBezTo>
                  <a:pt x="1990646" y="81801"/>
                  <a:pt x="1993298" y="79470"/>
                  <a:pt x="1996466" y="76785"/>
                </a:cubicBezTo>
                <a:cubicBezTo>
                  <a:pt x="2000663" y="72914"/>
                  <a:pt x="2004622" y="68924"/>
                  <a:pt x="2008343" y="64817"/>
                </a:cubicBezTo>
                <a:cubicBezTo>
                  <a:pt x="2015707" y="56759"/>
                  <a:pt x="2022399" y="48109"/>
                  <a:pt x="2028416" y="38866"/>
                </a:cubicBezTo>
                <a:lnTo>
                  <a:pt x="2034593" y="38866"/>
                </a:lnTo>
                <a:lnTo>
                  <a:pt x="2034593" y="79865"/>
                </a:lnTo>
                <a:lnTo>
                  <a:pt x="2057754" y="79865"/>
                </a:lnTo>
                <a:lnTo>
                  <a:pt x="2057754" y="90530"/>
                </a:lnTo>
                <a:lnTo>
                  <a:pt x="2034593" y="90530"/>
                </a:lnTo>
                <a:lnTo>
                  <a:pt x="2034593" y="163823"/>
                </a:lnTo>
                <a:cubicBezTo>
                  <a:pt x="2034593" y="167232"/>
                  <a:pt x="2035108" y="170087"/>
                  <a:pt x="2036137" y="172388"/>
                </a:cubicBezTo>
                <a:cubicBezTo>
                  <a:pt x="2037721" y="175957"/>
                  <a:pt x="2040334" y="177742"/>
                  <a:pt x="2043976" y="177742"/>
                </a:cubicBezTo>
                <a:cubicBezTo>
                  <a:pt x="2047143" y="177742"/>
                  <a:pt x="2049796" y="176603"/>
                  <a:pt x="2051934" y="174324"/>
                </a:cubicBezTo>
                <a:cubicBezTo>
                  <a:pt x="2054072" y="172046"/>
                  <a:pt x="2056210" y="168919"/>
                  <a:pt x="2058348" y="164945"/>
                </a:cubicBezTo>
                <a:lnTo>
                  <a:pt x="2064168" y="167789"/>
                </a:lnTo>
                <a:cubicBezTo>
                  <a:pt x="2061317" y="174424"/>
                  <a:pt x="2057912" y="179835"/>
                  <a:pt x="2053953" y="184022"/>
                </a:cubicBezTo>
                <a:cubicBezTo>
                  <a:pt x="2046985" y="191369"/>
                  <a:pt x="2038473" y="195042"/>
                  <a:pt x="2028416" y="195042"/>
                </a:cubicBezTo>
                <a:cubicBezTo>
                  <a:pt x="2022715" y="195042"/>
                  <a:pt x="2017727" y="193976"/>
                  <a:pt x="2013451" y="191843"/>
                </a:cubicBezTo>
                <a:cubicBezTo>
                  <a:pt x="2005216" y="187735"/>
                  <a:pt x="2001098" y="180256"/>
                  <a:pt x="2001098" y="169407"/>
                </a:cubicBezTo>
                <a:lnTo>
                  <a:pt x="2001098" y="90530"/>
                </a:lnTo>
                <a:lnTo>
                  <a:pt x="1988508" y="90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DiscrepancyAnalysis">
            <a:extLst xmlns:a="http://schemas.openxmlformats.org/drawingml/2006/main">
              <a:ext uri="{FF2B5EF4-FFF2-40B4-BE49-F238E27FC236}">
                <a16:creationId xmlns:a16="http://schemas.microsoft.com/office/drawing/2014/main" id="{E5B39607-A451-4F84-94B7-90384AA4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585" y="358561"/>
            <a:ext cx="2198154" cy="217793"/>
          </a:xfrm>
          <a:custGeom xmlns:a="http://schemas.openxmlformats.org/drawingml/2006/main">
            <a:pathLst>
              <a:path w="2198154" h="217793">
                <a:moveTo>
                  <a:pt x="0" y="161627"/>
                </a:moveTo>
                <a:cubicBezTo>
                  <a:pt x="6097" y="161229"/>
                  <a:pt x="10492" y="160354"/>
                  <a:pt x="13184" y="159001"/>
                </a:cubicBezTo>
                <a:cubicBezTo>
                  <a:pt x="17935" y="156533"/>
                  <a:pt x="20311" y="152036"/>
                  <a:pt x="20311" y="145512"/>
                </a:cubicBezTo>
                <a:lnTo>
                  <a:pt x="20311" y="26069"/>
                </a:lnTo>
                <a:cubicBezTo>
                  <a:pt x="20311" y="19781"/>
                  <a:pt x="18054" y="15404"/>
                  <a:pt x="13540" y="12938"/>
                </a:cubicBezTo>
                <a:cubicBezTo>
                  <a:pt x="10927" y="11506"/>
                  <a:pt x="6414" y="10511"/>
                  <a:pt x="0" y="9954"/>
                </a:cubicBezTo>
                <a:lnTo>
                  <a:pt x="0" y="3792"/>
                </a:lnTo>
                <a:lnTo>
                  <a:pt x="74354" y="3792"/>
                </a:lnTo>
                <a:cubicBezTo>
                  <a:pt x="104364" y="3792"/>
                  <a:pt x="127248" y="11770"/>
                  <a:pt x="143006" y="27728"/>
                </a:cubicBezTo>
                <a:cubicBezTo>
                  <a:pt x="157338" y="42263"/>
                  <a:pt x="164504" y="61775"/>
                  <a:pt x="164504" y="86264"/>
                </a:cubicBezTo>
                <a:cubicBezTo>
                  <a:pt x="164504" y="108225"/>
                  <a:pt x="157299" y="126829"/>
                  <a:pt x="142887" y="142075"/>
                </a:cubicBezTo>
                <a:cubicBezTo>
                  <a:pt x="126654" y="159217"/>
                  <a:pt x="104641" y="167789"/>
                  <a:pt x="76848" y="167789"/>
                </a:cubicBezTo>
                <a:lnTo>
                  <a:pt x="0" y="167789"/>
                </a:lnTo>
                <a:lnTo>
                  <a:pt x="0" y="161627"/>
                </a:lnTo>
                <a:moveTo>
                  <a:pt x="59625" y="145415"/>
                </a:moveTo>
                <a:cubicBezTo>
                  <a:pt x="59863" y="150385"/>
                  <a:pt x="60793" y="153974"/>
                  <a:pt x="62417" y="156183"/>
                </a:cubicBezTo>
                <a:cubicBezTo>
                  <a:pt x="64040" y="158390"/>
                  <a:pt x="67504" y="159494"/>
                  <a:pt x="72809" y="159494"/>
                </a:cubicBezTo>
                <a:cubicBezTo>
                  <a:pt x="87221" y="159494"/>
                  <a:pt x="99059" y="154427"/>
                  <a:pt x="108323" y="144293"/>
                </a:cubicBezTo>
                <a:cubicBezTo>
                  <a:pt x="117588" y="134157"/>
                  <a:pt x="122220" y="114695"/>
                  <a:pt x="122220" y="85909"/>
                </a:cubicBezTo>
                <a:cubicBezTo>
                  <a:pt x="122220" y="68794"/>
                  <a:pt x="119726" y="54084"/>
                  <a:pt x="114737" y="41780"/>
                </a:cubicBezTo>
                <a:cubicBezTo>
                  <a:pt x="106661" y="21984"/>
                  <a:pt x="93041" y="12086"/>
                  <a:pt x="73878" y="12086"/>
                </a:cubicBezTo>
                <a:cubicBezTo>
                  <a:pt x="67544" y="12086"/>
                  <a:pt x="63426" y="13427"/>
                  <a:pt x="61526" y="16108"/>
                </a:cubicBezTo>
                <a:cubicBezTo>
                  <a:pt x="60259" y="17843"/>
                  <a:pt x="59625" y="21196"/>
                  <a:pt x="59625" y="26165"/>
                </a:cubicBezTo>
                <a:lnTo>
                  <a:pt x="59625" y="145415"/>
                </a:lnTo>
                <a:close/>
                <a:moveTo>
                  <a:pt x="187203" y="18841"/>
                </a:moveTo>
                <a:cubicBezTo>
                  <a:pt x="187203" y="13627"/>
                  <a:pt x="189044" y="9183"/>
                  <a:pt x="192726" y="5510"/>
                </a:cubicBezTo>
                <a:cubicBezTo>
                  <a:pt x="196408" y="1837"/>
                  <a:pt x="200862" y="0"/>
                  <a:pt x="206088" y="0"/>
                </a:cubicBezTo>
                <a:cubicBezTo>
                  <a:pt x="211235" y="0"/>
                  <a:pt x="215650" y="1837"/>
                  <a:pt x="219332" y="5510"/>
                </a:cubicBezTo>
                <a:cubicBezTo>
                  <a:pt x="223014" y="9183"/>
                  <a:pt x="224855" y="13627"/>
                  <a:pt x="224855" y="18841"/>
                </a:cubicBezTo>
                <a:cubicBezTo>
                  <a:pt x="224855" y="24054"/>
                  <a:pt x="223014" y="28498"/>
                  <a:pt x="219332" y="32171"/>
                </a:cubicBezTo>
                <a:cubicBezTo>
                  <a:pt x="215650" y="35845"/>
                  <a:pt x="211235" y="37681"/>
                  <a:pt x="206088" y="37681"/>
                </a:cubicBezTo>
                <a:cubicBezTo>
                  <a:pt x="200862" y="37681"/>
                  <a:pt x="196408" y="35845"/>
                  <a:pt x="192726" y="32171"/>
                </a:cubicBezTo>
                <a:cubicBezTo>
                  <a:pt x="189044" y="28498"/>
                  <a:pt x="187203" y="24054"/>
                  <a:pt x="187203" y="18841"/>
                </a:cubicBezTo>
                <a:moveTo>
                  <a:pt x="176513" y="161864"/>
                </a:moveTo>
                <a:cubicBezTo>
                  <a:pt x="180789" y="161074"/>
                  <a:pt x="183719" y="159974"/>
                  <a:pt x="185303" y="158564"/>
                </a:cubicBezTo>
                <a:cubicBezTo>
                  <a:pt x="187678" y="156451"/>
                  <a:pt x="188866" y="152653"/>
                  <a:pt x="188866" y="147170"/>
                </a:cubicBezTo>
                <a:lnTo>
                  <a:pt x="188866" y="75837"/>
                </a:lnTo>
                <a:cubicBezTo>
                  <a:pt x="188866" y="70939"/>
                  <a:pt x="188035" y="67601"/>
                  <a:pt x="186372" y="65824"/>
                </a:cubicBezTo>
                <a:cubicBezTo>
                  <a:pt x="184709" y="64046"/>
                  <a:pt x="181423" y="62723"/>
                  <a:pt x="176513" y="61854"/>
                </a:cubicBezTo>
                <a:lnTo>
                  <a:pt x="176513" y="55930"/>
                </a:lnTo>
                <a:lnTo>
                  <a:pt x="223192" y="55930"/>
                </a:lnTo>
                <a:lnTo>
                  <a:pt x="223192" y="148118"/>
                </a:lnTo>
                <a:cubicBezTo>
                  <a:pt x="223192" y="153411"/>
                  <a:pt x="223984" y="156808"/>
                  <a:pt x="225568" y="158309"/>
                </a:cubicBezTo>
                <a:cubicBezTo>
                  <a:pt x="227151" y="159810"/>
                  <a:pt x="230121" y="160995"/>
                  <a:pt x="234476" y="161864"/>
                </a:cubicBezTo>
                <a:lnTo>
                  <a:pt x="234476" y="167789"/>
                </a:lnTo>
                <a:lnTo>
                  <a:pt x="176513" y="167789"/>
                </a:lnTo>
                <a:lnTo>
                  <a:pt x="176513" y="161864"/>
                </a:lnTo>
                <a:close/>
                <a:moveTo>
                  <a:pt x="246103" y="131055"/>
                </a:moveTo>
                <a:lnTo>
                  <a:pt x="252874" y="131055"/>
                </a:lnTo>
                <a:cubicBezTo>
                  <a:pt x="255249" y="142581"/>
                  <a:pt x="259683" y="150717"/>
                  <a:pt x="266176" y="155461"/>
                </a:cubicBezTo>
                <a:cubicBezTo>
                  <a:pt x="272669" y="160204"/>
                  <a:pt x="279321" y="162575"/>
                  <a:pt x="286131" y="162575"/>
                </a:cubicBezTo>
                <a:cubicBezTo>
                  <a:pt x="292386" y="162575"/>
                  <a:pt x="296979" y="161176"/>
                  <a:pt x="299909" y="158379"/>
                </a:cubicBezTo>
                <a:cubicBezTo>
                  <a:pt x="302838" y="155580"/>
                  <a:pt x="304303" y="151895"/>
                  <a:pt x="304303" y="147326"/>
                </a:cubicBezTo>
                <a:cubicBezTo>
                  <a:pt x="304303" y="142991"/>
                  <a:pt x="302720" y="139286"/>
                  <a:pt x="299552" y="136210"/>
                </a:cubicBezTo>
                <a:cubicBezTo>
                  <a:pt x="297810" y="134556"/>
                  <a:pt x="294999" y="132781"/>
                  <a:pt x="291119" y="130885"/>
                </a:cubicBezTo>
                <a:lnTo>
                  <a:pt x="273065" y="122124"/>
                </a:lnTo>
                <a:cubicBezTo>
                  <a:pt x="263563" y="117465"/>
                  <a:pt x="256754" y="112413"/>
                  <a:pt x="252636" y="106967"/>
                </a:cubicBezTo>
                <a:cubicBezTo>
                  <a:pt x="248439" y="101519"/>
                  <a:pt x="246341" y="95085"/>
                  <a:pt x="246341" y="87664"/>
                </a:cubicBezTo>
                <a:cubicBezTo>
                  <a:pt x="246341" y="78268"/>
                  <a:pt x="249627" y="70156"/>
                  <a:pt x="256199" y="63328"/>
                </a:cubicBezTo>
                <a:cubicBezTo>
                  <a:pt x="262771" y="56500"/>
                  <a:pt x="271957" y="53086"/>
                  <a:pt x="283755" y="53086"/>
                </a:cubicBezTo>
                <a:cubicBezTo>
                  <a:pt x="288902" y="53086"/>
                  <a:pt x="294366" y="53955"/>
                  <a:pt x="300146" y="55693"/>
                </a:cubicBezTo>
                <a:cubicBezTo>
                  <a:pt x="305927" y="57430"/>
                  <a:pt x="309530" y="58299"/>
                  <a:pt x="310955" y="58299"/>
                </a:cubicBezTo>
                <a:cubicBezTo>
                  <a:pt x="312934" y="58299"/>
                  <a:pt x="314340" y="57885"/>
                  <a:pt x="315171" y="57055"/>
                </a:cubicBezTo>
                <a:cubicBezTo>
                  <a:pt x="316003" y="56226"/>
                  <a:pt x="316696" y="55061"/>
                  <a:pt x="317250" y="53560"/>
                </a:cubicBezTo>
                <a:lnTo>
                  <a:pt x="322595" y="53560"/>
                </a:lnTo>
                <a:lnTo>
                  <a:pt x="322595" y="88634"/>
                </a:lnTo>
                <a:lnTo>
                  <a:pt x="316418" y="88634"/>
                </a:lnTo>
                <a:cubicBezTo>
                  <a:pt x="314122" y="80418"/>
                  <a:pt x="310361" y="73822"/>
                  <a:pt x="305135" y="68845"/>
                </a:cubicBezTo>
                <a:cubicBezTo>
                  <a:pt x="299909" y="63869"/>
                  <a:pt x="293812" y="61380"/>
                  <a:pt x="286843" y="61380"/>
                </a:cubicBezTo>
                <a:cubicBezTo>
                  <a:pt x="281459" y="61380"/>
                  <a:pt x="277440" y="62877"/>
                  <a:pt x="274788" y="65872"/>
                </a:cubicBezTo>
                <a:cubicBezTo>
                  <a:pt x="272135" y="68866"/>
                  <a:pt x="270809" y="72098"/>
                  <a:pt x="270809" y="75566"/>
                </a:cubicBezTo>
                <a:cubicBezTo>
                  <a:pt x="270809" y="78403"/>
                  <a:pt x="271996" y="81240"/>
                  <a:pt x="274372" y="84079"/>
                </a:cubicBezTo>
                <a:cubicBezTo>
                  <a:pt x="276668" y="86995"/>
                  <a:pt x="281023" y="89992"/>
                  <a:pt x="287437" y="93070"/>
                </a:cubicBezTo>
                <a:lnTo>
                  <a:pt x="300740" y="99465"/>
                </a:lnTo>
                <a:cubicBezTo>
                  <a:pt x="308975" y="103413"/>
                  <a:pt x="314993" y="107241"/>
                  <a:pt x="318794" y="110952"/>
                </a:cubicBezTo>
                <a:cubicBezTo>
                  <a:pt x="325129" y="117267"/>
                  <a:pt x="328296" y="125043"/>
                  <a:pt x="328296" y="134280"/>
                </a:cubicBezTo>
                <a:cubicBezTo>
                  <a:pt x="328296" y="143279"/>
                  <a:pt x="325030" y="151666"/>
                  <a:pt x="318497" y="159442"/>
                </a:cubicBezTo>
                <a:cubicBezTo>
                  <a:pt x="311964" y="167218"/>
                  <a:pt x="302165" y="171106"/>
                  <a:pt x="289100" y="171106"/>
                </a:cubicBezTo>
                <a:cubicBezTo>
                  <a:pt x="285854" y="171106"/>
                  <a:pt x="282587" y="170764"/>
                  <a:pt x="279301" y="170081"/>
                </a:cubicBezTo>
                <a:cubicBezTo>
                  <a:pt x="276015" y="169399"/>
                  <a:pt x="271957" y="168214"/>
                  <a:pt x="267127" y="166526"/>
                </a:cubicBezTo>
                <a:lnTo>
                  <a:pt x="262969" y="165082"/>
                </a:lnTo>
                <a:cubicBezTo>
                  <a:pt x="261465" y="164519"/>
                  <a:pt x="260535" y="164198"/>
                  <a:pt x="260178" y="164119"/>
                </a:cubicBezTo>
                <a:cubicBezTo>
                  <a:pt x="259822" y="164037"/>
                  <a:pt x="259367" y="163997"/>
                  <a:pt x="258812" y="163997"/>
                </a:cubicBezTo>
                <a:cubicBezTo>
                  <a:pt x="257466" y="163997"/>
                  <a:pt x="256298" y="164540"/>
                  <a:pt x="255308" y="165626"/>
                </a:cubicBezTo>
                <a:cubicBezTo>
                  <a:pt x="254319" y="166710"/>
                  <a:pt x="253190" y="168537"/>
                  <a:pt x="251923" y="171106"/>
                </a:cubicBezTo>
                <a:lnTo>
                  <a:pt x="246103" y="171106"/>
                </a:lnTo>
                <a:lnTo>
                  <a:pt x="246103" y="131055"/>
                </a:lnTo>
                <a:moveTo>
                  <a:pt x="287081" y="52849"/>
                </a:moveTo>
                <a:lnTo>
                  <a:pt x="287081" y="52849"/>
                </a:lnTo>
                <a:close/>
                <a:moveTo>
                  <a:pt x="398214" y="52849"/>
                </a:moveTo>
                <a:cubicBezTo>
                  <a:pt x="408429" y="52849"/>
                  <a:pt x="417278" y="55352"/>
                  <a:pt x="424761" y="60358"/>
                </a:cubicBezTo>
                <a:cubicBezTo>
                  <a:pt x="432244" y="65362"/>
                  <a:pt x="435985" y="71795"/>
                  <a:pt x="435985" y="79658"/>
                </a:cubicBezTo>
                <a:cubicBezTo>
                  <a:pt x="435985" y="83870"/>
                  <a:pt x="434500" y="87524"/>
                  <a:pt x="431531" y="90623"/>
                </a:cubicBezTo>
                <a:cubicBezTo>
                  <a:pt x="428562" y="93721"/>
                  <a:pt x="424781" y="95270"/>
                  <a:pt x="420188" y="95270"/>
                </a:cubicBezTo>
                <a:cubicBezTo>
                  <a:pt x="417100" y="95270"/>
                  <a:pt x="414408" y="94559"/>
                  <a:pt x="412111" y="93137"/>
                </a:cubicBezTo>
                <a:cubicBezTo>
                  <a:pt x="407756" y="90609"/>
                  <a:pt x="405579" y="86027"/>
                  <a:pt x="405579" y="79391"/>
                </a:cubicBezTo>
                <a:cubicBezTo>
                  <a:pt x="405579" y="78680"/>
                  <a:pt x="405618" y="77634"/>
                  <a:pt x="405697" y="76251"/>
                </a:cubicBezTo>
                <a:cubicBezTo>
                  <a:pt x="405777" y="74869"/>
                  <a:pt x="405816" y="73388"/>
                  <a:pt x="405816" y="71808"/>
                </a:cubicBezTo>
                <a:cubicBezTo>
                  <a:pt x="405816" y="67542"/>
                  <a:pt x="404826" y="64619"/>
                  <a:pt x="402847" y="63039"/>
                </a:cubicBezTo>
                <a:cubicBezTo>
                  <a:pt x="400788" y="61459"/>
                  <a:pt x="398452" y="60669"/>
                  <a:pt x="395839" y="60669"/>
                </a:cubicBezTo>
                <a:cubicBezTo>
                  <a:pt x="388316" y="60669"/>
                  <a:pt x="382972" y="64808"/>
                  <a:pt x="379804" y="73085"/>
                </a:cubicBezTo>
                <a:cubicBezTo>
                  <a:pt x="376637" y="81360"/>
                  <a:pt x="375053" y="90843"/>
                  <a:pt x="375053" y="101535"/>
                </a:cubicBezTo>
                <a:cubicBezTo>
                  <a:pt x="375053" y="116740"/>
                  <a:pt x="378062" y="129490"/>
                  <a:pt x="384080" y="139787"/>
                </a:cubicBezTo>
                <a:cubicBezTo>
                  <a:pt x="390098" y="150081"/>
                  <a:pt x="398214" y="155228"/>
                  <a:pt x="408429" y="155228"/>
                </a:cubicBezTo>
                <a:cubicBezTo>
                  <a:pt x="414843" y="155228"/>
                  <a:pt x="420307" y="153801"/>
                  <a:pt x="424820" y="150947"/>
                </a:cubicBezTo>
                <a:cubicBezTo>
                  <a:pt x="427512" y="149281"/>
                  <a:pt x="430838" y="146227"/>
                  <a:pt x="434797" y="141786"/>
                </a:cubicBezTo>
                <a:lnTo>
                  <a:pt x="439311" y="145948"/>
                </a:lnTo>
                <a:cubicBezTo>
                  <a:pt x="431392" y="156845"/>
                  <a:pt x="422128" y="164331"/>
                  <a:pt x="411517" y="168407"/>
                </a:cubicBezTo>
                <a:cubicBezTo>
                  <a:pt x="405895" y="170523"/>
                  <a:pt x="399917" y="171580"/>
                  <a:pt x="393582" y="171580"/>
                </a:cubicBezTo>
                <a:cubicBezTo>
                  <a:pt x="377983" y="171580"/>
                  <a:pt x="365234" y="166000"/>
                  <a:pt x="355336" y="154839"/>
                </a:cubicBezTo>
                <a:cubicBezTo>
                  <a:pt x="345438" y="143679"/>
                  <a:pt x="340489" y="130064"/>
                  <a:pt x="340489" y="113996"/>
                </a:cubicBezTo>
                <a:cubicBezTo>
                  <a:pt x="340489" y="97056"/>
                  <a:pt x="345735" y="82630"/>
                  <a:pt x="356227" y="70719"/>
                </a:cubicBezTo>
                <a:cubicBezTo>
                  <a:pt x="366719" y="58805"/>
                  <a:pt x="380715" y="52849"/>
                  <a:pt x="398214" y="52849"/>
                </a:cubicBezTo>
                <a:moveTo>
                  <a:pt x="392751" y="52849"/>
                </a:moveTo>
                <a:lnTo>
                  <a:pt x="392751" y="52849"/>
                </a:lnTo>
                <a:close/>
                <a:moveTo>
                  <a:pt x="448484" y="161864"/>
                </a:moveTo>
                <a:cubicBezTo>
                  <a:pt x="453156" y="161316"/>
                  <a:pt x="456402" y="160220"/>
                  <a:pt x="458223" y="158576"/>
                </a:cubicBezTo>
                <a:cubicBezTo>
                  <a:pt x="460045" y="156931"/>
                  <a:pt x="461034" y="153762"/>
                  <a:pt x="461193" y="149066"/>
                </a:cubicBezTo>
                <a:lnTo>
                  <a:pt x="461430" y="141946"/>
                </a:lnTo>
                <a:lnTo>
                  <a:pt x="461430" y="75837"/>
                </a:lnTo>
                <a:cubicBezTo>
                  <a:pt x="461430" y="70781"/>
                  <a:pt x="460559" y="67344"/>
                  <a:pt x="458817" y="65528"/>
                </a:cubicBezTo>
                <a:cubicBezTo>
                  <a:pt x="457075" y="63711"/>
                  <a:pt x="453631" y="62486"/>
                  <a:pt x="448484" y="61854"/>
                </a:cubicBezTo>
                <a:lnTo>
                  <a:pt x="448484" y="55930"/>
                </a:lnTo>
                <a:lnTo>
                  <a:pt x="494687" y="55930"/>
                </a:lnTo>
                <a:lnTo>
                  <a:pt x="494687" y="75126"/>
                </a:lnTo>
                <a:cubicBezTo>
                  <a:pt x="499834" y="68374"/>
                  <a:pt x="504942" y="63013"/>
                  <a:pt x="510010" y="59044"/>
                </a:cubicBezTo>
                <a:cubicBezTo>
                  <a:pt x="515077" y="55072"/>
                  <a:pt x="520937" y="53086"/>
                  <a:pt x="527588" y="53086"/>
                </a:cubicBezTo>
                <a:cubicBezTo>
                  <a:pt x="532577" y="53086"/>
                  <a:pt x="537071" y="54691"/>
                  <a:pt x="541069" y="57903"/>
                </a:cubicBezTo>
                <a:cubicBezTo>
                  <a:pt x="545068" y="61112"/>
                  <a:pt x="547068" y="65808"/>
                  <a:pt x="547068" y="71989"/>
                </a:cubicBezTo>
                <a:cubicBezTo>
                  <a:pt x="547068" y="76746"/>
                  <a:pt x="545662" y="80670"/>
                  <a:pt x="542851" y="83761"/>
                </a:cubicBezTo>
                <a:cubicBezTo>
                  <a:pt x="540040" y="86852"/>
                  <a:pt x="536378" y="88397"/>
                  <a:pt x="531864" y="88397"/>
                </a:cubicBezTo>
                <a:cubicBezTo>
                  <a:pt x="526717" y="88397"/>
                  <a:pt x="522263" y="85988"/>
                  <a:pt x="518502" y="81169"/>
                </a:cubicBezTo>
                <a:cubicBezTo>
                  <a:pt x="514741" y="76350"/>
                  <a:pt x="512108" y="73941"/>
                  <a:pt x="510603" y="73941"/>
                </a:cubicBezTo>
                <a:cubicBezTo>
                  <a:pt x="507357" y="73941"/>
                  <a:pt x="504091" y="75935"/>
                  <a:pt x="500804" y="79925"/>
                </a:cubicBezTo>
                <a:cubicBezTo>
                  <a:pt x="497518" y="83914"/>
                  <a:pt x="495875" y="89622"/>
                  <a:pt x="495875" y="97047"/>
                </a:cubicBezTo>
                <a:lnTo>
                  <a:pt x="495875" y="142905"/>
                </a:lnTo>
                <a:cubicBezTo>
                  <a:pt x="495875" y="150913"/>
                  <a:pt x="497043" y="155918"/>
                  <a:pt x="499379" y="157920"/>
                </a:cubicBezTo>
                <a:cubicBezTo>
                  <a:pt x="501715" y="159922"/>
                  <a:pt x="506367" y="161237"/>
                  <a:pt x="513335" y="161864"/>
                </a:cubicBezTo>
                <a:lnTo>
                  <a:pt x="513335" y="167789"/>
                </a:lnTo>
                <a:lnTo>
                  <a:pt x="448484" y="167789"/>
                </a:lnTo>
                <a:lnTo>
                  <a:pt x="448484" y="161864"/>
                </a:lnTo>
                <a:close/>
                <a:moveTo>
                  <a:pt x="553883" y="111978"/>
                </a:moveTo>
                <a:cubicBezTo>
                  <a:pt x="553883" y="93334"/>
                  <a:pt x="558852" y="78858"/>
                  <a:pt x="568790" y="68549"/>
                </a:cubicBezTo>
                <a:cubicBezTo>
                  <a:pt x="578727" y="58240"/>
                  <a:pt x="590704" y="53086"/>
                  <a:pt x="604719" y="53086"/>
                </a:cubicBezTo>
                <a:cubicBezTo>
                  <a:pt x="612717" y="53086"/>
                  <a:pt x="620239" y="55184"/>
                  <a:pt x="627287" y="59381"/>
                </a:cubicBezTo>
                <a:cubicBezTo>
                  <a:pt x="634334" y="63575"/>
                  <a:pt x="639758" y="69393"/>
                  <a:pt x="643559" y="76836"/>
                </a:cubicBezTo>
                <a:cubicBezTo>
                  <a:pt x="646410" y="82458"/>
                  <a:pt x="648389" y="89740"/>
                  <a:pt x="649498" y="98684"/>
                </a:cubicBezTo>
                <a:cubicBezTo>
                  <a:pt x="650052" y="102881"/>
                  <a:pt x="650329" y="106087"/>
                  <a:pt x="650329" y="108304"/>
                </a:cubicBezTo>
                <a:lnTo>
                  <a:pt x="588328" y="108304"/>
                </a:lnTo>
                <a:cubicBezTo>
                  <a:pt x="588883" y="117969"/>
                  <a:pt x="590466" y="126338"/>
                  <a:pt x="593079" y="133410"/>
                </a:cubicBezTo>
                <a:cubicBezTo>
                  <a:pt x="597830" y="146692"/>
                  <a:pt x="606184" y="153332"/>
                  <a:pt x="618141" y="153332"/>
                </a:cubicBezTo>
                <a:cubicBezTo>
                  <a:pt x="623842" y="153332"/>
                  <a:pt x="629227" y="151565"/>
                  <a:pt x="634295" y="148030"/>
                </a:cubicBezTo>
                <a:cubicBezTo>
                  <a:pt x="637383" y="145907"/>
                  <a:pt x="641223" y="142331"/>
                  <a:pt x="645816" y="137302"/>
                </a:cubicBezTo>
                <a:lnTo>
                  <a:pt x="651398" y="140720"/>
                </a:lnTo>
                <a:cubicBezTo>
                  <a:pt x="643876" y="153066"/>
                  <a:pt x="635166" y="161651"/>
                  <a:pt x="625268" y="166478"/>
                </a:cubicBezTo>
                <a:cubicBezTo>
                  <a:pt x="618854" y="169563"/>
                  <a:pt x="611490" y="171106"/>
                  <a:pt x="603175" y="171106"/>
                </a:cubicBezTo>
                <a:cubicBezTo>
                  <a:pt x="591219" y="171106"/>
                  <a:pt x="580014" y="166406"/>
                  <a:pt x="569562" y="157006"/>
                </a:cubicBezTo>
                <a:cubicBezTo>
                  <a:pt x="559110" y="147605"/>
                  <a:pt x="553883" y="132596"/>
                  <a:pt x="553883" y="111978"/>
                </a:cubicBezTo>
                <a:moveTo>
                  <a:pt x="620398" y="99299"/>
                </a:moveTo>
                <a:cubicBezTo>
                  <a:pt x="620239" y="85045"/>
                  <a:pt x="619131" y="75082"/>
                  <a:pt x="617072" y="69412"/>
                </a:cubicBezTo>
                <a:cubicBezTo>
                  <a:pt x="615013" y="63742"/>
                  <a:pt x="610896" y="60906"/>
                  <a:pt x="604719" y="60906"/>
                </a:cubicBezTo>
                <a:cubicBezTo>
                  <a:pt x="598385" y="60906"/>
                  <a:pt x="594049" y="64175"/>
                  <a:pt x="591714" y="70712"/>
                </a:cubicBezTo>
                <a:cubicBezTo>
                  <a:pt x="589378" y="77249"/>
                  <a:pt x="588051" y="86778"/>
                  <a:pt x="587735" y="99299"/>
                </a:cubicBezTo>
                <a:lnTo>
                  <a:pt x="620398" y="99299"/>
                </a:lnTo>
                <a:moveTo>
                  <a:pt x="604482" y="52849"/>
                </a:moveTo>
                <a:lnTo>
                  <a:pt x="604482" y="52849"/>
                </a:lnTo>
                <a:close/>
                <a:moveTo>
                  <a:pt x="728155" y="157598"/>
                </a:moveTo>
                <a:cubicBezTo>
                  <a:pt x="736944" y="157598"/>
                  <a:pt x="742883" y="151799"/>
                  <a:pt x="745971" y="140201"/>
                </a:cubicBezTo>
                <a:cubicBezTo>
                  <a:pt x="747634" y="133813"/>
                  <a:pt x="748465" y="124622"/>
                  <a:pt x="748465" y="112629"/>
                </a:cubicBezTo>
                <a:cubicBezTo>
                  <a:pt x="748465" y="98743"/>
                  <a:pt x="747198" y="87679"/>
                  <a:pt x="744664" y="79436"/>
                </a:cubicBezTo>
                <a:cubicBezTo>
                  <a:pt x="742131" y="71191"/>
                  <a:pt x="736984" y="67068"/>
                  <a:pt x="729224" y="67068"/>
                </a:cubicBezTo>
                <a:cubicBezTo>
                  <a:pt x="723997" y="67068"/>
                  <a:pt x="719326" y="69356"/>
                  <a:pt x="715208" y="73933"/>
                </a:cubicBezTo>
                <a:cubicBezTo>
                  <a:pt x="711090" y="78508"/>
                  <a:pt x="709032" y="81821"/>
                  <a:pt x="709032" y="83872"/>
                </a:cubicBezTo>
                <a:lnTo>
                  <a:pt x="709032" y="142805"/>
                </a:lnTo>
                <a:cubicBezTo>
                  <a:pt x="709032" y="145172"/>
                  <a:pt x="710991" y="148229"/>
                  <a:pt x="714911" y="151977"/>
                </a:cubicBezTo>
                <a:cubicBezTo>
                  <a:pt x="718831" y="155724"/>
                  <a:pt x="723245" y="157598"/>
                  <a:pt x="728155" y="157598"/>
                </a:cubicBezTo>
                <a:moveTo>
                  <a:pt x="661403" y="211869"/>
                </a:moveTo>
                <a:cubicBezTo>
                  <a:pt x="666629" y="211321"/>
                  <a:pt x="670192" y="210126"/>
                  <a:pt x="672092" y="208284"/>
                </a:cubicBezTo>
                <a:cubicBezTo>
                  <a:pt x="673993" y="206445"/>
                  <a:pt x="674943" y="202979"/>
                  <a:pt x="674943" y="197886"/>
                </a:cubicBezTo>
                <a:lnTo>
                  <a:pt x="674943" y="75837"/>
                </a:lnTo>
                <a:cubicBezTo>
                  <a:pt x="674943" y="70781"/>
                  <a:pt x="674052" y="67364"/>
                  <a:pt x="672271" y="65587"/>
                </a:cubicBezTo>
                <a:cubicBezTo>
                  <a:pt x="670489" y="63809"/>
                  <a:pt x="667064" y="62565"/>
                  <a:pt x="661997" y="61854"/>
                </a:cubicBezTo>
                <a:lnTo>
                  <a:pt x="661997" y="55930"/>
                </a:lnTo>
                <a:lnTo>
                  <a:pt x="708438" y="55930"/>
                </a:lnTo>
                <a:lnTo>
                  <a:pt x="708438" y="72037"/>
                </a:lnTo>
                <a:cubicBezTo>
                  <a:pt x="711764" y="66476"/>
                  <a:pt x="715010" y="62384"/>
                  <a:pt x="718177" y="59762"/>
                </a:cubicBezTo>
                <a:cubicBezTo>
                  <a:pt x="723879" y="55153"/>
                  <a:pt x="731164" y="52849"/>
                  <a:pt x="740032" y="52849"/>
                </a:cubicBezTo>
                <a:cubicBezTo>
                  <a:pt x="752781" y="52849"/>
                  <a:pt x="763372" y="57628"/>
                  <a:pt x="771805" y="67187"/>
                </a:cubicBezTo>
                <a:cubicBezTo>
                  <a:pt x="780238" y="76745"/>
                  <a:pt x="784454" y="91004"/>
                  <a:pt x="784454" y="109963"/>
                </a:cubicBezTo>
                <a:cubicBezTo>
                  <a:pt x="784454" y="127579"/>
                  <a:pt x="779921" y="142174"/>
                  <a:pt x="770854" y="153747"/>
                </a:cubicBezTo>
                <a:cubicBezTo>
                  <a:pt x="761788" y="165320"/>
                  <a:pt x="750762" y="171106"/>
                  <a:pt x="737775" y="171106"/>
                </a:cubicBezTo>
                <a:cubicBezTo>
                  <a:pt x="731124" y="171106"/>
                  <a:pt x="724829" y="169171"/>
                  <a:pt x="718890" y="165300"/>
                </a:cubicBezTo>
                <a:cubicBezTo>
                  <a:pt x="715723" y="163246"/>
                  <a:pt x="712437" y="160323"/>
                  <a:pt x="709032" y="156532"/>
                </a:cubicBezTo>
                <a:lnTo>
                  <a:pt x="709032" y="177094"/>
                </a:lnTo>
                <a:cubicBezTo>
                  <a:pt x="709111" y="188028"/>
                  <a:pt x="709190" y="194168"/>
                  <a:pt x="709269" y="195516"/>
                </a:cubicBezTo>
                <a:cubicBezTo>
                  <a:pt x="709824" y="201915"/>
                  <a:pt x="711467" y="206299"/>
                  <a:pt x="714198" y="208669"/>
                </a:cubicBezTo>
                <a:cubicBezTo>
                  <a:pt x="716930" y="211039"/>
                  <a:pt x="721503" y="212422"/>
                  <a:pt x="727917" y="212817"/>
                </a:cubicBezTo>
                <a:lnTo>
                  <a:pt x="727917" y="217793"/>
                </a:lnTo>
                <a:lnTo>
                  <a:pt x="661403" y="217793"/>
                </a:lnTo>
                <a:lnTo>
                  <a:pt x="661403" y="211869"/>
                </a:lnTo>
                <a:close/>
                <a:moveTo>
                  <a:pt x="845002" y="153806"/>
                </a:moveTo>
                <a:cubicBezTo>
                  <a:pt x="848961" y="153806"/>
                  <a:pt x="852643" y="152619"/>
                  <a:pt x="856048" y="150244"/>
                </a:cubicBezTo>
                <a:cubicBezTo>
                  <a:pt x="857949" y="148817"/>
                  <a:pt x="860205" y="146599"/>
                  <a:pt x="862819" y="143590"/>
                </a:cubicBezTo>
                <a:lnTo>
                  <a:pt x="862819" y="108067"/>
                </a:lnTo>
                <a:cubicBezTo>
                  <a:pt x="856325" y="109652"/>
                  <a:pt x="850624" y="112147"/>
                  <a:pt x="845715" y="115551"/>
                </a:cubicBezTo>
                <a:cubicBezTo>
                  <a:pt x="837401" y="121332"/>
                  <a:pt x="833243" y="128699"/>
                  <a:pt x="833243" y="137650"/>
                </a:cubicBezTo>
                <a:cubicBezTo>
                  <a:pt x="833243" y="142955"/>
                  <a:pt x="834451" y="146974"/>
                  <a:pt x="836866" y="149707"/>
                </a:cubicBezTo>
                <a:cubicBezTo>
                  <a:pt x="839281" y="152440"/>
                  <a:pt x="841993" y="153806"/>
                  <a:pt x="845002" y="153806"/>
                </a:cubicBezTo>
                <a:moveTo>
                  <a:pt x="797848" y="144952"/>
                </a:moveTo>
                <a:cubicBezTo>
                  <a:pt x="797848" y="134014"/>
                  <a:pt x="803114" y="125335"/>
                  <a:pt x="813645" y="118917"/>
                </a:cubicBezTo>
                <a:cubicBezTo>
                  <a:pt x="824177" y="112496"/>
                  <a:pt x="840687" y="106035"/>
                  <a:pt x="863175" y="99536"/>
                </a:cubicBezTo>
                <a:lnTo>
                  <a:pt x="863175" y="81935"/>
                </a:lnTo>
                <a:cubicBezTo>
                  <a:pt x="863175" y="74766"/>
                  <a:pt x="861651" y="69470"/>
                  <a:pt x="858602" y="66046"/>
                </a:cubicBezTo>
                <a:cubicBezTo>
                  <a:pt x="855553" y="62620"/>
                  <a:pt x="850149" y="60906"/>
                  <a:pt x="842389" y="60906"/>
                </a:cubicBezTo>
                <a:cubicBezTo>
                  <a:pt x="838034" y="60906"/>
                  <a:pt x="834451" y="61714"/>
                  <a:pt x="831640" y="63328"/>
                </a:cubicBezTo>
                <a:cubicBezTo>
                  <a:pt x="828829" y="64943"/>
                  <a:pt x="827423" y="66970"/>
                  <a:pt x="827423" y="69412"/>
                </a:cubicBezTo>
                <a:cubicBezTo>
                  <a:pt x="827423" y="70357"/>
                  <a:pt x="827582" y="71145"/>
                  <a:pt x="827899" y="71774"/>
                </a:cubicBezTo>
                <a:cubicBezTo>
                  <a:pt x="828215" y="72404"/>
                  <a:pt x="828690" y="73073"/>
                  <a:pt x="829324" y="73781"/>
                </a:cubicBezTo>
                <a:lnTo>
                  <a:pt x="830749" y="75437"/>
                </a:lnTo>
                <a:cubicBezTo>
                  <a:pt x="831858" y="76775"/>
                  <a:pt x="832749" y="78251"/>
                  <a:pt x="833422" y="79865"/>
                </a:cubicBezTo>
                <a:cubicBezTo>
                  <a:pt x="834095" y="81480"/>
                  <a:pt x="834431" y="83193"/>
                  <a:pt x="834431" y="85005"/>
                </a:cubicBezTo>
                <a:cubicBezTo>
                  <a:pt x="834431" y="89572"/>
                  <a:pt x="832907" y="93096"/>
                  <a:pt x="829858" y="95577"/>
                </a:cubicBezTo>
                <a:cubicBezTo>
                  <a:pt x="826810" y="98058"/>
                  <a:pt x="823266" y="99299"/>
                  <a:pt x="819228" y="99299"/>
                </a:cubicBezTo>
                <a:cubicBezTo>
                  <a:pt x="814556" y="99299"/>
                  <a:pt x="810577" y="97924"/>
                  <a:pt x="807291" y="95173"/>
                </a:cubicBezTo>
                <a:cubicBezTo>
                  <a:pt x="804005" y="92421"/>
                  <a:pt x="802362" y="88451"/>
                  <a:pt x="802362" y="83265"/>
                </a:cubicBezTo>
                <a:cubicBezTo>
                  <a:pt x="802362" y="73990"/>
                  <a:pt x="806756" y="66642"/>
                  <a:pt x="815546" y="61221"/>
                </a:cubicBezTo>
                <a:cubicBezTo>
                  <a:pt x="824335" y="55797"/>
                  <a:pt x="835144" y="53086"/>
                  <a:pt x="847972" y="53086"/>
                </a:cubicBezTo>
                <a:cubicBezTo>
                  <a:pt x="861750" y="53086"/>
                  <a:pt x="873271" y="55732"/>
                  <a:pt x="882535" y="61025"/>
                </a:cubicBezTo>
                <a:cubicBezTo>
                  <a:pt x="891721" y="66397"/>
                  <a:pt x="896313" y="76271"/>
                  <a:pt x="896313" y="90648"/>
                </a:cubicBezTo>
                <a:lnTo>
                  <a:pt x="896313" y="149422"/>
                </a:lnTo>
                <a:cubicBezTo>
                  <a:pt x="896313" y="151160"/>
                  <a:pt x="896769" y="152641"/>
                  <a:pt x="897679" y="153865"/>
                </a:cubicBezTo>
                <a:cubicBezTo>
                  <a:pt x="898590" y="155090"/>
                  <a:pt x="899599" y="155702"/>
                  <a:pt x="900708" y="155702"/>
                </a:cubicBezTo>
                <a:cubicBezTo>
                  <a:pt x="901658" y="155702"/>
                  <a:pt x="902509" y="155524"/>
                  <a:pt x="903262" y="155169"/>
                </a:cubicBezTo>
                <a:cubicBezTo>
                  <a:pt x="904014" y="154813"/>
                  <a:pt x="905182" y="153846"/>
                  <a:pt x="906766" y="152266"/>
                </a:cubicBezTo>
                <a:lnTo>
                  <a:pt x="910448" y="157361"/>
                </a:lnTo>
                <a:cubicBezTo>
                  <a:pt x="905697" y="162891"/>
                  <a:pt x="900431" y="166762"/>
                  <a:pt x="894650" y="168973"/>
                </a:cubicBezTo>
                <a:cubicBezTo>
                  <a:pt x="891008" y="170395"/>
                  <a:pt x="887168" y="171106"/>
                  <a:pt x="883129" y="171106"/>
                </a:cubicBezTo>
                <a:cubicBezTo>
                  <a:pt x="875923" y="171106"/>
                  <a:pt x="870658" y="169009"/>
                  <a:pt x="867332" y="164815"/>
                </a:cubicBezTo>
                <a:cubicBezTo>
                  <a:pt x="865432" y="162440"/>
                  <a:pt x="864046" y="158917"/>
                  <a:pt x="863175" y="154247"/>
                </a:cubicBezTo>
                <a:cubicBezTo>
                  <a:pt x="856444" y="160974"/>
                  <a:pt x="848843" y="165724"/>
                  <a:pt x="840370" y="168496"/>
                </a:cubicBezTo>
                <a:cubicBezTo>
                  <a:pt x="835223" y="170236"/>
                  <a:pt x="830155" y="171106"/>
                  <a:pt x="825167" y="171106"/>
                </a:cubicBezTo>
                <a:cubicBezTo>
                  <a:pt x="818515" y="171106"/>
                  <a:pt x="812299" y="168987"/>
                  <a:pt x="806519" y="164748"/>
                </a:cubicBezTo>
                <a:cubicBezTo>
                  <a:pt x="800738" y="160507"/>
                  <a:pt x="797848" y="153909"/>
                  <a:pt x="797848" y="144952"/>
                </a:cubicBezTo>
                <a:moveTo>
                  <a:pt x="850228" y="52849"/>
                </a:moveTo>
                <a:lnTo>
                  <a:pt x="850228" y="52849"/>
                </a:lnTo>
                <a:close/>
                <a:moveTo>
                  <a:pt x="917218" y="161864"/>
                </a:moveTo>
                <a:cubicBezTo>
                  <a:pt x="921653" y="161311"/>
                  <a:pt x="924919" y="160106"/>
                  <a:pt x="927017" y="158250"/>
                </a:cubicBezTo>
                <a:cubicBezTo>
                  <a:pt x="929116" y="156393"/>
                  <a:pt x="930165" y="152700"/>
                  <a:pt x="930165" y="147170"/>
                </a:cubicBezTo>
                <a:lnTo>
                  <a:pt x="930165" y="75837"/>
                </a:lnTo>
                <a:cubicBezTo>
                  <a:pt x="930165" y="70939"/>
                  <a:pt x="929314" y="67542"/>
                  <a:pt x="927611" y="65646"/>
                </a:cubicBezTo>
                <a:cubicBezTo>
                  <a:pt x="925909" y="63750"/>
                  <a:pt x="922445" y="62486"/>
                  <a:pt x="917218" y="61854"/>
                </a:cubicBezTo>
                <a:lnTo>
                  <a:pt x="917218" y="55930"/>
                </a:lnTo>
                <a:lnTo>
                  <a:pt x="963303" y="55930"/>
                </a:lnTo>
                <a:lnTo>
                  <a:pt x="963303" y="73352"/>
                </a:lnTo>
                <a:cubicBezTo>
                  <a:pt x="967183" y="67506"/>
                  <a:pt x="972113" y="62668"/>
                  <a:pt x="978091" y="58836"/>
                </a:cubicBezTo>
                <a:cubicBezTo>
                  <a:pt x="984069" y="55003"/>
                  <a:pt x="990701" y="53086"/>
                  <a:pt x="997986" y="53086"/>
                </a:cubicBezTo>
                <a:cubicBezTo>
                  <a:pt x="1008438" y="53086"/>
                  <a:pt x="1016535" y="55772"/>
                  <a:pt x="1022276" y="61143"/>
                </a:cubicBezTo>
                <a:cubicBezTo>
                  <a:pt x="1028016" y="66515"/>
                  <a:pt x="1030887" y="75955"/>
                  <a:pt x="1030887" y="89464"/>
                </a:cubicBezTo>
                <a:lnTo>
                  <a:pt x="1030887" y="148118"/>
                </a:lnTo>
                <a:cubicBezTo>
                  <a:pt x="1030887" y="153569"/>
                  <a:pt x="1031817" y="157085"/>
                  <a:pt x="1033678" y="158664"/>
                </a:cubicBezTo>
                <a:cubicBezTo>
                  <a:pt x="1035539" y="160244"/>
                  <a:pt x="1038647" y="161311"/>
                  <a:pt x="1043002" y="161864"/>
                </a:cubicBezTo>
                <a:lnTo>
                  <a:pt x="1043002" y="167789"/>
                </a:lnTo>
                <a:lnTo>
                  <a:pt x="985871" y="167789"/>
                </a:lnTo>
                <a:lnTo>
                  <a:pt x="985871" y="161864"/>
                </a:lnTo>
                <a:cubicBezTo>
                  <a:pt x="990226" y="161000"/>
                  <a:pt x="993195" y="159823"/>
                  <a:pt x="994779" y="158335"/>
                </a:cubicBezTo>
                <a:cubicBezTo>
                  <a:pt x="996363" y="156844"/>
                  <a:pt x="997154" y="153470"/>
                  <a:pt x="997154" y="148215"/>
                </a:cubicBezTo>
                <a:lnTo>
                  <a:pt x="997154" y="89371"/>
                </a:lnTo>
                <a:cubicBezTo>
                  <a:pt x="997154" y="83834"/>
                  <a:pt x="996600" y="79680"/>
                  <a:pt x="995492" y="76910"/>
                </a:cubicBezTo>
                <a:cubicBezTo>
                  <a:pt x="993591" y="71929"/>
                  <a:pt x="989830" y="69438"/>
                  <a:pt x="984208" y="69438"/>
                </a:cubicBezTo>
                <a:cubicBezTo>
                  <a:pt x="980011" y="69438"/>
                  <a:pt x="976151" y="70961"/>
                  <a:pt x="972627" y="74007"/>
                </a:cubicBezTo>
                <a:cubicBezTo>
                  <a:pt x="969104" y="77051"/>
                  <a:pt x="966392" y="80115"/>
                  <a:pt x="964491" y="83198"/>
                </a:cubicBezTo>
                <a:lnTo>
                  <a:pt x="964491" y="148215"/>
                </a:lnTo>
                <a:cubicBezTo>
                  <a:pt x="964491" y="153470"/>
                  <a:pt x="965283" y="156844"/>
                  <a:pt x="966867" y="158335"/>
                </a:cubicBezTo>
                <a:cubicBezTo>
                  <a:pt x="968450" y="159823"/>
                  <a:pt x="971420" y="161000"/>
                  <a:pt x="975775" y="161864"/>
                </a:cubicBezTo>
                <a:lnTo>
                  <a:pt x="975775" y="167789"/>
                </a:lnTo>
                <a:lnTo>
                  <a:pt x="917218" y="167789"/>
                </a:lnTo>
                <a:lnTo>
                  <a:pt x="917218" y="161864"/>
                </a:lnTo>
                <a:moveTo>
                  <a:pt x="980763" y="52849"/>
                </a:moveTo>
                <a:lnTo>
                  <a:pt x="980763" y="52849"/>
                </a:lnTo>
                <a:close/>
                <a:moveTo>
                  <a:pt x="1110677" y="52849"/>
                </a:moveTo>
                <a:cubicBezTo>
                  <a:pt x="1120891" y="52849"/>
                  <a:pt x="1129740" y="55352"/>
                  <a:pt x="1137223" y="60358"/>
                </a:cubicBezTo>
                <a:cubicBezTo>
                  <a:pt x="1144706" y="65362"/>
                  <a:pt x="1148447" y="71795"/>
                  <a:pt x="1148447" y="79658"/>
                </a:cubicBezTo>
                <a:cubicBezTo>
                  <a:pt x="1148447" y="83870"/>
                  <a:pt x="1146963" y="87524"/>
                  <a:pt x="1143993" y="90623"/>
                </a:cubicBezTo>
                <a:cubicBezTo>
                  <a:pt x="1141024" y="93721"/>
                  <a:pt x="1137243" y="95270"/>
                  <a:pt x="1132650" y="95270"/>
                </a:cubicBezTo>
                <a:cubicBezTo>
                  <a:pt x="1129562" y="95270"/>
                  <a:pt x="1126870" y="94559"/>
                  <a:pt x="1124573" y="93137"/>
                </a:cubicBezTo>
                <a:cubicBezTo>
                  <a:pt x="1120218" y="90609"/>
                  <a:pt x="1118041" y="86027"/>
                  <a:pt x="1118041" y="79391"/>
                </a:cubicBezTo>
                <a:cubicBezTo>
                  <a:pt x="1118041" y="78680"/>
                  <a:pt x="1118080" y="77634"/>
                  <a:pt x="1118160" y="76251"/>
                </a:cubicBezTo>
                <a:cubicBezTo>
                  <a:pt x="1118239" y="74869"/>
                  <a:pt x="1118278" y="73388"/>
                  <a:pt x="1118278" y="71808"/>
                </a:cubicBezTo>
                <a:cubicBezTo>
                  <a:pt x="1118278" y="67542"/>
                  <a:pt x="1117288" y="64619"/>
                  <a:pt x="1115309" y="63039"/>
                </a:cubicBezTo>
                <a:cubicBezTo>
                  <a:pt x="1113250" y="61459"/>
                  <a:pt x="1110914" y="60669"/>
                  <a:pt x="1108301" y="60669"/>
                </a:cubicBezTo>
                <a:cubicBezTo>
                  <a:pt x="1100779" y="60669"/>
                  <a:pt x="1095434" y="64808"/>
                  <a:pt x="1092266" y="73085"/>
                </a:cubicBezTo>
                <a:cubicBezTo>
                  <a:pt x="1089099" y="81360"/>
                  <a:pt x="1087515" y="90843"/>
                  <a:pt x="1087515" y="101535"/>
                </a:cubicBezTo>
                <a:cubicBezTo>
                  <a:pt x="1087515" y="116740"/>
                  <a:pt x="1090524" y="129490"/>
                  <a:pt x="1096542" y="139787"/>
                </a:cubicBezTo>
                <a:cubicBezTo>
                  <a:pt x="1102560" y="150081"/>
                  <a:pt x="1110677" y="155228"/>
                  <a:pt x="1120891" y="155228"/>
                </a:cubicBezTo>
                <a:cubicBezTo>
                  <a:pt x="1127305" y="155228"/>
                  <a:pt x="1132769" y="153801"/>
                  <a:pt x="1137282" y="150947"/>
                </a:cubicBezTo>
                <a:cubicBezTo>
                  <a:pt x="1139975" y="149281"/>
                  <a:pt x="1143300" y="146227"/>
                  <a:pt x="1147260" y="141786"/>
                </a:cubicBezTo>
                <a:lnTo>
                  <a:pt x="1151773" y="145948"/>
                </a:lnTo>
                <a:cubicBezTo>
                  <a:pt x="1143855" y="156845"/>
                  <a:pt x="1134590" y="164331"/>
                  <a:pt x="1123980" y="168407"/>
                </a:cubicBezTo>
                <a:cubicBezTo>
                  <a:pt x="1118357" y="170523"/>
                  <a:pt x="1112379" y="171580"/>
                  <a:pt x="1106044" y="171580"/>
                </a:cubicBezTo>
                <a:cubicBezTo>
                  <a:pt x="1090445" y="171580"/>
                  <a:pt x="1077697" y="166000"/>
                  <a:pt x="1067799" y="154839"/>
                </a:cubicBezTo>
                <a:cubicBezTo>
                  <a:pt x="1057901" y="143679"/>
                  <a:pt x="1052952" y="130064"/>
                  <a:pt x="1052952" y="113996"/>
                </a:cubicBezTo>
                <a:cubicBezTo>
                  <a:pt x="1052952" y="97056"/>
                  <a:pt x="1058198" y="82630"/>
                  <a:pt x="1068689" y="70719"/>
                </a:cubicBezTo>
                <a:cubicBezTo>
                  <a:pt x="1079181" y="58805"/>
                  <a:pt x="1093177" y="52849"/>
                  <a:pt x="1110677" y="52849"/>
                </a:cubicBezTo>
                <a:moveTo>
                  <a:pt x="1105213" y="52849"/>
                </a:moveTo>
                <a:lnTo>
                  <a:pt x="1105213" y="52849"/>
                </a:lnTo>
                <a:close/>
                <a:moveTo>
                  <a:pt x="1160470" y="199071"/>
                </a:moveTo>
                <a:cubicBezTo>
                  <a:pt x="1160470" y="193541"/>
                  <a:pt x="1162074" y="189473"/>
                  <a:pt x="1165281" y="186866"/>
                </a:cubicBezTo>
                <a:cubicBezTo>
                  <a:pt x="1168488" y="184259"/>
                  <a:pt x="1172308" y="182956"/>
                  <a:pt x="1176743" y="182956"/>
                </a:cubicBezTo>
                <a:cubicBezTo>
                  <a:pt x="1180623" y="182956"/>
                  <a:pt x="1183810" y="184101"/>
                  <a:pt x="1186304" y="186392"/>
                </a:cubicBezTo>
                <a:cubicBezTo>
                  <a:pt x="1188798" y="188683"/>
                  <a:pt x="1190045" y="191408"/>
                  <a:pt x="1190045" y="194568"/>
                </a:cubicBezTo>
                <a:lnTo>
                  <a:pt x="1189452" y="199901"/>
                </a:lnTo>
                <a:cubicBezTo>
                  <a:pt x="1189452" y="200928"/>
                  <a:pt x="1189847" y="201876"/>
                  <a:pt x="1190639" y="202744"/>
                </a:cubicBezTo>
                <a:cubicBezTo>
                  <a:pt x="1191431" y="203613"/>
                  <a:pt x="1192421" y="204048"/>
                  <a:pt x="1193609" y="204048"/>
                </a:cubicBezTo>
                <a:cubicBezTo>
                  <a:pt x="1197568" y="204048"/>
                  <a:pt x="1201250" y="200757"/>
                  <a:pt x="1204655" y="194176"/>
                </a:cubicBezTo>
                <a:cubicBezTo>
                  <a:pt x="1206793" y="190112"/>
                  <a:pt x="1209881" y="182149"/>
                  <a:pt x="1213919" y="170284"/>
                </a:cubicBezTo>
                <a:lnTo>
                  <a:pt x="1184701" y="99180"/>
                </a:lnTo>
                <a:cubicBezTo>
                  <a:pt x="1182642" y="94124"/>
                  <a:pt x="1180642" y="89385"/>
                  <a:pt x="1178702" y="84961"/>
                </a:cubicBezTo>
                <a:cubicBezTo>
                  <a:pt x="1176762" y="80537"/>
                  <a:pt x="1174723" y="76232"/>
                  <a:pt x="1172585" y="72045"/>
                </a:cubicBezTo>
                <a:cubicBezTo>
                  <a:pt x="1170368" y="67779"/>
                  <a:pt x="1168626" y="65093"/>
                  <a:pt x="1167359" y="63987"/>
                </a:cubicBezTo>
                <a:cubicBezTo>
                  <a:pt x="1166092" y="62881"/>
                  <a:pt x="1163796" y="62170"/>
                  <a:pt x="1160470" y="61854"/>
                </a:cubicBezTo>
                <a:lnTo>
                  <a:pt x="1160470" y="55930"/>
                </a:lnTo>
                <a:lnTo>
                  <a:pt x="1221283" y="55930"/>
                </a:lnTo>
                <a:lnTo>
                  <a:pt x="1221283" y="61854"/>
                </a:lnTo>
                <a:cubicBezTo>
                  <a:pt x="1217483" y="61933"/>
                  <a:pt x="1214375" y="62369"/>
                  <a:pt x="1211960" y="63161"/>
                </a:cubicBezTo>
                <a:cubicBezTo>
                  <a:pt x="1209544" y="63951"/>
                  <a:pt x="1208337" y="65651"/>
                  <a:pt x="1208337" y="68260"/>
                </a:cubicBezTo>
                <a:cubicBezTo>
                  <a:pt x="1208337" y="68813"/>
                  <a:pt x="1208475" y="69565"/>
                  <a:pt x="1208753" y="70515"/>
                </a:cubicBezTo>
                <a:cubicBezTo>
                  <a:pt x="1209030" y="71463"/>
                  <a:pt x="1209643" y="73163"/>
                  <a:pt x="1210594" y="75614"/>
                </a:cubicBezTo>
                <a:lnTo>
                  <a:pt x="1229716" y="123346"/>
                </a:lnTo>
                <a:lnTo>
                  <a:pt x="1231617" y="123346"/>
                </a:lnTo>
                <a:lnTo>
                  <a:pt x="1247177" y="80713"/>
                </a:lnTo>
                <a:cubicBezTo>
                  <a:pt x="1247968" y="78341"/>
                  <a:pt x="1248622" y="76266"/>
                  <a:pt x="1249136" y="74489"/>
                </a:cubicBezTo>
                <a:cubicBezTo>
                  <a:pt x="1249651" y="72709"/>
                  <a:pt x="1249908" y="71146"/>
                  <a:pt x="1249908" y="69801"/>
                </a:cubicBezTo>
                <a:cubicBezTo>
                  <a:pt x="1249908" y="66401"/>
                  <a:pt x="1248780" y="64248"/>
                  <a:pt x="1246523" y="63339"/>
                </a:cubicBezTo>
                <a:cubicBezTo>
                  <a:pt x="1244266" y="62428"/>
                  <a:pt x="1240921" y="61933"/>
                  <a:pt x="1236487" y="61854"/>
                </a:cubicBezTo>
                <a:lnTo>
                  <a:pt x="1236487" y="55930"/>
                </a:lnTo>
                <a:lnTo>
                  <a:pt x="1273307" y="55930"/>
                </a:lnTo>
                <a:lnTo>
                  <a:pt x="1273307" y="61854"/>
                </a:lnTo>
                <a:cubicBezTo>
                  <a:pt x="1270140" y="62091"/>
                  <a:pt x="1267547" y="62940"/>
                  <a:pt x="1265527" y="64402"/>
                </a:cubicBezTo>
                <a:cubicBezTo>
                  <a:pt x="1263508" y="65863"/>
                  <a:pt x="1261430" y="69398"/>
                  <a:pt x="1259292" y="75007"/>
                </a:cubicBezTo>
                <a:lnTo>
                  <a:pt x="1222946" y="171817"/>
                </a:lnTo>
                <a:cubicBezTo>
                  <a:pt x="1216295" y="189671"/>
                  <a:pt x="1210574" y="201797"/>
                  <a:pt x="1205783" y="208195"/>
                </a:cubicBezTo>
                <a:cubicBezTo>
                  <a:pt x="1200993" y="214594"/>
                  <a:pt x="1193490" y="217793"/>
                  <a:pt x="1183275" y="217793"/>
                </a:cubicBezTo>
                <a:cubicBezTo>
                  <a:pt x="1175832" y="217793"/>
                  <a:pt x="1170170" y="215838"/>
                  <a:pt x="1166290" y="211928"/>
                </a:cubicBezTo>
                <a:cubicBezTo>
                  <a:pt x="1162410" y="208017"/>
                  <a:pt x="1160470" y="203732"/>
                  <a:pt x="1160470" y="199071"/>
                </a:cubicBezTo>
                <a:moveTo>
                  <a:pt x="1217483" y="52849"/>
                </a:moveTo>
                <a:lnTo>
                  <a:pt x="1217483" y="52849"/>
                </a:lnTo>
                <a:close/>
                <a:moveTo>
                  <a:pt x="1421323" y="110200"/>
                </a:moveTo>
                <a:lnTo>
                  <a:pt x="1398043" y="54271"/>
                </a:lnTo>
                <a:lnTo>
                  <a:pt x="1396024" y="54271"/>
                </a:lnTo>
                <a:lnTo>
                  <a:pt x="1374051" y="110200"/>
                </a:lnTo>
                <a:lnTo>
                  <a:pt x="1421323" y="110200"/>
                </a:lnTo>
                <a:moveTo>
                  <a:pt x="1330104" y="161627"/>
                </a:moveTo>
                <a:cubicBezTo>
                  <a:pt x="1335963" y="161229"/>
                  <a:pt x="1340675" y="158568"/>
                  <a:pt x="1344238" y="153643"/>
                </a:cubicBezTo>
                <a:cubicBezTo>
                  <a:pt x="1346534" y="150543"/>
                  <a:pt x="1349820" y="143709"/>
                  <a:pt x="1354096" y="133144"/>
                </a:cubicBezTo>
                <a:lnTo>
                  <a:pt x="1408139" y="237"/>
                </a:lnTo>
                <a:lnTo>
                  <a:pt x="1414909" y="237"/>
                </a:lnTo>
                <a:lnTo>
                  <a:pt x="1469190" y="127782"/>
                </a:lnTo>
                <a:cubicBezTo>
                  <a:pt x="1475287" y="142162"/>
                  <a:pt x="1479840" y="151437"/>
                  <a:pt x="1482849" y="155609"/>
                </a:cubicBezTo>
                <a:cubicBezTo>
                  <a:pt x="1485858" y="159779"/>
                  <a:pt x="1490134" y="161785"/>
                  <a:pt x="1495677" y="161627"/>
                </a:cubicBezTo>
                <a:lnTo>
                  <a:pt x="1495677" y="167789"/>
                </a:lnTo>
                <a:lnTo>
                  <a:pt x="1416929" y="167789"/>
                </a:lnTo>
                <a:lnTo>
                  <a:pt x="1416929" y="161627"/>
                </a:lnTo>
                <a:cubicBezTo>
                  <a:pt x="1424847" y="161308"/>
                  <a:pt x="1430053" y="160633"/>
                  <a:pt x="1432548" y="159601"/>
                </a:cubicBezTo>
                <a:cubicBezTo>
                  <a:pt x="1435042" y="158567"/>
                  <a:pt x="1436289" y="155942"/>
                  <a:pt x="1436289" y="151725"/>
                </a:cubicBezTo>
                <a:cubicBezTo>
                  <a:pt x="1436289" y="149817"/>
                  <a:pt x="1435656" y="146915"/>
                  <a:pt x="1434389" y="143019"/>
                </a:cubicBezTo>
                <a:cubicBezTo>
                  <a:pt x="1433597" y="140716"/>
                  <a:pt x="1432528" y="137938"/>
                  <a:pt x="1431182" y="134684"/>
                </a:cubicBezTo>
                <a:lnTo>
                  <a:pt x="1425005" y="119917"/>
                </a:lnTo>
                <a:lnTo>
                  <a:pt x="1370369" y="119917"/>
                </a:lnTo>
                <a:cubicBezTo>
                  <a:pt x="1366805" y="129606"/>
                  <a:pt x="1364509" y="135921"/>
                  <a:pt x="1363480" y="138861"/>
                </a:cubicBezTo>
                <a:cubicBezTo>
                  <a:pt x="1361342" y="145139"/>
                  <a:pt x="1360273" y="149708"/>
                  <a:pt x="1360273" y="152569"/>
                </a:cubicBezTo>
                <a:cubicBezTo>
                  <a:pt x="1360273" y="156065"/>
                  <a:pt x="1362609" y="158608"/>
                  <a:pt x="1367280" y="160197"/>
                </a:cubicBezTo>
                <a:cubicBezTo>
                  <a:pt x="1370052" y="161071"/>
                  <a:pt x="1374209" y="161548"/>
                  <a:pt x="1379752" y="161627"/>
                </a:cubicBezTo>
                <a:lnTo>
                  <a:pt x="1379752" y="167789"/>
                </a:lnTo>
                <a:lnTo>
                  <a:pt x="1330104" y="167789"/>
                </a:lnTo>
                <a:lnTo>
                  <a:pt x="1330104" y="161627"/>
                </a:lnTo>
                <a:moveTo>
                  <a:pt x="1414909" y="237"/>
                </a:moveTo>
                <a:lnTo>
                  <a:pt x="1414909" y="237"/>
                </a:lnTo>
                <a:close/>
                <a:moveTo>
                  <a:pt x="1505549" y="161864"/>
                </a:moveTo>
                <a:cubicBezTo>
                  <a:pt x="1509983" y="161311"/>
                  <a:pt x="1513249" y="160106"/>
                  <a:pt x="1515348" y="158250"/>
                </a:cubicBezTo>
                <a:cubicBezTo>
                  <a:pt x="1517446" y="156393"/>
                  <a:pt x="1518495" y="152700"/>
                  <a:pt x="1518495" y="147170"/>
                </a:cubicBezTo>
                <a:lnTo>
                  <a:pt x="1518495" y="75837"/>
                </a:lnTo>
                <a:cubicBezTo>
                  <a:pt x="1518495" y="70939"/>
                  <a:pt x="1517644" y="67542"/>
                  <a:pt x="1515942" y="65646"/>
                </a:cubicBezTo>
                <a:cubicBezTo>
                  <a:pt x="1514239" y="63750"/>
                  <a:pt x="1510775" y="62486"/>
                  <a:pt x="1505549" y="61854"/>
                </a:cubicBezTo>
                <a:lnTo>
                  <a:pt x="1505549" y="55930"/>
                </a:lnTo>
                <a:lnTo>
                  <a:pt x="1551634" y="55930"/>
                </a:lnTo>
                <a:lnTo>
                  <a:pt x="1551634" y="73352"/>
                </a:lnTo>
                <a:cubicBezTo>
                  <a:pt x="1555514" y="67506"/>
                  <a:pt x="1560443" y="62668"/>
                  <a:pt x="1566421" y="58836"/>
                </a:cubicBezTo>
                <a:cubicBezTo>
                  <a:pt x="1572400" y="55003"/>
                  <a:pt x="1579031" y="53086"/>
                  <a:pt x="1586316" y="53086"/>
                </a:cubicBezTo>
                <a:cubicBezTo>
                  <a:pt x="1596769" y="53086"/>
                  <a:pt x="1604865" y="55772"/>
                  <a:pt x="1610606" y="61143"/>
                </a:cubicBezTo>
                <a:cubicBezTo>
                  <a:pt x="1616347" y="66515"/>
                  <a:pt x="1619217" y="75955"/>
                  <a:pt x="1619217" y="89464"/>
                </a:cubicBezTo>
                <a:lnTo>
                  <a:pt x="1619217" y="148118"/>
                </a:lnTo>
                <a:cubicBezTo>
                  <a:pt x="1619217" y="153569"/>
                  <a:pt x="1620148" y="157085"/>
                  <a:pt x="1622008" y="158664"/>
                </a:cubicBezTo>
                <a:cubicBezTo>
                  <a:pt x="1623869" y="160244"/>
                  <a:pt x="1626977" y="161311"/>
                  <a:pt x="1631332" y="161864"/>
                </a:cubicBezTo>
                <a:lnTo>
                  <a:pt x="1631332" y="167789"/>
                </a:lnTo>
                <a:lnTo>
                  <a:pt x="1574201" y="167789"/>
                </a:lnTo>
                <a:lnTo>
                  <a:pt x="1574201" y="161864"/>
                </a:lnTo>
                <a:cubicBezTo>
                  <a:pt x="1578556" y="161000"/>
                  <a:pt x="1581526" y="159823"/>
                  <a:pt x="1583109" y="158335"/>
                </a:cubicBezTo>
                <a:cubicBezTo>
                  <a:pt x="1584693" y="156844"/>
                  <a:pt x="1585485" y="153470"/>
                  <a:pt x="1585485" y="148215"/>
                </a:cubicBezTo>
                <a:lnTo>
                  <a:pt x="1585485" y="89371"/>
                </a:lnTo>
                <a:cubicBezTo>
                  <a:pt x="1585485" y="83834"/>
                  <a:pt x="1584931" y="79680"/>
                  <a:pt x="1583822" y="76910"/>
                </a:cubicBezTo>
                <a:cubicBezTo>
                  <a:pt x="1581922" y="71929"/>
                  <a:pt x="1578160" y="69438"/>
                  <a:pt x="1572538" y="69438"/>
                </a:cubicBezTo>
                <a:cubicBezTo>
                  <a:pt x="1568342" y="69438"/>
                  <a:pt x="1564481" y="70961"/>
                  <a:pt x="1560958" y="74007"/>
                </a:cubicBezTo>
                <a:cubicBezTo>
                  <a:pt x="1557434" y="77051"/>
                  <a:pt x="1554722" y="80115"/>
                  <a:pt x="1552822" y="83198"/>
                </a:cubicBezTo>
                <a:lnTo>
                  <a:pt x="1552822" y="148215"/>
                </a:lnTo>
                <a:cubicBezTo>
                  <a:pt x="1552822" y="153470"/>
                  <a:pt x="1553613" y="156844"/>
                  <a:pt x="1555197" y="158335"/>
                </a:cubicBezTo>
                <a:cubicBezTo>
                  <a:pt x="1556781" y="159823"/>
                  <a:pt x="1559750" y="161000"/>
                  <a:pt x="1564105" y="161864"/>
                </a:cubicBezTo>
                <a:lnTo>
                  <a:pt x="1564105" y="167789"/>
                </a:lnTo>
                <a:lnTo>
                  <a:pt x="1505549" y="167789"/>
                </a:lnTo>
                <a:lnTo>
                  <a:pt x="1505549" y="161864"/>
                </a:lnTo>
                <a:moveTo>
                  <a:pt x="1569094" y="52849"/>
                </a:moveTo>
                <a:lnTo>
                  <a:pt x="1569094" y="52849"/>
                </a:lnTo>
                <a:close/>
                <a:moveTo>
                  <a:pt x="1689624" y="153806"/>
                </a:moveTo>
                <a:cubicBezTo>
                  <a:pt x="1693583" y="153806"/>
                  <a:pt x="1697265" y="152619"/>
                  <a:pt x="1700670" y="150244"/>
                </a:cubicBezTo>
                <a:cubicBezTo>
                  <a:pt x="1702571" y="148817"/>
                  <a:pt x="1704827" y="146599"/>
                  <a:pt x="1707440" y="143590"/>
                </a:cubicBezTo>
                <a:lnTo>
                  <a:pt x="1707440" y="108067"/>
                </a:lnTo>
                <a:cubicBezTo>
                  <a:pt x="1700947" y="109652"/>
                  <a:pt x="1695246" y="112147"/>
                  <a:pt x="1690337" y="115551"/>
                </a:cubicBezTo>
                <a:cubicBezTo>
                  <a:pt x="1682022" y="121332"/>
                  <a:pt x="1677865" y="128699"/>
                  <a:pt x="1677865" y="137650"/>
                </a:cubicBezTo>
                <a:cubicBezTo>
                  <a:pt x="1677865" y="142955"/>
                  <a:pt x="1679073" y="146974"/>
                  <a:pt x="1681488" y="149707"/>
                </a:cubicBezTo>
                <a:cubicBezTo>
                  <a:pt x="1683903" y="152440"/>
                  <a:pt x="1686615" y="153806"/>
                  <a:pt x="1689624" y="153806"/>
                </a:cubicBezTo>
                <a:moveTo>
                  <a:pt x="1642470" y="144952"/>
                </a:moveTo>
                <a:cubicBezTo>
                  <a:pt x="1642470" y="134014"/>
                  <a:pt x="1647736" y="125335"/>
                  <a:pt x="1658267" y="118917"/>
                </a:cubicBezTo>
                <a:cubicBezTo>
                  <a:pt x="1668799" y="112496"/>
                  <a:pt x="1685309" y="106035"/>
                  <a:pt x="1707797" y="99536"/>
                </a:cubicBezTo>
                <a:lnTo>
                  <a:pt x="1707797" y="81935"/>
                </a:lnTo>
                <a:cubicBezTo>
                  <a:pt x="1707797" y="74766"/>
                  <a:pt x="1706272" y="69470"/>
                  <a:pt x="1703224" y="66046"/>
                </a:cubicBezTo>
                <a:cubicBezTo>
                  <a:pt x="1700175" y="62620"/>
                  <a:pt x="1694771" y="60906"/>
                  <a:pt x="1687011" y="60906"/>
                </a:cubicBezTo>
                <a:cubicBezTo>
                  <a:pt x="1682656" y="60906"/>
                  <a:pt x="1679073" y="61714"/>
                  <a:pt x="1676262" y="63328"/>
                </a:cubicBezTo>
                <a:cubicBezTo>
                  <a:pt x="1673451" y="64943"/>
                  <a:pt x="1672045" y="66970"/>
                  <a:pt x="1672045" y="69412"/>
                </a:cubicBezTo>
                <a:cubicBezTo>
                  <a:pt x="1672045" y="70357"/>
                  <a:pt x="1672204" y="71145"/>
                  <a:pt x="1672520" y="71774"/>
                </a:cubicBezTo>
                <a:cubicBezTo>
                  <a:pt x="1672837" y="72404"/>
                  <a:pt x="1673312" y="73073"/>
                  <a:pt x="1673946" y="73781"/>
                </a:cubicBezTo>
                <a:lnTo>
                  <a:pt x="1675371" y="75437"/>
                </a:lnTo>
                <a:cubicBezTo>
                  <a:pt x="1676480" y="76775"/>
                  <a:pt x="1677370" y="78251"/>
                  <a:pt x="1678043" y="79865"/>
                </a:cubicBezTo>
                <a:cubicBezTo>
                  <a:pt x="1678716" y="81480"/>
                  <a:pt x="1679053" y="83193"/>
                  <a:pt x="1679053" y="85005"/>
                </a:cubicBezTo>
                <a:cubicBezTo>
                  <a:pt x="1679053" y="89572"/>
                  <a:pt x="1677529" y="93096"/>
                  <a:pt x="1674480" y="95577"/>
                </a:cubicBezTo>
                <a:cubicBezTo>
                  <a:pt x="1671432" y="98058"/>
                  <a:pt x="1667888" y="99299"/>
                  <a:pt x="1663850" y="99299"/>
                </a:cubicBezTo>
                <a:cubicBezTo>
                  <a:pt x="1659178" y="99299"/>
                  <a:pt x="1655199" y="97924"/>
                  <a:pt x="1651913" y="95173"/>
                </a:cubicBezTo>
                <a:cubicBezTo>
                  <a:pt x="1648627" y="92421"/>
                  <a:pt x="1646984" y="88451"/>
                  <a:pt x="1646984" y="83265"/>
                </a:cubicBezTo>
                <a:cubicBezTo>
                  <a:pt x="1646984" y="73990"/>
                  <a:pt x="1651378" y="66642"/>
                  <a:pt x="1660168" y="61221"/>
                </a:cubicBezTo>
                <a:cubicBezTo>
                  <a:pt x="1668957" y="55797"/>
                  <a:pt x="1679766" y="53086"/>
                  <a:pt x="1692593" y="53086"/>
                </a:cubicBezTo>
                <a:cubicBezTo>
                  <a:pt x="1706371" y="53086"/>
                  <a:pt x="1717893" y="55732"/>
                  <a:pt x="1727157" y="61025"/>
                </a:cubicBezTo>
                <a:cubicBezTo>
                  <a:pt x="1736342" y="66397"/>
                  <a:pt x="1740935" y="76271"/>
                  <a:pt x="1740935" y="90648"/>
                </a:cubicBezTo>
                <a:lnTo>
                  <a:pt x="1740935" y="149422"/>
                </a:lnTo>
                <a:cubicBezTo>
                  <a:pt x="1740935" y="151160"/>
                  <a:pt x="1741390" y="152641"/>
                  <a:pt x="1742301" y="153865"/>
                </a:cubicBezTo>
                <a:cubicBezTo>
                  <a:pt x="1743212" y="155090"/>
                  <a:pt x="1744221" y="155702"/>
                  <a:pt x="1745330" y="155702"/>
                </a:cubicBezTo>
                <a:cubicBezTo>
                  <a:pt x="1746280" y="155702"/>
                  <a:pt x="1747131" y="155524"/>
                  <a:pt x="1747884" y="155169"/>
                </a:cubicBezTo>
                <a:cubicBezTo>
                  <a:pt x="1748636" y="154813"/>
                  <a:pt x="1749804" y="153846"/>
                  <a:pt x="1751387" y="152266"/>
                </a:cubicBezTo>
                <a:lnTo>
                  <a:pt x="1755069" y="157361"/>
                </a:lnTo>
                <a:cubicBezTo>
                  <a:pt x="1750318" y="162891"/>
                  <a:pt x="1745053" y="166762"/>
                  <a:pt x="1739272" y="168973"/>
                </a:cubicBezTo>
                <a:cubicBezTo>
                  <a:pt x="1735630" y="170395"/>
                  <a:pt x="1731789" y="171106"/>
                  <a:pt x="1727751" y="171106"/>
                </a:cubicBezTo>
                <a:cubicBezTo>
                  <a:pt x="1720545" y="171106"/>
                  <a:pt x="1715280" y="169009"/>
                  <a:pt x="1711954" y="164815"/>
                </a:cubicBezTo>
                <a:cubicBezTo>
                  <a:pt x="1710053" y="162440"/>
                  <a:pt x="1708668" y="158917"/>
                  <a:pt x="1707797" y="154247"/>
                </a:cubicBezTo>
                <a:cubicBezTo>
                  <a:pt x="1701066" y="160974"/>
                  <a:pt x="1693464" y="165724"/>
                  <a:pt x="1684992" y="168496"/>
                </a:cubicBezTo>
                <a:cubicBezTo>
                  <a:pt x="1679845" y="170236"/>
                  <a:pt x="1674777" y="171106"/>
                  <a:pt x="1669789" y="171106"/>
                </a:cubicBezTo>
                <a:cubicBezTo>
                  <a:pt x="1663137" y="171106"/>
                  <a:pt x="1656921" y="168987"/>
                  <a:pt x="1651141" y="164748"/>
                </a:cubicBezTo>
                <a:cubicBezTo>
                  <a:pt x="1645360" y="160507"/>
                  <a:pt x="1642470" y="153909"/>
                  <a:pt x="1642470" y="144952"/>
                </a:cubicBezTo>
                <a:moveTo>
                  <a:pt x="1694850" y="52849"/>
                </a:moveTo>
                <a:lnTo>
                  <a:pt x="1694850" y="52849"/>
                </a:lnTo>
                <a:close/>
                <a:moveTo>
                  <a:pt x="1761839" y="161864"/>
                </a:moveTo>
                <a:cubicBezTo>
                  <a:pt x="1766115" y="160837"/>
                  <a:pt x="1769144" y="159474"/>
                  <a:pt x="1770926" y="157776"/>
                </a:cubicBezTo>
                <a:cubicBezTo>
                  <a:pt x="1772707" y="156077"/>
                  <a:pt x="1773598" y="152542"/>
                  <a:pt x="1773598" y="147170"/>
                </a:cubicBezTo>
                <a:lnTo>
                  <a:pt x="1773598" y="23699"/>
                </a:lnTo>
                <a:cubicBezTo>
                  <a:pt x="1773598" y="18564"/>
                  <a:pt x="1772767" y="15207"/>
                  <a:pt x="1771104" y="13627"/>
                </a:cubicBezTo>
                <a:cubicBezTo>
                  <a:pt x="1769441" y="12047"/>
                  <a:pt x="1766353" y="10744"/>
                  <a:pt x="1761839" y="9717"/>
                </a:cubicBezTo>
                <a:lnTo>
                  <a:pt x="1761839" y="3792"/>
                </a:lnTo>
                <a:lnTo>
                  <a:pt x="1807924" y="3792"/>
                </a:lnTo>
                <a:lnTo>
                  <a:pt x="1807924" y="147170"/>
                </a:lnTo>
                <a:cubicBezTo>
                  <a:pt x="1807924" y="152542"/>
                  <a:pt x="1808795" y="156058"/>
                  <a:pt x="1810537" y="157716"/>
                </a:cubicBezTo>
                <a:cubicBezTo>
                  <a:pt x="1812279" y="159375"/>
                  <a:pt x="1815368" y="160758"/>
                  <a:pt x="1819802" y="161864"/>
                </a:cubicBezTo>
                <a:lnTo>
                  <a:pt x="1819802" y="167789"/>
                </a:lnTo>
                <a:lnTo>
                  <a:pt x="1761839" y="167789"/>
                </a:lnTo>
                <a:lnTo>
                  <a:pt x="1761839" y="161864"/>
                </a:lnTo>
                <a:close/>
                <a:moveTo>
                  <a:pt x="1829172" y="199071"/>
                </a:moveTo>
                <a:cubicBezTo>
                  <a:pt x="1829172" y="193541"/>
                  <a:pt x="1830776" y="189473"/>
                  <a:pt x="1833983" y="186866"/>
                </a:cubicBezTo>
                <a:cubicBezTo>
                  <a:pt x="1837190" y="184259"/>
                  <a:pt x="1841010" y="182956"/>
                  <a:pt x="1845445" y="182956"/>
                </a:cubicBezTo>
                <a:cubicBezTo>
                  <a:pt x="1849325" y="182956"/>
                  <a:pt x="1852512" y="184101"/>
                  <a:pt x="1855006" y="186392"/>
                </a:cubicBezTo>
                <a:cubicBezTo>
                  <a:pt x="1857500" y="188683"/>
                  <a:pt x="1858748" y="191408"/>
                  <a:pt x="1858748" y="194568"/>
                </a:cubicBezTo>
                <a:lnTo>
                  <a:pt x="1858154" y="199901"/>
                </a:lnTo>
                <a:cubicBezTo>
                  <a:pt x="1858154" y="200928"/>
                  <a:pt x="1858550" y="201876"/>
                  <a:pt x="1859341" y="202744"/>
                </a:cubicBezTo>
                <a:cubicBezTo>
                  <a:pt x="1860133" y="203613"/>
                  <a:pt x="1861123" y="204048"/>
                  <a:pt x="1862311" y="204048"/>
                </a:cubicBezTo>
                <a:cubicBezTo>
                  <a:pt x="1866270" y="204048"/>
                  <a:pt x="1869952" y="200757"/>
                  <a:pt x="1873357" y="194176"/>
                </a:cubicBezTo>
                <a:cubicBezTo>
                  <a:pt x="1875495" y="190112"/>
                  <a:pt x="1878583" y="182149"/>
                  <a:pt x="1882621" y="170284"/>
                </a:cubicBezTo>
                <a:lnTo>
                  <a:pt x="1853403" y="99180"/>
                </a:lnTo>
                <a:cubicBezTo>
                  <a:pt x="1851344" y="94124"/>
                  <a:pt x="1849344" y="89385"/>
                  <a:pt x="1847404" y="84961"/>
                </a:cubicBezTo>
                <a:cubicBezTo>
                  <a:pt x="1845464" y="80537"/>
                  <a:pt x="1843426" y="76232"/>
                  <a:pt x="1841288" y="72045"/>
                </a:cubicBezTo>
                <a:cubicBezTo>
                  <a:pt x="1839070" y="67779"/>
                  <a:pt x="1837328" y="65093"/>
                  <a:pt x="1836061" y="63987"/>
                </a:cubicBezTo>
                <a:cubicBezTo>
                  <a:pt x="1834794" y="62881"/>
                  <a:pt x="1832498" y="62170"/>
                  <a:pt x="1829172" y="61854"/>
                </a:cubicBezTo>
                <a:lnTo>
                  <a:pt x="1829172" y="55930"/>
                </a:lnTo>
                <a:lnTo>
                  <a:pt x="1889986" y="55930"/>
                </a:lnTo>
                <a:lnTo>
                  <a:pt x="1889986" y="61854"/>
                </a:lnTo>
                <a:cubicBezTo>
                  <a:pt x="1886185" y="61933"/>
                  <a:pt x="1883077" y="62369"/>
                  <a:pt x="1880662" y="63161"/>
                </a:cubicBezTo>
                <a:cubicBezTo>
                  <a:pt x="1878247" y="63951"/>
                  <a:pt x="1877039" y="65651"/>
                  <a:pt x="1877039" y="68260"/>
                </a:cubicBezTo>
                <a:cubicBezTo>
                  <a:pt x="1877039" y="68813"/>
                  <a:pt x="1877178" y="69565"/>
                  <a:pt x="1877455" y="70515"/>
                </a:cubicBezTo>
                <a:cubicBezTo>
                  <a:pt x="1877732" y="71463"/>
                  <a:pt x="1878346" y="73163"/>
                  <a:pt x="1879296" y="75614"/>
                </a:cubicBezTo>
                <a:lnTo>
                  <a:pt x="1898419" y="123346"/>
                </a:lnTo>
                <a:lnTo>
                  <a:pt x="1900319" y="123346"/>
                </a:lnTo>
                <a:lnTo>
                  <a:pt x="1915879" y="80713"/>
                </a:lnTo>
                <a:cubicBezTo>
                  <a:pt x="1916670" y="78341"/>
                  <a:pt x="1917324" y="76266"/>
                  <a:pt x="1917838" y="74489"/>
                </a:cubicBezTo>
                <a:cubicBezTo>
                  <a:pt x="1918353" y="72709"/>
                  <a:pt x="1918610" y="71146"/>
                  <a:pt x="1918610" y="69801"/>
                </a:cubicBezTo>
                <a:cubicBezTo>
                  <a:pt x="1918610" y="66401"/>
                  <a:pt x="1917482" y="64248"/>
                  <a:pt x="1915225" y="63339"/>
                </a:cubicBezTo>
                <a:cubicBezTo>
                  <a:pt x="1912969" y="62428"/>
                  <a:pt x="1909623" y="61933"/>
                  <a:pt x="1905189" y="61854"/>
                </a:cubicBezTo>
                <a:lnTo>
                  <a:pt x="1905189" y="55930"/>
                </a:lnTo>
                <a:lnTo>
                  <a:pt x="1942009" y="55930"/>
                </a:lnTo>
                <a:lnTo>
                  <a:pt x="1942009" y="61854"/>
                </a:lnTo>
                <a:cubicBezTo>
                  <a:pt x="1938842" y="62091"/>
                  <a:pt x="1936249" y="62940"/>
                  <a:pt x="1934229" y="64402"/>
                </a:cubicBezTo>
                <a:cubicBezTo>
                  <a:pt x="1932210" y="65863"/>
                  <a:pt x="1930132" y="69398"/>
                  <a:pt x="1927994" y="75007"/>
                </a:cubicBezTo>
                <a:lnTo>
                  <a:pt x="1891648" y="171817"/>
                </a:lnTo>
                <a:cubicBezTo>
                  <a:pt x="1884997" y="189671"/>
                  <a:pt x="1879276" y="201797"/>
                  <a:pt x="1874485" y="208195"/>
                </a:cubicBezTo>
                <a:cubicBezTo>
                  <a:pt x="1869695" y="214594"/>
                  <a:pt x="1862192" y="217793"/>
                  <a:pt x="1851977" y="217793"/>
                </a:cubicBezTo>
                <a:cubicBezTo>
                  <a:pt x="1844534" y="217793"/>
                  <a:pt x="1838872" y="215838"/>
                  <a:pt x="1834992" y="211928"/>
                </a:cubicBezTo>
                <a:cubicBezTo>
                  <a:pt x="1831112" y="208017"/>
                  <a:pt x="1829172" y="203732"/>
                  <a:pt x="1829172" y="199071"/>
                </a:cubicBezTo>
                <a:moveTo>
                  <a:pt x="1886185" y="52849"/>
                </a:moveTo>
                <a:lnTo>
                  <a:pt x="1886185" y="52849"/>
                </a:lnTo>
                <a:close/>
                <a:moveTo>
                  <a:pt x="1953055" y="131055"/>
                </a:moveTo>
                <a:lnTo>
                  <a:pt x="1959825" y="131055"/>
                </a:lnTo>
                <a:cubicBezTo>
                  <a:pt x="1962200" y="142581"/>
                  <a:pt x="1966635" y="150717"/>
                  <a:pt x="1973128" y="155461"/>
                </a:cubicBezTo>
                <a:cubicBezTo>
                  <a:pt x="1979621" y="160204"/>
                  <a:pt x="1986272" y="162575"/>
                  <a:pt x="1993082" y="162575"/>
                </a:cubicBezTo>
                <a:cubicBezTo>
                  <a:pt x="1999338" y="162575"/>
                  <a:pt x="2003930" y="161176"/>
                  <a:pt x="2006860" y="158379"/>
                </a:cubicBezTo>
                <a:cubicBezTo>
                  <a:pt x="2009790" y="155580"/>
                  <a:pt x="2011255" y="151895"/>
                  <a:pt x="2011255" y="147326"/>
                </a:cubicBezTo>
                <a:cubicBezTo>
                  <a:pt x="2011255" y="142991"/>
                  <a:pt x="2009671" y="139286"/>
                  <a:pt x="2006504" y="136210"/>
                </a:cubicBezTo>
                <a:cubicBezTo>
                  <a:pt x="2004762" y="134556"/>
                  <a:pt x="2001951" y="132781"/>
                  <a:pt x="1998071" y="130885"/>
                </a:cubicBezTo>
                <a:lnTo>
                  <a:pt x="1980017" y="122124"/>
                </a:lnTo>
                <a:cubicBezTo>
                  <a:pt x="1970515" y="117465"/>
                  <a:pt x="1963705" y="112413"/>
                  <a:pt x="1959587" y="106967"/>
                </a:cubicBezTo>
                <a:cubicBezTo>
                  <a:pt x="1955391" y="101519"/>
                  <a:pt x="1953292" y="95085"/>
                  <a:pt x="1953292" y="87664"/>
                </a:cubicBezTo>
                <a:cubicBezTo>
                  <a:pt x="1953292" y="78268"/>
                  <a:pt x="1956578" y="70156"/>
                  <a:pt x="1963151" y="63328"/>
                </a:cubicBezTo>
                <a:cubicBezTo>
                  <a:pt x="1969723" y="56500"/>
                  <a:pt x="1978908" y="53086"/>
                  <a:pt x="1990707" y="53086"/>
                </a:cubicBezTo>
                <a:cubicBezTo>
                  <a:pt x="1995853" y="53086"/>
                  <a:pt x="2001317" y="53955"/>
                  <a:pt x="2007098" y="55693"/>
                </a:cubicBezTo>
                <a:cubicBezTo>
                  <a:pt x="2012878" y="57430"/>
                  <a:pt x="2016481" y="58299"/>
                  <a:pt x="2017906" y="58299"/>
                </a:cubicBezTo>
                <a:cubicBezTo>
                  <a:pt x="2019886" y="58299"/>
                  <a:pt x="2021291" y="57885"/>
                  <a:pt x="2022123" y="57055"/>
                </a:cubicBezTo>
                <a:cubicBezTo>
                  <a:pt x="2022954" y="56226"/>
                  <a:pt x="2023647" y="55061"/>
                  <a:pt x="2024201" y="53560"/>
                </a:cubicBezTo>
                <a:lnTo>
                  <a:pt x="2029546" y="53560"/>
                </a:lnTo>
                <a:lnTo>
                  <a:pt x="2029546" y="88634"/>
                </a:lnTo>
                <a:lnTo>
                  <a:pt x="2023370" y="88634"/>
                </a:lnTo>
                <a:cubicBezTo>
                  <a:pt x="2021074" y="80418"/>
                  <a:pt x="2017312" y="73822"/>
                  <a:pt x="2012086" y="68845"/>
                </a:cubicBezTo>
                <a:cubicBezTo>
                  <a:pt x="2006860" y="63869"/>
                  <a:pt x="2000763" y="61380"/>
                  <a:pt x="1993795" y="61380"/>
                </a:cubicBezTo>
                <a:cubicBezTo>
                  <a:pt x="1988410" y="61380"/>
                  <a:pt x="1984392" y="62877"/>
                  <a:pt x="1981739" y="65872"/>
                </a:cubicBezTo>
                <a:cubicBezTo>
                  <a:pt x="1979086" y="68866"/>
                  <a:pt x="1977760" y="72098"/>
                  <a:pt x="1977760" y="75566"/>
                </a:cubicBezTo>
                <a:cubicBezTo>
                  <a:pt x="1977760" y="78403"/>
                  <a:pt x="1978948" y="81240"/>
                  <a:pt x="1981323" y="84079"/>
                </a:cubicBezTo>
                <a:cubicBezTo>
                  <a:pt x="1983620" y="86995"/>
                  <a:pt x="1987975" y="89992"/>
                  <a:pt x="1994389" y="93070"/>
                </a:cubicBezTo>
                <a:lnTo>
                  <a:pt x="2007691" y="99465"/>
                </a:lnTo>
                <a:cubicBezTo>
                  <a:pt x="2015927" y="103413"/>
                  <a:pt x="2021945" y="107241"/>
                  <a:pt x="2025745" y="110952"/>
                </a:cubicBezTo>
                <a:cubicBezTo>
                  <a:pt x="2032080" y="117267"/>
                  <a:pt x="2035247" y="125043"/>
                  <a:pt x="2035247" y="134280"/>
                </a:cubicBezTo>
                <a:cubicBezTo>
                  <a:pt x="2035247" y="143279"/>
                  <a:pt x="2031981" y="151666"/>
                  <a:pt x="2025448" y="159442"/>
                </a:cubicBezTo>
                <a:cubicBezTo>
                  <a:pt x="2018916" y="167218"/>
                  <a:pt x="2009117" y="171106"/>
                  <a:pt x="1996051" y="171106"/>
                </a:cubicBezTo>
                <a:cubicBezTo>
                  <a:pt x="1992805" y="171106"/>
                  <a:pt x="1989539" y="170764"/>
                  <a:pt x="1986252" y="170081"/>
                </a:cubicBezTo>
                <a:cubicBezTo>
                  <a:pt x="1982966" y="169399"/>
                  <a:pt x="1978908" y="168214"/>
                  <a:pt x="1974078" y="166526"/>
                </a:cubicBezTo>
                <a:lnTo>
                  <a:pt x="1969921" y="165082"/>
                </a:lnTo>
                <a:cubicBezTo>
                  <a:pt x="1968416" y="164519"/>
                  <a:pt x="1967486" y="164198"/>
                  <a:pt x="1967130" y="164119"/>
                </a:cubicBezTo>
                <a:cubicBezTo>
                  <a:pt x="1966773" y="164037"/>
                  <a:pt x="1966318" y="163997"/>
                  <a:pt x="1965764" y="163997"/>
                </a:cubicBezTo>
                <a:cubicBezTo>
                  <a:pt x="1964418" y="163997"/>
                  <a:pt x="1963250" y="164540"/>
                  <a:pt x="1962260" y="165626"/>
                </a:cubicBezTo>
                <a:cubicBezTo>
                  <a:pt x="1961270" y="166710"/>
                  <a:pt x="1960142" y="168537"/>
                  <a:pt x="1958875" y="171106"/>
                </a:cubicBezTo>
                <a:lnTo>
                  <a:pt x="1953055" y="171106"/>
                </a:lnTo>
                <a:lnTo>
                  <a:pt x="1953055" y="131055"/>
                </a:lnTo>
                <a:moveTo>
                  <a:pt x="1994032" y="52849"/>
                </a:moveTo>
                <a:lnTo>
                  <a:pt x="1994032" y="52849"/>
                </a:lnTo>
                <a:close/>
                <a:moveTo>
                  <a:pt x="2057062" y="18841"/>
                </a:moveTo>
                <a:cubicBezTo>
                  <a:pt x="2057062" y="13627"/>
                  <a:pt x="2058903" y="9183"/>
                  <a:pt x="2062585" y="5510"/>
                </a:cubicBezTo>
                <a:cubicBezTo>
                  <a:pt x="2066267" y="1837"/>
                  <a:pt x="2070721" y="0"/>
                  <a:pt x="2075947" y="0"/>
                </a:cubicBezTo>
                <a:cubicBezTo>
                  <a:pt x="2081094" y="0"/>
                  <a:pt x="2085509" y="1837"/>
                  <a:pt x="2089191" y="5510"/>
                </a:cubicBezTo>
                <a:cubicBezTo>
                  <a:pt x="2092873" y="9183"/>
                  <a:pt x="2094714" y="13627"/>
                  <a:pt x="2094714" y="18841"/>
                </a:cubicBezTo>
                <a:cubicBezTo>
                  <a:pt x="2094714" y="24054"/>
                  <a:pt x="2092873" y="28498"/>
                  <a:pt x="2089191" y="32171"/>
                </a:cubicBezTo>
                <a:cubicBezTo>
                  <a:pt x="2085509" y="35845"/>
                  <a:pt x="2081094" y="37681"/>
                  <a:pt x="2075947" y="37681"/>
                </a:cubicBezTo>
                <a:cubicBezTo>
                  <a:pt x="2070721" y="37681"/>
                  <a:pt x="2066267" y="35845"/>
                  <a:pt x="2062585" y="32171"/>
                </a:cubicBezTo>
                <a:cubicBezTo>
                  <a:pt x="2058903" y="28498"/>
                  <a:pt x="2057062" y="24054"/>
                  <a:pt x="2057062" y="18841"/>
                </a:cubicBezTo>
                <a:moveTo>
                  <a:pt x="2046372" y="161864"/>
                </a:moveTo>
                <a:cubicBezTo>
                  <a:pt x="2050648" y="161074"/>
                  <a:pt x="2053578" y="159974"/>
                  <a:pt x="2055162" y="158564"/>
                </a:cubicBezTo>
                <a:cubicBezTo>
                  <a:pt x="2057537" y="156451"/>
                  <a:pt x="2058725" y="152653"/>
                  <a:pt x="2058725" y="147170"/>
                </a:cubicBezTo>
                <a:lnTo>
                  <a:pt x="2058725" y="75837"/>
                </a:lnTo>
                <a:cubicBezTo>
                  <a:pt x="2058725" y="70939"/>
                  <a:pt x="2057893" y="67601"/>
                  <a:pt x="2056231" y="65824"/>
                </a:cubicBezTo>
                <a:cubicBezTo>
                  <a:pt x="2054568" y="64046"/>
                  <a:pt x="2051282" y="62723"/>
                  <a:pt x="2046372" y="61854"/>
                </a:cubicBezTo>
                <a:lnTo>
                  <a:pt x="2046372" y="55930"/>
                </a:lnTo>
                <a:lnTo>
                  <a:pt x="2093051" y="55930"/>
                </a:lnTo>
                <a:lnTo>
                  <a:pt x="2093051" y="148118"/>
                </a:lnTo>
                <a:cubicBezTo>
                  <a:pt x="2093051" y="153411"/>
                  <a:pt x="2093843" y="156808"/>
                  <a:pt x="2095426" y="158309"/>
                </a:cubicBezTo>
                <a:cubicBezTo>
                  <a:pt x="2097010" y="159810"/>
                  <a:pt x="2099980" y="160995"/>
                  <a:pt x="2104335" y="161864"/>
                </a:cubicBezTo>
                <a:lnTo>
                  <a:pt x="2104335" y="167789"/>
                </a:lnTo>
                <a:lnTo>
                  <a:pt x="2046372" y="167789"/>
                </a:lnTo>
                <a:lnTo>
                  <a:pt x="2046372" y="161864"/>
                </a:lnTo>
                <a:close/>
                <a:moveTo>
                  <a:pt x="2115962" y="131055"/>
                </a:moveTo>
                <a:lnTo>
                  <a:pt x="2122732" y="131055"/>
                </a:lnTo>
                <a:cubicBezTo>
                  <a:pt x="2125107" y="142581"/>
                  <a:pt x="2129542" y="150717"/>
                  <a:pt x="2136035" y="155461"/>
                </a:cubicBezTo>
                <a:cubicBezTo>
                  <a:pt x="2142528" y="160204"/>
                  <a:pt x="2149179" y="162575"/>
                  <a:pt x="2155989" y="162575"/>
                </a:cubicBezTo>
                <a:cubicBezTo>
                  <a:pt x="2162244" y="162575"/>
                  <a:pt x="2166837" y="161176"/>
                  <a:pt x="2169767" y="158379"/>
                </a:cubicBezTo>
                <a:cubicBezTo>
                  <a:pt x="2172697" y="155580"/>
                  <a:pt x="2174162" y="151895"/>
                  <a:pt x="2174162" y="147326"/>
                </a:cubicBezTo>
                <a:cubicBezTo>
                  <a:pt x="2174162" y="142991"/>
                  <a:pt x="2172578" y="139286"/>
                  <a:pt x="2169411" y="136210"/>
                </a:cubicBezTo>
                <a:cubicBezTo>
                  <a:pt x="2167669" y="134556"/>
                  <a:pt x="2164858" y="132781"/>
                  <a:pt x="2160978" y="130885"/>
                </a:cubicBezTo>
                <a:lnTo>
                  <a:pt x="2142924" y="122124"/>
                </a:lnTo>
                <a:cubicBezTo>
                  <a:pt x="2133422" y="117465"/>
                  <a:pt x="2126612" y="112413"/>
                  <a:pt x="2122494" y="106967"/>
                </a:cubicBezTo>
                <a:cubicBezTo>
                  <a:pt x="2118298" y="101519"/>
                  <a:pt x="2116199" y="95085"/>
                  <a:pt x="2116199" y="87664"/>
                </a:cubicBezTo>
                <a:cubicBezTo>
                  <a:pt x="2116199" y="78268"/>
                  <a:pt x="2119485" y="70156"/>
                  <a:pt x="2126058" y="63328"/>
                </a:cubicBezTo>
                <a:cubicBezTo>
                  <a:pt x="2132630" y="56500"/>
                  <a:pt x="2141815" y="53086"/>
                  <a:pt x="2153613" y="53086"/>
                </a:cubicBezTo>
                <a:cubicBezTo>
                  <a:pt x="2158760" y="53086"/>
                  <a:pt x="2164224" y="53955"/>
                  <a:pt x="2170005" y="55693"/>
                </a:cubicBezTo>
                <a:cubicBezTo>
                  <a:pt x="2175785" y="57430"/>
                  <a:pt x="2179388" y="58299"/>
                  <a:pt x="2180813" y="58299"/>
                </a:cubicBezTo>
                <a:cubicBezTo>
                  <a:pt x="2182793" y="58299"/>
                  <a:pt x="2184198" y="57885"/>
                  <a:pt x="2185030" y="57055"/>
                </a:cubicBezTo>
                <a:cubicBezTo>
                  <a:pt x="2185861" y="56226"/>
                  <a:pt x="2186554" y="55061"/>
                  <a:pt x="2187108" y="53560"/>
                </a:cubicBezTo>
                <a:lnTo>
                  <a:pt x="2192453" y="53560"/>
                </a:lnTo>
                <a:lnTo>
                  <a:pt x="2192453" y="88634"/>
                </a:lnTo>
                <a:lnTo>
                  <a:pt x="2186277" y="88634"/>
                </a:lnTo>
                <a:cubicBezTo>
                  <a:pt x="2183980" y="80418"/>
                  <a:pt x="2180219" y="73822"/>
                  <a:pt x="2174993" y="68845"/>
                </a:cubicBezTo>
                <a:cubicBezTo>
                  <a:pt x="2169767" y="63869"/>
                  <a:pt x="2163670" y="61380"/>
                  <a:pt x="2156702" y="61380"/>
                </a:cubicBezTo>
                <a:cubicBezTo>
                  <a:pt x="2151317" y="61380"/>
                  <a:pt x="2147299" y="62877"/>
                  <a:pt x="2144646" y="65872"/>
                </a:cubicBezTo>
                <a:cubicBezTo>
                  <a:pt x="2141993" y="68866"/>
                  <a:pt x="2140667" y="72098"/>
                  <a:pt x="2140667" y="75566"/>
                </a:cubicBezTo>
                <a:cubicBezTo>
                  <a:pt x="2140667" y="78403"/>
                  <a:pt x="2141855" y="81240"/>
                  <a:pt x="2144230" y="84079"/>
                </a:cubicBezTo>
                <a:cubicBezTo>
                  <a:pt x="2146527" y="86995"/>
                  <a:pt x="2150882" y="89992"/>
                  <a:pt x="2157296" y="93070"/>
                </a:cubicBezTo>
                <a:lnTo>
                  <a:pt x="2170598" y="99465"/>
                </a:lnTo>
                <a:cubicBezTo>
                  <a:pt x="2178833" y="103413"/>
                  <a:pt x="2184851" y="107241"/>
                  <a:pt x="2188652" y="110952"/>
                </a:cubicBezTo>
                <a:cubicBezTo>
                  <a:pt x="2194987" y="117267"/>
                  <a:pt x="2198154" y="125043"/>
                  <a:pt x="2198154" y="134280"/>
                </a:cubicBezTo>
                <a:cubicBezTo>
                  <a:pt x="2198154" y="143279"/>
                  <a:pt x="2194888" y="151666"/>
                  <a:pt x="2188355" y="159442"/>
                </a:cubicBezTo>
                <a:cubicBezTo>
                  <a:pt x="2181823" y="167218"/>
                  <a:pt x="2172024" y="171106"/>
                  <a:pt x="2158958" y="171106"/>
                </a:cubicBezTo>
                <a:cubicBezTo>
                  <a:pt x="2155712" y="171106"/>
                  <a:pt x="2152446" y="170764"/>
                  <a:pt x="2149159" y="170081"/>
                </a:cubicBezTo>
                <a:cubicBezTo>
                  <a:pt x="2145873" y="169399"/>
                  <a:pt x="2141815" y="168214"/>
                  <a:pt x="2136985" y="166526"/>
                </a:cubicBezTo>
                <a:lnTo>
                  <a:pt x="2132828" y="165082"/>
                </a:lnTo>
                <a:cubicBezTo>
                  <a:pt x="2131323" y="164519"/>
                  <a:pt x="2130393" y="164198"/>
                  <a:pt x="2130036" y="164119"/>
                </a:cubicBezTo>
                <a:cubicBezTo>
                  <a:pt x="2129680" y="164037"/>
                  <a:pt x="2129225" y="163997"/>
                  <a:pt x="2128671" y="163997"/>
                </a:cubicBezTo>
                <a:cubicBezTo>
                  <a:pt x="2127324" y="163997"/>
                  <a:pt x="2126156" y="164540"/>
                  <a:pt x="2125167" y="165626"/>
                </a:cubicBezTo>
                <a:cubicBezTo>
                  <a:pt x="2124177" y="166710"/>
                  <a:pt x="2123049" y="168537"/>
                  <a:pt x="2121782" y="171106"/>
                </a:cubicBezTo>
                <a:lnTo>
                  <a:pt x="2115962" y="171106"/>
                </a:lnTo>
                <a:lnTo>
                  <a:pt x="2115962" y="131055"/>
                </a:lnTo>
                <a:moveTo>
                  <a:pt x="2156939" y="52849"/>
                </a:moveTo>
                <a:lnTo>
                  <a:pt x="2156939" y="528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③Feature-Oriented">
            <a:extLst xmlns:a="http://schemas.openxmlformats.org/drawingml/2006/main">
              <a:ext uri="{FF2B5EF4-FFF2-40B4-BE49-F238E27FC236}">
                <a16:creationId xmlns:a16="http://schemas.microsoft.com/office/drawing/2014/main" id="{7F2CD628-780B-4C97-A3F4-12592E37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443" y="57753"/>
            <a:ext cx="2114786" cy="235804"/>
          </a:xfrm>
          <a:custGeom xmlns:a="http://schemas.openxmlformats.org/drawingml/2006/main">
            <a:pathLst>
              <a:path w="2114786" h="235804">
                <a:moveTo>
                  <a:pt x="118894" y="0"/>
                </a:moveTo>
                <a:cubicBezTo>
                  <a:pt x="191268" y="6717"/>
                  <a:pt x="230821" y="46038"/>
                  <a:pt x="237551" y="117961"/>
                </a:cubicBezTo>
                <a:cubicBezTo>
                  <a:pt x="230742" y="189727"/>
                  <a:pt x="191189" y="229008"/>
                  <a:pt x="118894" y="235804"/>
                </a:cubicBezTo>
                <a:cubicBezTo>
                  <a:pt x="46362" y="229166"/>
                  <a:pt x="6731" y="189885"/>
                  <a:pt x="0" y="117961"/>
                </a:cubicBezTo>
                <a:cubicBezTo>
                  <a:pt x="6731" y="45959"/>
                  <a:pt x="46362" y="6638"/>
                  <a:pt x="118894" y="0"/>
                </a:cubicBezTo>
                <a:moveTo>
                  <a:pt x="118894" y="12086"/>
                </a:moveTo>
                <a:cubicBezTo>
                  <a:pt x="54676" y="18172"/>
                  <a:pt x="19558" y="53463"/>
                  <a:pt x="13540" y="117961"/>
                </a:cubicBezTo>
                <a:cubicBezTo>
                  <a:pt x="19558" y="182460"/>
                  <a:pt x="54676" y="217751"/>
                  <a:pt x="118894" y="223837"/>
                </a:cubicBezTo>
                <a:cubicBezTo>
                  <a:pt x="183112" y="217751"/>
                  <a:pt x="218230" y="182460"/>
                  <a:pt x="224248" y="117961"/>
                </a:cubicBezTo>
                <a:cubicBezTo>
                  <a:pt x="218230" y="53463"/>
                  <a:pt x="183112" y="18172"/>
                  <a:pt x="118894" y="12086"/>
                </a:cubicBezTo>
                <a:moveTo>
                  <a:pt x="102385" y="123297"/>
                </a:moveTo>
                <a:lnTo>
                  <a:pt x="102385" y="103376"/>
                </a:lnTo>
                <a:cubicBezTo>
                  <a:pt x="134058" y="104166"/>
                  <a:pt x="149697" y="94954"/>
                  <a:pt x="149301" y="75740"/>
                </a:cubicBezTo>
                <a:cubicBezTo>
                  <a:pt x="148826" y="59610"/>
                  <a:pt x="138690" y="51269"/>
                  <a:pt x="118894" y="50716"/>
                </a:cubicBezTo>
                <a:cubicBezTo>
                  <a:pt x="99653" y="52059"/>
                  <a:pt x="89438" y="63711"/>
                  <a:pt x="88250" y="85672"/>
                </a:cubicBezTo>
                <a:lnTo>
                  <a:pt x="64376" y="85672"/>
                </a:lnTo>
                <a:cubicBezTo>
                  <a:pt x="64297" y="67187"/>
                  <a:pt x="70078" y="52770"/>
                  <a:pt x="81718" y="42421"/>
                </a:cubicBezTo>
                <a:cubicBezTo>
                  <a:pt x="90190" y="34600"/>
                  <a:pt x="103572" y="30730"/>
                  <a:pt x="121864" y="30809"/>
                </a:cubicBezTo>
                <a:cubicBezTo>
                  <a:pt x="154963" y="32073"/>
                  <a:pt x="172066" y="46736"/>
                  <a:pt x="173175" y="74800"/>
                </a:cubicBezTo>
                <a:cubicBezTo>
                  <a:pt x="173017" y="90056"/>
                  <a:pt x="166761" y="102112"/>
                  <a:pt x="154408" y="110967"/>
                </a:cubicBezTo>
                <a:cubicBezTo>
                  <a:pt x="170799" y="118476"/>
                  <a:pt x="178995" y="132072"/>
                  <a:pt x="178995" y="151755"/>
                </a:cubicBezTo>
                <a:cubicBezTo>
                  <a:pt x="176303" y="185508"/>
                  <a:pt x="156982" y="203334"/>
                  <a:pt x="121032" y="205233"/>
                </a:cubicBezTo>
                <a:cubicBezTo>
                  <a:pt x="83578" y="206655"/>
                  <a:pt x="62674" y="187301"/>
                  <a:pt x="58319" y="147170"/>
                </a:cubicBezTo>
                <a:lnTo>
                  <a:pt x="82668" y="147170"/>
                </a:lnTo>
                <a:cubicBezTo>
                  <a:pt x="83539" y="171580"/>
                  <a:pt x="95852" y="184299"/>
                  <a:pt x="119607" y="185326"/>
                </a:cubicBezTo>
                <a:cubicBezTo>
                  <a:pt x="141779" y="184141"/>
                  <a:pt x="153617" y="173111"/>
                  <a:pt x="155121" y="152236"/>
                </a:cubicBezTo>
                <a:cubicBezTo>
                  <a:pt x="154963" y="132865"/>
                  <a:pt x="141581" y="122981"/>
                  <a:pt x="114975" y="122586"/>
                </a:cubicBezTo>
                <a:cubicBezTo>
                  <a:pt x="112758" y="122507"/>
                  <a:pt x="108561" y="122744"/>
                  <a:pt x="102385" y="123297"/>
                </a:cubicBezTo>
                <a:close/>
                <a:moveTo>
                  <a:pt x="305253" y="185089"/>
                </a:moveTo>
                <a:cubicBezTo>
                  <a:pt x="312221" y="184852"/>
                  <a:pt x="317170" y="183904"/>
                  <a:pt x="320100" y="182245"/>
                </a:cubicBezTo>
                <a:cubicBezTo>
                  <a:pt x="324613" y="179717"/>
                  <a:pt x="326870" y="174977"/>
                  <a:pt x="326870" y="168026"/>
                </a:cubicBezTo>
                <a:lnTo>
                  <a:pt x="326870" y="50597"/>
                </a:lnTo>
                <a:cubicBezTo>
                  <a:pt x="326870" y="43567"/>
                  <a:pt x="324653" y="38827"/>
                  <a:pt x="320218" y="36378"/>
                </a:cubicBezTo>
                <a:cubicBezTo>
                  <a:pt x="317526" y="34877"/>
                  <a:pt x="312538" y="33889"/>
                  <a:pt x="305253" y="33416"/>
                </a:cubicBezTo>
                <a:lnTo>
                  <a:pt x="305253" y="27254"/>
                </a:lnTo>
                <a:lnTo>
                  <a:pt x="443151" y="27254"/>
                </a:lnTo>
                <a:lnTo>
                  <a:pt x="443151" y="76311"/>
                </a:lnTo>
                <a:lnTo>
                  <a:pt x="437212" y="76311"/>
                </a:lnTo>
                <a:cubicBezTo>
                  <a:pt x="434203" y="61222"/>
                  <a:pt x="429136" y="50656"/>
                  <a:pt x="422009" y="44613"/>
                </a:cubicBezTo>
                <a:cubicBezTo>
                  <a:pt x="414883" y="38570"/>
                  <a:pt x="401738" y="35548"/>
                  <a:pt x="382576" y="35548"/>
                </a:cubicBezTo>
                <a:cubicBezTo>
                  <a:pt x="375449" y="35548"/>
                  <a:pt x="370916" y="36359"/>
                  <a:pt x="368976" y="37981"/>
                </a:cubicBezTo>
                <a:cubicBezTo>
                  <a:pt x="367036" y="39603"/>
                  <a:pt x="366066" y="42630"/>
                  <a:pt x="366066" y="47061"/>
                </a:cubicBezTo>
                <a:lnTo>
                  <a:pt x="366066" y="103327"/>
                </a:lnTo>
                <a:cubicBezTo>
                  <a:pt x="379210" y="103564"/>
                  <a:pt x="388099" y="100809"/>
                  <a:pt x="392731" y="95062"/>
                </a:cubicBezTo>
                <a:cubicBezTo>
                  <a:pt x="397363" y="89313"/>
                  <a:pt x="400867" y="80139"/>
                  <a:pt x="403243" y="67542"/>
                </a:cubicBezTo>
                <a:lnTo>
                  <a:pt x="409419" y="67542"/>
                </a:lnTo>
                <a:lnTo>
                  <a:pt x="409419" y="149303"/>
                </a:lnTo>
                <a:lnTo>
                  <a:pt x="403243" y="149303"/>
                </a:lnTo>
                <a:cubicBezTo>
                  <a:pt x="401580" y="136190"/>
                  <a:pt x="398234" y="126631"/>
                  <a:pt x="393206" y="120628"/>
                </a:cubicBezTo>
                <a:cubicBezTo>
                  <a:pt x="388178" y="114624"/>
                  <a:pt x="379131" y="111622"/>
                  <a:pt x="366066" y="111622"/>
                </a:cubicBezTo>
                <a:lnTo>
                  <a:pt x="366066" y="168051"/>
                </a:lnTo>
                <a:cubicBezTo>
                  <a:pt x="366066" y="175546"/>
                  <a:pt x="368263" y="180300"/>
                  <a:pt x="372658" y="182312"/>
                </a:cubicBezTo>
                <a:cubicBezTo>
                  <a:pt x="377053" y="184321"/>
                  <a:pt x="383763" y="185247"/>
                  <a:pt x="392790" y="185089"/>
                </a:cubicBezTo>
                <a:lnTo>
                  <a:pt x="392790" y="191250"/>
                </a:lnTo>
                <a:lnTo>
                  <a:pt x="305253" y="191250"/>
                </a:lnTo>
                <a:lnTo>
                  <a:pt x="305253" y="185089"/>
                </a:lnTo>
                <a:close/>
                <a:moveTo>
                  <a:pt x="454475" y="135439"/>
                </a:moveTo>
                <a:cubicBezTo>
                  <a:pt x="454475" y="116796"/>
                  <a:pt x="459444" y="102320"/>
                  <a:pt x="469381" y="92011"/>
                </a:cubicBezTo>
                <a:cubicBezTo>
                  <a:pt x="479319" y="81702"/>
                  <a:pt x="491295" y="76548"/>
                  <a:pt x="505311" y="76548"/>
                </a:cubicBezTo>
                <a:cubicBezTo>
                  <a:pt x="513308" y="76548"/>
                  <a:pt x="520831" y="78646"/>
                  <a:pt x="527878" y="82843"/>
                </a:cubicBezTo>
                <a:cubicBezTo>
                  <a:pt x="534926" y="87037"/>
                  <a:pt x="540350" y="92855"/>
                  <a:pt x="544150" y="100298"/>
                </a:cubicBezTo>
                <a:cubicBezTo>
                  <a:pt x="547001" y="105919"/>
                  <a:pt x="548981" y="113202"/>
                  <a:pt x="550089" y="122146"/>
                </a:cubicBezTo>
                <a:cubicBezTo>
                  <a:pt x="550644" y="126343"/>
                  <a:pt x="550921" y="129549"/>
                  <a:pt x="550921" y="131766"/>
                </a:cubicBezTo>
                <a:lnTo>
                  <a:pt x="488920" y="131766"/>
                </a:lnTo>
                <a:cubicBezTo>
                  <a:pt x="489474" y="141431"/>
                  <a:pt x="491058" y="149800"/>
                  <a:pt x="493671" y="156872"/>
                </a:cubicBezTo>
                <a:cubicBezTo>
                  <a:pt x="498422" y="170153"/>
                  <a:pt x="506776" y="176794"/>
                  <a:pt x="518733" y="176794"/>
                </a:cubicBezTo>
                <a:cubicBezTo>
                  <a:pt x="524434" y="176794"/>
                  <a:pt x="529818" y="175027"/>
                  <a:pt x="534886" y="171491"/>
                </a:cubicBezTo>
                <a:cubicBezTo>
                  <a:pt x="537974" y="169368"/>
                  <a:pt x="541815" y="165793"/>
                  <a:pt x="546407" y="160764"/>
                </a:cubicBezTo>
                <a:lnTo>
                  <a:pt x="551990" y="164182"/>
                </a:lnTo>
                <a:cubicBezTo>
                  <a:pt x="544467" y="176528"/>
                  <a:pt x="535757" y="185113"/>
                  <a:pt x="525859" y="189940"/>
                </a:cubicBezTo>
                <a:cubicBezTo>
                  <a:pt x="519445" y="193025"/>
                  <a:pt x="512081" y="194568"/>
                  <a:pt x="503767" y="194568"/>
                </a:cubicBezTo>
                <a:cubicBezTo>
                  <a:pt x="491810" y="194568"/>
                  <a:pt x="480606" y="189868"/>
                  <a:pt x="470153" y="180467"/>
                </a:cubicBezTo>
                <a:cubicBezTo>
                  <a:pt x="459701" y="171067"/>
                  <a:pt x="454475" y="156058"/>
                  <a:pt x="454475" y="135439"/>
                </a:cubicBezTo>
                <a:moveTo>
                  <a:pt x="520989" y="122761"/>
                </a:moveTo>
                <a:cubicBezTo>
                  <a:pt x="520831" y="108507"/>
                  <a:pt x="519722" y="98544"/>
                  <a:pt x="517664" y="92874"/>
                </a:cubicBezTo>
                <a:cubicBezTo>
                  <a:pt x="515605" y="87203"/>
                  <a:pt x="511487" y="84368"/>
                  <a:pt x="505311" y="84368"/>
                </a:cubicBezTo>
                <a:cubicBezTo>
                  <a:pt x="498976" y="84368"/>
                  <a:pt x="494641" y="87637"/>
                  <a:pt x="492305" y="94174"/>
                </a:cubicBezTo>
                <a:cubicBezTo>
                  <a:pt x="489969" y="100711"/>
                  <a:pt x="488643" y="110240"/>
                  <a:pt x="488326" y="122761"/>
                </a:cubicBezTo>
                <a:lnTo>
                  <a:pt x="520989" y="122761"/>
                </a:lnTo>
                <a:moveTo>
                  <a:pt x="505073" y="76311"/>
                </a:moveTo>
                <a:lnTo>
                  <a:pt x="505073" y="76311"/>
                </a:lnTo>
                <a:close/>
                <a:moveTo>
                  <a:pt x="610930" y="177268"/>
                </a:moveTo>
                <a:cubicBezTo>
                  <a:pt x="614889" y="177268"/>
                  <a:pt x="618571" y="176081"/>
                  <a:pt x="621976" y="173706"/>
                </a:cubicBezTo>
                <a:cubicBezTo>
                  <a:pt x="623876" y="172279"/>
                  <a:pt x="626133" y="170061"/>
                  <a:pt x="628746" y="167052"/>
                </a:cubicBezTo>
                <a:lnTo>
                  <a:pt x="628746" y="131529"/>
                </a:lnTo>
                <a:cubicBezTo>
                  <a:pt x="622253" y="133114"/>
                  <a:pt x="616552" y="135609"/>
                  <a:pt x="611642" y="139013"/>
                </a:cubicBezTo>
                <a:cubicBezTo>
                  <a:pt x="603328" y="144794"/>
                  <a:pt x="599171" y="152161"/>
                  <a:pt x="599171" y="161112"/>
                </a:cubicBezTo>
                <a:cubicBezTo>
                  <a:pt x="599171" y="166417"/>
                  <a:pt x="600378" y="170436"/>
                  <a:pt x="602793" y="173169"/>
                </a:cubicBezTo>
                <a:cubicBezTo>
                  <a:pt x="605209" y="175902"/>
                  <a:pt x="607921" y="177268"/>
                  <a:pt x="610930" y="177268"/>
                </a:cubicBezTo>
                <a:moveTo>
                  <a:pt x="563776" y="168414"/>
                </a:moveTo>
                <a:cubicBezTo>
                  <a:pt x="563776" y="157476"/>
                  <a:pt x="569041" y="148797"/>
                  <a:pt x="579573" y="142379"/>
                </a:cubicBezTo>
                <a:cubicBezTo>
                  <a:pt x="590104" y="135958"/>
                  <a:pt x="606614" y="129497"/>
                  <a:pt x="629102" y="122998"/>
                </a:cubicBezTo>
                <a:lnTo>
                  <a:pt x="629102" y="105397"/>
                </a:lnTo>
                <a:cubicBezTo>
                  <a:pt x="629102" y="98228"/>
                  <a:pt x="627578" y="92932"/>
                  <a:pt x="624529" y="89508"/>
                </a:cubicBezTo>
                <a:cubicBezTo>
                  <a:pt x="621481" y="86081"/>
                  <a:pt x="616077" y="84368"/>
                  <a:pt x="608317" y="84368"/>
                </a:cubicBezTo>
                <a:cubicBezTo>
                  <a:pt x="603961" y="84368"/>
                  <a:pt x="600378" y="85175"/>
                  <a:pt x="597567" y="86790"/>
                </a:cubicBezTo>
                <a:cubicBezTo>
                  <a:pt x="594756" y="88404"/>
                  <a:pt x="593351" y="90432"/>
                  <a:pt x="593351" y="92874"/>
                </a:cubicBezTo>
                <a:cubicBezTo>
                  <a:pt x="593351" y="93819"/>
                  <a:pt x="593509" y="94607"/>
                  <a:pt x="593826" y="95236"/>
                </a:cubicBezTo>
                <a:cubicBezTo>
                  <a:pt x="594143" y="95866"/>
                  <a:pt x="594618" y="96535"/>
                  <a:pt x="595251" y="97243"/>
                </a:cubicBezTo>
                <a:lnTo>
                  <a:pt x="596677" y="98899"/>
                </a:lnTo>
                <a:cubicBezTo>
                  <a:pt x="597785" y="100237"/>
                  <a:pt x="598676" y="101713"/>
                  <a:pt x="599349" y="103327"/>
                </a:cubicBezTo>
                <a:cubicBezTo>
                  <a:pt x="600022" y="104942"/>
                  <a:pt x="600359" y="106655"/>
                  <a:pt x="600359" y="108467"/>
                </a:cubicBezTo>
                <a:cubicBezTo>
                  <a:pt x="600359" y="113034"/>
                  <a:pt x="598834" y="116558"/>
                  <a:pt x="595786" y="119039"/>
                </a:cubicBezTo>
                <a:cubicBezTo>
                  <a:pt x="592737" y="121520"/>
                  <a:pt x="589194" y="122761"/>
                  <a:pt x="585155" y="122761"/>
                </a:cubicBezTo>
                <a:cubicBezTo>
                  <a:pt x="580483" y="122761"/>
                  <a:pt x="576504" y="121385"/>
                  <a:pt x="573218" y="118635"/>
                </a:cubicBezTo>
                <a:cubicBezTo>
                  <a:pt x="569932" y="115883"/>
                  <a:pt x="568289" y="111913"/>
                  <a:pt x="568289" y="106727"/>
                </a:cubicBezTo>
                <a:cubicBezTo>
                  <a:pt x="568289" y="97452"/>
                  <a:pt x="572684" y="90104"/>
                  <a:pt x="581473" y="84683"/>
                </a:cubicBezTo>
                <a:cubicBezTo>
                  <a:pt x="590263" y="79259"/>
                  <a:pt x="601071" y="76548"/>
                  <a:pt x="613899" y="76548"/>
                </a:cubicBezTo>
                <a:cubicBezTo>
                  <a:pt x="627677" y="76548"/>
                  <a:pt x="639198" y="79194"/>
                  <a:pt x="648463" y="84487"/>
                </a:cubicBezTo>
                <a:cubicBezTo>
                  <a:pt x="657648" y="89858"/>
                  <a:pt x="662241" y="99733"/>
                  <a:pt x="662241" y="114110"/>
                </a:cubicBezTo>
                <a:lnTo>
                  <a:pt x="662241" y="172884"/>
                </a:lnTo>
                <a:cubicBezTo>
                  <a:pt x="662241" y="174622"/>
                  <a:pt x="662696" y="176103"/>
                  <a:pt x="663607" y="177327"/>
                </a:cubicBezTo>
                <a:cubicBezTo>
                  <a:pt x="664517" y="178552"/>
                  <a:pt x="665527" y="179164"/>
                  <a:pt x="666635" y="179164"/>
                </a:cubicBezTo>
                <a:cubicBezTo>
                  <a:pt x="667586" y="179164"/>
                  <a:pt x="668437" y="178986"/>
                  <a:pt x="669189" y="178631"/>
                </a:cubicBezTo>
                <a:cubicBezTo>
                  <a:pt x="669941" y="178275"/>
                  <a:pt x="671109" y="177308"/>
                  <a:pt x="672693" y="175728"/>
                </a:cubicBezTo>
                <a:lnTo>
                  <a:pt x="676375" y="180823"/>
                </a:lnTo>
                <a:cubicBezTo>
                  <a:pt x="671624" y="186353"/>
                  <a:pt x="666358" y="190224"/>
                  <a:pt x="660578" y="192435"/>
                </a:cubicBezTo>
                <a:cubicBezTo>
                  <a:pt x="656935" y="193857"/>
                  <a:pt x="653095" y="194568"/>
                  <a:pt x="649057" y="194568"/>
                </a:cubicBezTo>
                <a:cubicBezTo>
                  <a:pt x="641851" y="194568"/>
                  <a:pt x="636585" y="192471"/>
                  <a:pt x="633259" y="188277"/>
                </a:cubicBezTo>
                <a:cubicBezTo>
                  <a:pt x="631359" y="185902"/>
                  <a:pt x="629973" y="182379"/>
                  <a:pt x="629102" y="177709"/>
                </a:cubicBezTo>
                <a:cubicBezTo>
                  <a:pt x="622372" y="184436"/>
                  <a:pt x="614770" y="189185"/>
                  <a:pt x="606297" y="191958"/>
                </a:cubicBezTo>
                <a:cubicBezTo>
                  <a:pt x="601150" y="193698"/>
                  <a:pt x="596083" y="194568"/>
                  <a:pt x="591094" y="194568"/>
                </a:cubicBezTo>
                <a:cubicBezTo>
                  <a:pt x="584443" y="194568"/>
                  <a:pt x="578227" y="192449"/>
                  <a:pt x="572446" y="188210"/>
                </a:cubicBezTo>
                <a:cubicBezTo>
                  <a:pt x="566666" y="183969"/>
                  <a:pt x="563776" y="177371"/>
                  <a:pt x="563776" y="168414"/>
                </a:cubicBezTo>
                <a:moveTo>
                  <a:pt x="616156" y="76311"/>
                </a:moveTo>
                <a:lnTo>
                  <a:pt x="616156" y="76311"/>
                </a:lnTo>
                <a:close/>
                <a:moveTo>
                  <a:pt x="683146" y="90056"/>
                </a:moveTo>
                <a:lnTo>
                  <a:pt x="683146" y="83302"/>
                </a:lnTo>
                <a:cubicBezTo>
                  <a:pt x="685284" y="81327"/>
                  <a:pt x="687936" y="78996"/>
                  <a:pt x="691104" y="76311"/>
                </a:cubicBezTo>
                <a:cubicBezTo>
                  <a:pt x="695301" y="72440"/>
                  <a:pt x="699260" y="68450"/>
                  <a:pt x="702981" y="64343"/>
                </a:cubicBezTo>
                <a:cubicBezTo>
                  <a:pt x="710345" y="56285"/>
                  <a:pt x="717037" y="47635"/>
                  <a:pt x="723054" y="38392"/>
                </a:cubicBezTo>
                <a:lnTo>
                  <a:pt x="729231" y="38392"/>
                </a:lnTo>
                <a:lnTo>
                  <a:pt x="729231" y="79391"/>
                </a:lnTo>
                <a:lnTo>
                  <a:pt x="752392" y="79391"/>
                </a:lnTo>
                <a:lnTo>
                  <a:pt x="752392" y="90056"/>
                </a:lnTo>
                <a:lnTo>
                  <a:pt x="729231" y="90056"/>
                </a:lnTo>
                <a:lnTo>
                  <a:pt x="729231" y="163349"/>
                </a:lnTo>
                <a:cubicBezTo>
                  <a:pt x="729231" y="166758"/>
                  <a:pt x="729745" y="169613"/>
                  <a:pt x="730775" y="171914"/>
                </a:cubicBezTo>
                <a:cubicBezTo>
                  <a:pt x="732359" y="175483"/>
                  <a:pt x="734972" y="177268"/>
                  <a:pt x="738614" y="177268"/>
                </a:cubicBezTo>
                <a:cubicBezTo>
                  <a:pt x="741781" y="177268"/>
                  <a:pt x="744434" y="176129"/>
                  <a:pt x="746572" y="173850"/>
                </a:cubicBezTo>
                <a:cubicBezTo>
                  <a:pt x="748710" y="171572"/>
                  <a:pt x="750848" y="168445"/>
                  <a:pt x="752986" y="164471"/>
                </a:cubicBezTo>
                <a:lnTo>
                  <a:pt x="758806" y="167315"/>
                </a:lnTo>
                <a:cubicBezTo>
                  <a:pt x="755955" y="173950"/>
                  <a:pt x="752550" y="179362"/>
                  <a:pt x="748591" y="183548"/>
                </a:cubicBezTo>
                <a:cubicBezTo>
                  <a:pt x="741623" y="190895"/>
                  <a:pt x="733111" y="194568"/>
                  <a:pt x="723054" y="194568"/>
                </a:cubicBezTo>
                <a:cubicBezTo>
                  <a:pt x="717353" y="194568"/>
                  <a:pt x="712365" y="193502"/>
                  <a:pt x="708089" y="191369"/>
                </a:cubicBezTo>
                <a:cubicBezTo>
                  <a:pt x="699854" y="187261"/>
                  <a:pt x="695736" y="179782"/>
                  <a:pt x="695736" y="168933"/>
                </a:cubicBezTo>
                <a:lnTo>
                  <a:pt x="695736" y="90056"/>
                </a:lnTo>
                <a:lnTo>
                  <a:pt x="683146" y="90056"/>
                </a:lnTo>
                <a:close/>
                <a:moveTo>
                  <a:pt x="809364" y="79391"/>
                </a:moveTo>
                <a:lnTo>
                  <a:pt x="809364" y="161645"/>
                </a:lnTo>
                <a:cubicBezTo>
                  <a:pt x="809364" y="166538"/>
                  <a:pt x="809958" y="170129"/>
                  <a:pt x="811146" y="172417"/>
                </a:cubicBezTo>
                <a:cubicBezTo>
                  <a:pt x="813204" y="176441"/>
                  <a:pt x="817282" y="178453"/>
                  <a:pt x="823379" y="178453"/>
                </a:cubicBezTo>
                <a:cubicBezTo>
                  <a:pt x="827259" y="178453"/>
                  <a:pt x="831060" y="177229"/>
                  <a:pt x="834782" y="174780"/>
                </a:cubicBezTo>
                <a:cubicBezTo>
                  <a:pt x="836920" y="173437"/>
                  <a:pt x="839612" y="171185"/>
                  <a:pt x="842859" y="168026"/>
                </a:cubicBezTo>
                <a:lnTo>
                  <a:pt x="842859" y="99299"/>
                </a:lnTo>
                <a:cubicBezTo>
                  <a:pt x="842859" y="94243"/>
                  <a:pt x="841849" y="90708"/>
                  <a:pt x="839830" y="88693"/>
                </a:cubicBezTo>
                <a:cubicBezTo>
                  <a:pt x="837811" y="86679"/>
                  <a:pt x="833752" y="85553"/>
                  <a:pt x="827655" y="85316"/>
                </a:cubicBezTo>
                <a:lnTo>
                  <a:pt x="827655" y="79391"/>
                </a:lnTo>
                <a:lnTo>
                  <a:pt x="876116" y="79391"/>
                </a:lnTo>
                <a:lnTo>
                  <a:pt x="876116" y="166841"/>
                </a:lnTo>
                <a:cubicBezTo>
                  <a:pt x="876116" y="171768"/>
                  <a:pt x="877066" y="175176"/>
                  <a:pt x="878966" y="177064"/>
                </a:cubicBezTo>
                <a:cubicBezTo>
                  <a:pt x="880867" y="178950"/>
                  <a:pt x="884588" y="180124"/>
                  <a:pt x="890131" y="180586"/>
                </a:cubicBezTo>
                <a:lnTo>
                  <a:pt x="890131" y="186511"/>
                </a:lnTo>
                <a:cubicBezTo>
                  <a:pt x="875086" y="187913"/>
                  <a:pt x="865604" y="188945"/>
                  <a:pt x="861685" y="189606"/>
                </a:cubicBezTo>
                <a:cubicBezTo>
                  <a:pt x="857765" y="190268"/>
                  <a:pt x="851490" y="191922"/>
                  <a:pt x="842859" y="194568"/>
                </a:cubicBezTo>
                <a:lnTo>
                  <a:pt x="842859" y="178453"/>
                </a:lnTo>
                <a:cubicBezTo>
                  <a:pt x="837078" y="183467"/>
                  <a:pt x="832288" y="187008"/>
                  <a:pt x="828487" y="189077"/>
                </a:cubicBezTo>
                <a:cubicBezTo>
                  <a:pt x="821835" y="192738"/>
                  <a:pt x="814907" y="194568"/>
                  <a:pt x="807701" y="194568"/>
                </a:cubicBezTo>
                <a:cubicBezTo>
                  <a:pt x="799862" y="194568"/>
                  <a:pt x="792557" y="192080"/>
                  <a:pt x="785787" y="187103"/>
                </a:cubicBezTo>
                <a:cubicBezTo>
                  <a:pt x="779017" y="182126"/>
                  <a:pt x="775632" y="173279"/>
                  <a:pt x="775632" y="160560"/>
                </a:cubicBezTo>
                <a:lnTo>
                  <a:pt x="775632" y="99299"/>
                </a:lnTo>
                <a:cubicBezTo>
                  <a:pt x="775632" y="94164"/>
                  <a:pt x="774800" y="90806"/>
                  <a:pt x="773137" y="89227"/>
                </a:cubicBezTo>
                <a:cubicBezTo>
                  <a:pt x="771474" y="87647"/>
                  <a:pt x="768267" y="86343"/>
                  <a:pt x="763516" y="85316"/>
                </a:cubicBezTo>
                <a:lnTo>
                  <a:pt x="763516" y="79391"/>
                </a:lnTo>
                <a:lnTo>
                  <a:pt x="809364" y="79391"/>
                </a:lnTo>
                <a:moveTo>
                  <a:pt x="824923" y="76311"/>
                </a:moveTo>
                <a:lnTo>
                  <a:pt x="824923" y="76311"/>
                </a:lnTo>
                <a:close/>
                <a:moveTo>
                  <a:pt x="898655" y="185326"/>
                </a:moveTo>
                <a:cubicBezTo>
                  <a:pt x="903327" y="184778"/>
                  <a:pt x="906573" y="183682"/>
                  <a:pt x="908395" y="182038"/>
                </a:cubicBezTo>
                <a:cubicBezTo>
                  <a:pt x="910216" y="180393"/>
                  <a:pt x="911206" y="177224"/>
                  <a:pt x="911364" y="172528"/>
                </a:cubicBezTo>
                <a:lnTo>
                  <a:pt x="911602" y="165408"/>
                </a:lnTo>
                <a:lnTo>
                  <a:pt x="911602" y="99299"/>
                </a:lnTo>
                <a:cubicBezTo>
                  <a:pt x="911602" y="94243"/>
                  <a:pt x="910730" y="90806"/>
                  <a:pt x="908988" y="88990"/>
                </a:cubicBezTo>
                <a:cubicBezTo>
                  <a:pt x="907246" y="87173"/>
                  <a:pt x="903802" y="85948"/>
                  <a:pt x="898655" y="85316"/>
                </a:cubicBezTo>
                <a:lnTo>
                  <a:pt x="898655" y="79391"/>
                </a:lnTo>
                <a:lnTo>
                  <a:pt x="944859" y="79391"/>
                </a:lnTo>
                <a:lnTo>
                  <a:pt x="944859" y="98588"/>
                </a:lnTo>
                <a:cubicBezTo>
                  <a:pt x="950006" y="91836"/>
                  <a:pt x="955113" y="86475"/>
                  <a:pt x="960181" y="82506"/>
                </a:cubicBezTo>
                <a:cubicBezTo>
                  <a:pt x="965249" y="78534"/>
                  <a:pt x="971108" y="76548"/>
                  <a:pt x="977760" y="76548"/>
                </a:cubicBezTo>
                <a:cubicBezTo>
                  <a:pt x="982748" y="76548"/>
                  <a:pt x="987242" y="78153"/>
                  <a:pt x="991241" y="81365"/>
                </a:cubicBezTo>
                <a:cubicBezTo>
                  <a:pt x="995239" y="84574"/>
                  <a:pt x="997239" y="89270"/>
                  <a:pt x="997239" y="95451"/>
                </a:cubicBezTo>
                <a:cubicBezTo>
                  <a:pt x="997239" y="100208"/>
                  <a:pt x="995833" y="104132"/>
                  <a:pt x="993022" y="107223"/>
                </a:cubicBezTo>
                <a:cubicBezTo>
                  <a:pt x="990211" y="110314"/>
                  <a:pt x="986549" y="111859"/>
                  <a:pt x="982035" y="111859"/>
                </a:cubicBezTo>
                <a:cubicBezTo>
                  <a:pt x="976889" y="111859"/>
                  <a:pt x="972434" y="109450"/>
                  <a:pt x="968673" y="104631"/>
                </a:cubicBezTo>
                <a:cubicBezTo>
                  <a:pt x="964912" y="99812"/>
                  <a:pt x="962279" y="97403"/>
                  <a:pt x="960775" y="97403"/>
                </a:cubicBezTo>
                <a:cubicBezTo>
                  <a:pt x="957528" y="97403"/>
                  <a:pt x="954262" y="99397"/>
                  <a:pt x="950976" y="103387"/>
                </a:cubicBezTo>
                <a:cubicBezTo>
                  <a:pt x="947690" y="107376"/>
                  <a:pt x="946046" y="113083"/>
                  <a:pt x="946046" y="120509"/>
                </a:cubicBezTo>
                <a:lnTo>
                  <a:pt x="946046" y="166367"/>
                </a:lnTo>
                <a:cubicBezTo>
                  <a:pt x="946046" y="174375"/>
                  <a:pt x="947214" y="179380"/>
                  <a:pt x="949550" y="181382"/>
                </a:cubicBezTo>
                <a:cubicBezTo>
                  <a:pt x="951886" y="183384"/>
                  <a:pt x="956538" y="184699"/>
                  <a:pt x="963506" y="185326"/>
                </a:cubicBezTo>
                <a:lnTo>
                  <a:pt x="963506" y="191250"/>
                </a:lnTo>
                <a:lnTo>
                  <a:pt x="898655" y="191250"/>
                </a:lnTo>
                <a:lnTo>
                  <a:pt x="898655" y="185326"/>
                </a:lnTo>
                <a:close/>
                <a:moveTo>
                  <a:pt x="1004056" y="135439"/>
                </a:moveTo>
                <a:cubicBezTo>
                  <a:pt x="1004056" y="116796"/>
                  <a:pt x="1009025" y="102320"/>
                  <a:pt x="1018962" y="92011"/>
                </a:cubicBezTo>
                <a:cubicBezTo>
                  <a:pt x="1028900" y="81702"/>
                  <a:pt x="1040877" y="76548"/>
                  <a:pt x="1054892" y="76548"/>
                </a:cubicBezTo>
                <a:cubicBezTo>
                  <a:pt x="1062890" y="76548"/>
                  <a:pt x="1070412" y="78646"/>
                  <a:pt x="1077459" y="82843"/>
                </a:cubicBezTo>
                <a:cubicBezTo>
                  <a:pt x="1084507" y="87037"/>
                  <a:pt x="1089931" y="92855"/>
                  <a:pt x="1093732" y="100298"/>
                </a:cubicBezTo>
                <a:cubicBezTo>
                  <a:pt x="1096582" y="105919"/>
                  <a:pt x="1098562" y="113202"/>
                  <a:pt x="1099671" y="122146"/>
                </a:cubicBezTo>
                <a:cubicBezTo>
                  <a:pt x="1100225" y="126343"/>
                  <a:pt x="1100502" y="129549"/>
                  <a:pt x="1100502" y="131766"/>
                </a:cubicBezTo>
                <a:lnTo>
                  <a:pt x="1038501" y="131766"/>
                </a:lnTo>
                <a:cubicBezTo>
                  <a:pt x="1039055" y="141431"/>
                  <a:pt x="1040639" y="149800"/>
                  <a:pt x="1043252" y="156872"/>
                </a:cubicBezTo>
                <a:cubicBezTo>
                  <a:pt x="1048003" y="170153"/>
                  <a:pt x="1056357" y="176794"/>
                  <a:pt x="1068314" y="176794"/>
                </a:cubicBezTo>
                <a:cubicBezTo>
                  <a:pt x="1074015" y="176794"/>
                  <a:pt x="1079399" y="175027"/>
                  <a:pt x="1084467" y="171491"/>
                </a:cubicBezTo>
                <a:cubicBezTo>
                  <a:pt x="1087555" y="169368"/>
                  <a:pt x="1091396" y="165793"/>
                  <a:pt x="1095988" y="160764"/>
                </a:cubicBezTo>
                <a:lnTo>
                  <a:pt x="1101571" y="164182"/>
                </a:lnTo>
                <a:cubicBezTo>
                  <a:pt x="1094048" y="176528"/>
                  <a:pt x="1085338" y="185113"/>
                  <a:pt x="1075440" y="189940"/>
                </a:cubicBezTo>
                <a:cubicBezTo>
                  <a:pt x="1069026" y="193025"/>
                  <a:pt x="1061662" y="194568"/>
                  <a:pt x="1053348" y="194568"/>
                </a:cubicBezTo>
                <a:cubicBezTo>
                  <a:pt x="1041391" y="194568"/>
                  <a:pt x="1030187" y="189868"/>
                  <a:pt x="1019735" y="180467"/>
                </a:cubicBezTo>
                <a:cubicBezTo>
                  <a:pt x="1009282" y="171067"/>
                  <a:pt x="1004056" y="156058"/>
                  <a:pt x="1004056" y="135439"/>
                </a:cubicBezTo>
                <a:moveTo>
                  <a:pt x="1070571" y="122761"/>
                </a:moveTo>
                <a:cubicBezTo>
                  <a:pt x="1070412" y="108507"/>
                  <a:pt x="1069304" y="98544"/>
                  <a:pt x="1067245" y="92874"/>
                </a:cubicBezTo>
                <a:cubicBezTo>
                  <a:pt x="1065186" y="87203"/>
                  <a:pt x="1061068" y="84368"/>
                  <a:pt x="1054892" y="84368"/>
                </a:cubicBezTo>
                <a:cubicBezTo>
                  <a:pt x="1048557" y="84368"/>
                  <a:pt x="1044222" y="87637"/>
                  <a:pt x="1041886" y="94174"/>
                </a:cubicBezTo>
                <a:cubicBezTo>
                  <a:pt x="1039550" y="100711"/>
                  <a:pt x="1038224" y="110240"/>
                  <a:pt x="1037907" y="122761"/>
                </a:cubicBezTo>
                <a:lnTo>
                  <a:pt x="1070571" y="122761"/>
                </a:lnTo>
                <a:moveTo>
                  <a:pt x="1054655" y="76311"/>
                </a:moveTo>
                <a:lnTo>
                  <a:pt x="1054655" y="76311"/>
                </a:lnTo>
                <a:close/>
                <a:moveTo>
                  <a:pt x="1117884" y="121576"/>
                </a:moveTo>
                <a:lnTo>
                  <a:pt x="1176916" y="121576"/>
                </a:lnTo>
                <a:lnTo>
                  <a:pt x="1176916" y="149777"/>
                </a:lnTo>
                <a:lnTo>
                  <a:pt x="1117884" y="149777"/>
                </a:lnTo>
                <a:lnTo>
                  <a:pt x="1117884" y="121576"/>
                </a:lnTo>
                <a:close/>
                <a:moveTo>
                  <a:pt x="1281862" y="187696"/>
                </a:moveTo>
                <a:cubicBezTo>
                  <a:pt x="1300074" y="187696"/>
                  <a:pt x="1312585" y="176946"/>
                  <a:pt x="1319395" y="155447"/>
                </a:cubicBezTo>
                <a:cubicBezTo>
                  <a:pt x="1323037" y="143790"/>
                  <a:pt x="1324859" y="128589"/>
                  <a:pt x="1324859" y="109845"/>
                </a:cubicBezTo>
                <a:cubicBezTo>
                  <a:pt x="1324859" y="84092"/>
                  <a:pt x="1320999" y="64678"/>
                  <a:pt x="1313278" y="51604"/>
                </a:cubicBezTo>
                <a:cubicBezTo>
                  <a:pt x="1305558" y="38531"/>
                  <a:pt x="1295086" y="31994"/>
                  <a:pt x="1281862" y="31994"/>
                </a:cubicBezTo>
                <a:cubicBezTo>
                  <a:pt x="1263491" y="31994"/>
                  <a:pt x="1250901" y="42901"/>
                  <a:pt x="1244091" y="64717"/>
                </a:cubicBezTo>
                <a:cubicBezTo>
                  <a:pt x="1240528" y="76295"/>
                  <a:pt x="1238746" y="91337"/>
                  <a:pt x="1238746" y="109845"/>
                </a:cubicBezTo>
                <a:cubicBezTo>
                  <a:pt x="1238746" y="128668"/>
                  <a:pt x="1240568" y="143869"/>
                  <a:pt x="1244210" y="155447"/>
                </a:cubicBezTo>
                <a:cubicBezTo>
                  <a:pt x="1250941" y="176946"/>
                  <a:pt x="1263491" y="187696"/>
                  <a:pt x="1281862" y="187696"/>
                </a:cubicBezTo>
                <a:moveTo>
                  <a:pt x="1281862" y="23699"/>
                </a:moveTo>
                <a:cubicBezTo>
                  <a:pt x="1306409" y="23699"/>
                  <a:pt x="1326799" y="31587"/>
                  <a:pt x="1343031" y="47365"/>
                </a:cubicBezTo>
                <a:cubicBezTo>
                  <a:pt x="1359739" y="63537"/>
                  <a:pt x="1368093" y="84363"/>
                  <a:pt x="1368093" y="109845"/>
                </a:cubicBezTo>
                <a:cubicBezTo>
                  <a:pt x="1368093" y="135326"/>
                  <a:pt x="1359739" y="156153"/>
                  <a:pt x="1343031" y="172325"/>
                </a:cubicBezTo>
                <a:cubicBezTo>
                  <a:pt x="1326720" y="188102"/>
                  <a:pt x="1306330" y="195990"/>
                  <a:pt x="1281862" y="195990"/>
                </a:cubicBezTo>
                <a:cubicBezTo>
                  <a:pt x="1255890" y="195990"/>
                  <a:pt x="1234708" y="187353"/>
                  <a:pt x="1218317" y="170077"/>
                </a:cubicBezTo>
                <a:cubicBezTo>
                  <a:pt x="1203034" y="153826"/>
                  <a:pt x="1195393" y="134183"/>
                  <a:pt x="1195393" y="111148"/>
                </a:cubicBezTo>
                <a:cubicBezTo>
                  <a:pt x="1195393" y="85746"/>
                  <a:pt x="1203391" y="64880"/>
                  <a:pt x="1219386" y="48550"/>
                </a:cubicBezTo>
                <a:cubicBezTo>
                  <a:pt x="1235539" y="31982"/>
                  <a:pt x="1256365" y="23699"/>
                  <a:pt x="1281862" y="23699"/>
                </a:cubicBezTo>
                <a:moveTo>
                  <a:pt x="1281743" y="23699"/>
                </a:moveTo>
                <a:lnTo>
                  <a:pt x="1281743" y="23699"/>
                </a:lnTo>
                <a:close/>
                <a:moveTo>
                  <a:pt x="1380908" y="185326"/>
                </a:moveTo>
                <a:cubicBezTo>
                  <a:pt x="1385580" y="184778"/>
                  <a:pt x="1388826" y="183682"/>
                  <a:pt x="1390648" y="182038"/>
                </a:cubicBezTo>
                <a:cubicBezTo>
                  <a:pt x="1392469" y="180393"/>
                  <a:pt x="1393459" y="177224"/>
                  <a:pt x="1393617" y="172528"/>
                </a:cubicBezTo>
                <a:lnTo>
                  <a:pt x="1393855" y="165408"/>
                </a:lnTo>
                <a:lnTo>
                  <a:pt x="1393855" y="99299"/>
                </a:lnTo>
                <a:cubicBezTo>
                  <a:pt x="1393855" y="94243"/>
                  <a:pt x="1392984" y="90806"/>
                  <a:pt x="1391242" y="88990"/>
                </a:cubicBezTo>
                <a:cubicBezTo>
                  <a:pt x="1389500" y="87173"/>
                  <a:pt x="1386055" y="85948"/>
                  <a:pt x="1380908" y="85316"/>
                </a:cubicBezTo>
                <a:lnTo>
                  <a:pt x="1380908" y="79391"/>
                </a:lnTo>
                <a:lnTo>
                  <a:pt x="1427112" y="79391"/>
                </a:lnTo>
                <a:lnTo>
                  <a:pt x="1427112" y="98588"/>
                </a:lnTo>
                <a:cubicBezTo>
                  <a:pt x="1432259" y="91836"/>
                  <a:pt x="1437366" y="86475"/>
                  <a:pt x="1442434" y="82506"/>
                </a:cubicBezTo>
                <a:cubicBezTo>
                  <a:pt x="1447502" y="78534"/>
                  <a:pt x="1453361" y="76548"/>
                  <a:pt x="1460013" y="76548"/>
                </a:cubicBezTo>
                <a:cubicBezTo>
                  <a:pt x="1465001" y="76548"/>
                  <a:pt x="1469495" y="78153"/>
                  <a:pt x="1473494" y="81365"/>
                </a:cubicBezTo>
                <a:cubicBezTo>
                  <a:pt x="1477493" y="84574"/>
                  <a:pt x="1479492" y="89270"/>
                  <a:pt x="1479492" y="95451"/>
                </a:cubicBezTo>
                <a:cubicBezTo>
                  <a:pt x="1479492" y="100208"/>
                  <a:pt x="1478086" y="104132"/>
                  <a:pt x="1475275" y="107223"/>
                </a:cubicBezTo>
                <a:cubicBezTo>
                  <a:pt x="1472464" y="110314"/>
                  <a:pt x="1468802" y="111859"/>
                  <a:pt x="1464289" y="111859"/>
                </a:cubicBezTo>
                <a:cubicBezTo>
                  <a:pt x="1459142" y="111859"/>
                  <a:pt x="1454688" y="109450"/>
                  <a:pt x="1450926" y="104631"/>
                </a:cubicBezTo>
                <a:cubicBezTo>
                  <a:pt x="1447165" y="99812"/>
                  <a:pt x="1444532" y="97403"/>
                  <a:pt x="1443028" y="97403"/>
                </a:cubicBezTo>
                <a:cubicBezTo>
                  <a:pt x="1439781" y="97403"/>
                  <a:pt x="1436515" y="99397"/>
                  <a:pt x="1433229" y="103387"/>
                </a:cubicBezTo>
                <a:cubicBezTo>
                  <a:pt x="1429943" y="107376"/>
                  <a:pt x="1428300" y="113083"/>
                  <a:pt x="1428300" y="120509"/>
                </a:cubicBezTo>
                <a:lnTo>
                  <a:pt x="1428300" y="166367"/>
                </a:lnTo>
                <a:cubicBezTo>
                  <a:pt x="1428300" y="174375"/>
                  <a:pt x="1429468" y="179380"/>
                  <a:pt x="1431803" y="181382"/>
                </a:cubicBezTo>
                <a:cubicBezTo>
                  <a:pt x="1434139" y="183384"/>
                  <a:pt x="1438791" y="184699"/>
                  <a:pt x="1445760" y="185326"/>
                </a:cubicBezTo>
                <a:lnTo>
                  <a:pt x="1445760" y="191250"/>
                </a:lnTo>
                <a:lnTo>
                  <a:pt x="1380908" y="191250"/>
                </a:lnTo>
                <a:lnTo>
                  <a:pt x="1380908" y="185326"/>
                </a:lnTo>
                <a:close/>
                <a:moveTo>
                  <a:pt x="1499808" y="42303"/>
                </a:moveTo>
                <a:cubicBezTo>
                  <a:pt x="1499808" y="37089"/>
                  <a:pt x="1501649" y="32645"/>
                  <a:pt x="1505331" y="28972"/>
                </a:cubicBezTo>
                <a:cubicBezTo>
                  <a:pt x="1509013" y="25299"/>
                  <a:pt x="1513467" y="23462"/>
                  <a:pt x="1518693" y="23462"/>
                </a:cubicBezTo>
                <a:cubicBezTo>
                  <a:pt x="1523840" y="23462"/>
                  <a:pt x="1528255" y="25299"/>
                  <a:pt x="1531937" y="28972"/>
                </a:cubicBezTo>
                <a:cubicBezTo>
                  <a:pt x="1535619" y="32645"/>
                  <a:pt x="1537460" y="37089"/>
                  <a:pt x="1537460" y="42303"/>
                </a:cubicBezTo>
                <a:cubicBezTo>
                  <a:pt x="1537460" y="47516"/>
                  <a:pt x="1535619" y="51960"/>
                  <a:pt x="1531937" y="55633"/>
                </a:cubicBezTo>
                <a:cubicBezTo>
                  <a:pt x="1528255" y="59307"/>
                  <a:pt x="1523840" y="61143"/>
                  <a:pt x="1518693" y="61143"/>
                </a:cubicBezTo>
                <a:cubicBezTo>
                  <a:pt x="1513467" y="61143"/>
                  <a:pt x="1509013" y="59307"/>
                  <a:pt x="1505331" y="55633"/>
                </a:cubicBezTo>
                <a:cubicBezTo>
                  <a:pt x="1501649" y="51960"/>
                  <a:pt x="1499808" y="47516"/>
                  <a:pt x="1499808" y="42303"/>
                </a:cubicBezTo>
                <a:moveTo>
                  <a:pt x="1489118" y="185326"/>
                </a:moveTo>
                <a:cubicBezTo>
                  <a:pt x="1493394" y="184536"/>
                  <a:pt x="1496324" y="183436"/>
                  <a:pt x="1497907" y="182026"/>
                </a:cubicBezTo>
                <a:cubicBezTo>
                  <a:pt x="1500283" y="179913"/>
                  <a:pt x="1501471" y="176115"/>
                  <a:pt x="1501471" y="170632"/>
                </a:cubicBezTo>
                <a:lnTo>
                  <a:pt x="1501471" y="99299"/>
                </a:lnTo>
                <a:cubicBezTo>
                  <a:pt x="1501471" y="94401"/>
                  <a:pt x="1500639" y="91063"/>
                  <a:pt x="1498976" y="89286"/>
                </a:cubicBezTo>
                <a:cubicBezTo>
                  <a:pt x="1497314" y="87508"/>
                  <a:pt x="1494027" y="86185"/>
                  <a:pt x="1489118" y="85316"/>
                </a:cubicBezTo>
                <a:lnTo>
                  <a:pt x="1489118" y="79391"/>
                </a:lnTo>
                <a:lnTo>
                  <a:pt x="1535797" y="79391"/>
                </a:lnTo>
                <a:lnTo>
                  <a:pt x="1535797" y="171580"/>
                </a:lnTo>
                <a:cubicBezTo>
                  <a:pt x="1535797" y="176873"/>
                  <a:pt x="1536589" y="180270"/>
                  <a:pt x="1538172" y="181771"/>
                </a:cubicBezTo>
                <a:cubicBezTo>
                  <a:pt x="1539756" y="183272"/>
                  <a:pt x="1542725" y="184457"/>
                  <a:pt x="1547081" y="185326"/>
                </a:cubicBezTo>
                <a:lnTo>
                  <a:pt x="1547081" y="191250"/>
                </a:lnTo>
                <a:lnTo>
                  <a:pt x="1489118" y="191250"/>
                </a:lnTo>
                <a:lnTo>
                  <a:pt x="1489118" y="185326"/>
                </a:lnTo>
                <a:close/>
                <a:moveTo>
                  <a:pt x="1557995" y="135439"/>
                </a:moveTo>
                <a:cubicBezTo>
                  <a:pt x="1557995" y="116796"/>
                  <a:pt x="1562964" y="102320"/>
                  <a:pt x="1572901" y="92011"/>
                </a:cubicBezTo>
                <a:cubicBezTo>
                  <a:pt x="1582839" y="81702"/>
                  <a:pt x="1594815" y="76548"/>
                  <a:pt x="1608831" y="76548"/>
                </a:cubicBezTo>
                <a:cubicBezTo>
                  <a:pt x="1616828" y="76548"/>
                  <a:pt x="1624351" y="78646"/>
                  <a:pt x="1631398" y="82843"/>
                </a:cubicBezTo>
                <a:cubicBezTo>
                  <a:pt x="1638446" y="87037"/>
                  <a:pt x="1643870" y="92855"/>
                  <a:pt x="1647670" y="100298"/>
                </a:cubicBezTo>
                <a:cubicBezTo>
                  <a:pt x="1650521" y="105919"/>
                  <a:pt x="1652501" y="113202"/>
                  <a:pt x="1653609" y="122146"/>
                </a:cubicBezTo>
                <a:cubicBezTo>
                  <a:pt x="1654163" y="126343"/>
                  <a:pt x="1654441" y="129549"/>
                  <a:pt x="1654441" y="131766"/>
                </a:cubicBezTo>
                <a:lnTo>
                  <a:pt x="1592440" y="131766"/>
                </a:lnTo>
                <a:cubicBezTo>
                  <a:pt x="1592994" y="141431"/>
                  <a:pt x="1594578" y="149800"/>
                  <a:pt x="1597191" y="156872"/>
                </a:cubicBezTo>
                <a:cubicBezTo>
                  <a:pt x="1601942" y="170153"/>
                  <a:pt x="1610296" y="176794"/>
                  <a:pt x="1622252" y="176794"/>
                </a:cubicBezTo>
                <a:cubicBezTo>
                  <a:pt x="1627954" y="176794"/>
                  <a:pt x="1633338" y="175027"/>
                  <a:pt x="1638406" y="171491"/>
                </a:cubicBezTo>
                <a:cubicBezTo>
                  <a:pt x="1641494" y="169368"/>
                  <a:pt x="1645334" y="165793"/>
                  <a:pt x="1649927" y="160764"/>
                </a:cubicBezTo>
                <a:lnTo>
                  <a:pt x="1655510" y="164182"/>
                </a:lnTo>
                <a:cubicBezTo>
                  <a:pt x="1647987" y="176528"/>
                  <a:pt x="1639277" y="185113"/>
                  <a:pt x="1629379" y="189940"/>
                </a:cubicBezTo>
                <a:cubicBezTo>
                  <a:pt x="1622965" y="193025"/>
                  <a:pt x="1615601" y="194568"/>
                  <a:pt x="1607287" y="194568"/>
                </a:cubicBezTo>
                <a:cubicBezTo>
                  <a:pt x="1595330" y="194568"/>
                  <a:pt x="1584125" y="189868"/>
                  <a:pt x="1573673" y="180467"/>
                </a:cubicBezTo>
                <a:cubicBezTo>
                  <a:pt x="1563221" y="171067"/>
                  <a:pt x="1557995" y="156058"/>
                  <a:pt x="1557995" y="135439"/>
                </a:cubicBezTo>
                <a:moveTo>
                  <a:pt x="1624509" y="122761"/>
                </a:moveTo>
                <a:cubicBezTo>
                  <a:pt x="1624351" y="108507"/>
                  <a:pt x="1623242" y="98544"/>
                  <a:pt x="1621183" y="92874"/>
                </a:cubicBezTo>
                <a:cubicBezTo>
                  <a:pt x="1619125" y="87203"/>
                  <a:pt x="1615007" y="84368"/>
                  <a:pt x="1608831" y="84368"/>
                </a:cubicBezTo>
                <a:cubicBezTo>
                  <a:pt x="1602496" y="84368"/>
                  <a:pt x="1598161" y="87637"/>
                  <a:pt x="1595825" y="94174"/>
                </a:cubicBezTo>
                <a:cubicBezTo>
                  <a:pt x="1593489" y="100711"/>
                  <a:pt x="1592163" y="110240"/>
                  <a:pt x="1591846" y="122761"/>
                </a:cubicBezTo>
                <a:lnTo>
                  <a:pt x="1624509" y="122761"/>
                </a:lnTo>
                <a:moveTo>
                  <a:pt x="1608593" y="76311"/>
                </a:moveTo>
                <a:lnTo>
                  <a:pt x="1608593" y="76311"/>
                </a:lnTo>
                <a:close/>
                <a:moveTo>
                  <a:pt x="1665136" y="185326"/>
                </a:moveTo>
                <a:cubicBezTo>
                  <a:pt x="1669570" y="184773"/>
                  <a:pt x="1672836" y="183568"/>
                  <a:pt x="1674935" y="181712"/>
                </a:cubicBezTo>
                <a:cubicBezTo>
                  <a:pt x="1677033" y="179855"/>
                  <a:pt x="1678082" y="176162"/>
                  <a:pt x="1678082" y="170632"/>
                </a:cubicBezTo>
                <a:lnTo>
                  <a:pt x="1678082" y="99299"/>
                </a:lnTo>
                <a:cubicBezTo>
                  <a:pt x="1678082" y="94401"/>
                  <a:pt x="1677231" y="91004"/>
                  <a:pt x="1675529" y="89108"/>
                </a:cubicBezTo>
                <a:cubicBezTo>
                  <a:pt x="1673826" y="87212"/>
                  <a:pt x="1670362" y="85948"/>
                  <a:pt x="1665136" y="85316"/>
                </a:cubicBezTo>
                <a:lnTo>
                  <a:pt x="1665136" y="79391"/>
                </a:lnTo>
                <a:lnTo>
                  <a:pt x="1711221" y="79391"/>
                </a:lnTo>
                <a:lnTo>
                  <a:pt x="1711221" y="96814"/>
                </a:lnTo>
                <a:cubicBezTo>
                  <a:pt x="1715101" y="90968"/>
                  <a:pt x="1720030" y="86130"/>
                  <a:pt x="1726008" y="82298"/>
                </a:cubicBezTo>
                <a:cubicBezTo>
                  <a:pt x="1731987" y="78464"/>
                  <a:pt x="1738618" y="76548"/>
                  <a:pt x="1745903" y="76548"/>
                </a:cubicBezTo>
                <a:cubicBezTo>
                  <a:pt x="1756355" y="76548"/>
                  <a:pt x="1764452" y="79233"/>
                  <a:pt x="1770193" y="84605"/>
                </a:cubicBezTo>
                <a:cubicBezTo>
                  <a:pt x="1775934" y="89977"/>
                  <a:pt x="1778804" y="99417"/>
                  <a:pt x="1778804" y="112925"/>
                </a:cubicBezTo>
                <a:lnTo>
                  <a:pt x="1778804" y="171580"/>
                </a:lnTo>
                <a:cubicBezTo>
                  <a:pt x="1778804" y="177031"/>
                  <a:pt x="1779734" y="180546"/>
                  <a:pt x="1781595" y="182126"/>
                </a:cubicBezTo>
                <a:cubicBezTo>
                  <a:pt x="1783456" y="183706"/>
                  <a:pt x="1786564" y="184773"/>
                  <a:pt x="1790919" y="185326"/>
                </a:cubicBezTo>
                <a:lnTo>
                  <a:pt x="1790919" y="191250"/>
                </a:lnTo>
                <a:lnTo>
                  <a:pt x="1733788" y="191250"/>
                </a:lnTo>
                <a:lnTo>
                  <a:pt x="1733788" y="185326"/>
                </a:lnTo>
                <a:cubicBezTo>
                  <a:pt x="1738143" y="184462"/>
                  <a:pt x="1741113" y="183285"/>
                  <a:pt x="1742696" y="181797"/>
                </a:cubicBezTo>
                <a:cubicBezTo>
                  <a:pt x="1744280" y="180306"/>
                  <a:pt x="1745072" y="176932"/>
                  <a:pt x="1745072" y="171677"/>
                </a:cubicBezTo>
                <a:lnTo>
                  <a:pt x="1745072" y="112833"/>
                </a:lnTo>
                <a:cubicBezTo>
                  <a:pt x="1745072" y="107296"/>
                  <a:pt x="1744517" y="103142"/>
                  <a:pt x="1743409" y="100372"/>
                </a:cubicBezTo>
                <a:cubicBezTo>
                  <a:pt x="1741508" y="95391"/>
                  <a:pt x="1737747" y="92900"/>
                  <a:pt x="1732125" y="92900"/>
                </a:cubicBezTo>
                <a:cubicBezTo>
                  <a:pt x="1727928" y="92900"/>
                  <a:pt x="1724068" y="94423"/>
                  <a:pt x="1720545" y="97469"/>
                </a:cubicBezTo>
                <a:cubicBezTo>
                  <a:pt x="1717021" y="100513"/>
                  <a:pt x="1714309" y="103577"/>
                  <a:pt x="1712408" y="106660"/>
                </a:cubicBezTo>
                <a:lnTo>
                  <a:pt x="1712408" y="171677"/>
                </a:lnTo>
                <a:cubicBezTo>
                  <a:pt x="1712408" y="176932"/>
                  <a:pt x="1713200" y="180306"/>
                  <a:pt x="1714784" y="181797"/>
                </a:cubicBezTo>
                <a:cubicBezTo>
                  <a:pt x="1716368" y="183285"/>
                  <a:pt x="1719337" y="184462"/>
                  <a:pt x="1723692" y="185326"/>
                </a:cubicBezTo>
                <a:lnTo>
                  <a:pt x="1723692" y="191250"/>
                </a:lnTo>
                <a:lnTo>
                  <a:pt x="1665136" y="191250"/>
                </a:lnTo>
                <a:lnTo>
                  <a:pt x="1665136" y="185326"/>
                </a:lnTo>
                <a:moveTo>
                  <a:pt x="1728681" y="76311"/>
                </a:moveTo>
                <a:lnTo>
                  <a:pt x="1728681" y="76311"/>
                </a:lnTo>
                <a:close/>
                <a:moveTo>
                  <a:pt x="1799849" y="90056"/>
                </a:moveTo>
                <a:lnTo>
                  <a:pt x="1799849" y="83302"/>
                </a:lnTo>
                <a:cubicBezTo>
                  <a:pt x="1801987" y="81327"/>
                  <a:pt x="1804640" y="78996"/>
                  <a:pt x="1807807" y="76311"/>
                </a:cubicBezTo>
                <a:cubicBezTo>
                  <a:pt x="1812004" y="72440"/>
                  <a:pt x="1815963" y="68450"/>
                  <a:pt x="1819685" y="64343"/>
                </a:cubicBezTo>
                <a:cubicBezTo>
                  <a:pt x="1827049" y="56285"/>
                  <a:pt x="1833740" y="47635"/>
                  <a:pt x="1839758" y="38392"/>
                </a:cubicBezTo>
                <a:lnTo>
                  <a:pt x="1845934" y="38392"/>
                </a:lnTo>
                <a:lnTo>
                  <a:pt x="1845934" y="79391"/>
                </a:lnTo>
                <a:lnTo>
                  <a:pt x="1869096" y="79391"/>
                </a:lnTo>
                <a:lnTo>
                  <a:pt x="1869096" y="90056"/>
                </a:lnTo>
                <a:lnTo>
                  <a:pt x="1845934" y="90056"/>
                </a:lnTo>
                <a:lnTo>
                  <a:pt x="1845934" y="163349"/>
                </a:lnTo>
                <a:cubicBezTo>
                  <a:pt x="1845934" y="166758"/>
                  <a:pt x="1846449" y="169613"/>
                  <a:pt x="1847478" y="171914"/>
                </a:cubicBezTo>
                <a:cubicBezTo>
                  <a:pt x="1849062" y="175483"/>
                  <a:pt x="1851675" y="177268"/>
                  <a:pt x="1855318" y="177268"/>
                </a:cubicBezTo>
                <a:cubicBezTo>
                  <a:pt x="1858485" y="177268"/>
                  <a:pt x="1861138" y="176129"/>
                  <a:pt x="1863276" y="173850"/>
                </a:cubicBezTo>
                <a:cubicBezTo>
                  <a:pt x="1865414" y="171572"/>
                  <a:pt x="1867552" y="168445"/>
                  <a:pt x="1869690" y="164471"/>
                </a:cubicBezTo>
                <a:lnTo>
                  <a:pt x="1875510" y="167315"/>
                </a:lnTo>
                <a:cubicBezTo>
                  <a:pt x="1872659" y="173950"/>
                  <a:pt x="1869254" y="179362"/>
                  <a:pt x="1865295" y="183548"/>
                </a:cubicBezTo>
                <a:cubicBezTo>
                  <a:pt x="1858327" y="190895"/>
                  <a:pt x="1849814" y="194568"/>
                  <a:pt x="1839758" y="194568"/>
                </a:cubicBezTo>
                <a:cubicBezTo>
                  <a:pt x="1834057" y="194568"/>
                  <a:pt x="1829068" y="193502"/>
                  <a:pt x="1824792" y="191369"/>
                </a:cubicBezTo>
                <a:cubicBezTo>
                  <a:pt x="1816557" y="187261"/>
                  <a:pt x="1812440" y="179782"/>
                  <a:pt x="1812440" y="168933"/>
                </a:cubicBezTo>
                <a:lnTo>
                  <a:pt x="1812440" y="90056"/>
                </a:lnTo>
                <a:lnTo>
                  <a:pt x="1799849" y="90056"/>
                </a:lnTo>
                <a:close/>
                <a:moveTo>
                  <a:pt x="1881861" y="135439"/>
                </a:moveTo>
                <a:cubicBezTo>
                  <a:pt x="1881861" y="116796"/>
                  <a:pt x="1886830" y="102320"/>
                  <a:pt x="1896767" y="92011"/>
                </a:cubicBezTo>
                <a:cubicBezTo>
                  <a:pt x="1906705" y="81702"/>
                  <a:pt x="1918681" y="76548"/>
                  <a:pt x="1932697" y="76548"/>
                </a:cubicBezTo>
                <a:cubicBezTo>
                  <a:pt x="1940695" y="76548"/>
                  <a:pt x="1948217" y="78646"/>
                  <a:pt x="1955264" y="82843"/>
                </a:cubicBezTo>
                <a:cubicBezTo>
                  <a:pt x="1962312" y="87037"/>
                  <a:pt x="1967736" y="92855"/>
                  <a:pt x="1971537" y="100298"/>
                </a:cubicBezTo>
                <a:cubicBezTo>
                  <a:pt x="1974387" y="105919"/>
                  <a:pt x="1976367" y="113202"/>
                  <a:pt x="1977475" y="122146"/>
                </a:cubicBezTo>
                <a:cubicBezTo>
                  <a:pt x="1978030" y="126343"/>
                  <a:pt x="1978307" y="129549"/>
                  <a:pt x="1978307" y="131766"/>
                </a:cubicBezTo>
                <a:lnTo>
                  <a:pt x="1916306" y="131766"/>
                </a:lnTo>
                <a:cubicBezTo>
                  <a:pt x="1916860" y="141431"/>
                  <a:pt x="1918444" y="149800"/>
                  <a:pt x="1921057" y="156872"/>
                </a:cubicBezTo>
                <a:cubicBezTo>
                  <a:pt x="1925808" y="170153"/>
                  <a:pt x="1934162" y="176794"/>
                  <a:pt x="1946119" y="176794"/>
                </a:cubicBezTo>
                <a:cubicBezTo>
                  <a:pt x="1951820" y="176794"/>
                  <a:pt x="1957204" y="175027"/>
                  <a:pt x="1962272" y="171491"/>
                </a:cubicBezTo>
                <a:cubicBezTo>
                  <a:pt x="1965360" y="169368"/>
                  <a:pt x="1969201" y="165793"/>
                  <a:pt x="1973793" y="160764"/>
                </a:cubicBezTo>
                <a:lnTo>
                  <a:pt x="1979376" y="164182"/>
                </a:lnTo>
                <a:cubicBezTo>
                  <a:pt x="1971853" y="176528"/>
                  <a:pt x="1963143" y="185113"/>
                  <a:pt x="1953245" y="189940"/>
                </a:cubicBezTo>
                <a:cubicBezTo>
                  <a:pt x="1946831" y="193025"/>
                  <a:pt x="1939467" y="194568"/>
                  <a:pt x="1931153" y="194568"/>
                </a:cubicBezTo>
                <a:cubicBezTo>
                  <a:pt x="1919196" y="194568"/>
                  <a:pt x="1907992" y="189868"/>
                  <a:pt x="1897539" y="180467"/>
                </a:cubicBezTo>
                <a:cubicBezTo>
                  <a:pt x="1887087" y="171067"/>
                  <a:pt x="1881861" y="156058"/>
                  <a:pt x="1881861" y="135439"/>
                </a:cubicBezTo>
                <a:moveTo>
                  <a:pt x="1948375" y="122761"/>
                </a:moveTo>
                <a:cubicBezTo>
                  <a:pt x="1948217" y="108507"/>
                  <a:pt x="1947108" y="98544"/>
                  <a:pt x="1945050" y="92874"/>
                </a:cubicBezTo>
                <a:cubicBezTo>
                  <a:pt x="1942991" y="87203"/>
                  <a:pt x="1938873" y="84368"/>
                  <a:pt x="1932697" y="84368"/>
                </a:cubicBezTo>
                <a:cubicBezTo>
                  <a:pt x="1926362" y="84368"/>
                  <a:pt x="1922027" y="87637"/>
                  <a:pt x="1919691" y="94174"/>
                </a:cubicBezTo>
                <a:cubicBezTo>
                  <a:pt x="1917355" y="100711"/>
                  <a:pt x="1916029" y="110240"/>
                  <a:pt x="1915712" y="122761"/>
                </a:cubicBezTo>
                <a:lnTo>
                  <a:pt x="1948375" y="122761"/>
                </a:lnTo>
                <a:moveTo>
                  <a:pt x="1932459" y="76311"/>
                </a:moveTo>
                <a:lnTo>
                  <a:pt x="1932459" y="76311"/>
                </a:lnTo>
                <a:close/>
                <a:moveTo>
                  <a:pt x="2046371" y="180823"/>
                </a:moveTo>
                <a:cubicBezTo>
                  <a:pt x="2051598" y="180823"/>
                  <a:pt x="2056289" y="178496"/>
                  <a:pt x="2060446" y="173843"/>
                </a:cubicBezTo>
                <a:cubicBezTo>
                  <a:pt x="2064603" y="169187"/>
                  <a:pt x="2066682" y="165912"/>
                  <a:pt x="2066682" y="164019"/>
                </a:cubicBezTo>
                <a:lnTo>
                  <a:pt x="2066682" y="105086"/>
                </a:lnTo>
                <a:cubicBezTo>
                  <a:pt x="2066682" y="103114"/>
                  <a:pt x="2064900" y="100195"/>
                  <a:pt x="2061337" y="96329"/>
                </a:cubicBezTo>
                <a:cubicBezTo>
                  <a:pt x="2057774" y="92463"/>
                  <a:pt x="2053062" y="90530"/>
                  <a:pt x="2047203" y="90530"/>
                </a:cubicBezTo>
                <a:cubicBezTo>
                  <a:pt x="2038572" y="90530"/>
                  <a:pt x="2032712" y="96487"/>
                  <a:pt x="2029624" y="108400"/>
                </a:cubicBezTo>
                <a:cubicBezTo>
                  <a:pt x="2027961" y="114789"/>
                  <a:pt x="2027130" y="123822"/>
                  <a:pt x="2027130" y="135499"/>
                </a:cubicBezTo>
                <a:cubicBezTo>
                  <a:pt x="2027130" y="147963"/>
                  <a:pt x="2027922" y="157351"/>
                  <a:pt x="2029505" y="163663"/>
                </a:cubicBezTo>
                <a:cubicBezTo>
                  <a:pt x="2032435" y="175103"/>
                  <a:pt x="2038057" y="180823"/>
                  <a:pt x="2046371" y="180823"/>
                </a:cubicBezTo>
                <a:moveTo>
                  <a:pt x="1991260" y="138639"/>
                </a:moveTo>
                <a:cubicBezTo>
                  <a:pt x="1991260" y="119443"/>
                  <a:pt x="1995832" y="104295"/>
                  <a:pt x="2004978" y="93196"/>
                </a:cubicBezTo>
                <a:cubicBezTo>
                  <a:pt x="2014124" y="82097"/>
                  <a:pt x="2025111" y="76548"/>
                  <a:pt x="2037938" y="76548"/>
                </a:cubicBezTo>
                <a:cubicBezTo>
                  <a:pt x="2044352" y="76548"/>
                  <a:pt x="2050053" y="78140"/>
                  <a:pt x="2055042" y="81324"/>
                </a:cubicBezTo>
                <a:cubicBezTo>
                  <a:pt x="2058130" y="83235"/>
                  <a:pt x="2062010" y="86659"/>
                  <a:pt x="2066682" y="91596"/>
                </a:cubicBezTo>
                <a:lnTo>
                  <a:pt x="2066682" y="47161"/>
                </a:lnTo>
                <a:cubicBezTo>
                  <a:pt x="2066682" y="41078"/>
                  <a:pt x="2065494" y="37306"/>
                  <a:pt x="2063119" y="35845"/>
                </a:cubicBezTo>
                <a:cubicBezTo>
                  <a:pt x="2060743" y="34383"/>
                  <a:pt x="2055834" y="33495"/>
                  <a:pt x="2048391" y="33179"/>
                </a:cubicBezTo>
                <a:lnTo>
                  <a:pt x="2048391" y="27254"/>
                </a:lnTo>
                <a:lnTo>
                  <a:pt x="2100771" y="27254"/>
                </a:lnTo>
                <a:lnTo>
                  <a:pt x="2100771" y="166841"/>
                </a:lnTo>
                <a:cubicBezTo>
                  <a:pt x="2100771" y="171768"/>
                  <a:pt x="2101721" y="175176"/>
                  <a:pt x="2103621" y="177064"/>
                </a:cubicBezTo>
                <a:cubicBezTo>
                  <a:pt x="2105522" y="178950"/>
                  <a:pt x="2109243" y="180124"/>
                  <a:pt x="2114786" y="180586"/>
                </a:cubicBezTo>
                <a:lnTo>
                  <a:pt x="2114786" y="186511"/>
                </a:lnTo>
                <a:cubicBezTo>
                  <a:pt x="2101167" y="187834"/>
                  <a:pt x="2092377" y="188826"/>
                  <a:pt x="2088418" y="189488"/>
                </a:cubicBezTo>
                <a:cubicBezTo>
                  <a:pt x="2084459" y="190149"/>
                  <a:pt x="2077491" y="191843"/>
                  <a:pt x="2067513" y="194568"/>
                </a:cubicBezTo>
                <a:lnTo>
                  <a:pt x="2067513" y="178575"/>
                </a:lnTo>
                <a:cubicBezTo>
                  <a:pt x="2062921" y="183315"/>
                  <a:pt x="2058724" y="186829"/>
                  <a:pt x="2054923" y="189118"/>
                </a:cubicBezTo>
                <a:cubicBezTo>
                  <a:pt x="2048905" y="192751"/>
                  <a:pt x="2042412" y="194568"/>
                  <a:pt x="2035444" y="194568"/>
                </a:cubicBezTo>
                <a:cubicBezTo>
                  <a:pt x="2023566" y="194568"/>
                  <a:pt x="2013233" y="189552"/>
                  <a:pt x="2004444" y="179520"/>
                </a:cubicBezTo>
                <a:cubicBezTo>
                  <a:pt x="1995654" y="169487"/>
                  <a:pt x="1991260" y="155860"/>
                  <a:pt x="1991260" y="1386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">
            <a:extLst xmlns:a="http://schemas.openxmlformats.org/drawingml/2006/main">
              <a:ext uri="{FF2B5EF4-FFF2-40B4-BE49-F238E27FC236}">
                <a16:creationId xmlns:a16="http://schemas.microsoft.com/office/drawing/2014/main" id="{7DF59184-DC69-490A-9D58-34E56E7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188" y="362353"/>
            <a:ext cx="146925" cy="163997"/>
          </a:xfrm>
          <a:custGeom xmlns:a="http://schemas.openxmlformats.org/drawingml/2006/main">
            <a:pathLst>
              <a:path w="146925" h="163997">
                <a:moveTo>
                  <a:pt x="238" y="0"/>
                </a:moveTo>
                <a:lnTo>
                  <a:pt x="146688" y="0"/>
                </a:lnTo>
                <a:lnTo>
                  <a:pt x="146925" y="48820"/>
                </a:lnTo>
                <a:lnTo>
                  <a:pt x="139918" y="48820"/>
                </a:lnTo>
                <a:cubicBezTo>
                  <a:pt x="137621" y="31362"/>
                  <a:pt x="131049" y="19552"/>
                  <a:pt x="120201" y="13390"/>
                </a:cubicBezTo>
                <a:cubicBezTo>
                  <a:pt x="114104" y="9993"/>
                  <a:pt x="104998" y="8137"/>
                  <a:pt x="92883" y="7821"/>
                </a:cubicBezTo>
                <a:lnTo>
                  <a:pt x="92883" y="135658"/>
                </a:lnTo>
                <a:cubicBezTo>
                  <a:pt x="92883" y="144592"/>
                  <a:pt x="94446" y="150522"/>
                  <a:pt x="97574" y="153447"/>
                </a:cubicBezTo>
                <a:cubicBezTo>
                  <a:pt x="100702" y="156372"/>
                  <a:pt x="107215" y="157835"/>
                  <a:pt x="117113" y="157835"/>
                </a:cubicBezTo>
                <a:lnTo>
                  <a:pt x="117113" y="163997"/>
                </a:lnTo>
                <a:lnTo>
                  <a:pt x="30407" y="163997"/>
                </a:lnTo>
                <a:lnTo>
                  <a:pt x="30407" y="157835"/>
                </a:lnTo>
                <a:cubicBezTo>
                  <a:pt x="39909" y="157835"/>
                  <a:pt x="46224" y="156353"/>
                  <a:pt x="49351" y="153388"/>
                </a:cubicBezTo>
                <a:cubicBezTo>
                  <a:pt x="52479" y="150423"/>
                  <a:pt x="54043" y="144513"/>
                  <a:pt x="54043" y="135658"/>
                </a:cubicBezTo>
                <a:lnTo>
                  <a:pt x="54043" y="7821"/>
                </a:lnTo>
                <a:cubicBezTo>
                  <a:pt x="42165" y="8137"/>
                  <a:pt x="33059" y="9993"/>
                  <a:pt x="26725" y="13390"/>
                </a:cubicBezTo>
                <a:cubicBezTo>
                  <a:pt x="15085" y="19710"/>
                  <a:pt x="8512" y="31520"/>
                  <a:pt x="7008" y="48820"/>
                </a:cubicBezTo>
                <a:lnTo>
                  <a:pt x="0" y="48820"/>
                </a:lnTo>
                <a:lnTo>
                  <a:pt x="2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estCaseSynthesis">
            <a:extLst xmlns:a="http://schemas.openxmlformats.org/drawingml/2006/main">
              <a:ext uri="{FF2B5EF4-FFF2-40B4-BE49-F238E27FC236}">
                <a16:creationId xmlns:a16="http://schemas.microsoft.com/office/drawing/2014/main" id="{42EED266-9916-47EE-912D-C019FAB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052" y="357613"/>
            <a:ext cx="1868231" cy="218741"/>
          </a:xfrm>
          <a:custGeom xmlns:a="http://schemas.openxmlformats.org/drawingml/2006/main">
            <a:pathLst>
              <a:path w="1868231" h="218741">
                <a:moveTo>
                  <a:pt x="0" y="112925"/>
                </a:moveTo>
                <a:cubicBezTo>
                  <a:pt x="0" y="94282"/>
                  <a:pt x="4969" y="79806"/>
                  <a:pt x="14906" y="69497"/>
                </a:cubicBezTo>
                <a:cubicBezTo>
                  <a:pt x="24844" y="59188"/>
                  <a:pt x="36820" y="54034"/>
                  <a:pt x="50836" y="54034"/>
                </a:cubicBezTo>
                <a:cubicBezTo>
                  <a:pt x="58834" y="54034"/>
                  <a:pt x="66356" y="56132"/>
                  <a:pt x="73403" y="60329"/>
                </a:cubicBezTo>
                <a:cubicBezTo>
                  <a:pt x="80451" y="64523"/>
                  <a:pt x="85875" y="70341"/>
                  <a:pt x="89676" y="77784"/>
                </a:cubicBezTo>
                <a:cubicBezTo>
                  <a:pt x="92526" y="83405"/>
                  <a:pt x="94506" y="90688"/>
                  <a:pt x="95614" y="99632"/>
                </a:cubicBezTo>
                <a:cubicBezTo>
                  <a:pt x="96169" y="103829"/>
                  <a:pt x="96446" y="107035"/>
                  <a:pt x="96446" y="109252"/>
                </a:cubicBezTo>
                <a:lnTo>
                  <a:pt x="34445" y="109252"/>
                </a:lnTo>
                <a:cubicBezTo>
                  <a:pt x="34999" y="118917"/>
                  <a:pt x="36583" y="127286"/>
                  <a:pt x="39196" y="134358"/>
                </a:cubicBezTo>
                <a:cubicBezTo>
                  <a:pt x="43947" y="147639"/>
                  <a:pt x="52301" y="154280"/>
                  <a:pt x="64258" y="154280"/>
                </a:cubicBezTo>
                <a:cubicBezTo>
                  <a:pt x="69959" y="154280"/>
                  <a:pt x="75343" y="152513"/>
                  <a:pt x="80411" y="148977"/>
                </a:cubicBezTo>
                <a:cubicBezTo>
                  <a:pt x="83499" y="146854"/>
                  <a:pt x="87340" y="143279"/>
                  <a:pt x="91932" y="138250"/>
                </a:cubicBezTo>
                <a:lnTo>
                  <a:pt x="97515" y="141668"/>
                </a:lnTo>
                <a:cubicBezTo>
                  <a:pt x="89992" y="154014"/>
                  <a:pt x="81282" y="162599"/>
                  <a:pt x="71384" y="167426"/>
                </a:cubicBezTo>
                <a:cubicBezTo>
                  <a:pt x="64970" y="170511"/>
                  <a:pt x="57606" y="172054"/>
                  <a:pt x="49292" y="172054"/>
                </a:cubicBezTo>
                <a:cubicBezTo>
                  <a:pt x="37335" y="172054"/>
                  <a:pt x="26131" y="167354"/>
                  <a:pt x="15678" y="157953"/>
                </a:cubicBezTo>
                <a:cubicBezTo>
                  <a:pt x="5226" y="148553"/>
                  <a:pt x="0" y="133544"/>
                  <a:pt x="0" y="112925"/>
                </a:cubicBezTo>
                <a:moveTo>
                  <a:pt x="66514" y="100247"/>
                </a:moveTo>
                <a:cubicBezTo>
                  <a:pt x="66356" y="85993"/>
                  <a:pt x="65247" y="76030"/>
                  <a:pt x="63189" y="70360"/>
                </a:cubicBezTo>
                <a:cubicBezTo>
                  <a:pt x="61130" y="64689"/>
                  <a:pt x="57012" y="61854"/>
                  <a:pt x="50836" y="61854"/>
                </a:cubicBezTo>
                <a:cubicBezTo>
                  <a:pt x="44501" y="61854"/>
                  <a:pt x="40166" y="65123"/>
                  <a:pt x="37830" y="71660"/>
                </a:cubicBezTo>
                <a:cubicBezTo>
                  <a:pt x="35494" y="78197"/>
                  <a:pt x="34168" y="87726"/>
                  <a:pt x="33851" y="100247"/>
                </a:cubicBezTo>
                <a:lnTo>
                  <a:pt x="66514" y="100247"/>
                </a:lnTo>
                <a:moveTo>
                  <a:pt x="50598" y="53797"/>
                </a:moveTo>
                <a:lnTo>
                  <a:pt x="50598" y="53797"/>
                </a:lnTo>
                <a:close/>
                <a:moveTo>
                  <a:pt x="109423" y="132003"/>
                </a:moveTo>
                <a:lnTo>
                  <a:pt x="116193" y="132003"/>
                </a:lnTo>
                <a:cubicBezTo>
                  <a:pt x="118569" y="143529"/>
                  <a:pt x="123003" y="151665"/>
                  <a:pt x="129496" y="156409"/>
                </a:cubicBezTo>
                <a:cubicBezTo>
                  <a:pt x="135989" y="161152"/>
                  <a:pt x="142640" y="163523"/>
                  <a:pt x="149450" y="163523"/>
                </a:cubicBezTo>
                <a:cubicBezTo>
                  <a:pt x="155706" y="163523"/>
                  <a:pt x="160298" y="162124"/>
                  <a:pt x="163228" y="159327"/>
                </a:cubicBezTo>
                <a:cubicBezTo>
                  <a:pt x="166158" y="156528"/>
                  <a:pt x="167623" y="152843"/>
                  <a:pt x="167623" y="148274"/>
                </a:cubicBezTo>
                <a:cubicBezTo>
                  <a:pt x="167623" y="143939"/>
                  <a:pt x="166039" y="140234"/>
                  <a:pt x="162872" y="137158"/>
                </a:cubicBezTo>
                <a:cubicBezTo>
                  <a:pt x="161130" y="135504"/>
                  <a:pt x="158319" y="133729"/>
                  <a:pt x="154439" y="131833"/>
                </a:cubicBezTo>
                <a:lnTo>
                  <a:pt x="136385" y="123072"/>
                </a:lnTo>
                <a:cubicBezTo>
                  <a:pt x="126883" y="118413"/>
                  <a:pt x="120073" y="113361"/>
                  <a:pt x="115955" y="107915"/>
                </a:cubicBezTo>
                <a:cubicBezTo>
                  <a:pt x="111759" y="102467"/>
                  <a:pt x="109660" y="96033"/>
                  <a:pt x="109660" y="88612"/>
                </a:cubicBezTo>
                <a:cubicBezTo>
                  <a:pt x="109660" y="79216"/>
                  <a:pt x="112946" y="71104"/>
                  <a:pt x="119519" y="64276"/>
                </a:cubicBezTo>
                <a:cubicBezTo>
                  <a:pt x="126091" y="57448"/>
                  <a:pt x="135276" y="54034"/>
                  <a:pt x="147075" y="54034"/>
                </a:cubicBezTo>
                <a:cubicBezTo>
                  <a:pt x="152222" y="54034"/>
                  <a:pt x="157685" y="54903"/>
                  <a:pt x="163466" y="56640"/>
                </a:cubicBezTo>
                <a:cubicBezTo>
                  <a:pt x="169246" y="58378"/>
                  <a:pt x="172849" y="59247"/>
                  <a:pt x="174274" y="59247"/>
                </a:cubicBezTo>
                <a:cubicBezTo>
                  <a:pt x="176254" y="59247"/>
                  <a:pt x="177659" y="58833"/>
                  <a:pt x="178491" y="58003"/>
                </a:cubicBezTo>
                <a:cubicBezTo>
                  <a:pt x="179322" y="57174"/>
                  <a:pt x="180015" y="56009"/>
                  <a:pt x="180569" y="54508"/>
                </a:cubicBezTo>
                <a:lnTo>
                  <a:pt x="185914" y="54508"/>
                </a:lnTo>
                <a:lnTo>
                  <a:pt x="185914" y="89582"/>
                </a:lnTo>
                <a:lnTo>
                  <a:pt x="179738" y="89582"/>
                </a:lnTo>
                <a:cubicBezTo>
                  <a:pt x="177442" y="81366"/>
                  <a:pt x="173680" y="74770"/>
                  <a:pt x="168454" y="69793"/>
                </a:cubicBezTo>
                <a:cubicBezTo>
                  <a:pt x="163228" y="64817"/>
                  <a:pt x="157131" y="62328"/>
                  <a:pt x="150163" y="62328"/>
                </a:cubicBezTo>
                <a:cubicBezTo>
                  <a:pt x="144778" y="62328"/>
                  <a:pt x="140760" y="63825"/>
                  <a:pt x="138107" y="66820"/>
                </a:cubicBezTo>
                <a:cubicBezTo>
                  <a:pt x="135454" y="69814"/>
                  <a:pt x="134128" y="73046"/>
                  <a:pt x="134128" y="76514"/>
                </a:cubicBezTo>
                <a:cubicBezTo>
                  <a:pt x="134128" y="79351"/>
                  <a:pt x="135316" y="82188"/>
                  <a:pt x="137691" y="85027"/>
                </a:cubicBezTo>
                <a:cubicBezTo>
                  <a:pt x="139988" y="87943"/>
                  <a:pt x="144343" y="90940"/>
                  <a:pt x="150757" y="94018"/>
                </a:cubicBezTo>
                <a:lnTo>
                  <a:pt x="164060" y="100413"/>
                </a:lnTo>
                <a:cubicBezTo>
                  <a:pt x="172295" y="104361"/>
                  <a:pt x="178313" y="108189"/>
                  <a:pt x="182114" y="111900"/>
                </a:cubicBezTo>
                <a:cubicBezTo>
                  <a:pt x="188448" y="118215"/>
                  <a:pt x="191616" y="125991"/>
                  <a:pt x="191616" y="135228"/>
                </a:cubicBezTo>
                <a:cubicBezTo>
                  <a:pt x="191616" y="144227"/>
                  <a:pt x="188349" y="152614"/>
                  <a:pt x="181817" y="160390"/>
                </a:cubicBezTo>
                <a:cubicBezTo>
                  <a:pt x="175284" y="168166"/>
                  <a:pt x="165485" y="172054"/>
                  <a:pt x="152420" y="172054"/>
                </a:cubicBezTo>
                <a:cubicBezTo>
                  <a:pt x="149173" y="172054"/>
                  <a:pt x="145907" y="171712"/>
                  <a:pt x="142621" y="171029"/>
                </a:cubicBezTo>
                <a:cubicBezTo>
                  <a:pt x="139334" y="170347"/>
                  <a:pt x="135276" y="169162"/>
                  <a:pt x="130446" y="167474"/>
                </a:cubicBezTo>
                <a:lnTo>
                  <a:pt x="126289" y="166030"/>
                </a:lnTo>
                <a:cubicBezTo>
                  <a:pt x="124784" y="165467"/>
                  <a:pt x="123854" y="165146"/>
                  <a:pt x="123498" y="165067"/>
                </a:cubicBezTo>
                <a:cubicBezTo>
                  <a:pt x="123141" y="164985"/>
                  <a:pt x="122686" y="164945"/>
                  <a:pt x="122132" y="164945"/>
                </a:cubicBezTo>
                <a:cubicBezTo>
                  <a:pt x="120786" y="164945"/>
                  <a:pt x="119618" y="165488"/>
                  <a:pt x="118628" y="166574"/>
                </a:cubicBezTo>
                <a:cubicBezTo>
                  <a:pt x="117638" y="167658"/>
                  <a:pt x="116510" y="169484"/>
                  <a:pt x="115243" y="172054"/>
                </a:cubicBezTo>
                <a:lnTo>
                  <a:pt x="109423" y="172054"/>
                </a:lnTo>
                <a:lnTo>
                  <a:pt x="109423" y="132003"/>
                </a:lnTo>
                <a:moveTo>
                  <a:pt x="150400" y="53797"/>
                </a:moveTo>
                <a:lnTo>
                  <a:pt x="150400" y="53797"/>
                </a:lnTo>
                <a:close/>
                <a:moveTo>
                  <a:pt x="202740" y="67542"/>
                </a:moveTo>
                <a:lnTo>
                  <a:pt x="202740" y="60788"/>
                </a:lnTo>
                <a:cubicBezTo>
                  <a:pt x="204878" y="58813"/>
                  <a:pt x="207531" y="56482"/>
                  <a:pt x="210698" y="53797"/>
                </a:cubicBezTo>
                <a:cubicBezTo>
                  <a:pt x="214895" y="49926"/>
                  <a:pt x="218854" y="45936"/>
                  <a:pt x="222576" y="41829"/>
                </a:cubicBezTo>
                <a:cubicBezTo>
                  <a:pt x="229940" y="33771"/>
                  <a:pt x="236631" y="25121"/>
                  <a:pt x="242649" y="15878"/>
                </a:cubicBezTo>
                <a:lnTo>
                  <a:pt x="248825" y="15878"/>
                </a:lnTo>
                <a:lnTo>
                  <a:pt x="248825" y="56877"/>
                </a:lnTo>
                <a:lnTo>
                  <a:pt x="271986" y="56877"/>
                </a:lnTo>
                <a:lnTo>
                  <a:pt x="271986" y="67542"/>
                </a:lnTo>
                <a:lnTo>
                  <a:pt x="248825" y="67542"/>
                </a:lnTo>
                <a:lnTo>
                  <a:pt x="248825" y="140835"/>
                </a:lnTo>
                <a:cubicBezTo>
                  <a:pt x="248825" y="144244"/>
                  <a:pt x="249340" y="147099"/>
                  <a:pt x="250369" y="149400"/>
                </a:cubicBezTo>
                <a:cubicBezTo>
                  <a:pt x="251953" y="152969"/>
                  <a:pt x="254566" y="154754"/>
                  <a:pt x="258208" y="154754"/>
                </a:cubicBezTo>
                <a:cubicBezTo>
                  <a:pt x="261376" y="154754"/>
                  <a:pt x="264028" y="153615"/>
                  <a:pt x="266166" y="151336"/>
                </a:cubicBezTo>
                <a:cubicBezTo>
                  <a:pt x="268304" y="149058"/>
                  <a:pt x="270442" y="145931"/>
                  <a:pt x="272580" y="141957"/>
                </a:cubicBezTo>
                <a:lnTo>
                  <a:pt x="278400" y="144801"/>
                </a:lnTo>
                <a:cubicBezTo>
                  <a:pt x="275550" y="151436"/>
                  <a:pt x="272145" y="156848"/>
                  <a:pt x="268185" y="161034"/>
                </a:cubicBezTo>
                <a:cubicBezTo>
                  <a:pt x="261217" y="168381"/>
                  <a:pt x="252705" y="172054"/>
                  <a:pt x="242649" y="172054"/>
                </a:cubicBezTo>
                <a:cubicBezTo>
                  <a:pt x="236947" y="172054"/>
                  <a:pt x="231959" y="170988"/>
                  <a:pt x="227683" y="168855"/>
                </a:cubicBezTo>
                <a:cubicBezTo>
                  <a:pt x="219448" y="164747"/>
                  <a:pt x="215330" y="157268"/>
                  <a:pt x="215330" y="146419"/>
                </a:cubicBezTo>
                <a:lnTo>
                  <a:pt x="215330" y="67542"/>
                </a:lnTo>
                <a:lnTo>
                  <a:pt x="202740" y="67542"/>
                </a:lnTo>
                <a:close/>
                <a:moveTo>
                  <a:pt x="433926" y="1659"/>
                </a:moveTo>
                <a:cubicBezTo>
                  <a:pt x="444062" y="1659"/>
                  <a:pt x="454316" y="3555"/>
                  <a:pt x="464689" y="7347"/>
                </a:cubicBezTo>
                <a:cubicBezTo>
                  <a:pt x="475062" y="11138"/>
                  <a:pt x="480843" y="13034"/>
                  <a:pt x="482031" y="13034"/>
                </a:cubicBezTo>
                <a:cubicBezTo>
                  <a:pt x="485119" y="13034"/>
                  <a:pt x="487593" y="11811"/>
                  <a:pt x="489454" y="9365"/>
                </a:cubicBezTo>
                <a:cubicBezTo>
                  <a:pt x="491315" y="6918"/>
                  <a:pt x="492483" y="4350"/>
                  <a:pt x="492958" y="1659"/>
                </a:cubicBezTo>
                <a:lnTo>
                  <a:pt x="499728" y="1659"/>
                </a:lnTo>
                <a:lnTo>
                  <a:pt x="499728" y="58536"/>
                </a:lnTo>
                <a:lnTo>
                  <a:pt x="493552" y="58536"/>
                </a:lnTo>
                <a:cubicBezTo>
                  <a:pt x="487692" y="46272"/>
                  <a:pt x="481714" y="36603"/>
                  <a:pt x="475617" y="29527"/>
                </a:cubicBezTo>
                <a:cubicBezTo>
                  <a:pt x="464214" y="16478"/>
                  <a:pt x="451307" y="9954"/>
                  <a:pt x="436896" y="9954"/>
                </a:cubicBezTo>
                <a:cubicBezTo>
                  <a:pt x="420584" y="9954"/>
                  <a:pt x="409003" y="16953"/>
                  <a:pt x="402154" y="30953"/>
                </a:cubicBezTo>
                <a:cubicBezTo>
                  <a:pt x="395304" y="44953"/>
                  <a:pt x="391880" y="63744"/>
                  <a:pt x="391880" y="87327"/>
                </a:cubicBezTo>
                <a:cubicBezTo>
                  <a:pt x="391880" y="104679"/>
                  <a:pt x="393899" y="118955"/>
                  <a:pt x="397937" y="130155"/>
                </a:cubicBezTo>
                <a:cubicBezTo>
                  <a:pt x="405460" y="151136"/>
                  <a:pt x="419436" y="161627"/>
                  <a:pt x="439865" y="161627"/>
                </a:cubicBezTo>
                <a:cubicBezTo>
                  <a:pt x="452376" y="161627"/>
                  <a:pt x="464016" y="158157"/>
                  <a:pt x="474785" y="151218"/>
                </a:cubicBezTo>
                <a:cubicBezTo>
                  <a:pt x="480962" y="147194"/>
                  <a:pt x="488246" y="140766"/>
                  <a:pt x="496640" y="131933"/>
                </a:cubicBezTo>
                <a:lnTo>
                  <a:pt x="503885" y="137928"/>
                </a:lnTo>
                <a:cubicBezTo>
                  <a:pt x="494383" y="148479"/>
                  <a:pt x="486029" y="156116"/>
                  <a:pt x="478824" y="160838"/>
                </a:cubicBezTo>
                <a:cubicBezTo>
                  <a:pt x="465996" y="169264"/>
                  <a:pt x="451743" y="173476"/>
                  <a:pt x="436064" y="173476"/>
                </a:cubicBezTo>
                <a:cubicBezTo>
                  <a:pt x="412072" y="173476"/>
                  <a:pt x="391959" y="166372"/>
                  <a:pt x="375726" y="152162"/>
                </a:cubicBezTo>
                <a:cubicBezTo>
                  <a:pt x="357752" y="136452"/>
                  <a:pt x="348764" y="115295"/>
                  <a:pt x="348764" y="88693"/>
                </a:cubicBezTo>
                <a:cubicBezTo>
                  <a:pt x="348764" y="62326"/>
                  <a:pt x="357356" y="40972"/>
                  <a:pt x="374539" y="24632"/>
                </a:cubicBezTo>
                <a:cubicBezTo>
                  <a:pt x="390692" y="9317"/>
                  <a:pt x="410488" y="1659"/>
                  <a:pt x="433926" y="1659"/>
                </a:cubicBezTo>
                <a:moveTo>
                  <a:pt x="433332" y="1185"/>
                </a:moveTo>
                <a:lnTo>
                  <a:pt x="433332" y="1185"/>
                </a:lnTo>
                <a:close/>
                <a:moveTo>
                  <a:pt x="569107" y="154754"/>
                </a:moveTo>
                <a:cubicBezTo>
                  <a:pt x="573066" y="154754"/>
                  <a:pt x="576748" y="153567"/>
                  <a:pt x="580153" y="151192"/>
                </a:cubicBezTo>
                <a:cubicBezTo>
                  <a:pt x="582053" y="149765"/>
                  <a:pt x="584310" y="147547"/>
                  <a:pt x="586923" y="144538"/>
                </a:cubicBezTo>
                <a:lnTo>
                  <a:pt x="586923" y="109015"/>
                </a:lnTo>
                <a:cubicBezTo>
                  <a:pt x="580430" y="110600"/>
                  <a:pt x="574729" y="113095"/>
                  <a:pt x="569819" y="116499"/>
                </a:cubicBezTo>
                <a:cubicBezTo>
                  <a:pt x="561505" y="122280"/>
                  <a:pt x="557348" y="129647"/>
                  <a:pt x="557348" y="138598"/>
                </a:cubicBezTo>
                <a:cubicBezTo>
                  <a:pt x="557348" y="143903"/>
                  <a:pt x="558555" y="147922"/>
                  <a:pt x="560970" y="150655"/>
                </a:cubicBezTo>
                <a:cubicBezTo>
                  <a:pt x="563386" y="153388"/>
                  <a:pt x="566098" y="154754"/>
                  <a:pt x="569107" y="154754"/>
                </a:cubicBezTo>
                <a:moveTo>
                  <a:pt x="521953" y="145900"/>
                </a:moveTo>
                <a:cubicBezTo>
                  <a:pt x="521953" y="134962"/>
                  <a:pt x="527218" y="126283"/>
                  <a:pt x="537750" y="119865"/>
                </a:cubicBezTo>
                <a:cubicBezTo>
                  <a:pt x="548281" y="113444"/>
                  <a:pt x="564791" y="106983"/>
                  <a:pt x="587279" y="100484"/>
                </a:cubicBezTo>
                <a:lnTo>
                  <a:pt x="587279" y="82883"/>
                </a:lnTo>
                <a:cubicBezTo>
                  <a:pt x="587279" y="75714"/>
                  <a:pt x="585755" y="70418"/>
                  <a:pt x="582706" y="66994"/>
                </a:cubicBezTo>
                <a:cubicBezTo>
                  <a:pt x="579658" y="63567"/>
                  <a:pt x="574254" y="61854"/>
                  <a:pt x="566494" y="61854"/>
                </a:cubicBezTo>
                <a:cubicBezTo>
                  <a:pt x="562138" y="61854"/>
                  <a:pt x="558555" y="62661"/>
                  <a:pt x="555744" y="64276"/>
                </a:cubicBezTo>
                <a:cubicBezTo>
                  <a:pt x="552933" y="65890"/>
                  <a:pt x="551528" y="67918"/>
                  <a:pt x="551528" y="70360"/>
                </a:cubicBezTo>
                <a:cubicBezTo>
                  <a:pt x="551528" y="71305"/>
                  <a:pt x="551686" y="72093"/>
                  <a:pt x="552003" y="72722"/>
                </a:cubicBezTo>
                <a:cubicBezTo>
                  <a:pt x="552320" y="73352"/>
                  <a:pt x="552795" y="74021"/>
                  <a:pt x="553428" y="74729"/>
                </a:cubicBezTo>
                <a:lnTo>
                  <a:pt x="554854" y="76385"/>
                </a:lnTo>
                <a:cubicBezTo>
                  <a:pt x="555962" y="77723"/>
                  <a:pt x="556853" y="79199"/>
                  <a:pt x="557526" y="80813"/>
                </a:cubicBezTo>
                <a:cubicBezTo>
                  <a:pt x="558199" y="82428"/>
                  <a:pt x="558536" y="84141"/>
                  <a:pt x="558536" y="85953"/>
                </a:cubicBezTo>
                <a:cubicBezTo>
                  <a:pt x="558536" y="90520"/>
                  <a:pt x="557011" y="94044"/>
                  <a:pt x="553963" y="96525"/>
                </a:cubicBezTo>
                <a:cubicBezTo>
                  <a:pt x="550914" y="99006"/>
                  <a:pt x="547371" y="100247"/>
                  <a:pt x="543332" y="100247"/>
                </a:cubicBezTo>
                <a:cubicBezTo>
                  <a:pt x="538660" y="100247"/>
                  <a:pt x="534681" y="98871"/>
                  <a:pt x="531395" y="96121"/>
                </a:cubicBezTo>
                <a:cubicBezTo>
                  <a:pt x="528109" y="93369"/>
                  <a:pt x="526466" y="89399"/>
                  <a:pt x="526466" y="84213"/>
                </a:cubicBezTo>
                <a:cubicBezTo>
                  <a:pt x="526466" y="74938"/>
                  <a:pt x="530861" y="67590"/>
                  <a:pt x="539650" y="62169"/>
                </a:cubicBezTo>
                <a:cubicBezTo>
                  <a:pt x="548440" y="56745"/>
                  <a:pt x="559248" y="54034"/>
                  <a:pt x="572076" y="54034"/>
                </a:cubicBezTo>
                <a:cubicBezTo>
                  <a:pt x="585854" y="54034"/>
                  <a:pt x="597375" y="56680"/>
                  <a:pt x="606640" y="61973"/>
                </a:cubicBezTo>
                <a:cubicBezTo>
                  <a:pt x="615825" y="67344"/>
                  <a:pt x="620418" y="77219"/>
                  <a:pt x="620418" y="91596"/>
                </a:cubicBezTo>
                <a:lnTo>
                  <a:pt x="620418" y="150370"/>
                </a:lnTo>
                <a:cubicBezTo>
                  <a:pt x="620418" y="152108"/>
                  <a:pt x="620873" y="153589"/>
                  <a:pt x="621784" y="154813"/>
                </a:cubicBezTo>
                <a:cubicBezTo>
                  <a:pt x="622694" y="156038"/>
                  <a:pt x="623704" y="156650"/>
                  <a:pt x="624812" y="156650"/>
                </a:cubicBezTo>
                <a:cubicBezTo>
                  <a:pt x="625763" y="156650"/>
                  <a:pt x="626614" y="156472"/>
                  <a:pt x="627366" y="156117"/>
                </a:cubicBezTo>
                <a:cubicBezTo>
                  <a:pt x="628118" y="155761"/>
                  <a:pt x="629286" y="154794"/>
                  <a:pt x="630870" y="153214"/>
                </a:cubicBezTo>
                <a:lnTo>
                  <a:pt x="634552" y="158309"/>
                </a:lnTo>
                <a:cubicBezTo>
                  <a:pt x="629801" y="163839"/>
                  <a:pt x="624535" y="167710"/>
                  <a:pt x="618755" y="169921"/>
                </a:cubicBezTo>
                <a:cubicBezTo>
                  <a:pt x="615112" y="171343"/>
                  <a:pt x="611272" y="172054"/>
                  <a:pt x="607234" y="172054"/>
                </a:cubicBezTo>
                <a:cubicBezTo>
                  <a:pt x="600028" y="172054"/>
                  <a:pt x="594762" y="169957"/>
                  <a:pt x="591436" y="165763"/>
                </a:cubicBezTo>
                <a:cubicBezTo>
                  <a:pt x="589536" y="163388"/>
                  <a:pt x="588150" y="159865"/>
                  <a:pt x="587279" y="155195"/>
                </a:cubicBezTo>
                <a:cubicBezTo>
                  <a:pt x="580549" y="161922"/>
                  <a:pt x="572947" y="166671"/>
                  <a:pt x="564474" y="169444"/>
                </a:cubicBezTo>
                <a:cubicBezTo>
                  <a:pt x="559327" y="171184"/>
                  <a:pt x="554260" y="172054"/>
                  <a:pt x="549271" y="172054"/>
                </a:cubicBezTo>
                <a:cubicBezTo>
                  <a:pt x="542620" y="172054"/>
                  <a:pt x="536404" y="169935"/>
                  <a:pt x="530623" y="165696"/>
                </a:cubicBezTo>
                <a:cubicBezTo>
                  <a:pt x="524843" y="161455"/>
                  <a:pt x="521953" y="154857"/>
                  <a:pt x="521953" y="145900"/>
                </a:cubicBezTo>
                <a:moveTo>
                  <a:pt x="574333" y="53797"/>
                </a:moveTo>
                <a:lnTo>
                  <a:pt x="574333" y="53797"/>
                </a:lnTo>
                <a:close/>
                <a:moveTo>
                  <a:pt x="643580" y="132003"/>
                </a:moveTo>
                <a:lnTo>
                  <a:pt x="650350" y="132003"/>
                </a:lnTo>
                <a:cubicBezTo>
                  <a:pt x="652725" y="143529"/>
                  <a:pt x="657160" y="151665"/>
                  <a:pt x="663653" y="156409"/>
                </a:cubicBezTo>
                <a:cubicBezTo>
                  <a:pt x="670146" y="161152"/>
                  <a:pt x="676797" y="163523"/>
                  <a:pt x="683607" y="163523"/>
                </a:cubicBezTo>
                <a:cubicBezTo>
                  <a:pt x="689862" y="163523"/>
                  <a:pt x="694455" y="162124"/>
                  <a:pt x="697385" y="159327"/>
                </a:cubicBezTo>
                <a:cubicBezTo>
                  <a:pt x="700315" y="156528"/>
                  <a:pt x="701780" y="152843"/>
                  <a:pt x="701780" y="148274"/>
                </a:cubicBezTo>
                <a:cubicBezTo>
                  <a:pt x="701780" y="143939"/>
                  <a:pt x="700196" y="140234"/>
                  <a:pt x="697029" y="137158"/>
                </a:cubicBezTo>
                <a:cubicBezTo>
                  <a:pt x="695287" y="135504"/>
                  <a:pt x="692476" y="133729"/>
                  <a:pt x="688596" y="131833"/>
                </a:cubicBezTo>
                <a:lnTo>
                  <a:pt x="670542" y="123072"/>
                </a:lnTo>
                <a:cubicBezTo>
                  <a:pt x="661040" y="118413"/>
                  <a:pt x="654230" y="113361"/>
                  <a:pt x="650112" y="107915"/>
                </a:cubicBezTo>
                <a:cubicBezTo>
                  <a:pt x="645915" y="102467"/>
                  <a:pt x="643817" y="96033"/>
                  <a:pt x="643817" y="88612"/>
                </a:cubicBezTo>
                <a:cubicBezTo>
                  <a:pt x="643817" y="79216"/>
                  <a:pt x="647103" y="71104"/>
                  <a:pt x="653676" y="64276"/>
                </a:cubicBezTo>
                <a:cubicBezTo>
                  <a:pt x="660248" y="57448"/>
                  <a:pt x="669433" y="54034"/>
                  <a:pt x="681231" y="54034"/>
                </a:cubicBezTo>
                <a:cubicBezTo>
                  <a:pt x="686378" y="54034"/>
                  <a:pt x="691842" y="54903"/>
                  <a:pt x="697622" y="56640"/>
                </a:cubicBezTo>
                <a:cubicBezTo>
                  <a:pt x="703403" y="58378"/>
                  <a:pt x="707006" y="59247"/>
                  <a:pt x="708431" y="59247"/>
                </a:cubicBezTo>
                <a:cubicBezTo>
                  <a:pt x="710411" y="59247"/>
                  <a:pt x="711816" y="58833"/>
                  <a:pt x="712648" y="58003"/>
                </a:cubicBezTo>
                <a:cubicBezTo>
                  <a:pt x="713479" y="57174"/>
                  <a:pt x="714172" y="56009"/>
                  <a:pt x="714726" y="54508"/>
                </a:cubicBezTo>
                <a:lnTo>
                  <a:pt x="720071" y="54508"/>
                </a:lnTo>
                <a:lnTo>
                  <a:pt x="720071" y="89582"/>
                </a:lnTo>
                <a:lnTo>
                  <a:pt x="713895" y="89582"/>
                </a:lnTo>
                <a:cubicBezTo>
                  <a:pt x="711598" y="81366"/>
                  <a:pt x="707837" y="74770"/>
                  <a:pt x="702611" y="69793"/>
                </a:cubicBezTo>
                <a:cubicBezTo>
                  <a:pt x="697385" y="64817"/>
                  <a:pt x="691288" y="62328"/>
                  <a:pt x="684320" y="62328"/>
                </a:cubicBezTo>
                <a:cubicBezTo>
                  <a:pt x="678935" y="62328"/>
                  <a:pt x="674917" y="63825"/>
                  <a:pt x="672264" y="66820"/>
                </a:cubicBezTo>
                <a:cubicBezTo>
                  <a:pt x="669611" y="69814"/>
                  <a:pt x="668285" y="73046"/>
                  <a:pt x="668285" y="76514"/>
                </a:cubicBezTo>
                <a:cubicBezTo>
                  <a:pt x="668285" y="79351"/>
                  <a:pt x="669473" y="82188"/>
                  <a:pt x="671848" y="85027"/>
                </a:cubicBezTo>
                <a:cubicBezTo>
                  <a:pt x="674145" y="87943"/>
                  <a:pt x="678500" y="90940"/>
                  <a:pt x="684914" y="94018"/>
                </a:cubicBezTo>
                <a:lnTo>
                  <a:pt x="698216" y="100413"/>
                </a:lnTo>
                <a:cubicBezTo>
                  <a:pt x="706451" y="104361"/>
                  <a:pt x="712469" y="108189"/>
                  <a:pt x="716270" y="111900"/>
                </a:cubicBezTo>
                <a:cubicBezTo>
                  <a:pt x="722605" y="118215"/>
                  <a:pt x="725772" y="125991"/>
                  <a:pt x="725772" y="135228"/>
                </a:cubicBezTo>
                <a:cubicBezTo>
                  <a:pt x="725772" y="144227"/>
                  <a:pt x="722506" y="152614"/>
                  <a:pt x="715973" y="160390"/>
                </a:cubicBezTo>
                <a:cubicBezTo>
                  <a:pt x="709441" y="168166"/>
                  <a:pt x="699642" y="172054"/>
                  <a:pt x="686576" y="172054"/>
                </a:cubicBezTo>
                <a:cubicBezTo>
                  <a:pt x="683330" y="172054"/>
                  <a:pt x="680063" y="171712"/>
                  <a:pt x="676777" y="171029"/>
                </a:cubicBezTo>
                <a:cubicBezTo>
                  <a:pt x="673491" y="170347"/>
                  <a:pt x="669433" y="169162"/>
                  <a:pt x="664603" y="167474"/>
                </a:cubicBezTo>
                <a:lnTo>
                  <a:pt x="660446" y="166030"/>
                </a:lnTo>
                <a:cubicBezTo>
                  <a:pt x="658941" y="165467"/>
                  <a:pt x="658011" y="165146"/>
                  <a:pt x="657654" y="165067"/>
                </a:cubicBezTo>
                <a:cubicBezTo>
                  <a:pt x="657298" y="164985"/>
                  <a:pt x="656843" y="164945"/>
                  <a:pt x="656289" y="164945"/>
                </a:cubicBezTo>
                <a:cubicBezTo>
                  <a:pt x="654942" y="164945"/>
                  <a:pt x="653774" y="165488"/>
                  <a:pt x="652785" y="166574"/>
                </a:cubicBezTo>
                <a:cubicBezTo>
                  <a:pt x="651795" y="167658"/>
                  <a:pt x="650667" y="169484"/>
                  <a:pt x="649400" y="172054"/>
                </a:cubicBezTo>
                <a:lnTo>
                  <a:pt x="643580" y="172054"/>
                </a:lnTo>
                <a:lnTo>
                  <a:pt x="643580" y="132003"/>
                </a:lnTo>
                <a:moveTo>
                  <a:pt x="684557" y="53797"/>
                </a:moveTo>
                <a:lnTo>
                  <a:pt x="684557" y="53797"/>
                </a:lnTo>
                <a:close/>
                <a:moveTo>
                  <a:pt x="738441" y="112925"/>
                </a:moveTo>
                <a:cubicBezTo>
                  <a:pt x="738441" y="94282"/>
                  <a:pt x="743409" y="79806"/>
                  <a:pt x="753347" y="69497"/>
                </a:cubicBezTo>
                <a:cubicBezTo>
                  <a:pt x="763284" y="59188"/>
                  <a:pt x="775261" y="54034"/>
                  <a:pt x="789277" y="54034"/>
                </a:cubicBezTo>
                <a:cubicBezTo>
                  <a:pt x="797274" y="54034"/>
                  <a:pt x="804797" y="56132"/>
                  <a:pt x="811844" y="60329"/>
                </a:cubicBezTo>
                <a:cubicBezTo>
                  <a:pt x="818891" y="64523"/>
                  <a:pt x="824315" y="70341"/>
                  <a:pt x="828116" y="77784"/>
                </a:cubicBezTo>
                <a:cubicBezTo>
                  <a:pt x="830967" y="83405"/>
                  <a:pt x="832946" y="90688"/>
                  <a:pt x="834055" y="99632"/>
                </a:cubicBezTo>
                <a:cubicBezTo>
                  <a:pt x="834609" y="103829"/>
                  <a:pt x="834886" y="107035"/>
                  <a:pt x="834886" y="109252"/>
                </a:cubicBezTo>
                <a:lnTo>
                  <a:pt x="772886" y="109252"/>
                </a:lnTo>
                <a:cubicBezTo>
                  <a:pt x="773440" y="118917"/>
                  <a:pt x="775023" y="127286"/>
                  <a:pt x="777637" y="134358"/>
                </a:cubicBezTo>
                <a:cubicBezTo>
                  <a:pt x="782388" y="147639"/>
                  <a:pt x="790741" y="154280"/>
                  <a:pt x="802698" y="154280"/>
                </a:cubicBezTo>
                <a:cubicBezTo>
                  <a:pt x="808399" y="154280"/>
                  <a:pt x="813784" y="152513"/>
                  <a:pt x="818852" y="148977"/>
                </a:cubicBezTo>
                <a:cubicBezTo>
                  <a:pt x="821940" y="146854"/>
                  <a:pt x="825780" y="143279"/>
                  <a:pt x="830373" y="138250"/>
                </a:cubicBezTo>
                <a:lnTo>
                  <a:pt x="835955" y="141668"/>
                </a:lnTo>
                <a:cubicBezTo>
                  <a:pt x="828433" y="154014"/>
                  <a:pt x="819723" y="162599"/>
                  <a:pt x="809825" y="167426"/>
                </a:cubicBezTo>
                <a:cubicBezTo>
                  <a:pt x="803411" y="170511"/>
                  <a:pt x="796047" y="172054"/>
                  <a:pt x="787732" y="172054"/>
                </a:cubicBezTo>
                <a:cubicBezTo>
                  <a:pt x="775776" y="172054"/>
                  <a:pt x="764571" y="167354"/>
                  <a:pt x="754119" y="157953"/>
                </a:cubicBezTo>
                <a:cubicBezTo>
                  <a:pt x="743667" y="148553"/>
                  <a:pt x="738441" y="133544"/>
                  <a:pt x="738441" y="112925"/>
                </a:cubicBezTo>
                <a:moveTo>
                  <a:pt x="804955" y="100247"/>
                </a:moveTo>
                <a:cubicBezTo>
                  <a:pt x="804797" y="85993"/>
                  <a:pt x="803688" y="76030"/>
                  <a:pt x="801629" y="70360"/>
                </a:cubicBezTo>
                <a:cubicBezTo>
                  <a:pt x="799570" y="64689"/>
                  <a:pt x="795453" y="61854"/>
                  <a:pt x="789277" y="61854"/>
                </a:cubicBezTo>
                <a:cubicBezTo>
                  <a:pt x="782942" y="61854"/>
                  <a:pt x="778607" y="65123"/>
                  <a:pt x="776271" y="71660"/>
                </a:cubicBezTo>
                <a:cubicBezTo>
                  <a:pt x="773935" y="78197"/>
                  <a:pt x="772608" y="87726"/>
                  <a:pt x="772292" y="100247"/>
                </a:cubicBezTo>
                <a:lnTo>
                  <a:pt x="804955" y="100247"/>
                </a:lnTo>
                <a:moveTo>
                  <a:pt x="789039" y="53797"/>
                </a:moveTo>
                <a:lnTo>
                  <a:pt x="789039" y="53797"/>
                </a:lnTo>
                <a:close/>
                <a:moveTo>
                  <a:pt x="910810" y="112096"/>
                </a:moveTo>
                <a:lnTo>
                  <a:pt x="917818" y="112096"/>
                </a:lnTo>
                <a:cubicBezTo>
                  <a:pt x="921777" y="130228"/>
                  <a:pt x="928171" y="143412"/>
                  <a:pt x="937000" y="151647"/>
                </a:cubicBezTo>
                <a:cubicBezTo>
                  <a:pt x="945829" y="159880"/>
                  <a:pt x="955945" y="163997"/>
                  <a:pt x="967347" y="163997"/>
                </a:cubicBezTo>
                <a:cubicBezTo>
                  <a:pt x="978433" y="163997"/>
                  <a:pt x="986312" y="161169"/>
                  <a:pt x="990984" y="155513"/>
                </a:cubicBezTo>
                <a:cubicBezTo>
                  <a:pt x="995655" y="149855"/>
                  <a:pt x="997991" y="143901"/>
                  <a:pt x="997991" y="137650"/>
                </a:cubicBezTo>
                <a:cubicBezTo>
                  <a:pt x="997991" y="130373"/>
                  <a:pt x="995537" y="124439"/>
                  <a:pt x="990627" y="119850"/>
                </a:cubicBezTo>
                <a:cubicBezTo>
                  <a:pt x="987381" y="116843"/>
                  <a:pt x="980848" y="112927"/>
                  <a:pt x="971029" y="108101"/>
                </a:cubicBezTo>
                <a:lnTo>
                  <a:pt x="955232" y="100269"/>
                </a:lnTo>
                <a:cubicBezTo>
                  <a:pt x="939554" y="92515"/>
                  <a:pt x="928508" y="84841"/>
                  <a:pt x="922094" y="77247"/>
                </a:cubicBezTo>
                <a:cubicBezTo>
                  <a:pt x="915680" y="69651"/>
                  <a:pt x="912473" y="60277"/>
                  <a:pt x="912473" y="49123"/>
                </a:cubicBezTo>
                <a:cubicBezTo>
                  <a:pt x="912473" y="37259"/>
                  <a:pt x="916729" y="26185"/>
                  <a:pt x="925241" y="15901"/>
                </a:cubicBezTo>
                <a:cubicBezTo>
                  <a:pt x="933753" y="5616"/>
                  <a:pt x="946799" y="474"/>
                  <a:pt x="964378" y="474"/>
                </a:cubicBezTo>
                <a:cubicBezTo>
                  <a:pt x="973326" y="474"/>
                  <a:pt x="981976" y="1817"/>
                  <a:pt x="990330" y="4503"/>
                </a:cubicBezTo>
                <a:cubicBezTo>
                  <a:pt x="998684" y="7189"/>
                  <a:pt x="1003455" y="8532"/>
                  <a:pt x="1004643" y="8532"/>
                </a:cubicBezTo>
                <a:cubicBezTo>
                  <a:pt x="1007335" y="8532"/>
                  <a:pt x="1009196" y="7750"/>
                  <a:pt x="1010225" y="6188"/>
                </a:cubicBezTo>
                <a:cubicBezTo>
                  <a:pt x="1011255" y="4625"/>
                  <a:pt x="1012086" y="2562"/>
                  <a:pt x="1012720" y="0"/>
                </a:cubicBezTo>
                <a:lnTo>
                  <a:pt x="1019965" y="0"/>
                </a:lnTo>
                <a:lnTo>
                  <a:pt x="1019965" y="52849"/>
                </a:lnTo>
                <a:lnTo>
                  <a:pt x="1013195" y="52849"/>
                </a:lnTo>
                <a:cubicBezTo>
                  <a:pt x="1009948" y="40636"/>
                  <a:pt x="1004227" y="30119"/>
                  <a:pt x="996032" y="21296"/>
                </a:cubicBezTo>
                <a:cubicBezTo>
                  <a:pt x="987836" y="12470"/>
                  <a:pt x="977879" y="8058"/>
                  <a:pt x="966159" y="8058"/>
                </a:cubicBezTo>
                <a:cubicBezTo>
                  <a:pt x="957924" y="8058"/>
                  <a:pt x="951411" y="10293"/>
                  <a:pt x="946621" y="14764"/>
                </a:cubicBezTo>
                <a:cubicBezTo>
                  <a:pt x="941830" y="19234"/>
                  <a:pt x="939435" y="24674"/>
                  <a:pt x="939435" y="31083"/>
                </a:cubicBezTo>
                <a:cubicBezTo>
                  <a:pt x="939435" y="38755"/>
                  <a:pt x="941692" y="44491"/>
                  <a:pt x="946205" y="48290"/>
                </a:cubicBezTo>
                <a:cubicBezTo>
                  <a:pt x="950639" y="52166"/>
                  <a:pt x="960498" y="57862"/>
                  <a:pt x="975780" y="65379"/>
                </a:cubicBezTo>
                <a:lnTo>
                  <a:pt x="994072" y="74396"/>
                </a:lnTo>
                <a:cubicBezTo>
                  <a:pt x="1002228" y="78432"/>
                  <a:pt x="1008721" y="82903"/>
                  <a:pt x="1013551" y="87808"/>
                </a:cubicBezTo>
                <a:cubicBezTo>
                  <a:pt x="1022578" y="96984"/>
                  <a:pt x="1027091" y="108138"/>
                  <a:pt x="1027091" y="121268"/>
                </a:cubicBezTo>
                <a:cubicBezTo>
                  <a:pt x="1027091" y="133530"/>
                  <a:pt x="1022241" y="145099"/>
                  <a:pt x="1012541" y="155976"/>
                </a:cubicBezTo>
                <a:cubicBezTo>
                  <a:pt x="1002841" y="166853"/>
                  <a:pt x="987302" y="172291"/>
                  <a:pt x="965922" y="172291"/>
                </a:cubicBezTo>
                <a:cubicBezTo>
                  <a:pt x="961013" y="172291"/>
                  <a:pt x="956044" y="171837"/>
                  <a:pt x="951016" y="170929"/>
                </a:cubicBezTo>
                <a:cubicBezTo>
                  <a:pt x="945987" y="170020"/>
                  <a:pt x="941019" y="168618"/>
                  <a:pt x="936109" y="166722"/>
                </a:cubicBezTo>
                <a:lnTo>
                  <a:pt x="931358" y="164945"/>
                </a:lnTo>
                <a:cubicBezTo>
                  <a:pt x="930250" y="164629"/>
                  <a:pt x="929181" y="164372"/>
                  <a:pt x="928151" y="164174"/>
                </a:cubicBezTo>
                <a:cubicBezTo>
                  <a:pt x="927122" y="163977"/>
                  <a:pt x="926251" y="163878"/>
                  <a:pt x="925538" y="163878"/>
                </a:cubicBezTo>
                <a:cubicBezTo>
                  <a:pt x="923004" y="163878"/>
                  <a:pt x="921262" y="164609"/>
                  <a:pt x="920312" y="166070"/>
                </a:cubicBezTo>
                <a:cubicBezTo>
                  <a:pt x="919362" y="167532"/>
                  <a:pt x="918530" y="169605"/>
                  <a:pt x="917818" y="172291"/>
                </a:cubicBezTo>
                <a:lnTo>
                  <a:pt x="910810" y="172291"/>
                </a:lnTo>
                <a:lnTo>
                  <a:pt x="910810" y="112096"/>
                </a:lnTo>
                <a:moveTo>
                  <a:pt x="969842" y="1185"/>
                </a:moveTo>
                <a:lnTo>
                  <a:pt x="969842" y="1185"/>
                </a:lnTo>
                <a:close/>
                <a:moveTo>
                  <a:pt x="1040962" y="200019"/>
                </a:moveTo>
                <a:cubicBezTo>
                  <a:pt x="1040962" y="194489"/>
                  <a:pt x="1042565" y="190421"/>
                  <a:pt x="1045772" y="187814"/>
                </a:cubicBezTo>
                <a:cubicBezTo>
                  <a:pt x="1048979" y="185207"/>
                  <a:pt x="1052800" y="183904"/>
                  <a:pt x="1057234" y="183904"/>
                </a:cubicBezTo>
                <a:cubicBezTo>
                  <a:pt x="1061114" y="183904"/>
                  <a:pt x="1064301" y="185049"/>
                  <a:pt x="1066796" y="187340"/>
                </a:cubicBezTo>
                <a:cubicBezTo>
                  <a:pt x="1069290" y="189631"/>
                  <a:pt x="1070537" y="192356"/>
                  <a:pt x="1070537" y="195516"/>
                </a:cubicBezTo>
                <a:lnTo>
                  <a:pt x="1069943" y="200849"/>
                </a:lnTo>
                <a:cubicBezTo>
                  <a:pt x="1069943" y="201876"/>
                  <a:pt x="1070339" y="202823"/>
                  <a:pt x="1071131" y="203692"/>
                </a:cubicBezTo>
                <a:cubicBezTo>
                  <a:pt x="1071923" y="204561"/>
                  <a:pt x="1072913" y="204996"/>
                  <a:pt x="1074100" y="204996"/>
                </a:cubicBezTo>
                <a:cubicBezTo>
                  <a:pt x="1078060" y="204996"/>
                  <a:pt x="1081742" y="201705"/>
                  <a:pt x="1085146" y="195124"/>
                </a:cubicBezTo>
                <a:cubicBezTo>
                  <a:pt x="1087284" y="191060"/>
                  <a:pt x="1090373" y="183097"/>
                  <a:pt x="1094411" y="171232"/>
                </a:cubicBezTo>
                <a:lnTo>
                  <a:pt x="1065192" y="100128"/>
                </a:lnTo>
                <a:cubicBezTo>
                  <a:pt x="1063133" y="95072"/>
                  <a:pt x="1061134" y="90332"/>
                  <a:pt x="1059194" y="85909"/>
                </a:cubicBezTo>
                <a:cubicBezTo>
                  <a:pt x="1057254" y="81485"/>
                  <a:pt x="1055215" y="77180"/>
                  <a:pt x="1053077" y="72993"/>
                </a:cubicBezTo>
                <a:cubicBezTo>
                  <a:pt x="1050860" y="68727"/>
                  <a:pt x="1049118" y="66041"/>
                  <a:pt x="1047851" y="64935"/>
                </a:cubicBezTo>
                <a:cubicBezTo>
                  <a:pt x="1046584" y="63829"/>
                  <a:pt x="1044288" y="63118"/>
                  <a:pt x="1040962" y="62802"/>
                </a:cubicBezTo>
                <a:lnTo>
                  <a:pt x="1040962" y="56877"/>
                </a:lnTo>
                <a:lnTo>
                  <a:pt x="1101775" y="56877"/>
                </a:lnTo>
                <a:lnTo>
                  <a:pt x="1101775" y="62802"/>
                </a:lnTo>
                <a:cubicBezTo>
                  <a:pt x="1097974" y="62881"/>
                  <a:pt x="1094866" y="63317"/>
                  <a:pt x="1092451" y="64109"/>
                </a:cubicBezTo>
                <a:cubicBezTo>
                  <a:pt x="1090036" y="64899"/>
                  <a:pt x="1088829" y="66599"/>
                  <a:pt x="1088829" y="69208"/>
                </a:cubicBezTo>
                <a:cubicBezTo>
                  <a:pt x="1088829" y="69761"/>
                  <a:pt x="1088967" y="70513"/>
                  <a:pt x="1089244" y="71463"/>
                </a:cubicBezTo>
                <a:cubicBezTo>
                  <a:pt x="1089521" y="72411"/>
                  <a:pt x="1090135" y="74111"/>
                  <a:pt x="1091085" y="76562"/>
                </a:cubicBezTo>
                <a:lnTo>
                  <a:pt x="1110208" y="124294"/>
                </a:lnTo>
                <a:lnTo>
                  <a:pt x="1112109" y="124294"/>
                </a:lnTo>
                <a:lnTo>
                  <a:pt x="1127668" y="81661"/>
                </a:lnTo>
                <a:cubicBezTo>
                  <a:pt x="1128460" y="79289"/>
                  <a:pt x="1129113" y="77214"/>
                  <a:pt x="1129628" y="75437"/>
                </a:cubicBezTo>
                <a:cubicBezTo>
                  <a:pt x="1130143" y="73657"/>
                  <a:pt x="1130400" y="72094"/>
                  <a:pt x="1130400" y="70749"/>
                </a:cubicBezTo>
                <a:cubicBezTo>
                  <a:pt x="1130400" y="67349"/>
                  <a:pt x="1129272" y="65196"/>
                  <a:pt x="1127015" y="64287"/>
                </a:cubicBezTo>
                <a:cubicBezTo>
                  <a:pt x="1124758" y="63376"/>
                  <a:pt x="1121413" y="62881"/>
                  <a:pt x="1116978" y="62802"/>
                </a:cubicBezTo>
                <a:lnTo>
                  <a:pt x="1116978" y="56877"/>
                </a:lnTo>
                <a:lnTo>
                  <a:pt x="1153799" y="56877"/>
                </a:lnTo>
                <a:lnTo>
                  <a:pt x="1153799" y="62802"/>
                </a:lnTo>
                <a:cubicBezTo>
                  <a:pt x="1150631" y="63039"/>
                  <a:pt x="1148038" y="63888"/>
                  <a:pt x="1146019" y="65350"/>
                </a:cubicBezTo>
                <a:cubicBezTo>
                  <a:pt x="1144000" y="66811"/>
                  <a:pt x="1141921" y="70346"/>
                  <a:pt x="1139783" y="75955"/>
                </a:cubicBezTo>
                <a:lnTo>
                  <a:pt x="1103438" y="172765"/>
                </a:lnTo>
                <a:cubicBezTo>
                  <a:pt x="1096786" y="190619"/>
                  <a:pt x="1091065" y="202744"/>
                  <a:pt x="1086275" y="209143"/>
                </a:cubicBezTo>
                <a:cubicBezTo>
                  <a:pt x="1081484" y="215542"/>
                  <a:pt x="1073982" y="218741"/>
                  <a:pt x="1063767" y="218741"/>
                </a:cubicBezTo>
                <a:cubicBezTo>
                  <a:pt x="1056324" y="218741"/>
                  <a:pt x="1050662" y="216786"/>
                  <a:pt x="1046782" y="212876"/>
                </a:cubicBezTo>
                <a:cubicBezTo>
                  <a:pt x="1042902" y="208965"/>
                  <a:pt x="1040962" y="204680"/>
                  <a:pt x="1040962" y="200019"/>
                </a:cubicBezTo>
                <a:moveTo>
                  <a:pt x="1097974" y="53797"/>
                </a:moveTo>
                <a:lnTo>
                  <a:pt x="1097974" y="53797"/>
                </a:lnTo>
                <a:close/>
                <a:moveTo>
                  <a:pt x="1162588" y="162812"/>
                </a:moveTo>
                <a:cubicBezTo>
                  <a:pt x="1167022" y="162259"/>
                  <a:pt x="1170289" y="161054"/>
                  <a:pt x="1172387" y="159198"/>
                </a:cubicBezTo>
                <a:cubicBezTo>
                  <a:pt x="1174485" y="157341"/>
                  <a:pt x="1175535" y="153648"/>
                  <a:pt x="1175535" y="148118"/>
                </a:cubicBezTo>
                <a:lnTo>
                  <a:pt x="1175535" y="76785"/>
                </a:lnTo>
                <a:cubicBezTo>
                  <a:pt x="1175535" y="71887"/>
                  <a:pt x="1174683" y="68490"/>
                  <a:pt x="1172981" y="66594"/>
                </a:cubicBezTo>
                <a:cubicBezTo>
                  <a:pt x="1171278" y="64698"/>
                  <a:pt x="1167814" y="63434"/>
                  <a:pt x="1162588" y="62802"/>
                </a:cubicBezTo>
                <a:lnTo>
                  <a:pt x="1162588" y="56877"/>
                </a:lnTo>
                <a:lnTo>
                  <a:pt x="1208673" y="56877"/>
                </a:lnTo>
                <a:lnTo>
                  <a:pt x="1208673" y="74300"/>
                </a:lnTo>
                <a:cubicBezTo>
                  <a:pt x="1212553" y="68454"/>
                  <a:pt x="1217482" y="63616"/>
                  <a:pt x="1223461" y="59784"/>
                </a:cubicBezTo>
                <a:cubicBezTo>
                  <a:pt x="1229439" y="55950"/>
                  <a:pt x="1236071" y="54034"/>
                  <a:pt x="1243355" y="54034"/>
                </a:cubicBezTo>
                <a:cubicBezTo>
                  <a:pt x="1253808" y="54034"/>
                  <a:pt x="1261904" y="56719"/>
                  <a:pt x="1267645" y="62091"/>
                </a:cubicBezTo>
                <a:cubicBezTo>
                  <a:pt x="1273386" y="67463"/>
                  <a:pt x="1276256" y="76903"/>
                  <a:pt x="1276256" y="90411"/>
                </a:cubicBezTo>
                <a:lnTo>
                  <a:pt x="1276256" y="149066"/>
                </a:lnTo>
                <a:cubicBezTo>
                  <a:pt x="1276256" y="154517"/>
                  <a:pt x="1277187" y="158032"/>
                  <a:pt x="1279048" y="159612"/>
                </a:cubicBezTo>
                <a:cubicBezTo>
                  <a:pt x="1280908" y="161192"/>
                  <a:pt x="1284016" y="162259"/>
                  <a:pt x="1288371" y="162812"/>
                </a:cubicBezTo>
                <a:lnTo>
                  <a:pt x="1288371" y="168736"/>
                </a:lnTo>
                <a:lnTo>
                  <a:pt x="1231240" y="168736"/>
                </a:lnTo>
                <a:lnTo>
                  <a:pt x="1231240" y="162812"/>
                </a:lnTo>
                <a:cubicBezTo>
                  <a:pt x="1235595" y="161948"/>
                  <a:pt x="1238565" y="160771"/>
                  <a:pt x="1240148" y="159283"/>
                </a:cubicBezTo>
                <a:cubicBezTo>
                  <a:pt x="1241732" y="157792"/>
                  <a:pt x="1242524" y="154418"/>
                  <a:pt x="1242524" y="149163"/>
                </a:cubicBezTo>
                <a:lnTo>
                  <a:pt x="1242524" y="90319"/>
                </a:lnTo>
                <a:cubicBezTo>
                  <a:pt x="1242524" y="84782"/>
                  <a:pt x="1241970" y="80628"/>
                  <a:pt x="1240861" y="77858"/>
                </a:cubicBezTo>
                <a:cubicBezTo>
                  <a:pt x="1238961" y="72877"/>
                  <a:pt x="1235200" y="70386"/>
                  <a:pt x="1229577" y="70386"/>
                </a:cubicBezTo>
                <a:cubicBezTo>
                  <a:pt x="1225381" y="70386"/>
                  <a:pt x="1221521" y="71909"/>
                  <a:pt x="1217997" y="74955"/>
                </a:cubicBezTo>
                <a:cubicBezTo>
                  <a:pt x="1214473" y="77999"/>
                  <a:pt x="1211761" y="81063"/>
                  <a:pt x="1209861" y="84146"/>
                </a:cubicBezTo>
                <a:lnTo>
                  <a:pt x="1209861" y="149163"/>
                </a:lnTo>
                <a:cubicBezTo>
                  <a:pt x="1209861" y="154418"/>
                  <a:pt x="1210653" y="157792"/>
                  <a:pt x="1212236" y="159283"/>
                </a:cubicBezTo>
                <a:cubicBezTo>
                  <a:pt x="1213820" y="160771"/>
                  <a:pt x="1216789" y="161948"/>
                  <a:pt x="1221144" y="162812"/>
                </a:cubicBezTo>
                <a:lnTo>
                  <a:pt x="1221144" y="168736"/>
                </a:lnTo>
                <a:lnTo>
                  <a:pt x="1162588" y="168736"/>
                </a:lnTo>
                <a:lnTo>
                  <a:pt x="1162588" y="162812"/>
                </a:lnTo>
                <a:moveTo>
                  <a:pt x="1226133" y="53797"/>
                </a:moveTo>
                <a:lnTo>
                  <a:pt x="1226133" y="53797"/>
                </a:lnTo>
                <a:close/>
                <a:moveTo>
                  <a:pt x="1297253" y="67542"/>
                </a:moveTo>
                <a:lnTo>
                  <a:pt x="1297253" y="60788"/>
                </a:lnTo>
                <a:cubicBezTo>
                  <a:pt x="1299391" y="58813"/>
                  <a:pt x="1302043" y="56482"/>
                  <a:pt x="1305211" y="53797"/>
                </a:cubicBezTo>
                <a:cubicBezTo>
                  <a:pt x="1309408" y="49926"/>
                  <a:pt x="1313367" y="45936"/>
                  <a:pt x="1317088" y="41829"/>
                </a:cubicBezTo>
                <a:cubicBezTo>
                  <a:pt x="1324452" y="33771"/>
                  <a:pt x="1331143" y="25121"/>
                  <a:pt x="1337161" y="15878"/>
                </a:cubicBezTo>
                <a:lnTo>
                  <a:pt x="1343338" y="15878"/>
                </a:lnTo>
                <a:lnTo>
                  <a:pt x="1343338" y="56877"/>
                </a:lnTo>
                <a:lnTo>
                  <a:pt x="1366499" y="56877"/>
                </a:lnTo>
                <a:lnTo>
                  <a:pt x="1366499" y="67542"/>
                </a:lnTo>
                <a:lnTo>
                  <a:pt x="1343338" y="67542"/>
                </a:lnTo>
                <a:lnTo>
                  <a:pt x="1343338" y="140835"/>
                </a:lnTo>
                <a:cubicBezTo>
                  <a:pt x="1343338" y="144244"/>
                  <a:pt x="1343852" y="147099"/>
                  <a:pt x="1344882" y="149400"/>
                </a:cubicBezTo>
                <a:cubicBezTo>
                  <a:pt x="1346466" y="152969"/>
                  <a:pt x="1349079" y="154754"/>
                  <a:pt x="1352721" y="154754"/>
                </a:cubicBezTo>
                <a:cubicBezTo>
                  <a:pt x="1355888" y="154754"/>
                  <a:pt x="1358541" y="153615"/>
                  <a:pt x="1360679" y="151336"/>
                </a:cubicBezTo>
                <a:cubicBezTo>
                  <a:pt x="1362817" y="149058"/>
                  <a:pt x="1364955" y="145931"/>
                  <a:pt x="1367093" y="141957"/>
                </a:cubicBezTo>
                <a:lnTo>
                  <a:pt x="1372913" y="144801"/>
                </a:lnTo>
                <a:cubicBezTo>
                  <a:pt x="1370062" y="151436"/>
                  <a:pt x="1366657" y="156848"/>
                  <a:pt x="1362698" y="161034"/>
                </a:cubicBezTo>
                <a:cubicBezTo>
                  <a:pt x="1355730" y="168381"/>
                  <a:pt x="1347218" y="172054"/>
                  <a:pt x="1337161" y="172054"/>
                </a:cubicBezTo>
                <a:cubicBezTo>
                  <a:pt x="1331460" y="172054"/>
                  <a:pt x="1326472" y="170988"/>
                  <a:pt x="1322196" y="168855"/>
                </a:cubicBezTo>
                <a:cubicBezTo>
                  <a:pt x="1313961" y="164747"/>
                  <a:pt x="1309843" y="157268"/>
                  <a:pt x="1309843" y="146419"/>
                </a:cubicBezTo>
                <a:lnTo>
                  <a:pt x="1309843" y="67542"/>
                </a:lnTo>
                <a:lnTo>
                  <a:pt x="1297253" y="67542"/>
                </a:lnTo>
                <a:close/>
                <a:moveTo>
                  <a:pt x="1377623" y="162812"/>
                </a:moveTo>
                <a:cubicBezTo>
                  <a:pt x="1382058" y="162259"/>
                  <a:pt x="1385324" y="161054"/>
                  <a:pt x="1387422" y="159198"/>
                </a:cubicBezTo>
                <a:cubicBezTo>
                  <a:pt x="1389521" y="157341"/>
                  <a:pt x="1390570" y="153648"/>
                  <a:pt x="1390570" y="148118"/>
                </a:cubicBezTo>
                <a:lnTo>
                  <a:pt x="1390570" y="24647"/>
                </a:lnTo>
                <a:cubicBezTo>
                  <a:pt x="1390570" y="19828"/>
                  <a:pt x="1389699" y="16451"/>
                  <a:pt x="1387957" y="14516"/>
                </a:cubicBezTo>
                <a:cubicBezTo>
                  <a:pt x="1386215" y="12580"/>
                  <a:pt x="1382770" y="11297"/>
                  <a:pt x="1377623" y="10665"/>
                </a:cubicBezTo>
                <a:lnTo>
                  <a:pt x="1377623" y="4740"/>
                </a:lnTo>
                <a:lnTo>
                  <a:pt x="1424659" y="4740"/>
                </a:lnTo>
                <a:lnTo>
                  <a:pt x="1424659" y="72878"/>
                </a:lnTo>
                <a:cubicBezTo>
                  <a:pt x="1429647" y="66874"/>
                  <a:pt x="1434893" y="62233"/>
                  <a:pt x="1440396" y="58955"/>
                </a:cubicBezTo>
                <a:cubicBezTo>
                  <a:pt x="1445900" y="55674"/>
                  <a:pt x="1452096" y="54034"/>
                  <a:pt x="1458985" y="54034"/>
                </a:cubicBezTo>
                <a:cubicBezTo>
                  <a:pt x="1468328" y="54034"/>
                  <a:pt x="1476049" y="56739"/>
                  <a:pt x="1482146" y="62150"/>
                </a:cubicBezTo>
                <a:cubicBezTo>
                  <a:pt x="1488243" y="67562"/>
                  <a:pt x="1491292" y="76785"/>
                  <a:pt x="1491292" y="89819"/>
                </a:cubicBezTo>
                <a:lnTo>
                  <a:pt x="1491292" y="148118"/>
                </a:lnTo>
                <a:cubicBezTo>
                  <a:pt x="1491292" y="153569"/>
                  <a:pt x="1492222" y="157144"/>
                  <a:pt x="1494083" y="158842"/>
                </a:cubicBezTo>
                <a:cubicBezTo>
                  <a:pt x="1495944" y="160541"/>
                  <a:pt x="1499052" y="161864"/>
                  <a:pt x="1503407" y="162812"/>
                </a:cubicBezTo>
                <a:lnTo>
                  <a:pt x="1503407" y="168736"/>
                </a:lnTo>
                <a:lnTo>
                  <a:pt x="1446276" y="168736"/>
                </a:lnTo>
                <a:lnTo>
                  <a:pt x="1446276" y="162812"/>
                </a:lnTo>
                <a:cubicBezTo>
                  <a:pt x="1450631" y="161948"/>
                  <a:pt x="1453600" y="160771"/>
                  <a:pt x="1455184" y="159283"/>
                </a:cubicBezTo>
                <a:cubicBezTo>
                  <a:pt x="1456768" y="157792"/>
                  <a:pt x="1457559" y="154418"/>
                  <a:pt x="1457559" y="149163"/>
                </a:cubicBezTo>
                <a:lnTo>
                  <a:pt x="1457559" y="90319"/>
                </a:lnTo>
                <a:cubicBezTo>
                  <a:pt x="1457559" y="84782"/>
                  <a:pt x="1457005" y="80628"/>
                  <a:pt x="1455897" y="77858"/>
                </a:cubicBezTo>
                <a:cubicBezTo>
                  <a:pt x="1453996" y="72877"/>
                  <a:pt x="1450235" y="70386"/>
                  <a:pt x="1444613" y="70386"/>
                </a:cubicBezTo>
                <a:cubicBezTo>
                  <a:pt x="1440416" y="70386"/>
                  <a:pt x="1436081" y="72324"/>
                  <a:pt x="1431607" y="76200"/>
                </a:cubicBezTo>
                <a:cubicBezTo>
                  <a:pt x="1427133" y="80075"/>
                  <a:pt x="1424896" y="82725"/>
                  <a:pt x="1424896" y="84150"/>
                </a:cubicBezTo>
                <a:lnTo>
                  <a:pt x="1424896" y="149163"/>
                </a:lnTo>
                <a:cubicBezTo>
                  <a:pt x="1424896" y="154418"/>
                  <a:pt x="1425688" y="157792"/>
                  <a:pt x="1427272" y="159283"/>
                </a:cubicBezTo>
                <a:cubicBezTo>
                  <a:pt x="1428855" y="160771"/>
                  <a:pt x="1431825" y="161948"/>
                  <a:pt x="1436180" y="162812"/>
                </a:cubicBezTo>
                <a:lnTo>
                  <a:pt x="1436180" y="168736"/>
                </a:lnTo>
                <a:lnTo>
                  <a:pt x="1377623" y="168736"/>
                </a:lnTo>
                <a:lnTo>
                  <a:pt x="1377623" y="162812"/>
                </a:lnTo>
                <a:close/>
                <a:moveTo>
                  <a:pt x="1513832" y="112925"/>
                </a:moveTo>
                <a:cubicBezTo>
                  <a:pt x="1513832" y="94282"/>
                  <a:pt x="1518801" y="79806"/>
                  <a:pt x="1528739" y="69497"/>
                </a:cubicBezTo>
                <a:cubicBezTo>
                  <a:pt x="1538676" y="59188"/>
                  <a:pt x="1550653" y="54034"/>
                  <a:pt x="1564668" y="54034"/>
                </a:cubicBezTo>
                <a:cubicBezTo>
                  <a:pt x="1572666" y="54034"/>
                  <a:pt x="1580188" y="56132"/>
                  <a:pt x="1587236" y="60329"/>
                </a:cubicBezTo>
                <a:cubicBezTo>
                  <a:pt x="1594283" y="64523"/>
                  <a:pt x="1599707" y="70341"/>
                  <a:pt x="1603508" y="77784"/>
                </a:cubicBezTo>
                <a:cubicBezTo>
                  <a:pt x="1606359" y="83405"/>
                  <a:pt x="1608338" y="90688"/>
                  <a:pt x="1609447" y="99632"/>
                </a:cubicBezTo>
                <a:cubicBezTo>
                  <a:pt x="1610001" y="103829"/>
                  <a:pt x="1610278" y="107035"/>
                  <a:pt x="1610278" y="109252"/>
                </a:cubicBezTo>
                <a:lnTo>
                  <a:pt x="1548277" y="109252"/>
                </a:lnTo>
                <a:cubicBezTo>
                  <a:pt x="1548832" y="118917"/>
                  <a:pt x="1550415" y="127286"/>
                  <a:pt x="1553028" y="134358"/>
                </a:cubicBezTo>
                <a:cubicBezTo>
                  <a:pt x="1557779" y="147639"/>
                  <a:pt x="1566133" y="154280"/>
                  <a:pt x="1578090" y="154280"/>
                </a:cubicBezTo>
                <a:cubicBezTo>
                  <a:pt x="1583791" y="154280"/>
                  <a:pt x="1589176" y="152513"/>
                  <a:pt x="1594243" y="148977"/>
                </a:cubicBezTo>
                <a:cubicBezTo>
                  <a:pt x="1597332" y="146854"/>
                  <a:pt x="1601172" y="143279"/>
                  <a:pt x="1605765" y="138250"/>
                </a:cubicBezTo>
                <a:lnTo>
                  <a:pt x="1611347" y="141668"/>
                </a:lnTo>
                <a:cubicBezTo>
                  <a:pt x="1603825" y="154014"/>
                  <a:pt x="1595114" y="162599"/>
                  <a:pt x="1585217" y="167426"/>
                </a:cubicBezTo>
                <a:cubicBezTo>
                  <a:pt x="1578803" y="170511"/>
                  <a:pt x="1571439" y="172054"/>
                  <a:pt x="1563124" y="172054"/>
                </a:cubicBezTo>
                <a:cubicBezTo>
                  <a:pt x="1551167" y="172054"/>
                  <a:pt x="1539963" y="167354"/>
                  <a:pt x="1529511" y="157953"/>
                </a:cubicBezTo>
                <a:cubicBezTo>
                  <a:pt x="1519058" y="148553"/>
                  <a:pt x="1513832" y="133544"/>
                  <a:pt x="1513832" y="112925"/>
                </a:cubicBezTo>
                <a:moveTo>
                  <a:pt x="1580347" y="100247"/>
                </a:moveTo>
                <a:cubicBezTo>
                  <a:pt x="1580188" y="85993"/>
                  <a:pt x="1579080" y="76030"/>
                  <a:pt x="1577021" y="70360"/>
                </a:cubicBezTo>
                <a:cubicBezTo>
                  <a:pt x="1574962" y="64689"/>
                  <a:pt x="1570845" y="61854"/>
                  <a:pt x="1564668" y="61854"/>
                </a:cubicBezTo>
                <a:cubicBezTo>
                  <a:pt x="1558334" y="61854"/>
                  <a:pt x="1553998" y="65123"/>
                  <a:pt x="1551662" y="71660"/>
                </a:cubicBezTo>
                <a:cubicBezTo>
                  <a:pt x="1549326" y="78197"/>
                  <a:pt x="1548000" y="87726"/>
                  <a:pt x="1547683" y="100247"/>
                </a:cubicBezTo>
                <a:lnTo>
                  <a:pt x="1580347" y="100247"/>
                </a:lnTo>
                <a:moveTo>
                  <a:pt x="1564431" y="53797"/>
                </a:moveTo>
                <a:lnTo>
                  <a:pt x="1564431" y="53797"/>
                </a:lnTo>
                <a:close/>
                <a:moveTo>
                  <a:pt x="1623133" y="132003"/>
                </a:moveTo>
                <a:lnTo>
                  <a:pt x="1629903" y="132003"/>
                </a:lnTo>
                <a:cubicBezTo>
                  <a:pt x="1632279" y="143529"/>
                  <a:pt x="1636713" y="151665"/>
                  <a:pt x="1643206" y="156409"/>
                </a:cubicBezTo>
                <a:cubicBezTo>
                  <a:pt x="1649699" y="161152"/>
                  <a:pt x="1656351" y="163523"/>
                  <a:pt x="1663161" y="163523"/>
                </a:cubicBezTo>
                <a:cubicBezTo>
                  <a:pt x="1669416" y="163523"/>
                  <a:pt x="1674009" y="162124"/>
                  <a:pt x="1676939" y="159327"/>
                </a:cubicBezTo>
                <a:cubicBezTo>
                  <a:pt x="1679868" y="156528"/>
                  <a:pt x="1681333" y="152843"/>
                  <a:pt x="1681333" y="148274"/>
                </a:cubicBezTo>
                <a:cubicBezTo>
                  <a:pt x="1681333" y="143939"/>
                  <a:pt x="1679750" y="140234"/>
                  <a:pt x="1676582" y="137158"/>
                </a:cubicBezTo>
                <a:cubicBezTo>
                  <a:pt x="1674840" y="135504"/>
                  <a:pt x="1672029" y="133729"/>
                  <a:pt x="1668149" y="131833"/>
                </a:cubicBezTo>
                <a:lnTo>
                  <a:pt x="1650095" y="123072"/>
                </a:lnTo>
                <a:cubicBezTo>
                  <a:pt x="1640593" y="118413"/>
                  <a:pt x="1633783" y="113361"/>
                  <a:pt x="1629666" y="107915"/>
                </a:cubicBezTo>
                <a:cubicBezTo>
                  <a:pt x="1625469" y="102467"/>
                  <a:pt x="1623371" y="96033"/>
                  <a:pt x="1623371" y="88612"/>
                </a:cubicBezTo>
                <a:cubicBezTo>
                  <a:pt x="1623371" y="79216"/>
                  <a:pt x="1626657" y="71104"/>
                  <a:pt x="1633229" y="64276"/>
                </a:cubicBezTo>
                <a:cubicBezTo>
                  <a:pt x="1639801" y="57448"/>
                  <a:pt x="1648987" y="54034"/>
                  <a:pt x="1660785" y="54034"/>
                </a:cubicBezTo>
                <a:cubicBezTo>
                  <a:pt x="1665932" y="54034"/>
                  <a:pt x="1671396" y="54903"/>
                  <a:pt x="1677176" y="56640"/>
                </a:cubicBezTo>
                <a:cubicBezTo>
                  <a:pt x="1682956" y="58378"/>
                  <a:pt x="1686559" y="59247"/>
                  <a:pt x="1687985" y="59247"/>
                </a:cubicBezTo>
                <a:cubicBezTo>
                  <a:pt x="1689964" y="59247"/>
                  <a:pt x="1691370" y="58833"/>
                  <a:pt x="1692201" y="58003"/>
                </a:cubicBezTo>
                <a:cubicBezTo>
                  <a:pt x="1693033" y="57174"/>
                  <a:pt x="1693725" y="56009"/>
                  <a:pt x="1694280" y="54508"/>
                </a:cubicBezTo>
                <a:lnTo>
                  <a:pt x="1699625" y="54508"/>
                </a:lnTo>
                <a:lnTo>
                  <a:pt x="1699625" y="89582"/>
                </a:lnTo>
                <a:lnTo>
                  <a:pt x="1693448" y="89582"/>
                </a:lnTo>
                <a:cubicBezTo>
                  <a:pt x="1691152" y="81366"/>
                  <a:pt x="1687391" y="74770"/>
                  <a:pt x="1682165" y="69793"/>
                </a:cubicBezTo>
                <a:cubicBezTo>
                  <a:pt x="1676939" y="64817"/>
                  <a:pt x="1670841" y="62328"/>
                  <a:pt x="1663873" y="62328"/>
                </a:cubicBezTo>
                <a:cubicBezTo>
                  <a:pt x="1658489" y="62328"/>
                  <a:pt x="1654470" y="63825"/>
                  <a:pt x="1651817" y="66820"/>
                </a:cubicBezTo>
                <a:cubicBezTo>
                  <a:pt x="1649165" y="69814"/>
                  <a:pt x="1647838" y="73046"/>
                  <a:pt x="1647838" y="76514"/>
                </a:cubicBezTo>
                <a:cubicBezTo>
                  <a:pt x="1647838" y="79351"/>
                  <a:pt x="1649026" y="82188"/>
                  <a:pt x="1651402" y="85027"/>
                </a:cubicBezTo>
                <a:cubicBezTo>
                  <a:pt x="1653698" y="87943"/>
                  <a:pt x="1658053" y="90940"/>
                  <a:pt x="1664467" y="94018"/>
                </a:cubicBezTo>
                <a:lnTo>
                  <a:pt x="1677770" y="100413"/>
                </a:lnTo>
                <a:cubicBezTo>
                  <a:pt x="1686005" y="104361"/>
                  <a:pt x="1692023" y="108189"/>
                  <a:pt x="1695824" y="111900"/>
                </a:cubicBezTo>
                <a:cubicBezTo>
                  <a:pt x="1702159" y="118215"/>
                  <a:pt x="1705326" y="125991"/>
                  <a:pt x="1705326" y="135228"/>
                </a:cubicBezTo>
                <a:cubicBezTo>
                  <a:pt x="1705326" y="144227"/>
                  <a:pt x="1702060" y="152614"/>
                  <a:pt x="1695527" y="160390"/>
                </a:cubicBezTo>
                <a:cubicBezTo>
                  <a:pt x="1688994" y="168166"/>
                  <a:pt x="1679195" y="172054"/>
                  <a:pt x="1666130" y="172054"/>
                </a:cubicBezTo>
                <a:cubicBezTo>
                  <a:pt x="1662883" y="172054"/>
                  <a:pt x="1659617" y="171712"/>
                  <a:pt x="1656331" y="171029"/>
                </a:cubicBezTo>
                <a:cubicBezTo>
                  <a:pt x="1653045" y="170347"/>
                  <a:pt x="1648987" y="169162"/>
                  <a:pt x="1644156" y="167474"/>
                </a:cubicBezTo>
                <a:lnTo>
                  <a:pt x="1639999" y="166030"/>
                </a:lnTo>
                <a:cubicBezTo>
                  <a:pt x="1638495" y="165467"/>
                  <a:pt x="1637564" y="165146"/>
                  <a:pt x="1637208" y="165067"/>
                </a:cubicBezTo>
                <a:cubicBezTo>
                  <a:pt x="1636852" y="164985"/>
                  <a:pt x="1636396" y="164945"/>
                  <a:pt x="1635842" y="164945"/>
                </a:cubicBezTo>
                <a:cubicBezTo>
                  <a:pt x="1634496" y="164945"/>
                  <a:pt x="1633328" y="165488"/>
                  <a:pt x="1632338" y="166574"/>
                </a:cubicBezTo>
                <a:cubicBezTo>
                  <a:pt x="1631348" y="167658"/>
                  <a:pt x="1630220" y="169484"/>
                  <a:pt x="1628953" y="172054"/>
                </a:cubicBezTo>
                <a:lnTo>
                  <a:pt x="1623133" y="172054"/>
                </a:lnTo>
                <a:lnTo>
                  <a:pt x="1623133" y="132003"/>
                </a:lnTo>
                <a:moveTo>
                  <a:pt x="1664111" y="53797"/>
                </a:moveTo>
                <a:lnTo>
                  <a:pt x="1664111" y="53797"/>
                </a:lnTo>
                <a:close/>
                <a:moveTo>
                  <a:pt x="1727140" y="19789"/>
                </a:moveTo>
                <a:cubicBezTo>
                  <a:pt x="1727140" y="14575"/>
                  <a:pt x="1728981" y="10131"/>
                  <a:pt x="1732663" y="6458"/>
                </a:cubicBezTo>
                <a:cubicBezTo>
                  <a:pt x="1736345" y="2785"/>
                  <a:pt x="1740799" y="948"/>
                  <a:pt x="1746025" y="948"/>
                </a:cubicBezTo>
                <a:cubicBezTo>
                  <a:pt x="1751172" y="948"/>
                  <a:pt x="1755587" y="2785"/>
                  <a:pt x="1759269" y="6458"/>
                </a:cubicBezTo>
                <a:cubicBezTo>
                  <a:pt x="1762951" y="10131"/>
                  <a:pt x="1764792" y="14575"/>
                  <a:pt x="1764792" y="19789"/>
                </a:cubicBezTo>
                <a:cubicBezTo>
                  <a:pt x="1764792" y="25002"/>
                  <a:pt x="1762951" y="29446"/>
                  <a:pt x="1759269" y="33119"/>
                </a:cubicBezTo>
                <a:cubicBezTo>
                  <a:pt x="1755587" y="36793"/>
                  <a:pt x="1751172" y="38629"/>
                  <a:pt x="1746025" y="38629"/>
                </a:cubicBezTo>
                <a:cubicBezTo>
                  <a:pt x="1740799" y="38629"/>
                  <a:pt x="1736345" y="36793"/>
                  <a:pt x="1732663" y="33119"/>
                </a:cubicBezTo>
                <a:cubicBezTo>
                  <a:pt x="1728981" y="29446"/>
                  <a:pt x="1727140" y="25002"/>
                  <a:pt x="1727140" y="19789"/>
                </a:cubicBezTo>
                <a:moveTo>
                  <a:pt x="1716450" y="162812"/>
                </a:moveTo>
                <a:cubicBezTo>
                  <a:pt x="1720726" y="162022"/>
                  <a:pt x="1723656" y="160922"/>
                  <a:pt x="1725239" y="159512"/>
                </a:cubicBezTo>
                <a:cubicBezTo>
                  <a:pt x="1727615" y="157399"/>
                  <a:pt x="1728803" y="153601"/>
                  <a:pt x="1728803" y="148118"/>
                </a:cubicBezTo>
                <a:lnTo>
                  <a:pt x="1728803" y="76785"/>
                </a:lnTo>
                <a:cubicBezTo>
                  <a:pt x="1728803" y="71887"/>
                  <a:pt x="1727971" y="68549"/>
                  <a:pt x="1726308" y="66772"/>
                </a:cubicBezTo>
                <a:cubicBezTo>
                  <a:pt x="1724646" y="64994"/>
                  <a:pt x="1721359" y="63671"/>
                  <a:pt x="1716450" y="62802"/>
                </a:cubicBezTo>
                <a:lnTo>
                  <a:pt x="1716450" y="56877"/>
                </a:lnTo>
                <a:lnTo>
                  <a:pt x="1763129" y="56877"/>
                </a:lnTo>
                <a:lnTo>
                  <a:pt x="1763129" y="149066"/>
                </a:lnTo>
                <a:cubicBezTo>
                  <a:pt x="1763129" y="154359"/>
                  <a:pt x="1763921" y="157756"/>
                  <a:pt x="1765504" y="159257"/>
                </a:cubicBezTo>
                <a:cubicBezTo>
                  <a:pt x="1767088" y="160758"/>
                  <a:pt x="1770057" y="161943"/>
                  <a:pt x="1774413" y="162812"/>
                </a:cubicBezTo>
                <a:lnTo>
                  <a:pt x="1774413" y="168736"/>
                </a:lnTo>
                <a:lnTo>
                  <a:pt x="1716450" y="168736"/>
                </a:lnTo>
                <a:lnTo>
                  <a:pt x="1716450" y="162812"/>
                </a:lnTo>
                <a:close/>
                <a:moveTo>
                  <a:pt x="1786039" y="132003"/>
                </a:moveTo>
                <a:lnTo>
                  <a:pt x="1792809" y="132003"/>
                </a:lnTo>
                <a:cubicBezTo>
                  <a:pt x="1795184" y="143529"/>
                  <a:pt x="1799619" y="151665"/>
                  <a:pt x="1806112" y="156409"/>
                </a:cubicBezTo>
                <a:cubicBezTo>
                  <a:pt x="1812605" y="161152"/>
                  <a:pt x="1819256" y="163523"/>
                  <a:pt x="1826066" y="163523"/>
                </a:cubicBezTo>
                <a:cubicBezTo>
                  <a:pt x="1832322" y="163523"/>
                  <a:pt x="1836914" y="162124"/>
                  <a:pt x="1839844" y="159327"/>
                </a:cubicBezTo>
                <a:cubicBezTo>
                  <a:pt x="1842774" y="156528"/>
                  <a:pt x="1844239" y="152843"/>
                  <a:pt x="1844239" y="148274"/>
                </a:cubicBezTo>
                <a:cubicBezTo>
                  <a:pt x="1844239" y="143939"/>
                  <a:pt x="1842655" y="140234"/>
                  <a:pt x="1839488" y="137158"/>
                </a:cubicBezTo>
                <a:cubicBezTo>
                  <a:pt x="1837746" y="135504"/>
                  <a:pt x="1834935" y="133729"/>
                  <a:pt x="1831055" y="131833"/>
                </a:cubicBezTo>
                <a:lnTo>
                  <a:pt x="1813001" y="123072"/>
                </a:lnTo>
                <a:cubicBezTo>
                  <a:pt x="1803499" y="118413"/>
                  <a:pt x="1796689" y="113361"/>
                  <a:pt x="1792571" y="107915"/>
                </a:cubicBezTo>
                <a:cubicBezTo>
                  <a:pt x="1788375" y="102467"/>
                  <a:pt x="1786276" y="96033"/>
                  <a:pt x="1786276" y="88612"/>
                </a:cubicBezTo>
                <a:cubicBezTo>
                  <a:pt x="1786276" y="79216"/>
                  <a:pt x="1789562" y="71104"/>
                  <a:pt x="1796135" y="64276"/>
                </a:cubicBezTo>
                <a:cubicBezTo>
                  <a:pt x="1802707" y="57448"/>
                  <a:pt x="1811892" y="54034"/>
                  <a:pt x="1823691" y="54034"/>
                </a:cubicBezTo>
                <a:cubicBezTo>
                  <a:pt x="1828837" y="54034"/>
                  <a:pt x="1834301" y="54903"/>
                  <a:pt x="1840082" y="56640"/>
                </a:cubicBezTo>
                <a:cubicBezTo>
                  <a:pt x="1845862" y="58378"/>
                  <a:pt x="1849465" y="59247"/>
                  <a:pt x="1850890" y="59247"/>
                </a:cubicBezTo>
                <a:cubicBezTo>
                  <a:pt x="1852870" y="59247"/>
                  <a:pt x="1854275" y="58833"/>
                  <a:pt x="1855107" y="58003"/>
                </a:cubicBezTo>
                <a:cubicBezTo>
                  <a:pt x="1855938" y="57174"/>
                  <a:pt x="1856631" y="56009"/>
                  <a:pt x="1857185" y="54508"/>
                </a:cubicBezTo>
                <a:lnTo>
                  <a:pt x="1862530" y="54508"/>
                </a:lnTo>
                <a:lnTo>
                  <a:pt x="1862530" y="89582"/>
                </a:lnTo>
                <a:lnTo>
                  <a:pt x="1856354" y="89582"/>
                </a:lnTo>
                <a:cubicBezTo>
                  <a:pt x="1854058" y="81366"/>
                  <a:pt x="1850296" y="74770"/>
                  <a:pt x="1845070" y="69793"/>
                </a:cubicBezTo>
                <a:cubicBezTo>
                  <a:pt x="1839844" y="64817"/>
                  <a:pt x="1833747" y="62328"/>
                  <a:pt x="1826779" y="62328"/>
                </a:cubicBezTo>
                <a:cubicBezTo>
                  <a:pt x="1821394" y="62328"/>
                  <a:pt x="1817376" y="63825"/>
                  <a:pt x="1814723" y="66820"/>
                </a:cubicBezTo>
                <a:cubicBezTo>
                  <a:pt x="1812070" y="69814"/>
                  <a:pt x="1810744" y="73046"/>
                  <a:pt x="1810744" y="76514"/>
                </a:cubicBezTo>
                <a:cubicBezTo>
                  <a:pt x="1810744" y="79351"/>
                  <a:pt x="1811932" y="82188"/>
                  <a:pt x="1814307" y="85027"/>
                </a:cubicBezTo>
                <a:cubicBezTo>
                  <a:pt x="1816604" y="87943"/>
                  <a:pt x="1820959" y="90940"/>
                  <a:pt x="1827373" y="94018"/>
                </a:cubicBezTo>
                <a:lnTo>
                  <a:pt x="1840675" y="100413"/>
                </a:lnTo>
                <a:cubicBezTo>
                  <a:pt x="1848911" y="104361"/>
                  <a:pt x="1854929" y="108189"/>
                  <a:pt x="1858729" y="111900"/>
                </a:cubicBezTo>
                <a:cubicBezTo>
                  <a:pt x="1865064" y="118215"/>
                  <a:pt x="1868231" y="125991"/>
                  <a:pt x="1868231" y="135228"/>
                </a:cubicBezTo>
                <a:cubicBezTo>
                  <a:pt x="1868231" y="144227"/>
                  <a:pt x="1864965" y="152614"/>
                  <a:pt x="1858432" y="160390"/>
                </a:cubicBezTo>
                <a:cubicBezTo>
                  <a:pt x="1851900" y="168166"/>
                  <a:pt x="1842101" y="172054"/>
                  <a:pt x="1829035" y="172054"/>
                </a:cubicBezTo>
                <a:cubicBezTo>
                  <a:pt x="1825789" y="172054"/>
                  <a:pt x="1822523" y="171712"/>
                  <a:pt x="1819236" y="171029"/>
                </a:cubicBezTo>
                <a:cubicBezTo>
                  <a:pt x="1815950" y="170347"/>
                  <a:pt x="1811892" y="169162"/>
                  <a:pt x="1807062" y="167474"/>
                </a:cubicBezTo>
                <a:lnTo>
                  <a:pt x="1802905" y="166030"/>
                </a:lnTo>
                <a:cubicBezTo>
                  <a:pt x="1801400" y="165467"/>
                  <a:pt x="1800470" y="165146"/>
                  <a:pt x="1800114" y="165067"/>
                </a:cubicBezTo>
                <a:cubicBezTo>
                  <a:pt x="1799757" y="164985"/>
                  <a:pt x="1799302" y="164945"/>
                  <a:pt x="1798748" y="164945"/>
                </a:cubicBezTo>
                <a:cubicBezTo>
                  <a:pt x="1797402" y="164945"/>
                  <a:pt x="1796234" y="165488"/>
                  <a:pt x="1795244" y="166574"/>
                </a:cubicBezTo>
                <a:cubicBezTo>
                  <a:pt x="1794254" y="167658"/>
                  <a:pt x="1793126" y="169484"/>
                  <a:pt x="1791859" y="172054"/>
                </a:cubicBezTo>
                <a:lnTo>
                  <a:pt x="1786039" y="172054"/>
                </a:lnTo>
                <a:lnTo>
                  <a:pt x="1786039" y="132003"/>
                </a:lnTo>
                <a:moveTo>
                  <a:pt x="1827016" y="53797"/>
                </a:moveTo>
                <a:lnTo>
                  <a:pt x="1827016" y="53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0B370-9A54-4C60-B097-D16C7D3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725" y="2337761"/>
            <a:ext cx="1251012" cy="164674"/>
          </a:xfrm>
          <a:custGeom xmlns:a="http://schemas.openxmlformats.org/drawingml/2006/main">
            <a:pathLst>
              <a:path w="1251012" h="164674">
                <a:moveTo>
                  <a:pt x="0" y="50258"/>
                </a:moveTo>
                <a:lnTo>
                  <a:pt x="1087523" y="50258"/>
                </a:lnTo>
                <a:lnTo>
                  <a:pt x="1087523" y="0"/>
                </a:lnTo>
                <a:lnTo>
                  <a:pt x="1251012" y="82337"/>
                </a:lnTo>
                <a:lnTo>
                  <a:pt x="1087523" y="164674"/>
                </a:lnTo>
                <a:lnTo>
                  <a:pt x="1087523" y="114416"/>
                </a:lnTo>
                <a:lnTo>
                  <a:pt x="0" y="114416"/>
                </a:lnTo>
                <a:lnTo>
                  <a:pt x="0" y="502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deb16393544f1"/>
          <a:stretch xmlns:a="http://schemas.openxmlformats.org/drawingml/2006/main"/>
        </p:blipFill>
        <p:spPr>
          <a:xfrm xmlns:a="http://schemas.openxmlformats.org/drawingml/2006/main">
            <a:off x="6901164" y="1005614"/>
            <a:ext cx="834009" cy="826881"/>
          </a:xfrm>
          <a:prstGeom xmlns:a="http://schemas.openxmlformats.org/drawingml/2006/main" prst="rect">
            <a:avLst/>
          </a:prstGeom>
        </p:spPr>
      </p:pic>
      <p:sp>
        <p:nvSpPr>
          <p:cNvPr id="21" name="Text Feature">
            <a:extLst xmlns:a="http://schemas.openxmlformats.org/drawingml/2006/main">
              <a:ext uri="{FF2B5EF4-FFF2-40B4-BE49-F238E27FC236}">
                <a16:creationId xmlns:a16="http://schemas.microsoft.com/office/drawing/2014/main" id="{F5473101-2030-43B2-8E74-99465FFE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33" y="1870689"/>
            <a:ext cx="619703" cy="140162"/>
          </a:xfrm>
          <a:custGeom xmlns:a="http://schemas.openxmlformats.org/drawingml/2006/main">
            <a:pathLst>
              <a:path w="619703" h="140162">
                <a:moveTo>
                  <a:pt x="0" y="133865"/>
                </a:moveTo>
                <a:cubicBezTo>
                  <a:pt x="8212" y="132989"/>
                  <a:pt x="13320" y="131490"/>
                  <a:pt x="15322" y="129368"/>
                </a:cubicBezTo>
                <a:cubicBezTo>
                  <a:pt x="17324" y="127245"/>
                  <a:pt x="18325" y="121703"/>
                  <a:pt x="18325" y="112739"/>
                </a:cubicBezTo>
                <a:lnTo>
                  <a:pt x="18325" y="22548"/>
                </a:lnTo>
                <a:cubicBezTo>
                  <a:pt x="18325" y="15167"/>
                  <a:pt x="17206" y="10343"/>
                  <a:pt x="14966" y="8075"/>
                </a:cubicBezTo>
                <a:cubicBezTo>
                  <a:pt x="12726" y="5806"/>
                  <a:pt x="7737" y="4401"/>
                  <a:pt x="0" y="3860"/>
                </a:cubicBezTo>
                <a:lnTo>
                  <a:pt x="0" y="0"/>
                </a:lnTo>
                <a:lnTo>
                  <a:pt x="111072" y="0"/>
                </a:lnTo>
                <a:lnTo>
                  <a:pt x="111785" y="29861"/>
                </a:lnTo>
                <a:lnTo>
                  <a:pt x="105982" y="29861"/>
                </a:lnTo>
                <a:cubicBezTo>
                  <a:pt x="104557" y="20313"/>
                  <a:pt x="101876" y="14270"/>
                  <a:pt x="97939" y="11731"/>
                </a:cubicBezTo>
                <a:cubicBezTo>
                  <a:pt x="94002" y="9192"/>
                  <a:pt x="86231" y="7922"/>
                  <a:pt x="74625" y="7922"/>
                </a:cubicBezTo>
                <a:lnTo>
                  <a:pt x="46119" y="7922"/>
                </a:lnTo>
                <a:cubicBezTo>
                  <a:pt x="43336" y="7922"/>
                  <a:pt x="41555" y="8396"/>
                  <a:pt x="40774" y="9344"/>
                </a:cubicBezTo>
                <a:cubicBezTo>
                  <a:pt x="39993" y="10292"/>
                  <a:pt x="39603" y="12154"/>
                  <a:pt x="39603" y="14930"/>
                </a:cubicBezTo>
                <a:lnTo>
                  <a:pt x="39603" y="61346"/>
                </a:lnTo>
                <a:lnTo>
                  <a:pt x="69738" y="61346"/>
                </a:lnTo>
                <a:cubicBezTo>
                  <a:pt x="78629" y="61346"/>
                  <a:pt x="84297" y="60033"/>
                  <a:pt x="86740" y="57408"/>
                </a:cubicBezTo>
                <a:cubicBezTo>
                  <a:pt x="89184" y="54779"/>
                  <a:pt x="91152" y="49457"/>
                  <a:pt x="92645" y="41439"/>
                </a:cubicBezTo>
                <a:lnTo>
                  <a:pt x="97532" y="41439"/>
                </a:lnTo>
                <a:lnTo>
                  <a:pt x="97532" y="89582"/>
                </a:lnTo>
                <a:lnTo>
                  <a:pt x="92645" y="89582"/>
                </a:lnTo>
                <a:cubicBezTo>
                  <a:pt x="91084" y="81524"/>
                  <a:pt x="89082" y="76192"/>
                  <a:pt x="86638" y="73585"/>
                </a:cubicBezTo>
                <a:cubicBezTo>
                  <a:pt x="84195" y="70978"/>
                  <a:pt x="78562" y="69675"/>
                  <a:pt x="69738" y="69675"/>
                </a:cubicBezTo>
                <a:lnTo>
                  <a:pt x="39603" y="69675"/>
                </a:lnTo>
                <a:lnTo>
                  <a:pt x="39603" y="115177"/>
                </a:lnTo>
                <a:cubicBezTo>
                  <a:pt x="39603" y="122786"/>
                  <a:pt x="40774" y="127652"/>
                  <a:pt x="43116" y="129774"/>
                </a:cubicBezTo>
                <a:cubicBezTo>
                  <a:pt x="45457" y="131896"/>
                  <a:pt x="50565" y="133260"/>
                  <a:pt x="58438" y="133865"/>
                </a:cubicBezTo>
                <a:lnTo>
                  <a:pt x="58438" y="137725"/>
                </a:lnTo>
                <a:lnTo>
                  <a:pt x="0" y="137725"/>
                </a:lnTo>
                <a:lnTo>
                  <a:pt x="0" y="133865"/>
                </a:lnTo>
                <a:close/>
                <a:moveTo>
                  <a:pt x="160520" y="42455"/>
                </a:moveTo>
                <a:cubicBezTo>
                  <a:pt x="170090" y="42455"/>
                  <a:pt x="178472" y="45756"/>
                  <a:pt x="185667" y="52358"/>
                </a:cubicBezTo>
                <a:cubicBezTo>
                  <a:pt x="192861" y="58960"/>
                  <a:pt x="196458" y="68321"/>
                  <a:pt x="196458" y="80441"/>
                </a:cubicBezTo>
                <a:lnTo>
                  <a:pt x="131811" y="80441"/>
                </a:lnTo>
                <a:cubicBezTo>
                  <a:pt x="132489" y="96080"/>
                  <a:pt x="136053" y="107473"/>
                  <a:pt x="142500" y="114618"/>
                </a:cubicBezTo>
                <a:cubicBezTo>
                  <a:pt x="148948" y="121762"/>
                  <a:pt x="156584" y="125334"/>
                  <a:pt x="165407" y="125334"/>
                </a:cubicBezTo>
                <a:cubicBezTo>
                  <a:pt x="172534" y="125334"/>
                  <a:pt x="178540" y="123480"/>
                  <a:pt x="183427" y="119773"/>
                </a:cubicBezTo>
                <a:cubicBezTo>
                  <a:pt x="188314" y="116066"/>
                  <a:pt x="192827" y="110807"/>
                  <a:pt x="196968" y="103998"/>
                </a:cubicBezTo>
                <a:lnTo>
                  <a:pt x="200531" y="105214"/>
                </a:lnTo>
                <a:cubicBezTo>
                  <a:pt x="197748" y="113841"/>
                  <a:pt x="192539" y="121822"/>
                  <a:pt x="184903" y="129158"/>
                </a:cubicBezTo>
                <a:cubicBezTo>
                  <a:pt x="177268" y="136494"/>
                  <a:pt x="167918" y="140162"/>
                  <a:pt x="156855" y="140162"/>
                </a:cubicBezTo>
                <a:cubicBezTo>
                  <a:pt x="144095" y="140162"/>
                  <a:pt x="134237" y="135355"/>
                  <a:pt x="127280" y="125740"/>
                </a:cubicBezTo>
                <a:cubicBezTo>
                  <a:pt x="120323" y="116125"/>
                  <a:pt x="116845" y="105054"/>
                  <a:pt x="116845" y="92527"/>
                </a:cubicBezTo>
                <a:cubicBezTo>
                  <a:pt x="116845" y="78917"/>
                  <a:pt x="120883" y="67170"/>
                  <a:pt x="128960" y="57284"/>
                </a:cubicBezTo>
                <a:cubicBezTo>
                  <a:pt x="137037" y="47398"/>
                  <a:pt x="147557" y="42455"/>
                  <a:pt x="160520" y="42455"/>
                </a:cubicBezTo>
                <a:moveTo>
                  <a:pt x="154615" y="49971"/>
                </a:moveTo>
                <a:cubicBezTo>
                  <a:pt x="146878" y="49971"/>
                  <a:pt x="140973" y="53376"/>
                  <a:pt x="136901" y="60185"/>
                </a:cubicBezTo>
                <a:cubicBezTo>
                  <a:pt x="134729" y="63826"/>
                  <a:pt x="133168" y="68412"/>
                  <a:pt x="132218" y="73941"/>
                </a:cubicBezTo>
                <a:lnTo>
                  <a:pt x="175181" y="73941"/>
                </a:lnTo>
                <a:cubicBezTo>
                  <a:pt x="174434" y="67199"/>
                  <a:pt x="173145" y="62176"/>
                  <a:pt x="171312" y="58871"/>
                </a:cubicBezTo>
                <a:cubicBezTo>
                  <a:pt x="167986" y="52938"/>
                  <a:pt x="162421" y="49971"/>
                  <a:pt x="154615" y="49971"/>
                </a:cubicBezTo>
                <a:moveTo>
                  <a:pt x="159197" y="42455"/>
                </a:moveTo>
                <a:lnTo>
                  <a:pt x="159197" y="42455"/>
                </a:lnTo>
                <a:close/>
                <a:moveTo>
                  <a:pt x="265922" y="81457"/>
                </a:moveTo>
                <a:cubicBezTo>
                  <a:pt x="258116" y="84030"/>
                  <a:pt x="251669" y="86874"/>
                  <a:pt x="246578" y="89988"/>
                </a:cubicBezTo>
                <a:cubicBezTo>
                  <a:pt x="236805" y="96015"/>
                  <a:pt x="231918" y="102853"/>
                  <a:pt x="231918" y="110505"/>
                </a:cubicBezTo>
                <a:cubicBezTo>
                  <a:pt x="231918" y="116667"/>
                  <a:pt x="233954" y="121203"/>
                  <a:pt x="238026" y="124115"/>
                </a:cubicBezTo>
                <a:cubicBezTo>
                  <a:pt x="240673" y="126011"/>
                  <a:pt x="243626" y="126959"/>
                  <a:pt x="246884" y="126959"/>
                </a:cubicBezTo>
                <a:cubicBezTo>
                  <a:pt x="251363" y="126959"/>
                  <a:pt x="255656" y="125706"/>
                  <a:pt x="259762" y="123201"/>
                </a:cubicBezTo>
                <a:cubicBezTo>
                  <a:pt x="263868" y="120695"/>
                  <a:pt x="265922" y="117513"/>
                  <a:pt x="265922" y="113653"/>
                </a:cubicBezTo>
                <a:lnTo>
                  <a:pt x="265922" y="81457"/>
                </a:lnTo>
                <a:moveTo>
                  <a:pt x="213796" y="117580"/>
                </a:moveTo>
                <a:cubicBezTo>
                  <a:pt x="213796" y="107744"/>
                  <a:pt x="218717" y="99538"/>
                  <a:pt x="228558" y="92959"/>
                </a:cubicBezTo>
                <a:cubicBezTo>
                  <a:pt x="234802" y="88890"/>
                  <a:pt x="247257" y="83363"/>
                  <a:pt x="265922" y="76378"/>
                </a:cubicBezTo>
                <a:lnTo>
                  <a:pt x="265922" y="67745"/>
                </a:lnTo>
                <a:cubicBezTo>
                  <a:pt x="265922" y="60839"/>
                  <a:pt x="265243" y="56031"/>
                  <a:pt x="263885" y="53323"/>
                </a:cubicBezTo>
                <a:cubicBezTo>
                  <a:pt x="261578" y="48786"/>
                  <a:pt x="256793" y="46518"/>
                  <a:pt x="249531" y="46518"/>
                </a:cubicBezTo>
                <a:cubicBezTo>
                  <a:pt x="246069" y="46518"/>
                  <a:pt x="242777" y="47398"/>
                  <a:pt x="239655" y="49158"/>
                </a:cubicBezTo>
                <a:cubicBezTo>
                  <a:pt x="236533" y="50987"/>
                  <a:pt x="234972" y="53492"/>
                  <a:pt x="234972" y="56674"/>
                </a:cubicBezTo>
                <a:cubicBezTo>
                  <a:pt x="234972" y="57487"/>
                  <a:pt x="235142" y="58858"/>
                  <a:pt x="235481" y="60788"/>
                </a:cubicBezTo>
                <a:cubicBezTo>
                  <a:pt x="235820" y="62718"/>
                  <a:pt x="235990" y="63953"/>
                  <a:pt x="235990" y="64495"/>
                </a:cubicBezTo>
                <a:cubicBezTo>
                  <a:pt x="235990" y="68287"/>
                  <a:pt x="234735" y="70928"/>
                  <a:pt x="232223" y="72417"/>
                </a:cubicBezTo>
                <a:cubicBezTo>
                  <a:pt x="230798" y="73297"/>
                  <a:pt x="229101" y="73738"/>
                  <a:pt x="227133" y="73738"/>
                </a:cubicBezTo>
                <a:cubicBezTo>
                  <a:pt x="224079" y="73738"/>
                  <a:pt x="221737" y="72739"/>
                  <a:pt x="220108" y="70741"/>
                </a:cubicBezTo>
                <a:cubicBezTo>
                  <a:pt x="218479" y="68744"/>
                  <a:pt x="217665" y="66526"/>
                  <a:pt x="217665" y="64089"/>
                </a:cubicBezTo>
                <a:cubicBezTo>
                  <a:pt x="217665" y="59349"/>
                  <a:pt x="220600" y="54389"/>
                  <a:pt x="226471" y="49209"/>
                </a:cubicBezTo>
                <a:cubicBezTo>
                  <a:pt x="232342" y="44029"/>
                  <a:pt x="240945" y="41439"/>
                  <a:pt x="252279" y="41439"/>
                </a:cubicBezTo>
                <a:cubicBezTo>
                  <a:pt x="265447" y="41439"/>
                  <a:pt x="274372" y="45705"/>
                  <a:pt x="279055" y="54237"/>
                </a:cubicBezTo>
                <a:cubicBezTo>
                  <a:pt x="281566" y="58909"/>
                  <a:pt x="282822" y="65714"/>
                  <a:pt x="282822" y="74652"/>
                </a:cubicBezTo>
                <a:lnTo>
                  <a:pt x="282822" y="115380"/>
                </a:lnTo>
                <a:cubicBezTo>
                  <a:pt x="282822" y="119307"/>
                  <a:pt x="283093" y="122016"/>
                  <a:pt x="283636" y="123505"/>
                </a:cubicBezTo>
                <a:cubicBezTo>
                  <a:pt x="284518" y="126214"/>
                  <a:pt x="286351" y="127568"/>
                  <a:pt x="289134" y="127568"/>
                </a:cubicBezTo>
                <a:cubicBezTo>
                  <a:pt x="290695" y="127568"/>
                  <a:pt x="291984" y="127326"/>
                  <a:pt x="293002" y="126841"/>
                </a:cubicBezTo>
                <a:cubicBezTo>
                  <a:pt x="294021" y="126355"/>
                  <a:pt x="295785" y="125175"/>
                  <a:pt x="298296" y="123302"/>
                </a:cubicBezTo>
                <a:lnTo>
                  <a:pt x="298296" y="128676"/>
                </a:lnTo>
                <a:cubicBezTo>
                  <a:pt x="296125" y="131293"/>
                  <a:pt x="293783" y="133441"/>
                  <a:pt x="291272" y="135119"/>
                </a:cubicBezTo>
                <a:cubicBezTo>
                  <a:pt x="287471" y="137669"/>
                  <a:pt x="283602" y="138944"/>
                  <a:pt x="279666" y="138944"/>
                </a:cubicBezTo>
                <a:cubicBezTo>
                  <a:pt x="275050" y="138944"/>
                  <a:pt x="271708" y="137454"/>
                  <a:pt x="269638" y="134475"/>
                </a:cubicBezTo>
                <a:cubicBezTo>
                  <a:pt x="267568" y="131495"/>
                  <a:pt x="266431" y="127940"/>
                  <a:pt x="266227" y="123810"/>
                </a:cubicBezTo>
                <a:cubicBezTo>
                  <a:pt x="261069" y="128309"/>
                  <a:pt x="256657" y="131649"/>
                  <a:pt x="252992" y="133830"/>
                </a:cubicBezTo>
                <a:cubicBezTo>
                  <a:pt x="246816" y="137510"/>
                  <a:pt x="240945" y="139350"/>
                  <a:pt x="235379" y="139350"/>
                </a:cubicBezTo>
                <a:cubicBezTo>
                  <a:pt x="229542" y="139350"/>
                  <a:pt x="224486" y="137298"/>
                  <a:pt x="220210" y="133195"/>
                </a:cubicBezTo>
                <a:cubicBezTo>
                  <a:pt x="215934" y="129093"/>
                  <a:pt x="213796" y="123887"/>
                  <a:pt x="213796" y="117580"/>
                </a:cubicBezTo>
                <a:moveTo>
                  <a:pt x="252585" y="41439"/>
                </a:moveTo>
                <a:lnTo>
                  <a:pt x="252585" y="41439"/>
                </a:lnTo>
                <a:close/>
                <a:moveTo>
                  <a:pt x="352591" y="44283"/>
                </a:moveTo>
                <a:lnTo>
                  <a:pt x="352591" y="51596"/>
                </a:lnTo>
                <a:lnTo>
                  <a:pt x="331822" y="51596"/>
                </a:lnTo>
                <a:lnTo>
                  <a:pt x="331618" y="109635"/>
                </a:lnTo>
                <a:cubicBezTo>
                  <a:pt x="331618" y="114741"/>
                  <a:pt x="332060" y="118604"/>
                  <a:pt x="332942" y="121223"/>
                </a:cubicBezTo>
                <a:cubicBezTo>
                  <a:pt x="334571" y="125859"/>
                  <a:pt x="337761" y="128177"/>
                  <a:pt x="342512" y="128177"/>
                </a:cubicBezTo>
                <a:cubicBezTo>
                  <a:pt x="344955" y="128177"/>
                  <a:pt x="347076" y="127610"/>
                  <a:pt x="348875" y="126476"/>
                </a:cubicBezTo>
                <a:cubicBezTo>
                  <a:pt x="350673" y="125340"/>
                  <a:pt x="352727" y="123537"/>
                  <a:pt x="355034" y="121068"/>
                </a:cubicBezTo>
                <a:lnTo>
                  <a:pt x="357681" y="123302"/>
                </a:lnTo>
                <a:lnTo>
                  <a:pt x="355441" y="126387"/>
                </a:lnTo>
                <a:cubicBezTo>
                  <a:pt x="351912" y="131188"/>
                  <a:pt x="348179" y="134584"/>
                  <a:pt x="344243" y="136573"/>
                </a:cubicBezTo>
                <a:cubicBezTo>
                  <a:pt x="340306" y="138559"/>
                  <a:pt x="336505" y="139553"/>
                  <a:pt x="332840" y="139553"/>
                </a:cubicBezTo>
                <a:cubicBezTo>
                  <a:pt x="324831" y="139553"/>
                  <a:pt x="319402" y="136011"/>
                  <a:pt x="316551" y="128926"/>
                </a:cubicBezTo>
                <a:cubicBezTo>
                  <a:pt x="314990" y="125080"/>
                  <a:pt x="314209" y="119748"/>
                  <a:pt x="314209" y="112933"/>
                </a:cubicBezTo>
                <a:lnTo>
                  <a:pt x="314209" y="51596"/>
                </a:lnTo>
                <a:lnTo>
                  <a:pt x="303112" y="51596"/>
                </a:lnTo>
                <a:cubicBezTo>
                  <a:pt x="302773" y="51393"/>
                  <a:pt x="302518" y="51190"/>
                  <a:pt x="302349" y="50987"/>
                </a:cubicBezTo>
                <a:cubicBezTo>
                  <a:pt x="302179" y="50783"/>
                  <a:pt x="302094" y="50513"/>
                  <a:pt x="302094" y="50174"/>
                </a:cubicBezTo>
                <a:cubicBezTo>
                  <a:pt x="302094" y="49497"/>
                  <a:pt x="302247" y="48972"/>
                  <a:pt x="302552" y="48600"/>
                </a:cubicBezTo>
                <a:cubicBezTo>
                  <a:pt x="302858" y="48227"/>
                  <a:pt x="303825" y="47364"/>
                  <a:pt x="305454" y="46010"/>
                </a:cubicBezTo>
                <a:cubicBezTo>
                  <a:pt x="310137" y="42135"/>
                  <a:pt x="313514" y="38992"/>
                  <a:pt x="315584" y="36580"/>
                </a:cubicBezTo>
                <a:cubicBezTo>
                  <a:pt x="317654" y="34168"/>
                  <a:pt x="322524" y="27798"/>
                  <a:pt x="330193" y="17470"/>
                </a:cubicBezTo>
                <a:cubicBezTo>
                  <a:pt x="331075" y="17470"/>
                  <a:pt x="331601" y="17537"/>
                  <a:pt x="331771" y="17673"/>
                </a:cubicBezTo>
                <a:cubicBezTo>
                  <a:pt x="331941" y="17808"/>
                  <a:pt x="332026" y="18318"/>
                  <a:pt x="332026" y="19202"/>
                </a:cubicBezTo>
                <a:lnTo>
                  <a:pt x="332026" y="44283"/>
                </a:lnTo>
                <a:lnTo>
                  <a:pt x="352591" y="44283"/>
                </a:lnTo>
                <a:close/>
                <a:moveTo>
                  <a:pt x="390474" y="43674"/>
                </a:moveTo>
                <a:lnTo>
                  <a:pt x="390474" y="108597"/>
                </a:lnTo>
                <a:cubicBezTo>
                  <a:pt x="390474" y="113197"/>
                  <a:pt x="391119" y="116883"/>
                  <a:pt x="392408" y="119655"/>
                </a:cubicBezTo>
                <a:cubicBezTo>
                  <a:pt x="394920" y="124795"/>
                  <a:pt x="399535" y="127365"/>
                  <a:pt x="406254" y="127365"/>
                </a:cubicBezTo>
                <a:cubicBezTo>
                  <a:pt x="410869" y="127365"/>
                  <a:pt x="415383" y="125844"/>
                  <a:pt x="419795" y="122801"/>
                </a:cubicBezTo>
                <a:cubicBezTo>
                  <a:pt x="422306" y="121108"/>
                  <a:pt x="424851" y="118774"/>
                  <a:pt x="427430" y="115799"/>
                </a:cubicBezTo>
                <a:lnTo>
                  <a:pt x="427430" y="60331"/>
                </a:lnTo>
                <a:cubicBezTo>
                  <a:pt x="427430" y="55117"/>
                  <a:pt x="426412" y="51698"/>
                  <a:pt x="424376" y="50072"/>
                </a:cubicBezTo>
                <a:cubicBezTo>
                  <a:pt x="422340" y="48447"/>
                  <a:pt x="418267" y="47466"/>
                  <a:pt x="412159" y="47127"/>
                </a:cubicBezTo>
                <a:lnTo>
                  <a:pt x="412159" y="43674"/>
                </a:lnTo>
                <a:lnTo>
                  <a:pt x="445043" y="43674"/>
                </a:lnTo>
                <a:lnTo>
                  <a:pt x="445043" y="115177"/>
                </a:lnTo>
                <a:cubicBezTo>
                  <a:pt x="445043" y="119781"/>
                  <a:pt x="445874" y="122947"/>
                  <a:pt x="447537" y="124673"/>
                </a:cubicBezTo>
                <a:cubicBezTo>
                  <a:pt x="449200" y="126400"/>
                  <a:pt x="452712" y="127162"/>
                  <a:pt x="458074" y="126959"/>
                </a:cubicBezTo>
                <a:lnTo>
                  <a:pt x="458074" y="129802"/>
                </a:lnTo>
                <a:cubicBezTo>
                  <a:pt x="454341" y="130829"/>
                  <a:pt x="451593" y="131599"/>
                  <a:pt x="449828" y="132113"/>
                </a:cubicBezTo>
                <a:cubicBezTo>
                  <a:pt x="448063" y="132625"/>
                  <a:pt x="445111" y="133566"/>
                  <a:pt x="440971" y="134935"/>
                </a:cubicBezTo>
                <a:cubicBezTo>
                  <a:pt x="439206" y="135551"/>
                  <a:pt x="435337" y="137022"/>
                  <a:pt x="429365" y="139350"/>
                </a:cubicBezTo>
                <a:cubicBezTo>
                  <a:pt x="429025" y="139350"/>
                  <a:pt x="428822" y="139194"/>
                  <a:pt x="428754" y="138883"/>
                </a:cubicBezTo>
                <a:cubicBezTo>
                  <a:pt x="428686" y="138574"/>
                  <a:pt x="428652" y="138214"/>
                  <a:pt x="428652" y="137801"/>
                </a:cubicBezTo>
                <a:lnTo>
                  <a:pt x="428652" y="121277"/>
                </a:lnTo>
                <a:cubicBezTo>
                  <a:pt x="424037" y="126760"/>
                  <a:pt x="419829" y="130821"/>
                  <a:pt x="416028" y="133462"/>
                </a:cubicBezTo>
                <a:cubicBezTo>
                  <a:pt x="410259" y="137523"/>
                  <a:pt x="404150" y="139553"/>
                  <a:pt x="397702" y="139553"/>
                </a:cubicBezTo>
                <a:cubicBezTo>
                  <a:pt x="391797" y="139553"/>
                  <a:pt x="386232" y="137454"/>
                  <a:pt x="381006" y="133256"/>
                </a:cubicBezTo>
                <a:cubicBezTo>
                  <a:pt x="375712" y="129125"/>
                  <a:pt x="373065" y="122185"/>
                  <a:pt x="373065" y="112435"/>
                </a:cubicBezTo>
                <a:lnTo>
                  <a:pt x="373065" y="59721"/>
                </a:lnTo>
                <a:cubicBezTo>
                  <a:pt x="373065" y="54347"/>
                  <a:pt x="371911" y="50752"/>
                  <a:pt x="369603" y="48936"/>
                </a:cubicBezTo>
                <a:cubicBezTo>
                  <a:pt x="368110" y="47794"/>
                  <a:pt x="364920" y="46987"/>
                  <a:pt x="360033" y="46518"/>
                </a:cubicBezTo>
                <a:lnTo>
                  <a:pt x="360033" y="43674"/>
                </a:lnTo>
                <a:lnTo>
                  <a:pt x="390474" y="43674"/>
                </a:lnTo>
                <a:moveTo>
                  <a:pt x="410428" y="42455"/>
                </a:moveTo>
                <a:lnTo>
                  <a:pt x="410428" y="42455"/>
                </a:lnTo>
                <a:close/>
                <a:moveTo>
                  <a:pt x="463368" y="134271"/>
                </a:moveTo>
                <a:cubicBezTo>
                  <a:pt x="469612" y="133734"/>
                  <a:pt x="473752" y="132642"/>
                  <a:pt x="475788" y="130996"/>
                </a:cubicBezTo>
                <a:cubicBezTo>
                  <a:pt x="477824" y="129348"/>
                  <a:pt x="478842" y="125835"/>
                  <a:pt x="478842" y="120458"/>
                </a:cubicBezTo>
                <a:lnTo>
                  <a:pt x="478842" y="74347"/>
                </a:lnTo>
                <a:cubicBezTo>
                  <a:pt x="478842" y="67682"/>
                  <a:pt x="478215" y="62918"/>
                  <a:pt x="476959" y="60055"/>
                </a:cubicBezTo>
                <a:cubicBezTo>
                  <a:pt x="475703" y="57192"/>
                  <a:pt x="473413" y="55760"/>
                  <a:pt x="470087" y="55760"/>
                </a:cubicBezTo>
                <a:cubicBezTo>
                  <a:pt x="469408" y="55760"/>
                  <a:pt x="468509" y="55845"/>
                  <a:pt x="467389" y="56014"/>
                </a:cubicBezTo>
                <a:cubicBezTo>
                  <a:pt x="466269" y="56183"/>
                  <a:pt x="465098" y="56403"/>
                  <a:pt x="463877" y="56674"/>
                </a:cubicBezTo>
                <a:lnTo>
                  <a:pt x="463877" y="53221"/>
                </a:lnTo>
                <a:cubicBezTo>
                  <a:pt x="467745" y="51867"/>
                  <a:pt x="471716" y="50479"/>
                  <a:pt x="475788" y="49057"/>
                </a:cubicBezTo>
                <a:cubicBezTo>
                  <a:pt x="479860" y="47635"/>
                  <a:pt x="482677" y="46619"/>
                  <a:pt x="484238" y="46010"/>
                </a:cubicBezTo>
                <a:cubicBezTo>
                  <a:pt x="487632" y="44723"/>
                  <a:pt x="491127" y="43268"/>
                  <a:pt x="494724" y="41642"/>
                </a:cubicBezTo>
                <a:cubicBezTo>
                  <a:pt x="495200" y="41642"/>
                  <a:pt x="495488" y="41832"/>
                  <a:pt x="495590" y="42211"/>
                </a:cubicBezTo>
                <a:cubicBezTo>
                  <a:pt x="495692" y="42587"/>
                  <a:pt x="495742" y="43380"/>
                  <a:pt x="495742" y="44588"/>
                </a:cubicBezTo>
                <a:lnTo>
                  <a:pt x="495742" y="61245"/>
                </a:lnTo>
                <a:cubicBezTo>
                  <a:pt x="500086" y="55219"/>
                  <a:pt x="504277" y="50513"/>
                  <a:pt x="508316" y="47127"/>
                </a:cubicBezTo>
                <a:cubicBezTo>
                  <a:pt x="512354" y="43741"/>
                  <a:pt x="516545" y="42049"/>
                  <a:pt x="520889" y="42049"/>
                </a:cubicBezTo>
                <a:cubicBezTo>
                  <a:pt x="524350" y="42049"/>
                  <a:pt x="527167" y="43081"/>
                  <a:pt x="529339" y="45146"/>
                </a:cubicBezTo>
                <a:cubicBezTo>
                  <a:pt x="531511" y="47212"/>
                  <a:pt x="532597" y="49802"/>
                  <a:pt x="532597" y="52916"/>
                </a:cubicBezTo>
                <a:cubicBezTo>
                  <a:pt x="532597" y="55693"/>
                  <a:pt x="531765" y="58029"/>
                  <a:pt x="530103" y="59924"/>
                </a:cubicBezTo>
                <a:cubicBezTo>
                  <a:pt x="528440" y="61820"/>
                  <a:pt x="526353" y="62768"/>
                  <a:pt x="523841" y="62768"/>
                </a:cubicBezTo>
                <a:cubicBezTo>
                  <a:pt x="521262" y="62768"/>
                  <a:pt x="518666" y="61583"/>
                  <a:pt x="516053" y="59214"/>
                </a:cubicBezTo>
                <a:cubicBezTo>
                  <a:pt x="513440" y="56844"/>
                  <a:pt x="511387" y="55659"/>
                  <a:pt x="509894" y="55659"/>
                </a:cubicBezTo>
                <a:cubicBezTo>
                  <a:pt x="507518" y="55659"/>
                  <a:pt x="504600" y="57572"/>
                  <a:pt x="501138" y="61397"/>
                </a:cubicBezTo>
                <a:cubicBezTo>
                  <a:pt x="497677" y="65223"/>
                  <a:pt x="495946" y="69167"/>
                  <a:pt x="495946" y="73230"/>
                </a:cubicBezTo>
                <a:lnTo>
                  <a:pt x="495946" y="119036"/>
                </a:lnTo>
                <a:cubicBezTo>
                  <a:pt x="495946" y="124821"/>
                  <a:pt x="497304" y="128841"/>
                  <a:pt x="500018" y="131094"/>
                </a:cubicBezTo>
                <a:cubicBezTo>
                  <a:pt x="502733" y="133348"/>
                  <a:pt x="507247" y="134407"/>
                  <a:pt x="513559" y="134271"/>
                </a:cubicBezTo>
                <a:lnTo>
                  <a:pt x="513559" y="137725"/>
                </a:lnTo>
                <a:lnTo>
                  <a:pt x="463368" y="137725"/>
                </a:lnTo>
                <a:lnTo>
                  <a:pt x="463368" y="134271"/>
                </a:lnTo>
                <a:close/>
                <a:moveTo>
                  <a:pt x="579693" y="42455"/>
                </a:moveTo>
                <a:cubicBezTo>
                  <a:pt x="589263" y="42455"/>
                  <a:pt x="597645" y="45756"/>
                  <a:pt x="604840" y="52358"/>
                </a:cubicBezTo>
                <a:cubicBezTo>
                  <a:pt x="612034" y="58960"/>
                  <a:pt x="615631" y="68321"/>
                  <a:pt x="615631" y="80441"/>
                </a:cubicBezTo>
                <a:lnTo>
                  <a:pt x="550983" y="80441"/>
                </a:lnTo>
                <a:cubicBezTo>
                  <a:pt x="551662" y="96080"/>
                  <a:pt x="555225" y="107473"/>
                  <a:pt x="561673" y="114618"/>
                </a:cubicBezTo>
                <a:cubicBezTo>
                  <a:pt x="568121" y="121762"/>
                  <a:pt x="575756" y="125334"/>
                  <a:pt x="584580" y="125334"/>
                </a:cubicBezTo>
                <a:cubicBezTo>
                  <a:pt x="591706" y="125334"/>
                  <a:pt x="597713" y="123480"/>
                  <a:pt x="602600" y="119773"/>
                </a:cubicBezTo>
                <a:cubicBezTo>
                  <a:pt x="607487" y="116066"/>
                  <a:pt x="612000" y="110807"/>
                  <a:pt x="616140" y="103998"/>
                </a:cubicBezTo>
                <a:lnTo>
                  <a:pt x="619703" y="105214"/>
                </a:lnTo>
                <a:cubicBezTo>
                  <a:pt x="616921" y="113841"/>
                  <a:pt x="611712" y="121822"/>
                  <a:pt x="604076" y="129158"/>
                </a:cubicBezTo>
                <a:cubicBezTo>
                  <a:pt x="596440" y="136494"/>
                  <a:pt x="587091" y="140162"/>
                  <a:pt x="576028" y="140162"/>
                </a:cubicBezTo>
                <a:cubicBezTo>
                  <a:pt x="563268" y="140162"/>
                  <a:pt x="553410" y="135355"/>
                  <a:pt x="546453" y="125740"/>
                </a:cubicBezTo>
                <a:cubicBezTo>
                  <a:pt x="539496" y="116125"/>
                  <a:pt x="536018" y="105054"/>
                  <a:pt x="536018" y="92527"/>
                </a:cubicBezTo>
                <a:cubicBezTo>
                  <a:pt x="536018" y="78917"/>
                  <a:pt x="540056" y="67170"/>
                  <a:pt x="548133" y="57284"/>
                </a:cubicBezTo>
                <a:cubicBezTo>
                  <a:pt x="556209" y="47398"/>
                  <a:pt x="566730" y="42455"/>
                  <a:pt x="579693" y="42455"/>
                </a:cubicBezTo>
                <a:moveTo>
                  <a:pt x="573788" y="49971"/>
                </a:moveTo>
                <a:cubicBezTo>
                  <a:pt x="566051" y="49971"/>
                  <a:pt x="560146" y="53376"/>
                  <a:pt x="556074" y="60185"/>
                </a:cubicBezTo>
                <a:cubicBezTo>
                  <a:pt x="553902" y="63826"/>
                  <a:pt x="552341" y="68412"/>
                  <a:pt x="551390" y="73941"/>
                </a:cubicBezTo>
                <a:lnTo>
                  <a:pt x="594353" y="73941"/>
                </a:lnTo>
                <a:cubicBezTo>
                  <a:pt x="593607" y="67199"/>
                  <a:pt x="592317" y="62176"/>
                  <a:pt x="590485" y="58871"/>
                </a:cubicBezTo>
                <a:cubicBezTo>
                  <a:pt x="587159" y="52938"/>
                  <a:pt x="581593" y="49971"/>
                  <a:pt x="573788" y="49971"/>
                </a:cubicBezTo>
                <a:moveTo>
                  <a:pt x="578370" y="42455"/>
                </a:moveTo>
                <a:lnTo>
                  <a:pt x="578370" y="424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Specif">
            <a:extLst xmlns:a="http://schemas.openxmlformats.org/drawingml/2006/main">
              <a:ext uri="{FF2B5EF4-FFF2-40B4-BE49-F238E27FC236}">
                <a16:creationId xmlns:a16="http://schemas.microsoft.com/office/drawing/2014/main" id="{5B685404-89C1-4462-A88D-EBA96E03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37" y="2109100"/>
            <a:ext cx="535957" cy="187289"/>
          </a:xfrm>
          <a:custGeom xmlns:a="http://schemas.openxmlformats.org/drawingml/2006/main">
            <a:pathLst>
              <a:path w="535957" h="187289">
                <a:moveTo>
                  <a:pt x="4785" y="100145"/>
                </a:moveTo>
                <a:cubicBezTo>
                  <a:pt x="8314" y="109565"/>
                  <a:pt x="12454" y="117075"/>
                  <a:pt x="17206" y="122674"/>
                </a:cubicBezTo>
                <a:cubicBezTo>
                  <a:pt x="25486" y="132437"/>
                  <a:pt x="35768" y="137318"/>
                  <a:pt x="48053" y="137318"/>
                </a:cubicBezTo>
                <a:cubicBezTo>
                  <a:pt x="54705" y="137318"/>
                  <a:pt x="60457" y="135216"/>
                  <a:pt x="65310" y="131012"/>
                </a:cubicBezTo>
                <a:cubicBezTo>
                  <a:pt x="70162" y="126807"/>
                  <a:pt x="72589" y="120941"/>
                  <a:pt x="72589" y="113412"/>
                </a:cubicBezTo>
                <a:cubicBezTo>
                  <a:pt x="72589" y="106630"/>
                  <a:pt x="70146" y="100730"/>
                  <a:pt x="65259" y="95711"/>
                </a:cubicBezTo>
                <a:cubicBezTo>
                  <a:pt x="62069" y="92524"/>
                  <a:pt x="55349" y="87743"/>
                  <a:pt x="45101" y="81368"/>
                </a:cubicBezTo>
                <a:lnTo>
                  <a:pt x="27284" y="70281"/>
                </a:lnTo>
                <a:cubicBezTo>
                  <a:pt x="21923" y="66889"/>
                  <a:pt x="17647" y="63461"/>
                  <a:pt x="14457" y="59997"/>
                </a:cubicBezTo>
                <a:cubicBezTo>
                  <a:pt x="8552" y="53410"/>
                  <a:pt x="5599" y="46144"/>
                  <a:pt x="5599" y="38199"/>
                </a:cubicBezTo>
                <a:cubicBezTo>
                  <a:pt x="5599" y="27672"/>
                  <a:pt x="9095" y="18910"/>
                  <a:pt x="16086" y="11915"/>
                </a:cubicBezTo>
                <a:cubicBezTo>
                  <a:pt x="23076" y="4920"/>
                  <a:pt x="32341" y="1422"/>
                  <a:pt x="43879" y="1422"/>
                </a:cubicBezTo>
                <a:cubicBezTo>
                  <a:pt x="48630" y="1422"/>
                  <a:pt x="54348" y="2590"/>
                  <a:pt x="61034" y="4926"/>
                </a:cubicBezTo>
                <a:cubicBezTo>
                  <a:pt x="67719" y="7262"/>
                  <a:pt x="71537" y="8430"/>
                  <a:pt x="72487" y="8430"/>
                </a:cubicBezTo>
                <a:cubicBezTo>
                  <a:pt x="75066" y="8430"/>
                  <a:pt x="76848" y="7821"/>
                  <a:pt x="77832" y="6602"/>
                </a:cubicBezTo>
                <a:cubicBezTo>
                  <a:pt x="78816" y="5383"/>
                  <a:pt x="79580" y="3656"/>
                  <a:pt x="80123" y="1422"/>
                </a:cubicBezTo>
                <a:lnTo>
                  <a:pt x="84399" y="1422"/>
                </a:lnTo>
                <a:lnTo>
                  <a:pt x="88980" y="45705"/>
                </a:lnTo>
                <a:lnTo>
                  <a:pt x="83991" y="45705"/>
                </a:lnTo>
                <a:cubicBezTo>
                  <a:pt x="80598" y="32404"/>
                  <a:pt x="75151" y="23120"/>
                  <a:pt x="67651" y="17854"/>
                </a:cubicBezTo>
                <a:cubicBezTo>
                  <a:pt x="60151" y="12587"/>
                  <a:pt x="52736" y="9954"/>
                  <a:pt x="45406" y="9954"/>
                </a:cubicBezTo>
                <a:cubicBezTo>
                  <a:pt x="39705" y="9954"/>
                  <a:pt x="34733" y="11633"/>
                  <a:pt x="30491" y="14991"/>
                </a:cubicBezTo>
                <a:cubicBezTo>
                  <a:pt x="26249" y="18347"/>
                  <a:pt x="24128" y="23008"/>
                  <a:pt x="24128" y="28975"/>
                </a:cubicBezTo>
                <a:cubicBezTo>
                  <a:pt x="24128" y="34333"/>
                  <a:pt x="25757" y="38911"/>
                  <a:pt x="29015" y="42709"/>
                </a:cubicBezTo>
                <a:cubicBezTo>
                  <a:pt x="32273" y="46575"/>
                  <a:pt x="37329" y="50610"/>
                  <a:pt x="44185" y="54814"/>
                </a:cubicBezTo>
                <a:lnTo>
                  <a:pt x="62510" y="66107"/>
                </a:lnTo>
                <a:cubicBezTo>
                  <a:pt x="73980" y="73162"/>
                  <a:pt x="82057" y="79631"/>
                  <a:pt x="86740" y="85513"/>
                </a:cubicBezTo>
                <a:cubicBezTo>
                  <a:pt x="91355" y="91461"/>
                  <a:pt x="93663" y="98491"/>
                  <a:pt x="93663" y="106604"/>
                </a:cubicBezTo>
                <a:cubicBezTo>
                  <a:pt x="93663" y="117489"/>
                  <a:pt x="89540" y="126582"/>
                  <a:pt x="81293" y="133884"/>
                </a:cubicBezTo>
                <a:cubicBezTo>
                  <a:pt x="73047" y="141184"/>
                  <a:pt x="62510" y="144834"/>
                  <a:pt x="49682" y="144834"/>
                </a:cubicBezTo>
                <a:cubicBezTo>
                  <a:pt x="43234" y="144834"/>
                  <a:pt x="36498" y="143616"/>
                  <a:pt x="29473" y="141178"/>
                </a:cubicBezTo>
                <a:cubicBezTo>
                  <a:pt x="22449" y="138740"/>
                  <a:pt x="18427" y="137522"/>
                  <a:pt x="17409" y="137522"/>
                </a:cubicBezTo>
                <a:cubicBezTo>
                  <a:pt x="14966" y="137522"/>
                  <a:pt x="13320" y="138256"/>
                  <a:pt x="12471" y="139724"/>
                </a:cubicBezTo>
                <a:cubicBezTo>
                  <a:pt x="11623" y="141193"/>
                  <a:pt x="11063" y="142761"/>
                  <a:pt x="10792" y="144428"/>
                </a:cubicBezTo>
                <a:lnTo>
                  <a:pt x="6210" y="144428"/>
                </a:lnTo>
                <a:lnTo>
                  <a:pt x="0" y="100145"/>
                </a:lnTo>
                <a:lnTo>
                  <a:pt x="4785" y="100145"/>
                </a:lnTo>
                <a:moveTo>
                  <a:pt x="49377" y="1422"/>
                </a:moveTo>
                <a:lnTo>
                  <a:pt x="49377" y="1422"/>
                </a:lnTo>
                <a:close/>
                <a:moveTo>
                  <a:pt x="139752" y="123051"/>
                </a:moveTo>
                <a:cubicBezTo>
                  <a:pt x="141516" y="127637"/>
                  <a:pt x="144146" y="131059"/>
                  <a:pt x="147642" y="133319"/>
                </a:cubicBezTo>
                <a:cubicBezTo>
                  <a:pt x="151137" y="135579"/>
                  <a:pt x="155260" y="136709"/>
                  <a:pt x="160011" y="136709"/>
                </a:cubicBezTo>
                <a:cubicBezTo>
                  <a:pt x="167341" y="136709"/>
                  <a:pt x="173603" y="133084"/>
                  <a:pt x="178795" y="125835"/>
                </a:cubicBezTo>
                <a:cubicBezTo>
                  <a:pt x="183987" y="118584"/>
                  <a:pt x="186583" y="108483"/>
                  <a:pt x="186583" y="95533"/>
                </a:cubicBezTo>
                <a:cubicBezTo>
                  <a:pt x="186583" y="83121"/>
                  <a:pt x="183885" y="73847"/>
                  <a:pt x="178489" y="67710"/>
                </a:cubicBezTo>
                <a:cubicBezTo>
                  <a:pt x="173094" y="61572"/>
                  <a:pt x="166832" y="58503"/>
                  <a:pt x="159706" y="58503"/>
                </a:cubicBezTo>
                <a:cubicBezTo>
                  <a:pt x="154683" y="58503"/>
                  <a:pt x="150102" y="60038"/>
                  <a:pt x="145962" y="63108"/>
                </a:cubicBezTo>
                <a:cubicBezTo>
                  <a:pt x="141822" y="66176"/>
                  <a:pt x="139752" y="69195"/>
                  <a:pt x="139752" y="72163"/>
                </a:cubicBezTo>
                <a:lnTo>
                  <a:pt x="139752" y="123051"/>
                </a:lnTo>
                <a:moveTo>
                  <a:pt x="107377" y="183836"/>
                </a:moveTo>
                <a:cubicBezTo>
                  <a:pt x="113757" y="183432"/>
                  <a:pt x="117812" y="182086"/>
                  <a:pt x="119543" y="179799"/>
                </a:cubicBezTo>
                <a:cubicBezTo>
                  <a:pt x="121273" y="177514"/>
                  <a:pt x="122139" y="173916"/>
                  <a:pt x="122139" y="169007"/>
                </a:cubicBezTo>
                <a:lnTo>
                  <a:pt x="122139" y="71503"/>
                </a:lnTo>
                <a:cubicBezTo>
                  <a:pt x="122139" y="66357"/>
                  <a:pt x="121511" y="63056"/>
                  <a:pt x="120255" y="61600"/>
                </a:cubicBezTo>
                <a:cubicBezTo>
                  <a:pt x="119000" y="60145"/>
                  <a:pt x="116641" y="59417"/>
                  <a:pt x="113180" y="59417"/>
                </a:cubicBezTo>
                <a:cubicBezTo>
                  <a:pt x="112433" y="59417"/>
                  <a:pt x="111737" y="59450"/>
                  <a:pt x="111093" y="59518"/>
                </a:cubicBezTo>
                <a:cubicBezTo>
                  <a:pt x="110448" y="59586"/>
                  <a:pt x="109515" y="59721"/>
                  <a:pt x="108293" y="59924"/>
                </a:cubicBezTo>
                <a:lnTo>
                  <a:pt x="108293" y="56471"/>
                </a:lnTo>
                <a:lnTo>
                  <a:pt x="117965" y="53323"/>
                </a:lnTo>
                <a:cubicBezTo>
                  <a:pt x="118304" y="53255"/>
                  <a:pt x="125125" y="50919"/>
                  <a:pt x="138428" y="46315"/>
                </a:cubicBezTo>
                <a:cubicBezTo>
                  <a:pt x="138767" y="46315"/>
                  <a:pt x="139022" y="46468"/>
                  <a:pt x="139192" y="46775"/>
                </a:cubicBezTo>
                <a:cubicBezTo>
                  <a:pt x="139361" y="47082"/>
                  <a:pt x="139446" y="47440"/>
                  <a:pt x="139446" y="47851"/>
                </a:cubicBezTo>
                <a:lnTo>
                  <a:pt x="139446" y="61638"/>
                </a:lnTo>
                <a:cubicBezTo>
                  <a:pt x="143926" y="57144"/>
                  <a:pt x="147862" y="53807"/>
                  <a:pt x="151256" y="51628"/>
                </a:cubicBezTo>
                <a:cubicBezTo>
                  <a:pt x="157364" y="47815"/>
                  <a:pt x="163642" y="45908"/>
                  <a:pt x="170090" y="45908"/>
                </a:cubicBezTo>
                <a:cubicBezTo>
                  <a:pt x="179457" y="45908"/>
                  <a:pt x="187516" y="49882"/>
                  <a:pt x="194270" y="57830"/>
                </a:cubicBezTo>
                <a:cubicBezTo>
                  <a:pt x="201023" y="65777"/>
                  <a:pt x="204399" y="76650"/>
                  <a:pt x="204399" y="90448"/>
                </a:cubicBezTo>
                <a:cubicBezTo>
                  <a:pt x="204399" y="103978"/>
                  <a:pt x="200344" y="116256"/>
                  <a:pt x="192233" y="127282"/>
                </a:cubicBezTo>
                <a:cubicBezTo>
                  <a:pt x="184123" y="138307"/>
                  <a:pt x="173925" y="143819"/>
                  <a:pt x="161640" y="143819"/>
                </a:cubicBezTo>
                <a:cubicBezTo>
                  <a:pt x="157839" y="143819"/>
                  <a:pt x="154548" y="143341"/>
                  <a:pt x="151765" y="142384"/>
                </a:cubicBezTo>
                <a:cubicBezTo>
                  <a:pt x="147421" y="140947"/>
                  <a:pt x="143417" y="138314"/>
                  <a:pt x="139752" y="134484"/>
                </a:cubicBezTo>
                <a:lnTo>
                  <a:pt x="139752" y="167992"/>
                </a:lnTo>
                <a:cubicBezTo>
                  <a:pt x="139752" y="174786"/>
                  <a:pt x="140871" y="178957"/>
                  <a:pt x="143111" y="180503"/>
                </a:cubicBezTo>
                <a:cubicBezTo>
                  <a:pt x="145351" y="182052"/>
                  <a:pt x="150238" y="183095"/>
                  <a:pt x="157772" y="183633"/>
                </a:cubicBezTo>
                <a:lnTo>
                  <a:pt x="157772" y="187289"/>
                </a:lnTo>
                <a:lnTo>
                  <a:pt x="107377" y="187289"/>
                </a:lnTo>
                <a:lnTo>
                  <a:pt x="107377" y="183836"/>
                </a:lnTo>
                <a:close/>
                <a:moveTo>
                  <a:pt x="258459" y="46721"/>
                </a:moveTo>
                <a:cubicBezTo>
                  <a:pt x="268029" y="46721"/>
                  <a:pt x="276411" y="50022"/>
                  <a:pt x="283606" y="56624"/>
                </a:cubicBezTo>
                <a:cubicBezTo>
                  <a:pt x="290800" y="63225"/>
                  <a:pt x="294397" y="72586"/>
                  <a:pt x="294397" y="84707"/>
                </a:cubicBezTo>
                <a:lnTo>
                  <a:pt x="229750" y="84707"/>
                </a:lnTo>
                <a:cubicBezTo>
                  <a:pt x="230428" y="100346"/>
                  <a:pt x="233992" y="111738"/>
                  <a:pt x="240439" y="118884"/>
                </a:cubicBezTo>
                <a:cubicBezTo>
                  <a:pt x="246887" y="126028"/>
                  <a:pt x="254523" y="129599"/>
                  <a:pt x="263346" y="129599"/>
                </a:cubicBezTo>
                <a:cubicBezTo>
                  <a:pt x="270473" y="129599"/>
                  <a:pt x="276479" y="127746"/>
                  <a:pt x="281366" y="124039"/>
                </a:cubicBezTo>
                <a:cubicBezTo>
                  <a:pt x="286253" y="120331"/>
                  <a:pt x="290766" y="115073"/>
                  <a:pt x="294906" y="108264"/>
                </a:cubicBezTo>
                <a:lnTo>
                  <a:pt x="298470" y="109480"/>
                </a:lnTo>
                <a:cubicBezTo>
                  <a:pt x="295687" y="118106"/>
                  <a:pt x="290478" y="126088"/>
                  <a:pt x="282842" y="133424"/>
                </a:cubicBezTo>
                <a:cubicBezTo>
                  <a:pt x="275207" y="140760"/>
                  <a:pt x="265857" y="144428"/>
                  <a:pt x="254794" y="144428"/>
                </a:cubicBezTo>
                <a:cubicBezTo>
                  <a:pt x="242034" y="144428"/>
                  <a:pt x="232176" y="139621"/>
                  <a:pt x="225219" y="130006"/>
                </a:cubicBezTo>
                <a:cubicBezTo>
                  <a:pt x="218262" y="120391"/>
                  <a:pt x="214784" y="109320"/>
                  <a:pt x="214784" y="96793"/>
                </a:cubicBezTo>
                <a:cubicBezTo>
                  <a:pt x="214784" y="83183"/>
                  <a:pt x="218822" y="71435"/>
                  <a:pt x="226899" y="61550"/>
                </a:cubicBezTo>
                <a:cubicBezTo>
                  <a:pt x="234976" y="51664"/>
                  <a:pt x="245496" y="46721"/>
                  <a:pt x="258459" y="46721"/>
                </a:cubicBezTo>
                <a:moveTo>
                  <a:pt x="252554" y="54237"/>
                </a:moveTo>
                <a:cubicBezTo>
                  <a:pt x="244817" y="54237"/>
                  <a:pt x="238912" y="57641"/>
                  <a:pt x="234840" y="64451"/>
                </a:cubicBezTo>
                <a:cubicBezTo>
                  <a:pt x="232668" y="68092"/>
                  <a:pt x="231107" y="72677"/>
                  <a:pt x="230157" y="78207"/>
                </a:cubicBezTo>
                <a:lnTo>
                  <a:pt x="273120" y="78207"/>
                </a:lnTo>
                <a:cubicBezTo>
                  <a:pt x="272373" y="71465"/>
                  <a:pt x="271083" y="66442"/>
                  <a:pt x="269251" y="63137"/>
                </a:cubicBezTo>
                <a:cubicBezTo>
                  <a:pt x="265925" y="57203"/>
                  <a:pt x="260360" y="54237"/>
                  <a:pt x="252554" y="54237"/>
                </a:cubicBezTo>
                <a:moveTo>
                  <a:pt x="257136" y="46721"/>
                </a:moveTo>
                <a:lnTo>
                  <a:pt x="257136" y="46721"/>
                </a:lnTo>
                <a:close/>
                <a:moveTo>
                  <a:pt x="355920" y="46111"/>
                </a:moveTo>
                <a:cubicBezTo>
                  <a:pt x="364404" y="46111"/>
                  <a:pt x="371717" y="48295"/>
                  <a:pt x="377859" y="52662"/>
                </a:cubicBezTo>
                <a:cubicBezTo>
                  <a:pt x="384002" y="57030"/>
                  <a:pt x="387073" y="61820"/>
                  <a:pt x="387073" y="67034"/>
                </a:cubicBezTo>
                <a:cubicBezTo>
                  <a:pt x="387073" y="69269"/>
                  <a:pt x="386292" y="71351"/>
                  <a:pt x="384731" y="73281"/>
                </a:cubicBezTo>
                <a:cubicBezTo>
                  <a:pt x="383170" y="75210"/>
                  <a:pt x="380761" y="76175"/>
                  <a:pt x="377503" y="76175"/>
                </a:cubicBezTo>
                <a:cubicBezTo>
                  <a:pt x="375127" y="76175"/>
                  <a:pt x="373040" y="75363"/>
                  <a:pt x="371242" y="73738"/>
                </a:cubicBezTo>
                <a:cubicBezTo>
                  <a:pt x="369443" y="72112"/>
                  <a:pt x="368136" y="69743"/>
                  <a:pt x="367322" y="66628"/>
                </a:cubicBezTo>
                <a:lnTo>
                  <a:pt x="366100" y="61753"/>
                </a:lnTo>
                <a:cubicBezTo>
                  <a:pt x="365218" y="58164"/>
                  <a:pt x="363691" y="55625"/>
                  <a:pt x="361519" y="54135"/>
                </a:cubicBezTo>
                <a:cubicBezTo>
                  <a:pt x="359279" y="52713"/>
                  <a:pt x="356327" y="52002"/>
                  <a:pt x="352662" y="52002"/>
                </a:cubicBezTo>
                <a:cubicBezTo>
                  <a:pt x="344924" y="52002"/>
                  <a:pt x="338392" y="55367"/>
                  <a:pt x="333064" y="62095"/>
                </a:cubicBezTo>
                <a:cubicBezTo>
                  <a:pt x="327736" y="68824"/>
                  <a:pt x="325072" y="77767"/>
                  <a:pt x="325072" y="88925"/>
                </a:cubicBezTo>
                <a:cubicBezTo>
                  <a:pt x="325072" y="99135"/>
                  <a:pt x="328007" y="108297"/>
                  <a:pt x="333878" y="116412"/>
                </a:cubicBezTo>
                <a:cubicBezTo>
                  <a:pt x="339749" y="124526"/>
                  <a:pt x="347673" y="128584"/>
                  <a:pt x="357650" y="128584"/>
                </a:cubicBezTo>
                <a:cubicBezTo>
                  <a:pt x="364709" y="128584"/>
                  <a:pt x="370987" y="126286"/>
                  <a:pt x="376485" y="121690"/>
                </a:cubicBezTo>
                <a:cubicBezTo>
                  <a:pt x="379607" y="119055"/>
                  <a:pt x="383136" y="114866"/>
                  <a:pt x="387073" y="109121"/>
                </a:cubicBezTo>
                <a:lnTo>
                  <a:pt x="389923" y="110844"/>
                </a:lnTo>
                <a:cubicBezTo>
                  <a:pt x="386055" y="118987"/>
                  <a:pt x="381982" y="125432"/>
                  <a:pt x="377706" y="130180"/>
                </a:cubicBezTo>
                <a:cubicBezTo>
                  <a:pt x="369494" y="139273"/>
                  <a:pt x="359992" y="143819"/>
                  <a:pt x="349200" y="143819"/>
                </a:cubicBezTo>
                <a:cubicBezTo>
                  <a:pt x="338612" y="143819"/>
                  <a:pt x="329246" y="139654"/>
                  <a:pt x="321101" y="131326"/>
                </a:cubicBezTo>
                <a:cubicBezTo>
                  <a:pt x="312957" y="122998"/>
                  <a:pt x="308884" y="111690"/>
                  <a:pt x="308884" y="97403"/>
                </a:cubicBezTo>
                <a:cubicBezTo>
                  <a:pt x="308884" y="83386"/>
                  <a:pt x="313330" y="71334"/>
                  <a:pt x="322221" y="61245"/>
                </a:cubicBezTo>
                <a:cubicBezTo>
                  <a:pt x="331112" y="51156"/>
                  <a:pt x="342345" y="46111"/>
                  <a:pt x="355920" y="46111"/>
                </a:cubicBezTo>
                <a:moveTo>
                  <a:pt x="351440" y="46111"/>
                </a:moveTo>
                <a:lnTo>
                  <a:pt x="351440" y="46111"/>
                </a:lnTo>
                <a:close/>
                <a:moveTo>
                  <a:pt x="414592" y="10817"/>
                </a:moveTo>
                <a:cubicBezTo>
                  <a:pt x="414592" y="7920"/>
                  <a:pt x="415610" y="5427"/>
                  <a:pt x="417646" y="3339"/>
                </a:cubicBezTo>
                <a:cubicBezTo>
                  <a:pt x="419682" y="1248"/>
                  <a:pt x="422193" y="203"/>
                  <a:pt x="425180" y="203"/>
                </a:cubicBezTo>
                <a:cubicBezTo>
                  <a:pt x="428098" y="203"/>
                  <a:pt x="430592" y="1231"/>
                  <a:pt x="432663" y="3288"/>
                </a:cubicBezTo>
                <a:cubicBezTo>
                  <a:pt x="434733" y="5343"/>
                  <a:pt x="435768" y="7852"/>
                  <a:pt x="435768" y="10817"/>
                </a:cubicBezTo>
                <a:cubicBezTo>
                  <a:pt x="435768" y="13714"/>
                  <a:pt x="434733" y="16190"/>
                  <a:pt x="432663" y="18247"/>
                </a:cubicBezTo>
                <a:cubicBezTo>
                  <a:pt x="430592" y="20302"/>
                  <a:pt x="428098" y="21329"/>
                  <a:pt x="425180" y="21329"/>
                </a:cubicBezTo>
                <a:cubicBezTo>
                  <a:pt x="422193" y="21329"/>
                  <a:pt x="419682" y="20302"/>
                  <a:pt x="417646" y="18247"/>
                </a:cubicBezTo>
                <a:cubicBezTo>
                  <a:pt x="415610" y="16190"/>
                  <a:pt x="414592" y="13714"/>
                  <a:pt x="414592" y="10817"/>
                </a:cubicBezTo>
                <a:moveTo>
                  <a:pt x="401560" y="139147"/>
                </a:moveTo>
                <a:cubicBezTo>
                  <a:pt x="408823" y="138470"/>
                  <a:pt x="413404" y="137234"/>
                  <a:pt x="415304" y="135439"/>
                </a:cubicBezTo>
                <a:cubicBezTo>
                  <a:pt x="417205" y="133645"/>
                  <a:pt x="418155" y="128787"/>
                  <a:pt x="418155" y="120865"/>
                </a:cubicBezTo>
                <a:lnTo>
                  <a:pt x="418155" y="72316"/>
                </a:lnTo>
                <a:cubicBezTo>
                  <a:pt x="418155" y="67952"/>
                  <a:pt x="417850" y="64932"/>
                  <a:pt x="417239" y="63254"/>
                </a:cubicBezTo>
                <a:cubicBezTo>
                  <a:pt x="416221" y="60493"/>
                  <a:pt x="414083" y="59112"/>
                  <a:pt x="410825" y="59112"/>
                </a:cubicBezTo>
                <a:cubicBezTo>
                  <a:pt x="410078" y="59112"/>
                  <a:pt x="409349" y="59180"/>
                  <a:pt x="408636" y="59315"/>
                </a:cubicBezTo>
                <a:cubicBezTo>
                  <a:pt x="407923" y="59450"/>
                  <a:pt x="405870" y="59992"/>
                  <a:pt x="402477" y="60940"/>
                </a:cubicBezTo>
                <a:lnTo>
                  <a:pt x="402477" y="57690"/>
                </a:lnTo>
                <a:lnTo>
                  <a:pt x="406854" y="56268"/>
                </a:lnTo>
                <a:cubicBezTo>
                  <a:pt x="418732" y="52409"/>
                  <a:pt x="427012" y="49497"/>
                  <a:pt x="431695" y="47533"/>
                </a:cubicBezTo>
                <a:cubicBezTo>
                  <a:pt x="433596" y="46721"/>
                  <a:pt x="434817" y="46315"/>
                  <a:pt x="435360" y="46315"/>
                </a:cubicBezTo>
                <a:cubicBezTo>
                  <a:pt x="435496" y="46788"/>
                  <a:pt x="435564" y="47297"/>
                  <a:pt x="435564" y="47841"/>
                </a:cubicBezTo>
                <a:lnTo>
                  <a:pt x="435564" y="120842"/>
                </a:lnTo>
                <a:cubicBezTo>
                  <a:pt x="435564" y="128570"/>
                  <a:pt x="436497" y="133418"/>
                  <a:pt x="438364" y="135385"/>
                </a:cubicBezTo>
                <a:cubicBezTo>
                  <a:pt x="440230" y="137351"/>
                  <a:pt x="444455" y="138605"/>
                  <a:pt x="451039" y="139147"/>
                </a:cubicBezTo>
                <a:lnTo>
                  <a:pt x="451039" y="141991"/>
                </a:lnTo>
                <a:lnTo>
                  <a:pt x="401560" y="141991"/>
                </a:lnTo>
                <a:lnTo>
                  <a:pt x="401560" y="139147"/>
                </a:lnTo>
                <a:close/>
                <a:moveTo>
                  <a:pt x="460212" y="139147"/>
                </a:moveTo>
                <a:cubicBezTo>
                  <a:pt x="467406" y="138806"/>
                  <a:pt x="472140" y="137461"/>
                  <a:pt x="474414" y="135113"/>
                </a:cubicBezTo>
                <a:cubicBezTo>
                  <a:pt x="476688" y="132764"/>
                  <a:pt x="477825" y="127811"/>
                  <a:pt x="477825" y="120255"/>
                </a:cubicBezTo>
                <a:lnTo>
                  <a:pt x="477825" y="55659"/>
                </a:lnTo>
                <a:lnTo>
                  <a:pt x="460416" y="55659"/>
                </a:lnTo>
                <a:lnTo>
                  <a:pt x="460416" y="48549"/>
                </a:lnTo>
                <a:lnTo>
                  <a:pt x="477825" y="48549"/>
                </a:lnTo>
                <a:cubicBezTo>
                  <a:pt x="477825" y="37806"/>
                  <a:pt x="479284" y="28729"/>
                  <a:pt x="482202" y="21316"/>
                </a:cubicBezTo>
                <a:cubicBezTo>
                  <a:pt x="487768" y="7105"/>
                  <a:pt x="497983" y="0"/>
                  <a:pt x="512846" y="0"/>
                </a:cubicBezTo>
                <a:cubicBezTo>
                  <a:pt x="518819" y="0"/>
                  <a:pt x="524164" y="1185"/>
                  <a:pt x="528881" y="3555"/>
                </a:cubicBezTo>
                <a:cubicBezTo>
                  <a:pt x="533598" y="5925"/>
                  <a:pt x="535957" y="9107"/>
                  <a:pt x="535957" y="13102"/>
                </a:cubicBezTo>
                <a:cubicBezTo>
                  <a:pt x="535957" y="15337"/>
                  <a:pt x="535142" y="17334"/>
                  <a:pt x="533513" y="19095"/>
                </a:cubicBezTo>
                <a:cubicBezTo>
                  <a:pt x="531885" y="20855"/>
                  <a:pt x="529916" y="21735"/>
                  <a:pt x="527609" y="21735"/>
                </a:cubicBezTo>
                <a:cubicBezTo>
                  <a:pt x="525640" y="21735"/>
                  <a:pt x="523944" y="21140"/>
                  <a:pt x="522518" y="19948"/>
                </a:cubicBezTo>
                <a:cubicBezTo>
                  <a:pt x="521093" y="18755"/>
                  <a:pt x="519396" y="16659"/>
                  <a:pt x="517428" y="13661"/>
                </a:cubicBezTo>
                <a:lnTo>
                  <a:pt x="515697" y="11001"/>
                </a:lnTo>
                <a:cubicBezTo>
                  <a:pt x="514747" y="9571"/>
                  <a:pt x="513627" y="8361"/>
                  <a:pt x="512337" y="7373"/>
                </a:cubicBezTo>
                <a:cubicBezTo>
                  <a:pt x="511048" y="6385"/>
                  <a:pt x="509249" y="5891"/>
                  <a:pt x="506942" y="5891"/>
                </a:cubicBezTo>
                <a:cubicBezTo>
                  <a:pt x="501783" y="5891"/>
                  <a:pt x="498288" y="8448"/>
                  <a:pt x="496455" y="13562"/>
                </a:cubicBezTo>
                <a:cubicBezTo>
                  <a:pt x="495437" y="16290"/>
                  <a:pt x="494928" y="19870"/>
                  <a:pt x="494928" y="24303"/>
                </a:cubicBezTo>
                <a:lnTo>
                  <a:pt x="494928" y="48549"/>
                </a:lnTo>
                <a:lnTo>
                  <a:pt x="520482" y="48549"/>
                </a:lnTo>
                <a:lnTo>
                  <a:pt x="520482" y="55659"/>
                </a:lnTo>
                <a:lnTo>
                  <a:pt x="495132" y="55659"/>
                </a:lnTo>
                <a:lnTo>
                  <a:pt x="495132" y="120255"/>
                </a:lnTo>
                <a:cubicBezTo>
                  <a:pt x="495132" y="127949"/>
                  <a:pt x="496167" y="132867"/>
                  <a:pt x="498237" y="135011"/>
                </a:cubicBezTo>
                <a:cubicBezTo>
                  <a:pt x="500307" y="137154"/>
                  <a:pt x="505720" y="138533"/>
                  <a:pt x="514475" y="139147"/>
                </a:cubicBezTo>
                <a:lnTo>
                  <a:pt x="514475" y="141991"/>
                </a:lnTo>
                <a:lnTo>
                  <a:pt x="460212" y="141991"/>
                </a:lnTo>
                <a:lnTo>
                  <a:pt x="460212" y="139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DA9ACAA8-ED52-42D8-9D60-220D44C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442" y="2109303"/>
            <a:ext cx="564209" cy="145038"/>
          </a:xfrm>
          <a:custGeom xmlns:a="http://schemas.openxmlformats.org/drawingml/2006/main">
            <a:pathLst>
              <a:path w="564209" h="145038">
                <a:moveTo>
                  <a:pt x="13031" y="10614"/>
                </a:moveTo>
                <a:cubicBezTo>
                  <a:pt x="13031" y="7717"/>
                  <a:pt x="14049" y="5224"/>
                  <a:pt x="16086" y="3136"/>
                </a:cubicBezTo>
                <a:cubicBezTo>
                  <a:pt x="18122" y="1045"/>
                  <a:pt x="20633" y="0"/>
                  <a:pt x="23619" y="0"/>
                </a:cubicBezTo>
                <a:cubicBezTo>
                  <a:pt x="26538" y="0"/>
                  <a:pt x="29032" y="1028"/>
                  <a:pt x="31102" y="3085"/>
                </a:cubicBezTo>
                <a:cubicBezTo>
                  <a:pt x="33172" y="5140"/>
                  <a:pt x="34207" y="7649"/>
                  <a:pt x="34207" y="10614"/>
                </a:cubicBezTo>
                <a:cubicBezTo>
                  <a:pt x="34207" y="13511"/>
                  <a:pt x="33172" y="15987"/>
                  <a:pt x="31102" y="18044"/>
                </a:cubicBezTo>
                <a:cubicBezTo>
                  <a:pt x="29032" y="20099"/>
                  <a:pt x="26538" y="21126"/>
                  <a:pt x="23619" y="21126"/>
                </a:cubicBezTo>
                <a:cubicBezTo>
                  <a:pt x="20633" y="21126"/>
                  <a:pt x="18122" y="20099"/>
                  <a:pt x="16086" y="18044"/>
                </a:cubicBezTo>
                <a:cubicBezTo>
                  <a:pt x="14049" y="15987"/>
                  <a:pt x="13031" y="13511"/>
                  <a:pt x="13031" y="10614"/>
                </a:cubicBezTo>
                <a:moveTo>
                  <a:pt x="0" y="138944"/>
                </a:moveTo>
                <a:cubicBezTo>
                  <a:pt x="7262" y="138266"/>
                  <a:pt x="11844" y="137031"/>
                  <a:pt x="13744" y="135236"/>
                </a:cubicBezTo>
                <a:cubicBezTo>
                  <a:pt x="15644" y="133442"/>
                  <a:pt x="16595" y="128584"/>
                  <a:pt x="16595" y="120661"/>
                </a:cubicBezTo>
                <a:lnTo>
                  <a:pt x="16595" y="72112"/>
                </a:lnTo>
                <a:cubicBezTo>
                  <a:pt x="16595" y="67749"/>
                  <a:pt x="16289" y="64729"/>
                  <a:pt x="15678" y="63051"/>
                </a:cubicBezTo>
                <a:cubicBezTo>
                  <a:pt x="14660" y="60289"/>
                  <a:pt x="12522" y="58909"/>
                  <a:pt x="9265" y="58909"/>
                </a:cubicBezTo>
                <a:cubicBezTo>
                  <a:pt x="8518" y="58909"/>
                  <a:pt x="7788" y="58977"/>
                  <a:pt x="7076" y="59112"/>
                </a:cubicBezTo>
                <a:cubicBezTo>
                  <a:pt x="6363" y="59247"/>
                  <a:pt x="4310" y="59789"/>
                  <a:pt x="916" y="60737"/>
                </a:cubicBezTo>
                <a:lnTo>
                  <a:pt x="916" y="57487"/>
                </a:lnTo>
                <a:lnTo>
                  <a:pt x="5294" y="56065"/>
                </a:lnTo>
                <a:cubicBezTo>
                  <a:pt x="17172" y="52205"/>
                  <a:pt x="25452" y="49294"/>
                  <a:pt x="30135" y="47330"/>
                </a:cubicBezTo>
                <a:cubicBezTo>
                  <a:pt x="32035" y="46518"/>
                  <a:pt x="33257" y="46111"/>
                  <a:pt x="33800" y="46111"/>
                </a:cubicBezTo>
                <a:cubicBezTo>
                  <a:pt x="33936" y="46585"/>
                  <a:pt x="34004" y="47094"/>
                  <a:pt x="34004" y="47638"/>
                </a:cubicBezTo>
                <a:lnTo>
                  <a:pt x="34004" y="120639"/>
                </a:lnTo>
                <a:cubicBezTo>
                  <a:pt x="34004" y="128367"/>
                  <a:pt x="34937" y="133214"/>
                  <a:pt x="36803" y="135182"/>
                </a:cubicBezTo>
                <a:cubicBezTo>
                  <a:pt x="38670" y="137148"/>
                  <a:pt x="42895" y="138402"/>
                  <a:pt x="49479" y="138944"/>
                </a:cubicBezTo>
                <a:lnTo>
                  <a:pt x="49479" y="141787"/>
                </a:lnTo>
                <a:lnTo>
                  <a:pt x="0" y="141787"/>
                </a:lnTo>
                <a:lnTo>
                  <a:pt x="0" y="138944"/>
                </a:lnTo>
                <a:close/>
                <a:moveTo>
                  <a:pt x="106399" y="45908"/>
                </a:moveTo>
                <a:cubicBezTo>
                  <a:pt x="114883" y="45908"/>
                  <a:pt x="122197" y="48092"/>
                  <a:pt x="128339" y="52459"/>
                </a:cubicBezTo>
                <a:cubicBezTo>
                  <a:pt x="134481" y="56827"/>
                  <a:pt x="137553" y="61617"/>
                  <a:pt x="137553" y="66831"/>
                </a:cubicBezTo>
                <a:cubicBezTo>
                  <a:pt x="137553" y="69065"/>
                  <a:pt x="136772" y="71148"/>
                  <a:pt x="135211" y="73077"/>
                </a:cubicBezTo>
                <a:cubicBezTo>
                  <a:pt x="133650" y="75007"/>
                  <a:pt x="131241" y="75972"/>
                  <a:pt x="127983" y="75972"/>
                </a:cubicBezTo>
                <a:cubicBezTo>
                  <a:pt x="125607" y="75972"/>
                  <a:pt x="123520" y="75159"/>
                  <a:pt x="121721" y="73534"/>
                </a:cubicBezTo>
                <a:cubicBezTo>
                  <a:pt x="119923" y="71909"/>
                  <a:pt x="118616" y="69539"/>
                  <a:pt x="117802" y="66425"/>
                </a:cubicBezTo>
                <a:lnTo>
                  <a:pt x="116580" y="61550"/>
                </a:lnTo>
                <a:cubicBezTo>
                  <a:pt x="115698" y="57961"/>
                  <a:pt x="114171" y="55422"/>
                  <a:pt x="111999" y="53932"/>
                </a:cubicBezTo>
                <a:cubicBezTo>
                  <a:pt x="109759" y="52510"/>
                  <a:pt x="106807" y="51799"/>
                  <a:pt x="103142" y="51799"/>
                </a:cubicBezTo>
                <a:cubicBezTo>
                  <a:pt x="95404" y="51799"/>
                  <a:pt x="88872" y="55164"/>
                  <a:pt x="83544" y="61892"/>
                </a:cubicBezTo>
                <a:cubicBezTo>
                  <a:pt x="78216" y="68621"/>
                  <a:pt x="75552" y="77564"/>
                  <a:pt x="75552" y="88722"/>
                </a:cubicBezTo>
                <a:cubicBezTo>
                  <a:pt x="75552" y="98931"/>
                  <a:pt x="78487" y="108094"/>
                  <a:pt x="84358" y="116208"/>
                </a:cubicBezTo>
                <a:cubicBezTo>
                  <a:pt x="90229" y="124323"/>
                  <a:pt x="98153" y="128381"/>
                  <a:pt x="108130" y="128381"/>
                </a:cubicBezTo>
                <a:cubicBezTo>
                  <a:pt x="115189" y="128381"/>
                  <a:pt x="121467" y="126083"/>
                  <a:pt x="126965" y="121487"/>
                </a:cubicBezTo>
                <a:cubicBezTo>
                  <a:pt x="130087" y="118852"/>
                  <a:pt x="133616" y="114663"/>
                  <a:pt x="137553" y="108918"/>
                </a:cubicBezTo>
                <a:lnTo>
                  <a:pt x="140403" y="110641"/>
                </a:lnTo>
                <a:cubicBezTo>
                  <a:pt x="136535" y="118784"/>
                  <a:pt x="132462" y="125229"/>
                  <a:pt x="128186" y="129977"/>
                </a:cubicBezTo>
                <a:cubicBezTo>
                  <a:pt x="119974" y="139069"/>
                  <a:pt x="110472" y="143616"/>
                  <a:pt x="99680" y="143616"/>
                </a:cubicBezTo>
                <a:cubicBezTo>
                  <a:pt x="89092" y="143616"/>
                  <a:pt x="79726" y="139451"/>
                  <a:pt x="71581" y="131123"/>
                </a:cubicBezTo>
                <a:cubicBezTo>
                  <a:pt x="63437" y="122794"/>
                  <a:pt x="59364" y="111487"/>
                  <a:pt x="59364" y="97200"/>
                </a:cubicBezTo>
                <a:cubicBezTo>
                  <a:pt x="59364" y="83183"/>
                  <a:pt x="63810" y="71131"/>
                  <a:pt x="72701" y="61042"/>
                </a:cubicBezTo>
                <a:cubicBezTo>
                  <a:pt x="81592" y="50953"/>
                  <a:pt x="92825" y="45908"/>
                  <a:pt x="106399" y="45908"/>
                </a:cubicBezTo>
                <a:moveTo>
                  <a:pt x="101920" y="45908"/>
                </a:moveTo>
                <a:lnTo>
                  <a:pt x="101920" y="45908"/>
                </a:lnTo>
                <a:close/>
                <a:moveTo>
                  <a:pt x="207729" y="85519"/>
                </a:moveTo>
                <a:cubicBezTo>
                  <a:pt x="199924" y="88092"/>
                  <a:pt x="193476" y="90936"/>
                  <a:pt x="188386" y="94051"/>
                </a:cubicBezTo>
                <a:cubicBezTo>
                  <a:pt x="178612" y="100077"/>
                  <a:pt x="173725" y="106916"/>
                  <a:pt x="173725" y="114567"/>
                </a:cubicBezTo>
                <a:cubicBezTo>
                  <a:pt x="173725" y="120729"/>
                  <a:pt x="175761" y="125266"/>
                  <a:pt x="179834" y="128177"/>
                </a:cubicBezTo>
                <a:cubicBezTo>
                  <a:pt x="182481" y="130073"/>
                  <a:pt x="185433" y="131021"/>
                  <a:pt x="188691" y="131021"/>
                </a:cubicBezTo>
                <a:cubicBezTo>
                  <a:pt x="193170" y="131021"/>
                  <a:pt x="197463" y="129769"/>
                  <a:pt x="201570" y="127263"/>
                </a:cubicBezTo>
                <a:cubicBezTo>
                  <a:pt x="205676" y="124758"/>
                  <a:pt x="207729" y="121576"/>
                  <a:pt x="207729" y="117716"/>
                </a:cubicBezTo>
                <a:lnTo>
                  <a:pt x="207729" y="85519"/>
                </a:lnTo>
                <a:moveTo>
                  <a:pt x="155603" y="121642"/>
                </a:moveTo>
                <a:cubicBezTo>
                  <a:pt x="155603" y="111807"/>
                  <a:pt x="160524" y="103600"/>
                  <a:pt x="170366" y="97022"/>
                </a:cubicBezTo>
                <a:cubicBezTo>
                  <a:pt x="176610" y="92953"/>
                  <a:pt x="189064" y="87426"/>
                  <a:pt x="207729" y="80441"/>
                </a:cubicBezTo>
                <a:lnTo>
                  <a:pt x="207729" y="71808"/>
                </a:lnTo>
                <a:cubicBezTo>
                  <a:pt x="207729" y="64901"/>
                  <a:pt x="207050" y="60094"/>
                  <a:pt x="205693" y="57385"/>
                </a:cubicBezTo>
                <a:cubicBezTo>
                  <a:pt x="203385" y="52849"/>
                  <a:pt x="198600" y="50580"/>
                  <a:pt x="191338" y="50580"/>
                </a:cubicBezTo>
                <a:cubicBezTo>
                  <a:pt x="187876" y="50580"/>
                  <a:pt x="184585" y="51461"/>
                  <a:pt x="181463" y="53221"/>
                </a:cubicBezTo>
                <a:cubicBezTo>
                  <a:pt x="178340" y="55049"/>
                  <a:pt x="176779" y="57555"/>
                  <a:pt x="176779" y="60737"/>
                </a:cubicBezTo>
                <a:cubicBezTo>
                  <a:pt x="176779" y="61550"/>
                  <a:pt x="176949" y="62921"/>
                  <a:pt x="177288" y="64850"/>
                </a:cubicBezTo>
                <a:cubicBezTo>
                  <a:pt x="177628" y="66780"/>
                  <a:pt x="177797" y="68016"/>
                  <a:pt x="177797" y="68558"/>
                </a:cubicBezTo>
                <a:cubicBezTo>
                  <a:pt x="177797" y="72349"/>
                  <a:pt x="176542" y="74990"/>
                  <a:pt x="174031" y="76480"/>
                </a:cubicBezTo>
                <a:cubicBezTo>
                  <a:pt x="172605" y="77360"/>
                  <a:pt x="170909" y="77800"/>
                  <a:pt x="168940" y="77800"/>
                </a:cubicBezTo>
                <a:cubicBezTo>
                  <a:pt x="165886" y="77800"/>
                  <a:pt x="163544" y="76801"/>
                  <a:pt x="161915" y="74804"/>
                </a:cubicBezTo>
                <a:cubicBezTo>
                  <a:pt x="160287" y="72807"/>
                  <a:pt x="159472" y="70589"/>
                  <a:pt x="159472" y="68151"/>
                </a:cubicBezTo>
                <a:cubicBezTo>
                  <a:pt x="159472" y="63412"/>
                  <a:pt x="162408" y="58452"/>
                  <a:pt x="168278" y="53272"/>
                </a:cubicBezTo>
                <a:cubicBezTo>
                  <a:pt x="174149" y="48092"/>
                  <a:pt x="182752" y="45502"/>
                  <a:pt x="194087" y="45502"/>
                </a:cubicBezTo>
                <a:cubicBezTo>
                  <a:pt x="207254" y="45502"/>
                  <a:pt x="216179" y="49768"/>
                  <a:pt x="220862" y="58299"/>
                </a:cubicBezTo>
                <a:cubicBezTo>
                  <a:pt x="223373" y="62971"/>
                  <a:pt x="224629" y="69776"/>
                  <a:pt x="224629" y="78714"/>
                </a:cubicBezTo>
                <a:lnTo>
                  <a:pt x="224629" y="119443"/>
                </a:lnTo>
                <a:cubicBezTo>
                  <a:pt x="224629" y="123370"/>
                  <a:pt x="224901" y="126078"/>
                  <a:pt x="225444" y="127568"/>
                </a:cubicBezTo>
                <a:cubicBezTo>
                  <a:pt x="226326" y="130276"/>
                  <a:pt x="228158" y="131631"/>
                  <a:pt x="230941" y="131631"/>
                </a:cubicBezTo>
                <a:cubicBezTo>
                  <a:pt x="232502" y="131631"/>
                  <a:pt x="233792" y="131388"/>
                  <a:pt x="234810" y="130904"/>
                </a:cubicBezTo>
                <a:cubicBezTo>
                  <a:pt x="235828" y="130417"/>
                  <a:pt x="237593" y="129238"/>
                  <a:pt x="240104" y="127365"/>
                </a:cubicBezTo>
                <a:lnTo>
                  <a:pt x="240104" y="132738"/>
                </a:lnTo>
                <a:cubicBezTo>
                  <a:pt x="237932" y="135356"/>
                  <a:pt x="235590" y="137504"/>
                  <a:pt x="233079" y="139182"/>
                </a:cubicBezTo>
                <a:cubicBezTo>
                  <a:pt x="229278" y="141731"/>
                  <a:pt x="225410" y="143006"/>
                  <a:pt x="221473" y="143006"/>
                </a:cubicBezTo>
                <a:cubicBezTo>
                  <a:pt x="216858" y="143006"/>
                  <a:pt x="213515" y="141517"/>
                  <a:pt x="211445" y="138537"/>
                </a:cubicBezTo>
                <a:cubicBezTo>
                  <a:pt x="209375" y="135558"/>
                  <a:pt x="208238" y="132003"/>
                  <a:pt x="208034" y="127873"/>
                </a:cubicBezTo>
                <a:cubicBezTo>
                  <a:pt x="202876" y="132371"/>
                  <a:pt x="198464" y="135711"/>
                  <a:pt x="194799" y="137893"/>
                </a:cubicBezTo>
                <a:cubicBezTo>
                  <a:pt x="188623" y="141573"/>
                  <a:pt x="182752" y="143412"/>
                  <a:pt x="177187" y="143412"/>
                </a:cubicBezTo>
                <a:cubicBezTo>
                  <a:pt x="171350" y="143412"/>
                  <a:pt x="166293" y="141361"/>
                  <a:pt x="162017" y="137258"/>
                </a:cubicBezTo>
                <a:cubicBezTo>
                  <a:pt x="157741" y="133155"/>
                  <a:pt x="155603" y="127950"/>
                  <a:pt x="155603" y="121642"/>
                </a:cubicBezTo>
                <a:moveTo>
                  <a:pt x="194392" y="45502"/>
                </a:moveTo>
                <a:lnTo>
                  <a:pt x="194392" y="45502"/>
                </a:lnTo>
                <a:close/>
                <a:moveTo>
                  <a:pt x="294398" y="48346"/>
                </a:moveTo>
                <a:lnTo>
                  <a:pt x="294398" y="55659"/>
                </a:lnTo>
                <a:lnTo>
                  <a:pt x="273629" y="55659"/>
                </a:lnTo>
                <a:lnTo>
                  <a:pt x="273426" y="113698"/>
                </a:lnTo>
                <a:cubicBezTo>
                  <a:pt x="273426" y="118804"/>
                  <a:pt x="273867" y="122666"/>
                  <a:pt x="274749" y="125286"/>
                </a:cubicBezTo>
                <a:cubicBezTo>
                  <a:pt x="276378" y="129922"/>
                  <a:pt x="279568" y="132240"/>
                  <a:pt x="284319" y="132240"/>
                </a:cubicBezTo>
                <a:cubicBezTo>
                  <a:pt x="286763" y="132240"/>
                  <a:pt x="288884" y="131673"/>
                  <a:pt x="290682" y="130539"/>
                </a:cubicBezTo>
                <a:cubicBezTo>
                  <a:pt x="292481" y="129403"/>
                  <a:pt x="294534" y="127600"/>
                  <a:pt x="296842" y="125130"/>
                </a:cubicBezTo>
                <a:lnTo>
                  <a:pt x="299489" y="127365"/>
                </a:lnTo>
                <a:lnTo>
                  <a:pt x="297249" y="130450"/>
                </a:lnTo>
                <a:cubicBezTo>
                  <a:pt x="293719" y="135251"/>
                  <a:pt x="289987" y="138646"/>
                  <a:pt x="286050" y="140635"/>
                </a:cubicBezTo>
                <a:cubicBezTo>
                  <a:pt x="282113" y="142622"/>
                  <a:pt x="278313" y="143616"/>
                  <a:pt x="274647" y="143616"/>
                </a:cubicBezTo>
                <a:cubicBezTo>
                  <a:pt x="266639" y="143616"/>
                  <a:pt x="261209" y="140073"/>
                  <a:pt x="258358" y="132989"/>
                </a:cubicBezTo>
                <a:cubicBezTo>
                  <a:pt x="256797" y="129142"/>
                  <a:pt x="256017" y="123811"/>
                  <a:pt x="256017" y="116996"/>
                </a:cubicBezTo>
                <a:lnTo>
                  <a:pt x="256017" y="55659"/>
                </a:lnTo>
                <a:lnTo>
                  <a:pt x="244920" y="55659"/>
                </a:lnTo>
                <a:cubicBezTo>
                  <a:pt x="244580" y="55456"/>
                  <a:pt x="244326" y="55252"/>
                  <a:pt x="244156" y="55049"/>
                </a:cubicBezTo>
                <a:cubicBezTo>
                  <a:pt x="243986" y="54846"/>
                  <a:pt x="243902" y="54575"/>
                  <a:pt x="243902" y="54237"/>
                </a:cubicBezTo>
                <a:cubicBezTo>
                  <a:pt x="243902" y="53560"/>
                  <a:pt x="244054" y="53035"/>
                  <a:pt x="244360" y="52662"/>
                </a:cubicBezTo>
                <a:cubicBezTo>
                  <a:pt x="244665" y="52290"/>
                  <a:pt x="245632" y="51427"/>
                  <a:pt x="247261" y="50072"/>
                </a:cubicBezTo>
                <a:cubicBezTo>
                  <a:pt x="251944" y="46198"/>
                  <a:pt x="255321" y="43055"/>
                  <a:pt x="257391" y="40643"/>
                </a:cubicBezTo>
                <a:cubicBezTo>
                  <a:pt x="259461" y="38230"/>
                  <a:pt x="264331" y="31860"/>
                  <a:pt x="272000" y="21532"/>
                </a:cubicBezTo>
                <a:cubicBezTo>
                  <a:pt x="272883" y="21532"/>
                  <a:pt x="273409" y="21600"/>
                  <a:pt x="273579" y="21735"/>
                </a:cubicBezTo>
                <a:cubicBezTo>
                  <a:pt x="273748" y="21871"/>
                  <a:pt x="273833" y="22381"/>
                  <a:pt x="273833" y="23265"/>
                </a:cubicBezTo>
                <a:lnTo>
                  <a:pt x="273833" y="48346"/>
                </a:lnTo>
                <a:lnTo>
                  <a:pt x="294398" y="48346"/>
                </a:lnTo>
                <a:close/>
                <a:moveTo>
                  <a:pt x="317112" y="10614"/>
                </a:moveTo>
                <a:cubicBezTo>
                  <a:pt x="317112" y="7717"/>
                  <a:pt x="318130" y="5224"/>
                  <a:pt x="320166" y="3136"/>
                </a:cubicBezTo>
                <a:cubicBezTo>
                  <a:pt x="322202" y="1045"/>
                  <a:pt x="324713" y="0"/>
                  <a:pt x="327700" y="0"/>
                </a:cubicBezTo>
                <a:cubicBezTo>
                  <a:pt x="330618" y="0"/>
                  <a:pt x="333112" y="1028"/>
                  <a:pt x="335183" y="3085"/>
                </a:cubicBezTo>
                <a:cubicBezTo>
                  <a:pt x="337253" y="5140"/>
                  <a:pt x="338288" y="7649"/>
                  <a:pt x="338288" y="10614"/>
                </a:cubicBezTo>
                <a:cubicBezTo>
                  <a:pt x="338288" y="13511"/>
                  <a:pt x="337253" y="15987"/>
                  <a:pt x="335183" y="18044"/>
                </a:cubicBezTo>
                <a:cubicBezTo>
                  <a:pt x="333112" y="20099"/>
                  <a:pt x="330618" y="21126"/>
                  <a:pt x="327700" y="21126"/>
                </a:cubicBezTo>
                <a:cubicBezTo>
                  <a:pt x="324713" y="21126"/>
                  <a:pt x="322202" y="20099"/>
                  <a:pt x="320166" y="18044"/>
                </a:cubicBezTo>
                <a:cubicBezTo>
                  <a:pt x="318130" y="15987"/>
                  <a:pt x="317112" y="13511"/>
                  <a:pt x="317112" y="10614"/>
                </a:cubicBezTo>
                <a:moveTo>
                  <a:pt x="304080" y="138944"/>
                </a:moveTo>
                <a:cubicBezTo>
                  <a:pt x="311343" y="138266"/>
                  <a:pt x="315924" y="137031"/>
                  <a:pt x="317824" y="135236"/>
                </a:cubicBezTo>
                <a:cubicBezTo>
                  <a:pt x="319725" y="133442"/>
                  <a:pt x="320675" y="128584"/>
                  <a:pt x="320675" y="120661"/>
                </a:cubicBezTo>
                <a:lnTo>
                  <a:pt x="320675" y="72112"/>
                </a:lnTo>
                <a:cubicBezTo>
                  <a:pt x="320675" y="67749"/>
                  <a:pt x="320370" y="64729"/>
                  <a:pt x="319759" y="63051"/>
                </a:cubicBezTo>
                <a:cubicBezTo>
                  <a:pt x="318741" y="60289"/>
                  <a:pt x="316603" y="58909"/>
                  <a:pt x="313345" y="58909"/>
                </a:cubicBezTo>
                <a:cubicBezTo>
                  <a:pt x="312598" y="58909"/>
                  <a:pt x="311869" y="58977"/>
                  <a:pt x="311156" y="59112"/>
                </a:cubicBezTo>
                <a:cubicBezTo>
                  <a:pt x="310443" y="59247"/>
                  <a:pt x="308390" y="59789"/>
                  <a:pt x="304997" y="60737"/>
                </a:cubicBezTo>
                <a:lnTo>
                  <a:pt x="304997" y="57487"/>
                </a:lnTo>
                <a:lnTo>
                  <a:pt x="309374" y="56065"/>
                </a:lnTo>
                <a:cubicBezTo>
                  <a:pt x="321252" y="52205"/>
                  <a:pt x="329532" y="49294"/>
                  <a:pt x="334215" y="47330"/>
                </a:cubicBezTo>
                <a:cubicBezTo>
                  <a:pt x="336116" y="46518"/>
                  <a:pt x="337337" y="46111"/>
                  <a:pt x="337880" y="46111"/>
                </a:cubicBezTo>
                <a:cubicBezTo>
                  <a:pt x="338016" y="46585"/>
                  <a:pt x="338084" y="47094"/>
                  <a:pt x="338084" y="47638"/>
                </a:cubicBezTo>
                <a:lnTo>
                  <a:pt x="338084" y="120639"/>
                </a:lnTo>
                <a:cubicBezTo>
                  <a:pt x="338084" y="128367"/>
                  <a:pt x="339017" y="133214"/>
                  <a:pt x="340884" y="135182"/>
                </a:cubicBezTo>
                <a:cubicBezTo>
                  <a:pt x="342750" y="137148"/>
                  <a:pt x="346975" y="138402"/>
                  <a:pt x="353559" y="138944"/>
                </a:cubicBezTo>
                <a:lnTo>
                  <a:pt x="353559" y="141787"/>
                </a:lnTo>
                <a:lnTo>
                  <a:pt x="304080" y="141787"/>
                </a:lnTo>
                <a:lnTo>
                  <a:pt x="304080" y="138944"/>
                </a:lnTo>
                <a:close/>
                <a:moveTo>
                  <a:pt x="363954" y="94711"/>
                </a:moveTo>
                <a:cubicBezTo>
                  <a:pt x="363954" y="81222"/>
                  <a:pt x="368246" y="69818"/>
                  <a:pt x="376832" y="60499"/>
                </a:cubicBezTo>
                <a:cubicBezTo>
                  <a:pt x="385418" y="51178"/>
                  <a:pt x="396464" y="46518"/>
                  <a:pt x="409971" y="46518"/>
                </a:cubicBezTo>
                <a:cubicBezTo>
                  <a:pt x="423409" y="46518"/>
                  <a:pt x="434540" y="50924"/>
                  <a:pt x="443364" y="59737"/>
                </a:cubicBezTo>
                <a:cubicBezTo>
                  <a:pt x="452187" y="68548"/>
                  <a:pt x="456599" y="80274"/>
                  <a:pt x="456599" y="94914"/>
                </a:cubicBezTo>
                <a:cubicBezTo>
                  <a:pt x="456599" y="108401"/>
                  <a:pt x="452323" y="120127"/>
                  <a:pt x="443771" y="130091"/>
                </a:cubicBezTo>
                <a:cubicBezTo>
                  <a:pt x="435219" y="140055"/>
                  <a:pt x="424156" y="145038"/>
                  <a:pt x="410582" y="145038"/>
                </a:cubicBezTo>
                <a:cubicBezTo>
                  <a:pt x="397550" y="145038"/>
                  <a:pt x="386521" y="140260"/>
                  <a:pt x="377494" y="130704"/>
                </a:cubicBezTo>
                <a:cubicBezTo>
                  <a:pt x="368467" y="121146"/>
                  <a:pt x="363954" y="109148"/>
                  <a:pt x="363954" y="94711"/>
                </a:cubicBezTo>
                <a:moveTo>
                  <a:pt x="407120" y="52612"/>
                </a:moveTo>
                <a:cubicBezTo>
                  <a:pt x="401758" y="52612"/>
                  <a:pt x="397109" y="54372"/>
                  <a:pt x="393172" y="57893"/>
                </a:cubicBezTo>
                <a:cubicBezTo>
                  <a:pt x="386385" y="64055"/>
                  <a:pt x="382992" y="74686"/>
                  <a:pt x="382992" y="89785"/>
                </a:cubicBezTo>
                <a:cubicBezTo>
                  <a:pt x="382992" y="101838"/>
                  <a:pt x="385723" y="113078"/>
                  <a:pt x="391187" y="123505"/>
                </a:cubicBezTo>
                <a:cubicBezTo>
                  <a:pt x="396651" y="133933"/>
                  <a:pt x="404236" y="139147"/>
                  <a:pt x="413941" y="139147"/>
                </a:cubicBezTo>
                <a:cubicBezTo>
                  <a:pt x="421543" y="139147"/>
                  <a:pt x="427397" y="135660"/>
                  <a:pt x="431503" y="128685"/>
                </a:cubicBezTo>
                <a:cubicBezTo>
                  <a:pt x="435609" y="121711"/>
                  <a:pt x="437662" y="112570"/>
                  <a:pt x="437662" y="101262"/>
                </a:cubicBezTo>
                <a:cubicBezTo>
                  <a:pt x="437662" y="89548"/>
                  <a:pt x="435049" y="78511"/>
                  <a:pt x="429823" y="68151"/>
                </a:cubicBezTo>
                <a:cubicBezTo>
                  <a:pt x="424597" y="57792"/>
                  <a:pt x="417029" y="52612"/>
                  <a:pt x="407120" y="52612"/>
                </a:cubicBezTo>
                <a:moveTo>
                  <a:pt x="410887" y="46518"/>
                </a:moveTo>
                <a:lnTo>
                  <a:pt x="410887" y="46518"/>
                </a:lnTo>
                <a:close/>
                <a:moveTo>
                  <a:pt x="466677" y="138944"/>
                </a:moveTo>
                <a:cubicBezTo>
                  <a:pt x="471496" y="138343"/>
                  <a:pt x="474873" y="137157"/>
                  <a:pt x="476807" y="135385"/>
                </a:cubicBezTo>
                <a:cubicBezTo>
                  <a:pt x="478741" y="133614"/>
                  <a:pt x="479709" y="129654"/>
                  <a:pt x="479709" y="123505"/>
                </a:cubicBezTo>
                <a:lnTo>
                  <a:pt x="479709" y="71706"/>
                </a:lnTo>
                <a:cubicBezTo>
                  <a:pt x="479709" y="67443"/>
                  <a:pt x="479301" y="64444"/>
                  <a:pt x="478487" y="62711"/>
                </a:cubicBezTo>
                <a:cubicBezTo>
                  <a:pt x="477197" y="60176"/>
                  <a:pt x="474550" y="58909"/>
                  <a:pt x="470546" y="58909"/>
                </a:cubicBezTo>
                <a:cubicBezTo>
                  <a:pt x="469935" y="58909"/>
                  <a:pt x="469307" y="58943"/>
                  <a:pt x="468662" y="59010"/>
                </a:cubicBezTo>
                <a:cubicBezTo>
                  <a:pt x="468018" y="59078"/>
                  <a:pt x="467220" y="59180"/>
                  <a:pt x="466270" y="59315"/>
                </a:cubicBezTo>
                <a:lnTo>
                  <a:pt x="466270" y="55659"/>
                </a:lnTo>
                <a:cubicBezTo>
                  <a:pt x="469053" y="54838"/>
                  <a:pt x="475636" y="52716"/>
                  <a:pt x="486021" y="49295"/>
                </a:cubicBezTo>
                <a:lnTo>
                  <a:pt x="495591" y="46111"/>
                </a:lnTo>
                <a:cubicBezTo>
                  <a:pt x="496066" y="46111"/>
                  <a:pt x="496354" y="46277"/>
                  <a:pt x="496456" y="46610"/>
                </a:cubicBezTo>
                <a:cubicBezTo>
                  <a:pt x="496558" y="46942"/>
                  <a:pt x="496609" y="47407"/>
                  <a:pt x="496609" y="48006"/>
                </a:cubicBezTo>
                <a:lnTo>
                  <a:pt x="496609" y="62787"/>
                </a:lnTo>
                <a:cubicBezTo>
                  <a:pt x="502853" y="56922"/>
                  <a:pt x="507740" y="52898"/>
                  <a:pt x="511269" y="50717"/>
                </a:cubicBezTo>
                <a:cubicBezTo>
                  <a:pt x="516563" y="47376"/>
                  <a:pt x="522061" y="45705"/>
                  <a:pt x="527762" y="45705"/>
                </a:cubicBezTo>
                <a:cubicBezTo>
                  <a:pt x="532377" y="45705"/>
                  <a:pt x="536585" y="47031"/>
                  <a:pt x="540386" y="49682"/>
                </a:cubicBezTo>
                <a:cubicBezTo>
                  <a:pt x="547716" y="54847"/>
                  <a:pt x="551381" y="64057"/>
                  <a:pt x="551381" y="77311"/>
                </a:cubicBezTo>
                <a:lnTo>
                  <a:pt x="551381" y="124927"/>
                </a:lnTo>
                <a:cubicBezTo>
                  <a:pt x="551381" y="129838"/>
                  <a:pt x="552365" y="133386"/>
                  <a:pt x="554334" y="135570"/>
                </a:cubicBezTo>
                <a:cubicBezTo>
                  <a:pt x="556302" y="137751"/>
                  <a:pt x="559594" y="138876"/>
                  <a:pt x="564209" y="138944"/>
                </a:cubicBezTo>
                <a:lnTo>
                  <a:pt x="564209" y="141787"/>
                </a:lnTo>
                <a:lnTo>
                  <a:pt x="520737" y="141787"/>
                </a:lnTo>
                <a:lnTo>
                  <a:pt x="520737" y="138944"/>
                </a:lnTo>
                <a:cubicBezTo>
                  <a:pt x="525692" y="138262"/>
                  <a:pt x="529153" y="136884"/>
                  <a:pt x="531122" y="134808"/>
                </a:cubicBezTo>
                <a:cubicBezTo>
                  <a:pt x="533090" y="132730"/>
                  <a:pt x="534074" y="128218"/>
                  <a:pt x="534074" y="121271"/>
                </a:cubicBezTo>
                <a:lnTo>
                  <a:pt x="534074" y="77762"/>
                </a:lnTo>
                <a:cubicBezTo>
                  <a:pt x="534074" y="71922"/>
                  <a:pt x="532988" y="67083"/>
                  <a:pt x="530816" y="63244"/>
                </a:cubicBezTo>
                <a:cubicBezTo>
                  <a:pt x="528644" y="59406"/>
                  <a:pt x="524640" y="57487"/>
                  <a:pt x="518803" y="57487"/>
                </a:cubicBezTo>
                <a:cubicBezTo>
                  <a:pt x="514798" y="57487"/>
                  <a:pt x="510726" y="58845"/>
                  <a:pt x="506586" y="61562"/>
                </a:cubicBezTo>
                <a:cubicBezTo>
                  <a:pt x="504278" y="63126"/>
                  <a:pt x="501292" y="65708"/>
                  <a:pt x="497627" y="69310"/>
                </a:cubicBezTo>
                <a:lnTo>
                  <a:pt x="497627" y="126349"/>
                </a:lnTo>
                <a:cubicBezTo>
                  <a:pt x="497627" y="131265"/>
                  <a:pt x="498713" y="134558"/>
                  <a:pt x="500885" y="136230"/>
                </a:cubicBezTo>
                <a:cubicBezTo>
                  <a:pt x="503057" y="137901"/>
                  <a:pt x="506484" y="138806"/>
                  <a:pt x="511167" y="138944"/>
                </a:cubicBezTo>
                <a:lnTo>
                  <a:pt x="511167" y="141787"/>
                </a:lnTo>
                <a:lnTo>
                  <a:pt x="466677" y="141787"/>
                </a:lnTo>
                <a:lnTo>
                  <a:pt x="466677" y="138944"/>
                </a:lnTo>
                <a:moveTo>
                  <a:pt x="515138" y="46111"/>
                </a:moveTo>
                <a:lnTo>
                  <a:pt x="515138" y="46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81ca9dfb2451f"/>
          <a:stretch xmlns:a="http://schemas.openxmlformats.org/drawingml/2006/main"/>
        </p:blipFill>
        <p:spPr>
          <a:xfrm xmlns:a="http://schemas.openxmlformats.org/drawingml/2006/main">
            <a:off x="12062282" y="803694"/>
            <a:ext cx="580692" cy="580692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fe58cb99e48d9"/>
          <a:stretch xmlns:a="http://schemas.openxmlformats.org/drawingml/2006/main"/>
        </p:blipFill>
        <p:spPr>
          <a:xfrm xmlns:a="http://schemas.openxmlformats.org/drawingml/2006/main">
            <a:off x="12061593" y="1489125"/>
            <a:ext cx="582069" cy="587889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f57d07d584eeb"/>
          <a:stretch xmlns:a="http://schemas.openxmlformats.org/drawingml/2006/main"/>
        </p:blipFill>
        <p:spPr>
          <a:xfrm xmlns:a="http://schemas.openxmlformats.org/drawingml/2006/main">
            <a:off x="12052906" y="2485860"/>
            <a:ext cx="590756" cy="579173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8a9a32983456d"/>
          <a:stretch xmlns:a="http://schemas.openxmlformats.org/drawingml/2006/main"/>
        </p:blipFill>
        <p:spPr>
          <a:xfrm xmlns:a="http://schemas.openxmlformats.org/drawingml/2006/main">
            <a:off x="12157619" y="2138419"/>
            <a:ext cx="390017" cy="390017"/>
          </a:xfrm>
          <a:prstGeom xmlns:a="http://schemas.openxmlformats.org/drawingml/2006/main" prst="rect">
            <a:avLst/>
          </a:prstGeom>
        </p:spPr>
      </p:pic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55BD3-BB61-4713-9B03-B041B3FC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8005" y="1083206"/>
            <a:ext cx="826615" cy="758563"/>
          </a:xfrm>
          <a:custGeom xmlns:a="http://schemas.openxmlformats.org/drawingml/2006/main">
            <a:pathLst>
              <a:path w="826615" h="758563">
                <a:moveTo>
                  <a:pt x="0" y="0"/>
                </a:moveTo>
                <a:lnTo>
                  <a:pt x="0" y="39002"/>
                </a:lnTo>
                <a:lnTo>
                  <a:pt x="393760" y="39002"/>
                </a:lnTo>
                <a:lnTo>
                  <a:pt x="393760" y="719561"/>
                </a:lnTo>
                <a:lnTo>
                  <a:pt x="709332" y="719561"/>
                </a:lnTo>
                <a:lnTo>
                  <a:pt x="709332" y="758563"/>
                </a:lnTo>
                <a:lnTo>
                  <a:pt x="826615" y="700060"/>
                </a:lnTo>
                <a:lnTo>
                  <a:pt x="709332" y="641558"/>
                </a:lnTo>
                <a:lnTo>
                  <a:pt x="709332" y="680559"/>
                </a:lnTo>
                <a:lnTo>
                  <a:pt x="432855" y="680559"/>
                </a:lnTo>
                <a:lnTo>
                  <a:pt x="4328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4BB4E-E735-44C4-BF31-C3344E8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8005" y="1720234"/>
            <a:ext cx="826615" cy="117005"/>
          </a:xfrm>
          <a:custGeom xmlns:a="http://schemas.openxmlformats.org/drawingml/2006/main">
            <a:pathLst>
              <a:path w="826615" h="117005">
                <a:moveTo>
                  <a:pt x="709332" y="117005"/>
                </a:moveTo>
                <a:lnTo>
                  <a:pt x="826615" y="58503"/>
                </a:lnTo>
                <a:lnTo>
                  <a:pt x="709332" y="0"/>
                </a:lnTo>
                <a:lnTo>
                  <a:pt x="709332" y="39002"/>
                </a:lnTo>
                <a:lnTo>
                  <a:pt x="393760" y="39002"/>
                </a:lnTo>
                <a:lnTo>
                  <a:pt x="393760" y="45114"/>
                </a:lnTo>
                <a:lnTo>
                  <a:pt x="0" y="45114"/>
                </a:lnTo>
                <a:lnTo>
                  <a:pt x="0" y="84115"/>
                </a:lnTo>
                <a:lnTo>
                  <a:pt x="432855" y="84115"/>
                </a:lnTo>
                <a:lnTo>
                  <a:pt x="432855" y="78003"/>
                </a:lnTo>
                <a:lnTo>
                  <a:pt x="709332" y="78003"/>
                </a:lnTo>
                <a:lnTo>
                  <a:pt x="709332" y="117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CB785-C5C5-4265-83E4-3FC18EB3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8005" y="1720234"/>
            <a:ext cx="831402" cy="1079099"/>
          </a:xfrm>
          <a:custGeom xmlns:a="http://schemas.openxmlformats.org/drawingml/2006/main">
            <a:pathLst>
              <a:path w="831402" h="1079099">
                <a:moveTo>
                  <a:pt x="714119" y="117005"/>
                </a:moveTo>
                <a:lnTo>
                  <a:pt x="831402" y="58503"/>
                </a:lnTo>
                <a:lnTo>
                  <a:pt x="714119" y="0"/>
                </a:lnTo>
                <a:lnTo>
                  <a:pt x="714119" y="39002"/>
                </a:lnTo>
                <a:lnTo>
                  <a:pt x="396156" y="39002"/>
                </a:lnTo>
                <a:lnTo>
                  <a:pt x="396156" y="1040097"/>
                </a:lnTo>
                <a:lnTo>
                  <a:pt x="0" y="1040097"/>
                </a:lnTo>
                <a:lnTo>
                  <a:pt x="0" y="1079099"/>
                </a:lnTo>
                <a:lnTo>
                  <a:pt x="435249" y="1079099"/>
                </a:lnTo>
                <a:lnTo>
                  <a:pt x="435249" y="78003"/>
                </a:lnTo>
                <a:lnTo>
                  <a:pt x="714119" y="78003"/>
                </a:lnTo>
                <a:lnTo>
                  <a:pt x="714119" y="117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0b7d038c5417f"/>
          <a:stretch xmlns:a="http://schemas.openxmlformats.org/drawingml/2006/main"/>
        </p:blipFill>
        <p:spPr>
          <a:xfrm xmlns:a="http://schemas.openxmlformats.org/drawingml/2006/main">
            <a:off x="968175" y="1661731"/>
            <a:ext cx="537357" cy="537357"/>
          </a:xfrm>
          <a:prstGeom xmlns:a="http://schemas.openxmlformats.org/drawingml/2006/main" prst="rect">
            <a:avLst/>
          </a:prstGeom>
        </p:spPr>
      </p:pic>
      <p:sp>
        <p:nvSpPr>
          <p:cNvPr id="32" name="Text 1.InnoDB">
            <a:extLst xmlns:a="http://schemas.openxmlformats.org/drawingml/2006/main">
              <a:ext uri="{FF2B5EF4-FFF2-40B4-BE49-F238E27FC236}">
                <a16:creationId xmlns:a16="http://schemas.microsoft.com/office/drawing/2014/main" id="{1690A951-55C3-4273-9C31-BA3F98D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58" y="1072305"/>
            <a:ext cx="733386" cy="123268"/>
          </a:xfrm>
          <a:custGeom xmlns:a="http://schemas.openxmlformats.org/drawingml/2006/main">
            <a:pathLst>
              <a:path w="733386" h="123268">
                <a:moveTo>
                  <a:pt x="70273" y="115075"/>
                </a:moveTo>
                <a:cubicBezTo>
                  <a:pt x="70273" y="116255"/>
                  <a:pt x="70179" y="117248"/>
                  <a:pt x="69993" y="118055"/>
                </a:cubicBezTo>
                <a:cubicBezTo>
                  <a:pt x="69806" y="118861"/>
                  <a:pt x="69557" y="119513"/>
                  <a:pt x="69246" y="120010"/>
                </a:cubicBezTo>
                <a:cubicBezTo>
                  <a:pt x="68935" y="120506"/>
                  <a:pt x="68577" y="120863"/>
                  <a:pt x="68173" y="121080"/>
                </a:cubicBezTo>
                <a:cubicBezTo>
                  <a:pt x="67769" y="121298"/>
                  <a:pt x="67349" y="121406"/>
                  <a:pt x="66913" y="121406"/>
                </a:cubicBezTo>
                <a:lnTo>
                  <a:pt x="3826" y="121406"/>
                </a:lnTo>
                <a:cubicBezTo>
                  <a:pt x="3391" y="121406"/>
                  <a:pt x="2986" y="121298"/>
                  <a:pt x="2613" y="121080"/>
                </a:cubicBezTo>
                <a:cubicBezTo>
                  <a:pt x="2240" y="120863"/>
                  <a:pt x="1882" y="120506"/>
                  <a:pt x="1540" y="120010"/>
                </a:cubicBezTo>
                <a:cubicBezTo>
                  <a:pt x="1198" y="119513"/>
                  <a:pt x="933" y="118861"/>
                  <a:pt x="747" y="118055"/>
                </a:cubicBezTo>
                <a:cubicBezTo>
                  <a:pt x="560" y="117248"/>
                  <a:pt x="467" y="116255"/>
                  <a:pt x="467" y="115075"/>
                </a:cubicBezTo>
                <a:cubicBezTo>
                  <a:pt x="467" y="113958"/>
                  <a:pt x="560" y="112996"/>
                  <a:pt x="747" y="112189"/>
                </a:cubicBezTo>
                <a:cubicBezTo>
                  <a:pt x="933" y="111382"/>
                  <a:pt x="1167" y="110715"/>
                  <a:pt x="1447" y="110187"/>
                </a:cubicBezTo>
                <a:cubicBezTo>
                  <a:pt x="1726" y="109660"/>
                  <a:pt x="2069" y="109256"/>
                  <a:pt x="2473" y="108977"/>
                </a:cubicBezTo>
                <a:cubicBezTo>
                  <a:pt x="2877" y="108698"/>
                  <a:pt x="3329" y="108558"/>
                  <a:pt x="3826" y="108558"/>
                </a:cubicBezTo>
                <a:lnTo>
                  <a:pt x="29024" y="108558"/>
                </a:lnTo>
                <a:lnTo>
                  <a:pt x="29024" y="16852"/>
                </a:lnTo>
                <a:lnTo>
                  <a:pt x="5693" y="30817"/>
                </a:lnTo>
                <a:cubicBezTo>
                  <a:pt x="4511" y="31438"/>
                  <a:pt x="3562" y="31810"/>
                  <a:pt x="2846" y="31934"/>
                </a:cubicBezTo>
                <a:cubicBezTo>
                  <a:pt x="2131" y="32058"/>
                  <a:pt x="1555" y="31919"/>
                  <a:pt x="1120" y="31515"/>
                </a:cubicBezTo>
                <a:cubicBezTo>
                  <a:pt x="684" y="31112"/>
                  <a:pt x="389" y="30444"/>
                  <a:pt x="233" y="29511"/>
                </a:cubicBezTo>
                <a:cubicBezTo>
                  <a:pt x="78" y="28576"/>
                  <a:pt x="0" y="27393"/>
                  <a:pt x="0" y="25961"/>
                </a:cubicBezTo>
                <a:cubicBezTo>
                  <a:pt x="0" y="24902"/>
                  <a:pt x="47" y="23999"/>
                  <a:pt x="140" y="23252"/>
                </a:cubicBezTo>
                <a:cubicBezTo>
                  <a:pt x="233" y="22506"/>
                  <a:pt x="373" y="21883"/>
                  <a:pt x="560" y="21385"/>
                </a:cubicBezTo>
                <a:cubicBezTo>
                  <a:pt x="747" y="20886"/>
                  <a:pt x="1011" y="20451"/>
                  <a:pt x="1353" y="20078"/>
                </a:cubicBezTo>
                <a:cubicBezTo>
                  <a:pt x="1695" y="19704"/>
                  <a:pt x="2146" y="19331"/>
                  <a:pt x="2706" y="18958"/>
                </a:cubicBezTo>
                <a:lnTo>
                  <a:pt x="30517" y="1120"/>
                </a:lnTo>
                <a:cubicBezTo>
                  <a:pt x="30766" y="934"/>
                  <a:pt x="31077" y="779"/>
                  <a:pt x="31450" y="655"/>
                </a:cubicBezTo>
                <a:cubicBezTo>
                  <a:pt x="31823" y="529"/>
                  <a:pt x="32290" y="403"/>
                  <a:pt x="32850" y="279"/>
                </a:cubicBezTo>
                <a:cubicBezTo>
                  <a:pt x="33410" y="155"/>
                  <a:pt x="34063" y="78"/>
                  <a:pt x="34810" y="47"/>
                </a:cubicBezTo>
                <a:cubicBezTo>
                  <a:pt x="35556" y="16"/>
                  <a:pt x="36490" y="0"/>
                  <a:pt x="37609" y="0"/>
                </a:cubicBezTo>
                <a:cubicBezTo>
                  <a:pt x="39103" y="0"/>
                  <a:pt x="40347" y="62"/>
                  <a:pt x="41342" y="186"/>
                </a:cubicBezTo>
                <a:cubicBezTo>
                  <a:pt x="42338" y="310"/>
                  <a:pt x="43116" y="481"/>
                  <a:pt x="43676" y="698"/>
                </a:cubicBezTo>
                <a:cubicBezTo>
                  <a:pt x="44235" y="916"/>
                  <a:pt x="44609" y="1196"/>
                  <a:pt x="44795" y="1539"/>
                </a:cubicBezTo>
                <a:cubicBezTo>
                  <a:pt x="44982" y="1880"/>
                  <a:pt x="45075" y="2237"/>
                  <a:pt x="45075" y="2610"/>
                </a:cubicBezTo>
                <a:lnTo>
                  <a:pt x="45075" y="108558"/>
                </a:lnTo>
                <a:lnTo>
                  <a:pt x="66913" y="108558"/>
                </a:lnTo>
                <a:cubicBezTo>
                  <a:pt x="67411" y="108558"/>
                  <a:pt x="67877" y="108698"/>
                  <a:pt x="68313" y="108977"/>
                </a:cubicBezTo>
                <a:cubicBezTo>
                  <a:pt x="68748" y="109256"/>
                  <a:pt x="69106" y="109660"/>
                  <a:pt x="69386" y="110187"/>
                </a:cubicBezTo>
                <a:cubicBezTo>
                  <a:pt x="69666" y="110715"/>
                  <a:pt x="69884" y="111382"/>
                  <a:pt x="70039" y="112189"/>
                </a:cubicBezTo>
                <a:cubicBezTo>
                  <a:pt x="70195" y="112996"/>
                  <a:pt x="70273" y="113958"/>
                  <a:pt x="70273" y="115075"/>
                </a:cubicBezTo>
                <a:close/>
                <a:moveTo>
                  <a:pt x="115661" y="111305"/>
                </a:moveTo>
                <a:cubicBezTo>
                  <a:pt x="115661" y="115731"/>
                  <a:pt x="114929" y="118676"/>
                  <a:pt x="113467" y="120141"/>
                </a:cubicBezTo>
                <a:cubicBezTo>
                  <a:pt x="112005" y="121605"/>
                  <a:pt x="109346" y="122337"/>
                  <a:pt x="105488" y="122337"/>
                </a:cubicBezTo>
                <a:cubicBezTo>
                  <a:pt x="101755" y="122337"/>
                  <a:pt x="99173" y="121621"/>
                  <a:pt x="97742" y="120187"/>
                </a:cubicBezTo>
                <a:cubicBezTo>
                  <a:pt x="96311" y="118754"/>
                  <a:pt x="95596" y="115886"/>
                  <a:pt x="95596" y="111584"/>
                </a:cubicBezTo>
                <a:cubicBezTo>
                  <a:pt x="95596" y="107158"/>
                  <a:pt x="96327" y="104212"/>
                  <a:pt x="97789" y="102748"/>
                </a:cubicBezTo>
                <a:cubicBezTo>
                  <a:pt x="99251" y="101283"/>
                  <a:pt x="101911" y="100551"/>
                  <a:pt x="105768" y="100551"/>
                </a:cubicBezTo>
                <a:cubicBezTo>
                  <a:pt x="109501" y="100551"/>
                  <a:pt x="112083" y="101268"/>
                  <a:pt x="113514" y="102701"/>
                </a:cubicBezTo>
                <a:cubicBezTo>
                  <a:pt x="114945" y="104135"/>
                  <a:pt x="115661" y="107002"/>
                  <a:pt x="115661" y="111305"/>
                </a:cubicBezTo>
                <a:close/>
                <a:moveTo>
                  <a:pt x="204820" y="118986"/>
                </a:moveTo>
                <a:cubicBezTo>
                  <a:pt x="204820" y="119482"/>
                  <a:pt x="204696" y="119917"/>
                  <a:pt x="204447" y="120289"/>
                </a:cubicBezTo>
                <a:cubicBezTo>
                  <a:pt x="204198" y="120661"/>
                  <a:pt x="203762" y="120956"/>
                  <a:pt x="203140" y="121174"/>
                </a:cubicBezTo>
                <a:cubicBezTo>
                  <a:pt x="202518" y="121391"/>
                  <a:pt x="201694" y="121577"/>
                  <a:pt x="200667" y="121732"/>
                </a:cubicBezTo>
                <a:cubicBezTo>
                  <a:pt x="199641" y="121887"/>
                  <a:pt x="198350" y="121965"/>
                  <a:pt x="196794" y="121965"/>
                </a:cubicBezTo>
                <a:cubicBezTo>
                  <a:pt x="195301" y="121965"/>
                  <a:pt x="194026" y="121887"/>
                  <a:pt x="192968" y="121732"/>
                </a:cubicBezTo>
                <a:cubicBezTo>
                  <a:pt x="191910" y="121577"/>
                  <a:pt x="191070" y="121391"/>
                  <a:pt x="190448" y="121174"/>
                </a:cubicBezTo>
                <a:cubicBezTo>
                  <a:pt x="189826" y="120956"/>
                  <a:pt x="189391" y="120661"/>
                  <a:pt x="189142" y="120289"/>
                </a:cubicBezTo>
                <a:cubicBezTo>
                  <a:pt x="188893" y="119917"/>
                  <a:pt x="188768" y="119482"/>
                  <a:pt x="188768" y="118986"/>
                </a:cubicBezTo>
                <a:lnTo>
                  <a:pt x="188768" y="3352"/>
                </a:lnTo>
                <a:cubicBezTo>
                  <a:pt x="188768" y="2855"/>
                  <a:pt x="188908" y="2421"/>
                  <a:pt x="189188" y="2048"/>
                </a:cubicBezTo>
                <a:cubicBezTo>
                  <a:pt x="189468" y="1676"/>
                  <a:pt x="189935" y="1381"/>
                  <a:pt x="190588" y="1164"/>
                </a:cubicBezTo>
                <a:cubicBezTo>
                  <a:pt x="191242" y="947"/>
                  <a:pt x="192081" y="760"/>
                  <a:pt x="193108" y="605"/>
                </a:cubicBezTo>
                <a:cubicBezTo>
                  <a:pt x="194135" y="450"/>
                  <a:pt x="195363" y="372"/>
                  <a:pt x="196794" y="372"/>
                </a:cubicBezTo>
                <a:cubicBezTo>
                  <a:pt x="198350" y="372"/>
                  <a:pt x="199641" y="450"/>
                  <a:pt x="200667" y="605"/>
                </a:cubicBezTo>
                <a:cubicBezTo>
                  <a:pt x="201694" y="760"/>
                  <a:pt x="202518" y="947"/>
                  <a:pt x="203140" y="1164"/>
                </a:cubicBezTo>
                <a:cubicBezTo>
                  <a:pt x="203762" y="1381"/>
                  <a:pt x="204198" y="1676"/>
                  <a:pt x="204447" y="2048"/>
                </a:cubicBezTo>
                <a:cubicBezTo>
                  <a:pt x="204696" y="2421"/>
                  <a:pt x="204820" y="2855"/>
                  <a:pt x="204820" y="3352"/>
                </a:cubicBezTo>
                <a:lnTo>
                  <a:pt x="204820" y="118986"/>
                </a:lnTo>
                <a:close/>
                <a:moveTo>
                  <a:pt x="307103" y="119079"/>
                </a:moveTo>
                <a:cubicBezTo>
                  <a:pt x="307103" y="119575"/>
                  <a:pt x="306979" y="119994"/>
                  <a:pt x="306730" y="120336"/>
                </a:cubicBezTo>
                <a:cubicBezTo>
                  <a:pt x="306481" y="120677"/>
                  <a:pt x="306076" y="120972"/>
                  <a:pt x="305516" y="121220"/>
                </a:cubicBezTo>
                <a:cubicBezTo>
                  <a:pt x="304957" y="121468"/>
                  <a:pt x="304179" y="121655"/>
                  <a:pt x="303183" y="121779"/>
                </a:cubicBezTo>
                <a:cubicBezTo>
                  <a:pt x="302188" y="121903"/>
                  <a:pt x="300944" y="121965"/>
                  <a:pt x="299450" y="121965"/>
                </a:cubicBezTo>
                <a:cubicBezTo>
                  <a:pt x="297895" y="121965"/>
                  <a:pt x="296620" y="121903"/>
                  <a:pt x="295624" y="121779"/>
                </a:cubicBezTo>
                <a:cubicBezTo>
                  <a:pt x="294629" y="121655"/>
                  <a:pt x="293851" y="121468"/>
                  <a:pt x="293291" y="121220"/>
                </a:cubicBezTo>
                <a:cubicBezTo>
                  <a:pt x="292731" y="120972"/>
                  <a:pt x="292327" y="120677"/>
                  <a:pt x="292078" y="120336"/>
                </a:cubicBezTo>
                <a:cubicBezTo>
                  <a:pt x="291829" y="119994"/>
                  <a:pt x="291705" y="119575"/>
                  <a:pt x="291705" y="119079"/>
                </a:cubicBezTo>
                <a:lnTo>
                  <a:pt x="291705" y="70013"/>
                </a:lnTo>
                <a:cubicBezTo>
                  <a:pt x="291705" y="65234"/>
                  <a:pt x="291331" y="61386"/>
                  <a:pt x="290585" y="58469"/>
                </a:cubicBezTo>
                <a:cubicBezTo>
                  <a:pt x="289838" y="55551"/>
                  <a:pt x="288749" y="53038"/>
                  <a:pt x="287318" y="50927"/>
                </a:cubicBezTo>
                <a:cubicBezTo>
                  <a:pt x="285887" y="48817"/>
                  <a:pt x="284036" y="47203"/>
                  <a:pt x="281766" y="46086"/>
                </a:cubicBezTo>
                <a:cubicBezTo>
                  <a:pt x="279495" y="44969"/>
                  <a:pt x="276866" y="44410"/>
                  <a:pt x="273880" y="44410"/>
                </a:cubicBezTo>
                <a:cubicBezTo>
                  <a:pt x="270022" y="44410"/>
                  <a:pt x="266165" y="45776"/>
                  <a:pt x="262308" y="48507"/>
                </a:cubicBezTo>
                <a:cubicBezTo>
                  <a:pt x="258450" y="51238"/>
                  <a:pt x="254406" y="55241"/>
                  <a:pt x="250175" y="60517"/>
                </a:cubicBezTo>
                <a:lnTo>
                  <a:pt x="250175" y="119079"/>
                </a:lnTo>
                <a:cubicBezTo>
                  <a:pt x="250175" y="119575"/>
                  <a:pt x="250051" y="119994"/>
                  <a:pt x="249802" y="120336"/>
                </a:cubicBezTo>
                <a:cubicBezTo>
                  <a:pt x="249553" y="120677"/>
                  <a:pt x="249149" y="120972"/>
                  <a:pt x="248589" y="121220"/>
                </a:cubicBezTo>
                <a:cubicBezTo>
                  <a:pt x="248029" y="121468"/>
                  <a:pt x="247251" y="121655"/>
                  <a:pt x="246256" y="121779"/>
                </a:cubicBezTo>
                <a:cubicBezTo>
                  <a:pt x="245260" y="121903"/>
                  <a:pt x="243985" y="121965"/>
                  <a:pt x="242430" y="121965"/>
                </a:cubicBezTo>
                <a:cubicBezTo>
                  <a:pt x="240936" y="121965"/>
                  <a:pt x="239692" y="121903"/>
                  <a:pt x="238697" y="121779"/>
                </a:cubicBezTo>
                <a:cubicBezTo>
                  <a:pt x="237701" y="121655"/>
                  <a:pt x="236908" y="121468"/>
                  <a:pt x="236317" y="121220"/>
                </a:cubicBezTo>
                <a:cubicBezTo>
                  <a:pt x="235726" y="120972"/>
                  <a:pt x="235321" y="120677"/>
                  <a:pt x="235104" y="120336"/>
                </a:cubicBezTo>
                <a:cubicBezTo>
                  <a:pt x="234886" y="119994"/>
                  <a:pt x="234777" y="119575"/>
                  <a:pt x="234777" y="119079"/>
                </a:cubicBezTo>
                <a:lnTo>
                  <a:pt x="234777" y="35286"/>
                </a:lnTo>
                <a:cubicBezTo>
                  <a:pt x="234777" y="34789"/>
                  <a:pt x="234870" y="34371"/>
                  <a:pt x="235057" y="34029"/>
                </a:cubicBezTo>
                <a:cubicBezTo>
                  <a:pt x="235244" y="33688"/>
                  <a:pt x="235617" y="33377"/>
                  <a:pt x="236177" y="33098"/>
                </a:cubicBezTo>
                <a:cubicBezTo>
                  <a:pt x="236737" y="32819"/>
                  <a:pt x="237452" y="32633"/>
                  <a:pt x="238323" y="32539"/>
                </a:cubicBezTo>
                <a:cubicBezTo>
                  <a:pt x="239194" y="32446"/>
                  <a:pt x="240345" y="32400"/>
                  <a:pt x="241776" y="32400"/>
                </a:cubicBezTo>
                <a:cubicBezTo>
                  <a:pt x="243145" y="32400"/>
                  <a:pt x="244281" y="32446"/>
                  <a:pt x="245183" y="32539"/>
                </a:cubicBezTo>
                <a:cubicBezTo>
                  <a:pt x="246085" y="32633"/>
                  <a:pt x="246785" y="32819"/>
                  <a:pt x="247282" y="33098"/>
                </a:cubicBezTo>
                <a:cubicBezTo>
                  <a:pt x="247780" y="33377"/>
                  <a:pt x="248138" y="33688"/>
                  <a:pt x="248356" y="34029"/>
                </a:cubicBezTo>
                <a:cubicBezTo>
                  <a:pt x="248573" y="34371"/>
                  <a:pt x="248682" y="34789"/>
                  <a:pt x="248682" y="35286"/>
                </a:cubicBezTo>
                <a:lnTo>
                  <a:pt x="248682" y="46365"/>
                </a:lnTo>
                <a:cubicBezTo>
                  <a:pt x="253411" y="41089"/>
                  <a:pt x="258124" y="37226"/>
                  <a:pt x="262821" y="34774"/>
                </a:cubicBezTo>
                <a:cubicBezTo>
                  <a:pt x="267518" y="32322"/>
                  <a:pt x="272262" y="31096"/>
                  <a:pt x="277053" y="31096"/>
                </a:cubicBezTo>
                <a:cubicBezTo>
                  <a:pt x="282652" y="31096"/>
                  <a:pt x="287365" y="32043"/>
                  <a:pt x="291191" y="33936"/>
                </a:cubicBezTo>
                <a:cubicBezTo>
                  <a:pt x="295018" y="35829"/>
                  <a:pt x="298113" y="38358"/>
                  <a:pt x="300477" y="41524"/>
                </a:cubicBezTo>
                <a:cubicBezTo>
                  <a:pt x="302841" y="44689"/>
                  <a:pt x="304537" y="48398"/>
                  <a:pt x="305563" y="52650"/>
                </a:cubicBezTo>
                <a:cubicBezTo>
                  <a:pt x="306590" y="56901"/>
                  <a:pt x="307103" y="62007"/>
                  <a:pt x="307103" y="67965"/>
                </a:cubicBezTo>
                <a:lnTo>
                  <a:pt x="307103" y="119079"/>
                </a:lnTo>
                <a:close/>
                <a:moveTo>
                  <a:pt x="407062" y="119079"/>
                </a:moveTo>
                <a:cubicBezTo>
                  <a:pt x="407062" y="119575"/>
                  <a:pt x="406938" y="119994"/>
                  <a:pt x="406689" y="120336"/>
                </a:cubicBezTo>
                <a:cubicBezTo>
                  <a:pt x="406440" y="120677"/>
                  <a:pt x="406036" y="120972"/>
                  <a:pt x="405476" y="121220"/>
                </a:cubicBezTo>
                <a:cubicBezTo>
                  <a:pt x="404916" y="121468"/>
                  <a:pt x="404138" y="121655"/>
                  <a:pt x="403143" y="121779"/>
                </a:cubicBezTo>
                <a:cubicBezTo>
                  <a:pt x="402147" y="121903"/>
                  <a:pt x="400903" y="121965"/>
                  <a:pt x="399410" y="121965"/>
                </a:cubicBezTo>
                <a:cubicBezTo>
                  <a:pt x="397854" y="121965"/>
                  <a:pt x="396579" y="121903"/>
                  <a:pt x="395584" y="121779"/>
                </a:cubicBezTo>
                <a:cubicBezTo>
                  <a:pt x="394588" y="121655"/>
                  <a:pt x="393810" y="121468"/>
                  <a:pt x="393250" y="121220"/>
                </a:cubicBezTo>
                <a:cubicBezTo>
                  <a:pt x="392691" y="120972"/>
                  <a:pt x="392286" y="120677"/>
                  <a:pt x="392037" y="120336"/>
                </a:cubicBezTo>
                <a:cubicBezTo>
                  <a:pt x="391788" y="119994"/>
                  <a:pt x="391664" y="119575"/>
                  <a:pt x="391664" y="119079"/>
                </a:cubicBezTo>
                <a:lnTo>
                  <a:pt x="391664" y="70013"/>
                </a:lnTo>
                <a:cubicBezTo>
                  <a:pt x="391664" y="65234"/>
                  <a:pt x="391291" y="61386"/>
                  <a:pt x="390544" y="58469"/>
                </a:cubicBezTo>
                <a:cubicBezTo>
                  <a:pt x="389798" y="55551"/>
                  <a:pt x="388709" y="53038"/>
                  <a:pt x="387278" y="50927"/>
                </a:cubicBezTo>
                <a:cubicBezTo>
                  <a:pt x="385847" y="48817"/>
                  <a:pt x="383996" y="47203"/>
                  <a:pt x="381725" y="46086"/>
                </a:cubicBezTo>
                <a:cubicBezTo>
                  <a:pt x="379454" y="44969"/>
                  <a:pt x="376826" y="44410"/>
                  <a:pt x="373839" y="44410"/>
                </a:cubicBezTo>
                <a:cubicBezTo>
                  <a:pt x="369982" y="44410"/>
                  <a:pt x="366124" y="45776"/>
                  <a:pt x="362267" y="48507"/>
                </a:cubicBezTo>
                <a:cubicBezTo>
                  <a:pt x="358410" y="51238"/>
                  <a:pt x="354366" y="55241"/>
                  <a:pt x="350135" y="60517"/>
                </a:cubicBezTo>
                <a:lnTo>
                  <a:pt x="350135" y="119079"/>
                </a:lnTo>
                <a:cubicBezTo>
                  <a:pt x="350135" y="119575"/>
                  <a:pt x="350010" y="119994"/>
                  <a:pt x="349762" y="120336"/>
                </a:cubicBezTo>
                <a:cubicBezTo>
                  <a:pt x="349513" y="120677"/>
                  <a:pt x="349108" y="120972"/>
                  <a:pt x="348548" y="121220"/>
                </a:cubicBezTo>
                <a:cubicBezTo>
                  <a:pt x="347988" y="121468"/>
                  <a:pt x="347211" y="121655"/>
                  <a:pt x="346215" y="121779"/>
                </a:cubicBezTo>
                <a:cubicBezTo>
                  <a:pt x="345220" y="121903"/>
                  <a:pt x="343944" y="121965"/>
                  <a:pt x="342389" y="121965"/>
                </a:cubicBezTo>
                <a:cubicBezTo>
                  <a:pt x="340896" y="121965"/>
                  <a:pt x="339652" y="121903"/>
                  <a:pt x="338656" y="121779"/>
                </a:cubicBezTo>
                <a:cubicBezTo>
                  <a:pt x="337661" y="121655"/>
                  <a:pt x="336867" y="121468"/>
                  <a:pt x="336276" y="121220"/>
                </a:cubicBezTo>
                <a:cubicBezTo>
                  <a:pt x="335685" y="120972"/>
                  <a:pt x="335281" y="120677"/>
                  <a:pt x="335063" y="120336"/>
                </a:cubicBezTo>
                <a:cubicBezTo>
                  <a:pt x="334845" y="119994"/>
                  <a:pt x="334736" y="119575"/>
                  <a:pt x="334736" y="119079"/>
                </a:cubicBezTo>
                <a:lnTo>
                  <a:pt x="334736" y="35286"/>
                </a:lnTo>
                <a:cubicBezTo>
                  <a:pt x="334736" y="34789"/>
                  <a:pt x="334830" y="34371"/>
                  <a:pt x="335016" y="34029"/>
                </a:cubicBezTo>
                <a:cubicBezTo>
                  <a:pt x="335203" y="33688"/>
                  <a:pt x="335576" y="33377"/>
                  <a:pt x="336136" y="33098"/>
                </a:cubicBezTo>
                <a:cubicBezTo>
                  <a:pt x="336696" y="32819"/>
                  <a:pt x="337412" y="32633"/>
                  <a:pt x="338283" y="32539"/>
                </a:cubicBezTo>
                <a:cubicBezTo>
                  <a:pt x="339154" y="32446"/>
                  <a:pt x="340305" y="32400"/>
                  <a:pt x="341736" y="32400"/>
                </a:cubicBezTo>
                <a:cubicBezTo>
                  <a:pt x="343105" y="32400"/>
                  <a:pt x="344240" y="32446"/>
                  <a:pt x="345142" y="32539"/>
                </a:cubicBezTo>
                <a:cubicBezTo>
                  <a:pt x="346044" y="32633"/>
                  <a:pt x="346744" y="32819"/>
                  <a:pt x="347242" y="33098"/>
                </a:cubicBezTo>
                <a:cubicBezTo>
                  <a:pt x="347740" y="33377"/>
                  <a:pt x="348097" y="33688"/>
                  <a:pt x="348315" y="34029"/>
                </a:cubicBezTo>
                <a:cubicBezTo>
                  <a:pt x="348533" y="34371"/>
                  <a:pt x="348642" y="34789"/>
                  <a:pt x="348642" y="35286"/>
                </a:cubicBezTo>
                <a:lnTo>
                  <a:pt x="348642" y="46365"/>
                </a:lnTo>
                <a:cubicBezTo>
                  <a:pt x="353370" y="41089"/>
                  <a:pt x="358083" y="37226"/>
                  <a:pt x="362780" y="34774"/>
                </a:cubicBezTo>
                <a:cubicBezTo>
                  <a:pt x="367478" y="32322"/>
                  <a:pt x="372222" y="31096"/>
                  <a:pt x="377012" y="31096"/>
                </a:cubicBezTo>
                <a:cubicBezTo>
                  <a:pt x="382612" y="31096"/>
                  <a:pt x="387324" y="32043"/>
                  <a:pt x="391151" y="33936"/>
                </a:cubicBezTo>
                <a:cubicBezTo>
                  <a:pt x="394977" y="35829"/>
                  <a:pt x="398072" y="38358"/>
                  <a:pt x="400436" y="41524"/>
                </a:cubicBezTo>
                <a:cubicBezTo>
                  <a:pt x="402801" y="44689"/>
                  <a:pt x="404496" y="48398"/>
                  <a:pt x="405523" y="52650"/>
                </a:cubicBezTo>
                <a:cubicBezTo>
                  <a:pt x="406549" y="56901"/>
                  <a:pt x="407062" y="62007"/>
                  <a:pt x="407062" y="67965"/>
                </a:cubicBezTo>
                <a:lnTo>
                  <a:pt x="407062" y="119079"/>
                </a:lnTo>
                <a:close/>
                <a:moveTo>
                  <a:pt x="512808" y="76298"/>
                </a:moveTo>
                <a:cubicBezTo>
                  <a:pt x="512808" y="83131"/>
                  <a:pt x="511906" y="89422"/>
                  <a:pt x="510102" y="95169"/>
                </a:cubicBezTo>
                <a:cubicBezTo>
                  <a:pt x="508297" y="100916"/>
                  <a:pt x="505606" y="105872"/>
                  <a:pt x="502029" y="110036"/>
                </a:cubicBezTo>
                <a:cubicBezTo>
                  <a:pt x="498452" y="114199"/>
                  <a:pt x="493972" y="117445"/>
                  <a:pt x="488590" y="119774"/>
                </a:cubicBezTo>
                <a:cubicBezTo>
                  <a:pt x="483209" y="122104"/>
                  <a:pt x="476972" y="123268"/>
                  <a:pt x="469879" y="123268"/>
                </a:cubicBezTo>
                <a:cubicBezTo>
                  <a:pt x="462973" y="123268"/>
                  <a:pt x="456954" y="122243"/>
                  <a:pt x="451821" y="120193"/>
                </a:cubicBezTo>
                <a:cubicBezTo>
                  <a:pt x="446688" y="118143"/>
                  <a:pt x="442411" y="115161"/>
                  <a:pt x="438989" y="111246"/>
                </a:cubicBezTo>
                <a:cubicBezTo>
                  <a:pt x="435567" y="107332"/>
                  <a:pt x="433016" y="102579"/>
                  <a:pt x="431336" y="96987"/>
                </a:cubicBezTo>
                <a:cubicBezTo>
                  <a:pt x="429656" y="91395"/>
                  <a:pt x="428817" y="85057"/>
                  <a:pt x="428817" y="77974"/>
                </a:cubicBezTo>
                <a:cubicBezTo>
                  <a:pt x="428817" y="71140"/>
                  <a:pt x="429703" y="64850"/>
                  <a:pt x="431476" y="59103"/>
                </a:cubicBezTo>
                <a:cubicBezTo>
                  <a:pt x="433249" y="53356"/>
                  <a:pt x="435925" y="48401"/>
                  <a:pt x="439502" y="44238"/>
                </a:cubicBezTo>
                <a:cubicBezTo>
                  <a:pt x="443080" y="40074"/>
                  <a:pt x="447543" y="36843"/>
                  <a:pt x="452894" y="34544"/>
                </a:cubicBezTo>
                <a:cubicBezTo>
                  <a:pt x="458245" y="32246"/>
                  <a:pt x="464497" y="31096"/>
                  <a:pt x="471652" y="31096"/>
                </a:cubicBezTo>
                <a:cubicBezTo>
                  <a:pt x="478558" y="31096"/>
                  <a:pt x="484577" y="32122"/>
                  <a:pt x="489710" y="34172"/>
                </a:cubicBezTo>
                <a:cubicBezTo>
                  <a:pt x="494843" y="36222"/>
                  <a:pt x="499120" y="39204"/>
                  <a:pt x="502542" y="43118"/>
                </a:cubicBezTo>
                <a:cubicBezTo>
                  <a:pt x="505964" y="47033"/>
                  <a:pt x="508531" y="51786"/>
                  <a:pt x="510241" y="57378"/>
                </a:cubicBezTo>
                <a:cubicBezTo>
                  <a:pt x="511952" y="62970"/>
                  <a:pt x="512808" y="69276"/>
                  <a:pt x="512808" y="76298"/>
                </a:cubicBezTo>
                <a:moveTo>
                  <a:pt x="496570" y="77322"/>
                </a:moveTo>
                <a:cubicBezTo>
                  <a:pt x="496570" y="72785"/>
                  <a:pt x="496150" y="68497"/>
                  <a:pt x="495310" y="64456"/>
                </a:cubicBezTo>
                <a:cubicBezTo>
                  <a:pt x="494470" y="60416"/>
                  <a:pt x="493085" y="56873"/>
                  <a:pt x="491157" y="53828"/>
                </a:cubicBezTo>
                <a:cubicBezTo>
                  <a:pt x="489228" y="50783"/>
                  <a:pt x="486615" y="48375"/>
                  <a:pt x="483318" y="46604"/>
                </a:cubicBezTo>
                <a:cubicBezTo>
                  <a:pt x="480020" y="44831"/>
                  <a:pt x="475914" y="43945"/>
                  <a:pt x="470999" y="43945"/>
                </a:cubicBezTo>
                <a:cubicBezTo>
                  <a:pt x="466457" y="43945"/>
                  <a:pt x="462553" y="44752"/>
                  <a:pt x="459287" y="46368"/>
                </a:cubicBezTo>
                <a:cubicBezTo>
                  <a:pt x="456020" y="47984"/>
                  <a:pt x="453330" y="50269"/>
                  <a:pt x="451214" y="53223"/>
                </a:cubicBezTo>
                <a:cubicBezTo>
                  <a:pt x="449099" y="56175"/>
                  <a:pt x="447528" y="59671"/>
                  <a:pt x="446501" y="63712"/>
                </a:cubicBezTo>
                <a:cubicBezTo>
                  <a:pt x="445475" y="67750"/>
                  <a:pt x="444962" y="72163"/>
                  <a:pt x="444962" y="76950"/>
                </a:cubicBezTo>
                <a:cubicBezTo>
                  <a:pt x="444962" y="81549"/>
                  <a:pt x="445381" y="85868"/>
                  <a:pt x="446221" y="89908"/>
                </a:cubicBezTo>
                <a:cubicBezTo>
                  <a:pt x="447061" y="93949"/>
                  <a:pt x="448461" y="97476"/>
                  <a:pt x="450421" y="100490"/>
                </a:cubicBezTo>
                <a:cubicBezTo>
                  <a:pt x="452381" y="103504"/>
                  <a:pt x="455009" y="105898"/>
                  <a:pt x="458307" y="107671"/>
                </a:cubicBezTo>
                <a:cubicBezTo>
                  <a:pt x="461604" y="109442"/>
                  <a:pt x="465711" y="110327"/>
                  <a:pt x="470626" y="110327"/>
                </a:cubicBezTo>
                <a:cubicBezTo>
                  <a:pt x="475105" y="110327"/>
                  <a:pt x="478994" y="109519"/>
                  <a:pt x="482291" y="107903"/>
                </a:cubicBezTo>
                <a:cubicBezTo>
                  <a:pt x="485588" y="106288"/>
                  <a:pt x="488295" y="104019"/>
                  <a:pt x="490410" y="101098"/>
                </a:cubicBezTo>
                <a:cubicBezTo>
                  <a:pt x="492526" y="98175"/>
                  <a:pt x="494081" y="94694"/>
                  <a:pt x="495076" y="90656"/>
                </a:cubicBezTo>
                <a:cubicBezTo>
                  <a:pt x="496072" y="86616"/>
                  <a:pt x="496570" y="82171"/>
                  <a:pt x="496570" y="77322"/>
                </a:cubicBezTo>
                <a:close/>
                <a:moveTo>
                  <a:pt x="629286" y="59400"/>
                </a:moveTo>
                <a:cubicBezTo>
                  <a:pt x="629286" y="69827"/>
                  <a:pt x="627948" y="78936"/>
                  <a:pt x="625273" y="86725"/>
                </a:cubicBezTo>
                <a:cubicBezTo>
                  <a:pt x="622597" y="94515"/>
                  <a:pt x="618693" y="100970"/>
                  <a:pt x="613561" y="106091"/>
                </a:cubicBezTo>
                <a:cubicBezTo>
                  <a:pt x="608428" y="111212"/>
                  <a:pt x="602128" y="115044"/>
                  <a:pt x="594663" y="117589"/>
                </a:cubicBezTo>
                <a:cubicBezTo>
                  <a:pt x="587197" y="120134"/>
                  <a:pt x="578300" y="121406"/>
                  <a:pt x="567972" y="121406"/>
                </a:cubicBezTo>
                <a:lnTo>
                  <a:pt x="542401" y="121406"/>
                </a:lnTo>
                <a:cubicBezTo>
                  <a:pt x="540970" y="121406"/>
                  <a:pt x="539617" y="120925"/>
                  <a:pt x="538342" y="119963"/>
                </a:cubicBezTo>
                <a:cubicBezTo>
                  <a:pt x="537066" y="119001"/>
                  <a:pt x="536429" y="117310"/>
                  <a:pt x="536429" y="114889"/>
                </a:cubicBezTo>
                <a:lnTo>
                  <a:pt x="536429" y="7448"/>
                </a:lnTo>
                <a:cubicBezTo>
                  <a:pt x="536429" y="5028"/>
                  <a:pt x="537066" y="3336"/>
                  <a:pt x="538342" y="2374"/>
                </a:cubicBezTo>
                <a:cubicBezTo>
                  <a:pt x="539617" y="1412"/>
                  <a:pt x="540970" y="931"/>
                  <a:pt x="542401" y="931"/>
                </a:cubicBezTo>
                <a:lnTo>
                  <a:pt x="569745" y="931"/>
                </a:lnTo>
                <a:cubicBezTo>
                  <a:pt x="580197" y="931"/>
                  <a:pt x="589032" y="2281"/>
                  <a:pt x="596249" y="4981"/>
                </a:cubicBezTo>
                <a:cubicBezTo>
                  <a:pt x="603466" y="7681"/>
                  <a:pt x="609517" y="11560"/>
                  <a:pt x="614401" y="16619"/>
                </a:cubicBezTo>
                <a:cubicBezTo>
                  <a:pt x="619284" y="21677"/>
                  <a:pt x="622986" y="27807"/>
                  <a:pt x="625506" y="35007"/>
                </a:cubicBezTo>
                <a:cubicBezTo>
                  <a:pt x="628026" y="42207"/>
                  <a:pt x="629286" y="50338"/>
                  <a:pt x="629286" y="59400"/>
                </a:cubicBezTo>
                <a:moveTo>
                  <a:pt x="612394" y="60051"/>
                </a:moveTo>
                <a:cubicBezTo>
                  <a:pt x="612394" y="53534"/>
                  <a:pt x="611585" y="47467"/>
                  <a:pt x="609968" y="41850"/>
                </a:cubicBezTo>
                <a:cubicBezTo>
                  <a:pt x="608350" y="36233"/>
                  <a:pt x="605815" y="31376"/>
                  <a:pt x="602362" y="27279"/>
                </a:cubicBezTo>
                <a:cubicBezTo>
                  <a:pt x="598909" y="23183"/>
                  <a:pt x="594538" y="19986"/>
                  <a:pt x="589250" y="17690"/>
                </a:cubicBezTo>
                <a:cubicBezTo>
                  <a:pt x="583961" y="15393"/>
                  <a:pt x="577149" y="14245"/>
                  <a:pt x="568812" y="14245"/>
                </a:cubicBezTo>
                <a:lnTo>
                  <a:pt x="552480" y="14245"/>
                </a:lnTo>
                <a:lnTo>
                  <a:pt x="552480" y="107999"/>
                </a:lnTo>
                <a:lnTo>
                  <a:pt x="568999" y="107999"/>
                </a:lnTo>
                <a:cubicBezTo>
                  <a:pt x="576713" y="107999"/>
                  <a:pt x="583215" y="107037"/>
                  <a:pt x="588503" y="105113"/>
                </a:cubicBezTo>
                <a:cubicBezTo>
                  <a:pt x="593792" y="103189"/>
                  <a:pt x="598209" y="100241"/>
                  <a:pt x="601755" y="96268"/>
                </a:cubicBezTo>
                <a:cubicBezTo>
                  <a:pt x="605301" y="92296"/>
                  <a:pt x="607961" y="87315"/>
                  <a:pt x="609734" y="81325"/>
                </a:cubicBezTo>
                <a:cubicBezTo>
                  <a:pt x="611507" y="75336"/>
                  <a:pt x="612394" y="68244"/>
                  <a:pt x="612394" y="60051"/>
                </a:cubicBezTo>
                <a:close/>
                <a:moveTo>
                  <a:pt x="733386" y="86865"/>
                </a:moveTo>
                <a:cubicBezTo>
                  <a:pt x="733386" y="90651"/>
                  <a:pt x="732904" y="94143"/>
                  <a:pt x="731939" y="97339"/>
                </a:cubicBezTo>
                <a:cubicBezTo>
                  <a:pt x="730975" y="100536"/>
                  <a:pt x="729622" y="103406"/>
                  <a:pt x="727880" y="105951"/>
                </a:cubicBezTo>
                <a:cubicBezTo>
                  <a:pt x="726138" y="108496"/>
                  <a:pt x="724038" y="110730"/>
                  <a:pt x="721580" y="112655"/>
                </a:cubicBezTo>
                <a:cubicBezTo>
                  <a:pt x="719123" y="114579"/>
                  <a:pt x="716354" y="116193"/>
                  <a:pt x="713274" y="117496"/>
                </a:cubicBezTo>
                <a:cubicBezTo>
                  <a:pt x="710195" y="118799"/>
                  <a:pt x="706897" y="119777"/>
                  <a:pt x="703382" y="120429"/>
                </a:cubicBezTo>
                <a:cubicBezTo>
                  <a:pt x="699867" y="121080"/>
                  <a:pt x="695838" y="121406"/>
                  <a:pt x="691297" y="121406"/>
                </a:cubicBezTo>
                <a:lnTo>
                  <a:pt x="659753" y="121406"/>
                </a:lnTo>
                <a:cubicBezTo>
                  <a:pt x="658322" y="121406"/>
                  <a:pt x="656969" y="120925"/>
                  <a:pt x="655694" y="119963"/>
                </a:cubicBezTo>
                <a:cubicBezTo>
                  <a:pt x="654418" y="119001"/>
                  <a:pt x="653781" y="117310"/>
                  <a:pt x="653781" y="114889"/>
                </a:cubicBezTo>
                <a:lnTo>
                  <a:pt x="653781" y="7448"/>
                </a:lnTo>
                <a:cubicBezTo>
                  <a:pt x="653781" y="5028"/>
                  <a:pt x="654418" y="3336"/>
                  <a:pt x="655694" y="2374"/>
                </a:cubicBezTo>
                <a:cubicBezTo>
                  <a:pt x="656969" y="1412"/>
                  <a:pt x="658322" y="931"/>
                  <a:pt x="659753" y="931"/>
                </a:cubicBezTo>
                <a:lnTo>
                  <a:pt x="687190" y="931"/>
                </a:lnTo>
                <a:cubicBezTo>
                  <a:pt x="694407" y="931"/>
                  <a:pt x="700318" y="1614"/>
                  <a:pt x="704922" y="2979"/>
                </a:cubicBezTo>
                <a:cubicBezTo>
                  <a:pt x="709526" y="4345"/>
                  <a:pt x="713368" y="6331"/>
                  <a:pt x="716447" y="8938"/>
                </a:cubicBezTo>
                <a:cubicBezTo>
                  <a:pt x="719527" y="11545"/>
                  <a:pt x="721845" y="14741"/>
                  <a:pt x="723400" y="18527"/>
                </a:cubicBezTo>
                <a:cubicBezTo>
                  <a:pt x="724955" y="22314"/>
                  <a:pt x="725733" y="26596"/>
                  <a:pt x="725733" y="31376"/>
                </a:cubicBezTo>
                <a:cubicBezTo>
                  <a:pt x="725733" y="34231"/>
                  <a:pt x="725391" y="36962"/>
                  <a:pt x="724707" y="39569"/>
                </a:cubicBezTo>
                <a:cubicBezTo>
                  <a:pt x="724022" y="42176"/>
                  <a:pt x="723011" y="44581"/>
                  <a:pt x="721674" y="46784"/>
                </a:cubicBezTo>
                <a:cubicBezTo>
                  <a:pt x="720336" y="48988"/>
                  <a:pt x="718656" y="50958"/>
                  <a:pt x="716634" y="52696"/>
                </a:cubicBezTo>
                <a:cubicBezTo>
                  <a:pt x="714612" y="54434"/>
                  <a:pt x="712295" y="55862"/>
                  <a:pt x="709681" y="56979"/>
                </a:cubicBezTo>
                <a:cubicBezTo>
                  <a:pt x="712979" y="57600"/>
                  <a:pt x="716059" y="58732"/>
                  <a:pt x="718920" y="60377"/>
                </a:cubicBezTo>
                <a:cubicBezTo>
                  <a:pt x="721782" y="62022"/>
                  <a:pt x="724287" y="64117"/>
                  <a:pt x="726433" y="66662"/>
                </a:cubicBezTo>
                <a:cubicBezTo>
                  <a:pt x="728580" y="69207"/>
                  <a:pt x="730275" y="72186"/>
                  <a:pt x="731519" y="75600"/>
                </a:cubicBezTo>
                <a:cubicBezTo>
                  <a:pt x="732764" y="79013"/>
                  <a:pt x="733386" y="82769"/>
                  <a:pt x="733386" y="86865"/>
                </a:cubicBezTo>
                <a:moveTo>
                  <a:pt x="709215" y="32958"/>
                </a:moveTo>
                <a:cubicBezTo>
                  <a:pt x="709215" y="30041"/>
                  <a:pt x="708810" y="27403"/>
                  <a:pt x="708002" y="25045"/>
                </a:cubicBezTo>
                <a:cubicBezTo>
                  <a:pt x="707193" y="22686"/>
                  <a:pt x="705917" y="20684"/>
                  <a:pt x="704175" y="19040"/>
                </a:cubicBezTo>
                <a:cubicBezTo>
                  <a:pt x="702433" y="17395"/>
                  <a:pt x="700162" y="16138"/>
                  <a:pt x="697363" y="15269"/>
                </a:cubicBezTo>
                <a:cubicBezTo>
                  <a:pt x="694563" y="14400"/>
                  <a:pt x="690861" y="13965"/>
                  <a:pt x="686257" y="13965"/>
                </a:cubicBezTo>
                <a:lnTo>
                  <a:pt x="669646" y="13965"/>
                </a:lnTo>
                <a:lnTo>
                  <a:pt x="669646" y="52976"/>
                </a:lnTo>
                <a:lnTo>
                  <a:pt x="687937" y="52976"/>
                </a:lnTo>
                <a:cubicBezTo>
                  <a:pt x="692105" y="52976"/>
                  <a:pt x="695465" y="52433"/>
                  <a:pt x="698016" y="51346"/>
                </a:cubicBezTo>
                <a:cubicBezTo>
                  <a:pt x="700567" y="50260"/>
                  <a:pt x="702682" y="48801"/>
                  <a:pt x="704362" y="46970"/>
                </a:cubicBezTo>
                <a:cubicBezTo>
                  <a:pt x="706042" y="45139"/>
                  <a:pt x="707271" y="42998"/>
                  <a:pt x="708048" y="40546"/>
                </a:cubicBezTo>
                <a:cubicBezTo>
                  <a:pt x="708826" y="38095"/>
                  <a:pt x="709215" y="35565"/>
                  <a:pt x="709215" y="32958"/>
                </a:cubicBezTo>
                <a:moveTo>
                  <a:pt x="716494" y="87796"/>
                </a:moveTo>
                <a:cubicBezTo>
                  <a:pt x="716494" y="84196"/>
                  <a:pt x="715919" y="81031"/>
                  <a:pt x="714768" y="78300"/>
                </a:cubicBezTo>
                <a:cubicBezTo>
                  <a:pt x="713617" y="75569"/>
                  <a:pt x="711937" y="73272"/>
                  <a:pt x="709728" y="71410"/>
                </a:cubicBezTo>
                <a:cubicBezTo>
                  <a:pt x="707519" y="69548"/>
                  <a:pt x="704751" y="68136"/>
                  <a:pt x="701422" y="67174"/>
                </a:cubicBezTo>
                <a:cubicBezTo>
                  <a:pt x="698094" y="66212"/>
                  <a:pt x="693910" y="65731"/>
                  <a:pt x="688870" y="65731"/>
                </a:cubicBezTo>
                <a:lnTo>
                  <a:pt x="669646" y="65731"/>
                </a:lnTo>
                <a:lnTo>
                  <a:pt x="669646" y="108186"/>
                </a:lnTo>
                <a:lnTo>
                  <a:pt x="692976" y="108186"/>
                </a:lnTo>
                <a:cubicBezTo>
                  <a:pt x="696647" y="108186"/>
                  <a:pt x="699851" y="107751"/>
                  <a:pt x="702589" y="106882"/>
                </a:cubicBezTo>
                <a:cubicBezTo>
                  <a:pt x="705326" y="106013"/>
                  <a:pt x="707737" y="104725"/>
                  <a:pt x="709821" y="103018"/>
                </a:cubicBezTo>
                <a:cubicBezTo>
                  <a:pt x="711906" y="101312"/>
                  <a:pt x="713539" y="99186"/>
                  <a:pt x="714721" y="96641"/>
                </a:cubicBezTo>
                <a:cubicBezTo>
                  <a:pt x="715903" y="94096"/>
                  <a:pt x="716494" y="91148"/>
                  <a:pt x="716494" y="877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2.MyISAM">
            <a:extLst xmlns:a="http://schemas.openxmlformats.org/drawingml/2006/main">
              <a:ext uri="{FF2B5EF4-FFF2-40B4-BE49-F238E27FC236}">
                <a16:creationId xmlns:a16="http://schemas.microsoft.com/office/drawing/2014/main" id="{DC69D443-A01A-4C78-ABE4-123F17B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9" y="1418056"/>
            <a:ext cx="820789" cy="156227"/>
          </a:xfrm>
          <a:custGeom xmlns:a="http://schemas.openxmlformats.org/drawingml/2006/main">
            <a:pathLst>
              <a:path w="820789" h="156227">
                <a:moveTo>
                  <a:pt x="75592" y="115448"/>
                </a:moveTo>
                <a:cubicBezTo>
                  <a:pt x="75592" y="116565"/>
                  <a:pt x="75514" y="117558"/>
                  <a:pt x="75359" y="118427"/>
                </a:cubicBezTo>
                <a:cubicBezTo>
                  <a:pt x="75203" y="119296"/>
                  <a:pt x="74986" y="120025"/>
                  <a:pt x="74706" y="120615"/>
                </a:cubicBezTo>
                <a:cubicBezTo>
                  <a:pt x="74426" y="121205"/>
                  <a:pt x="74052" y="121639"/>
                  <a:pt x="73586" y="121918"/>
                </a:cubicBezTo>
                <a:cubicBezTo>
                  <a:pt x="73119" y="122198"/>
                  <a:pt x="72606" y="122337"/>
                  <a:pt x="72046" y="122337"/>
                </a:cubicBezTo>
                <a:lnTo>
                  <a:pt x="5319" y="122337"/>
                </a:lnTo>
                <a:cubicBezTo>
                  <a:pt x="4448" y="122337"/>
                  <a:pt x="3686" y="122229"/>
                  <a:pt x="3033" y="122011"/>
                </a:cubicBezTo>
                <a:cubicBezTo>
                  <a:pt x="2380" y="121794"/>
                  <a:pt x="1820" y="121437"/>
                  <a:pt x="1353" y="120941"/>
                </a:cubicBezTo>
                <a:cubicBezTo>
                  <a:pt x="887" y="120444"/>
                  <a:pt x="544" y="119730"/>
                  <a:pt x="327" y="118799"/>
                </a:cubicBezTo>
                <a:cubicBezTo>
                  <a:pt x="109" y="117868"/>
                  <a:pt x="0" y="116720"/>
                  <a:pt x="0" y="115355"/>
                </a:cubicBezTo>
                <a:cubicBezTo>
                  <a:pt x="0" y="114113"/>
                  <a:pt x="47" y="113027"/>
                  <a:pt x="140" y="112096"/>
                </a:cubicBezTo>
                <a:cubicBezTo>
                  <a:pt x="233" y="111165"/>
                  <a:pt x="436" y="110343"/>
                  <a:pt x="747" y="109629"/>
                </a:cubicBezTo>
                <a:cubicBezTo>
                  <a:pt x="1058" y="108915"/>
                  <a:pt x="1447" y="108201"/>
                  <a:pt x="1913" y="107487"/>
                </a:cubicBezTo>
                <a:cubicBezTo>
                  <a:pt x="2380" y="106774"/>
                  <a:pt x="2986" y="106013"/>
                  <a:pt x="3733" y="105206"/>
                </a:cubicBezTo>
                <a:lnTo>
                  <a:pt x="27157" y="80409"/>
                </a:lnTo>
                <a:cubicBezTo>
                  <a:pt x="32570" y="74695"/>
                  <a:pt x="36910" y="69570"/>
                  <a:pt x="40176" y="65035"/>
                </a:cubicBezTo>
                <a:cubicBezTo>
                  <a:pt x="43442" y="60500"/>
                  <a:pt x="45962" y="56370"/>
                  <a:pt x="47735" y="52644"/>
                </a:cubicBezTo>
                <a:cubicBezTo>
                  <a:pt x="49508" y="48916"/>
                  <a:pt x="50675" y="45530"/>
                  <a:pt x="51235" y="42487"/>
                </a:cubicBezTo>
                <a:cubicBezTo>
                  <a:pt x="51795" y="39444"/>
                  <a:pt x="52075" y="36587"/>
                  <a:pt x="52075" y="33916"/>
                </a:cubicBezTo>
                <a:cubicBezTo>
                  <a:pt x="52075" y="31243"/>
                  <a:pt x="51639" y="28711"/>
                  <a:pt x="50768" y="26319"/>
                </a:cubicBezTo>
                <a:cubicBezTo>
                  <a:pt x="49897" y="23926"/>
                  <a:pt x="48637" y="21828"/>
                  <a:pt x="46989" y="20026"/>
                </a:cubicBezTo>
                <a:cubicBezTo>
                  <a:pt x="45340" y="18222"/>
                  <a:pt x="43271" y="16792"/>
                  <a:pt x="40782" y="15737"/>
                </a:cubicBezTo>
                <a:cubicBezTo>
                  <a:pt x="38294" y="14680"/>
                  <a:pt x="35432" y="14152"/>
                  <a:pt x="32197" y="14152"/>
                </a:cubicBezTo>
                <a:cubicBezTo>
                  <a:pt x="28402" y="14152"/>
                  <a:pt x="24995" y="14679"/>
                  <a:pt x="21978" y="15734"/>
                </a:cubicBezTo>
                <a:cubicBezTo>
                  <a:pt x="18960" y="16790"/>
                  <a:pt x="16316" y="17938"/>
                  <a:pt x="14045" y="19179"/>
                </a:cubicBezTo>
                <a:cubicBezTo>
                  <a:pt x="11774" y="20421"/>
                  <a:pt x="9877" y="21569"/>
                  <a:pt x="8352" y="22624"/>
                </a:cubicBezTo>
                <a:cubicBezTo>
                  <a:pt x="6828" y="23679"/>
                  <a:pt x="5693" y="24207"/>
                  <a:pt x="4946" y="24207"/>
                </a:cubicBezTo>
                <a:cubicBezTo>
                  <a:pt x="4511" y="24207"/>
                  <a:pt x="4122" y="24083"/>
                  <a:pt x="3780" y="23834"/>
                </a:cubicBezTo>
                <a:cubicBezTo>
                  <a:pt x="3437" y="23586"/>
                  <a:pt x="3157" y="23183"/>
                  <a:pt x="2940" y="22624"/>
                </a:cubicBezTo>
                <a:cubicBezTo>
                  <a:pt x="2722" y="22065"/>
                  <a:pt x="2551" y="21321"/>
                  <a:pt x="2426" y="20390"/>
                </a:cubicBezTo>
                <a:cubicBezTo>
                  <a:pt x="2302" y="19459"/>
                  <a:pt x="2240" y="18341"/>
                  <a:pt x="2240" y="17038"/>
                </a:cubicBezTo>
                <a:cubicBezTo>
                  <a:pt x="2240" y="16107"/>
                  <a:pt x="2271" y="15300"/>
                  <a:pt x="2333" y="14617"/>
                </a:cubicBezTo>
                <a:cubicBezTo>
                  <a:pt x="2395" y="13934"/>
                  <a:pt x="2504" y="13345"/>
                  <a:pt x="2660" y="12848"/>
                </a:cubicBezTo>
                <a:cubicBezTo>
                  <a:pt x="2815" y="12352"/>
                  <a:pt x="3017" y="11886"/>
                  <a:pt x="3266" y="11452"/>
                </a:cubicBezTo>
                <a:cubicBezTo>
                  <a:pt x="3515" y="11017"/>
                  <a:pt x="4013" y="10474"/>
                  <a:pt x="4760" y="9822"/>
                </a:cubicBezTo>
                <a:cubicBezTo>
                  <a:pt x="5506" y="9171"/>
                  <a:pt x="6797" y="8286"/>
                  <a:pt x="8632" y="7169"/>
                </a:cubicBezTo>
                <a:cubicBezTo>
                  <a:pt x="10468" y="6052"/>
                  <a:pt x="12770" y="4950"/>
                  <a:pt x="15538" y="3864"/>
                </a:cubicBezTo>
                <a:cubicBezTo>
                  <a:pt x="18307" y="2778"/>
                  <a:pt x="21356" y="1862"/>
                  <a:pt x="24684" y="1117"/>
                </a:cubicBezTo>
                <a:cubicBezTo>
                  <a:pt x="28013" y="372"/>
                  <a:pt x="31512" y="0"/>
                  <a:pt x="35183" y="0"/>
                </a:cubicBezTo>
                <a:cubicBezTo>
                  <a:pt x="41031" y="0"/>
                  <a:pt x="46149" y="823"/>
                  <a:pt x="50535" y="2470"/>
                </a:cubicBezTo>
                <a:cubicBezTo>
                  <a:pt x="54921" y="4115"/>
                  <a:pt x="58561" y="6366"/>
                  <a:pt x="61454" y="9223"/>
                </a:cubicBezTo>
                <a:cubicBezTo>
                  <a:pt x="64347" y="12080"/>
                  <a:pt x="66509" y="15404"/>
                  <a:pt x="67940" y="19194"/>
                </a:cubicBezTo>
                <a:cubicBezTo>
                  <a:pt x="69371" y="22982"/>
                  <a:pt x="70086" y="27019"/>
                  <a:pt x="70086" y="31306"/>
                </a:cubicBezTo>
                <a:cubicBezTo>
                  <a:pt x="70086" y="35158"/>
                  <a:pt x="69744" y="38995"/>
                  <a:pt x="69060" y="42816"/>
                </a:cubicBezTo>
                <a:cubicBezTo>
                  <a:pt x="68375" y="46635"/>
                  <a:pt x="66929" y="50765"/>
                  <a:pt x="64720" y="55207"/>
                </a:cubicBezTo>
                <a:cubicBezTo>
                  <a:pt x="62511" y="59649"/>
                  <a:pt x="59323" y="64587"/>
                  <a:pt x="55154" y="70022"/>
                </a:cubicBezTo>
                <a:cubicBezTo>
                  <a:pt x="50986" y="75457"/>
                  <a:pt x="45449" y="81715"/>
                  <a:pt x="38543" y="88797"/>
                </a:cubicBezTo>
                <a:lnTo>
                  <a:pt x="19411" y="108744"/>
                </a:lnTo>
                <a:lnTo>
                  <a:pt x="71953" y="108744"/>
                </a:lnTo>
                <a:cubicBezTo>
                  <a:pt x="72450" y="108744"/>
                  <a:pt x="72933" y="108884"/>
                  <a:pt x="73399" y="109163"/>
                </a:cubicBezTo>
                <a:cubicBezTo>
                  <a:pt x="73866" y="109443"/>
                  <a:pt x="74270" y="109862"/>
                  <a:pt x="74612" y="110420"/>
                </a:cubicBezTo>
                <a:cubicBezTo>
                  <a:pt x="74955" y="110979"/>
                  <a:pt x="75203" y="111677"/>
                  <a:pt x="75359" y="112515"/>
                </a:cubicBezTo>
                <a:cubicBezTo>
                  <a:pt x="75514" y="113353"/>
                  <a:pt x="75592" y="114330"/>
                  <a:pt x="75592" y="115448"/>
                </a:cubicBezTo>
                <a:close/>
                <a:moveTo>
                  <a:pt x="121260" y="112236"/>
                </a:moveTo>
                <a:cubicBezTo>
                  <a:pt x="121260" y="116662"/>
                  <a:pt x="120529" y="119607"/>
                  <a:pt x="119067" y="121072"/>
                </a:cubicBezTo>
                <a:cubicBezTo>
                  <a:pt x="117605" y="122536"/>
                  <a:pt x="114945" y="123268"/>
                  <a:pt x="111088" y="123268"/>
                </a:cubicBezTo>
                <a:cubicBezTo>
                  <a:pt x="107355" y="123268"/>
                  <a:pt x="104773" y="122552"/>
                  <a:pt x="103342" y="121118"/>
                </a:cubicBezTo>
                <a:cubicBezTo>
                  <a:pt x="101911" y="119685"/>
                  <a:pt x="101195" y="116817"/>
                  <a:pt x="101195" y="112515"/>
                </a:cubicBezTo>
                <a:cubicBezTo>
                  <a:pt x="101195" y="108089"/>
                  <a:pt x="101926" y="105143"/>
                  <a:pt x="103388" y="103679"/>
                </a:cubicBezTo>
                <a:cubicBezTo>
                  <a:pt x="104851" y="102214"/>
                  <a:pt x="107510" y="101482"/>
                  <a:pt x="111368" y="101482"/>
                </a:cubicBezTo>
                <a:cubicBezTo>
                  <a:pt x="115101" y="101482"/>
                  <a:pt x="117683" y="102199"/>
                  <a:pt x="119114" y="103632"/>
                </a:cubicBezTo>
                <a:cubicBezTo>
                  <a:pt x="120544" y="105066"/>
                  <a:pt x="121260" y="107934"/>
                  <a:pt x="121260" y="112236"/>
                </a:cubicBezTo>
                <a:close/>
                <a:moveTo>
                  <a:pt x="325674" y="119917"/>
                </a:moveTo>
                <a:cubicBezTo>
                  <a:pt x="325674" y="120413"/>
                  <a:pt x="325550" y="120848"/>
                  <a:pt x="325301" y="121220"/>
                </a:cubicBezTo>
                <a:cubicBezTo>
                  <a:pt x="325052" y="121593"/>
                  <a:pt x="324617" y="121887"/>
                  <a:pt x="323995" y="122105"/>
                </a:cubicBezTo>
                <a:cubicBezTo>
                  <a:pt x="323372" y="122322"/>
                  <a:pt x="322579" y="122508"/>
                  <a:pt x="321615" y="122663"/>
                </a:cubicBezTo>
                <a:cubicBezTo>
                  <a:pt x="320650" y="122818"/>
                  <a:pt x="319391" y="122896"/>
                  <a:pt x="317835" y="122896"/>
                </a:cubicBezTo>
                <a:cubicBezTo>
                  <a:pt x="316404" y="122896"/>
                  <a:pt x="315175" y="122818"/>
                  <a:pt x="314149" y="122663"/>
                </a:cubicBezTo>
                <a:cubicBezTo>
                  <a:pt x="313122" y="122508"/>
                  <a:pt x="312314" y="122322"/>
                  <a:pt x="311722" y="122105"/>
                </a:cubicBezTo>
                <a:cubicBezTo>
                  <a:pt x="311131" y="121887"/>
                  <a:pt x="310711" y="121593"/>
                  <a:pt x="310463" y="121220"/>
                </a:cubicBezTo>
                <a:cubicBezTo>
                  <a:pt x="310214" y="120848"/>
                  <a:pt x="310089" y="120413"/>
                  <a:pt x="310089" y="119917"/>
                </a:cubicBezTo>
                <a:lnTo>
                  <a:pt x="310089" y="14990"/>
                </a:lnTo>
                <a:lnTo>
                  <a:pt x="309903" y="14990"/>
                </a:lnTo>
                <a:lnTo>
                  <a:pt x="266880" y="120382"/>
                </a:lnTo>
                <a:cubicBezTo>
                  <a:pt x="266694" y="120817"/>
                  <a:pt x="266429" y="121189"/>
                  <a:pt x="266087" y="121499"/>
                </a:cubicBezTo>
                <a:cubicBezTo>
                  <a:pt x="265745" y="121810"/>
                  <a:pt x="265247" y="122074"/>
                  <a:pt x="264594" y="122291"/>
                </a:cubicBezTo>
                <a:cubicBezTo>
                  <a:pt x="263941" y="122508"/>
                  <a:pt x="263163" y="122663"/>
                  <a:pt x="262261" y="122756"/>
                </a:cubicBezTo>
                <a:cubicBezTo>
                  <a:pt x="261359" y="122849"/>
                  <a:pt x="260286" y="122896"/>
                  <a:pt x="259041" y="122896"/>
                </a:cubicBezTo>
                <a:cubicBezTo>
                  <a:pt x="257735" y="122896"/>
                  <a:pt x="256615" y="122834"/>
                  <a:pt x="255682" y="122710"/>
                </a:cubicBezTo>
                <a:cubicBezTo>
                  <a:pt x="254748" y="122586"/>
                  <a:pt x="253971" y="122415"/>
                  <a:pt x="253348" y="122198"/>
                </a:cubicBezTo>
                <a:cubicBezTo>
                  <a:pt x="252726" y="121980"/>
                  <a:pt x="252244" y="121717"/>
                  <a:pt x="251902" y="121406"/>
                </a:cubicBezTo>
                <a:cubicBezTo>
                  <a:pt x="251560" y="121096"/>
                  <a:pt x="251326" y="120755"/>
                  <a:pt x="251202" y="120382"/>
                </a:cubicBezTo>
                <a:lnTo>
                  <a:pt x="210046" y="14990"/>
                </a:lnTo>
                <a:lnTo>
                  <a:pt x="209953" y="14990"/>
                </a:lnTo>
                <a:lnTo>
                  <a:pt x="209953" y="119917"/>
                </a:lnTo>
                <a:cubicBezTo>
                  <a:pt x="209953" y="120413"/>
                  <a:pt x="209828" y="120848"/>
                  <a:pt x="209580" y="121220"/>
                </a:cubicBezTo>
                <a:cubicBezTo>
                  <a:pt x="209331" y="121593"/>
                  <a:pt x="208895" y="121887"/>
                  <a:pt x="208273" y="122105"/>
                </a:cubicBezTo>
                <a:cubicBezTo>
                  <a:pt x="207651" y="122322"/>
                  <a:pt x="206842" y="122508"/>
                  <a:pt x="205847" y="122663"/>
                </a:cubicBezTo>
                <a:cubicBezTo>
                  <a:pt x="204851" y="122818"/>
                  <a:pt x="203576" y="122896"/>
                  <a:pt x="202020" y="122896"/>
                </a:cubicBezTo>
                <a:cubicBezTo>
                  <a:pt x="200527" y="122896"/>
                  <a:pt x="199283" y="122818"/>
                  <a:pt x="198287" y="122663"/>
                </a:cubicBezTo>
                <a:cubicBezTo>
                  <a:pt x="197292" y="122508"/>
                  <a:pt x="196499" y="122322"/>
                  <a:pt x="195908" y="122105"/>
                </a:cubicBezTo>
                <a:cubicBezTo>
                  <a:pt x="195317" y="121887"/>
                  <a:pt x="194912" y="121593"/>
                  <a:pt x="194694" y="121220"/>
                </a:cubicBezTo>
                <a:cubicBezTo>
                  <a:pt x="194477" y="120848"/>
                  <a:pt x="194368" y="120413"/>
                  <a:pt x="194368" y="119917"/>
                </a:cubicBezTo>
                <a:lnTo>
                  <a:pt x="194368" y="9124"/>
                </a:lnTo>
                <a:cubicBezTo>
                  <a:pt x="194368" y="6517"/>
                  <a:pt x="195052" y="4655"/>
                  <a:pt x="196421" y="3538"/>
                </a:cubicBezTo>
                <a:cubicBezTo>
                  <a:pt x="197790" y="2421"/>
                  <a:pt x="199314" y="1862"/>
                  <a:pt x="200994" y="1862"/>
                </a:cubicBezTo>
                <a:lnTo>
                  <a:pt x="210700" y="1862"/>
                </a:lnTo>
                <a:cubicBezTo>
                  <a:pt x="212690" y="1862"/>
                  <a:pt x="214432" y="2048"/>
                  <a:pt x="215926" y="2421"/>
                </a:cubicBezTo>
                <a:cubicBezTo>
                  <a:pt x="217419" y="2793"/>
                  <a:pt x="218725" y="3383"/>
                  <a:pt x="219845" y="4190"/>
                </a:cubicBezTo>
                <a:cubicBezTo>
                  <a:pt x="220965" y="4997"/>
                  <a:pt x="221898" y="6021"/>
                  <a:pt x="222645" y="7262"/>
                </a:cubicBezTo>
                <a:cubicBezTo>
                  <a:pt x="223392" y="8503"/>
                  <a:pt x="224045" y="9962"/>
                  <a:pt x="224605" y="11638"/>
                </a:cubicBezTo>
                <a:lnTo>
                  <a:pt x="259601" y="98875"/>
                </a:lnTo>
                <a:lnTo>
                  <a:pt x="260068" y="98875"/>
                </a:lnTo>
                <a:lnTo>
                  <a:pt x="296464" y="11917"/>
                </a:lnTo>
                <a:cubicBezTo>
                  <a:pt x="297148" y="10055"/>
                  <a:pt x="297895" y="8472"/>
                  <a:pt x="298704" y="7169"/>
                </a:cubicBezTo>
                <a:cubicBezTo>
                  <a:pt x="299513" y="5865"/>
                  <a:pt x="300399" y="4826"/>
                  <a:pt x="301364" y="4050"/>
                </a:cubicBezTo>
                <a:cubicBezTo>
                  <a:pt x="302328" y="3274"/>
                  <a:pt x="303401" y="2716"/>
                  <a:pt x="304583" y="2374"/>
                </a:cubicBezTo>
                <a:cubicBezTo>
                  <a:pt x="305765" y="2033"/>
                  <a:pt x="307134" y="1862"/>
                  <a:pt x="308689" y="1862"/>
                </a:cubicBezTo>
                <a:lnTo>
                  <a:pt x="318862" y="1862"/>
                </a:lnTo>
                <a:cubicBezTo>
                  <a:pt x="319795" y="1862"/>
                  <a:pt x="320682" y="2002"/>
                  <a:pt x="321521" y="2281"/>
                </a:cubicBezTo>
                <a:cubicBezTo>
                  <a:pt x="322361" y="2560"/>
                  <a:pt x="323077" y="2995"/>
                  <a:pt x="323668" y="3584"/>
                </a:cubicBezTo>
                <a:cubicBezTo>
                  <a:pt x="324259" y="4174"/>
                  <a:pt x="324741" y="4919"/>
                  <a:pt x="325114" y="5819"/>
                </a:cubicBezTo>
                <a:cubicBezTo>
                  <a:pt x="325488" y="6719"/>
                  <a:pt x="325674" y="7821"/>
                  <a:pt x="325674" y="9124"/>
                </a:cubicBezTo>
                <a:lnTo>
                  <a:pt x="325674" y="119917"/>
                </a:lnTo>
                <a:close/>
                <a:moveTo>
                  <a:pt x="393755" y="122337"/>
                </a:moveTo>
                <a:lnTo>
                  <a:pt x="382556" y="153154"/>
                </a:lnTo>
                <a:cubicBezTo>
                  <a:pt x="382183" y="154148"/>
                  <a:pt x="381234" y="154908"/>
                  <a:pt x="379710" y="155435"/>
                </a:cubicBezTo>
                <a:cubicBezTo>
                  <a:pt x="378186" y="155963"/>
                  <a:pt x="375868" y="156227"/>
                  <a:pt x="372757" y="156227"/>
                </a:cubicBezTo>
                <a:cubicBezTo>
                  <a:pt x="371140" y="156227"/>
                  <a:pt x="369833" y="156149"/>
                  <a:pt x="368838" y="155994"/>
                </a:cubicBezTo>
                <a:cubicBezTo>
                  <a:pt x="367842" y="155839"/>
                  <a:pt x="367080" y="155575"/>
                  <a:pt x="366551" y="155203"/>
                </a:cubicBezTo>
                <a:cubicBezTo>
                  <a:pt x="366022" y="154830"/>
                  <a:pt x="365727" y="154334"/>
                  <a:pt x="365665" y="153713"/>
                </a:cubicBezTo>
                <a:cubicBezTo>
                  <a:pt x="365602" y="153092"/>
                  <a:pt x="365758" y="152348"/>
                  <a:pt x="366131" y="151479"/>
                </a:cubicBezTo>
                <a:lnTo>
                  <a:pt x="377703" y="122337"/>
                </a:lnTo>
                <a:cubicBezTo>
                  <a:pt x="377143" y="122089"/>
                  <a:pt x="376615" y="121686"/>
                  <a:pt x="376117" y="121127"/>
                </a:cubicBezTo>
                <a:cubicBezTo>
                  <a:pt x="375619" y="120568"/>
                  <a:pt x="375277" y="119979"/>
                  <a:pt x="375090" y="119358"/>
                </a:cubicBezTo>
                <a:lnTo>
                  <a:pt x="345133" y="39289"/>
                </a:lnTo>
                <a:cubicBezTo>
                  <a:pt x="344636" y="37986"/>
                  <a:pt x="344387" y="36962"/>
                  <a:pt x="344387" y="36217"/>
                </a:cubicBezTo>
                <a:cubicBezTo>
                  <a:pt x="344387" y="35472"/>
                  <a:pt x="344636" y="34883"/>
                  <a:pt x="345133" y="34448"/>
                </a:cubicBezTo>
                <a:cubicBezTo>
                  <a:pt x="345631" y="34014"/>
                  <a:pt x="346440" y="33719"/>
                  <a:pt x="347560" y="33564"/>
                </a:cubicBezTo>
                <a:cubicBezTo>
                  <a:pt x="348680" y="33408"/>
                  <a:pt x="350173" y="33331"/>
                  <a:pt x="352039" y="33331"/>
                </a:cubicBezTo>
                <a:cubicBezTo>
                  <a:pt x="353906" y="33331"/>
                  <a:pt x="355368" y="33377"/>
                  <a:pt x="356426" y="33471"/>
                </a:cubicBezTo>
                <a:cubicBezTo>
                  <a:pt x="357483" y="33564"/>
                  <a:pt x="358323" y="33734"/>
                  <a:pt x="358945" y="33983"/>
                </a:cubicBezTo>
                <a:cubicBezTo>
                  <a:pt x="359567" y="34231"/>
                  <a:pt x="360018" y="34588"/>
                  <a:pt x="360298" y="35053"/>
                </a:cubicBezTo>
                <a:cubicBezTo>
                  <a:pt x="360578" y="35519"/>
                  <a:pt x="360874" y="36155"/>
                  <a:pt x="361185" y="36962"/>
                </a:cubicBezTo>
                <a:lnTo>
                  <a:pt x="385169" y="104182"/>
                </a:lnTo>
                <a:lnTo>
                  <a:pt x="385449" y="104182"/>
                </a:lnTo>
                <a:lnTo>
                  <a:pt x="408594" y="36589"/>
                </a:lnTo>
                <a:cubicBezTo>
                  <a:pt x="408967" y="35410"/>
                  <a:pt x="409418" y="34650"/>
                  <a:pt x="409947" y="34308"/>
                </a:cubicBezTo>
                <a:cubicBezTo>
                  <a:pt x="410476" y="33967"/>
                  <a:pt x="411269" y="33719"/>
                  <a:pt x="412326" y="33564"/>
                </a:cubicBezTo>
                <a:cubicBezTo>
                  <a:pt x="413384" y="33408"/>
                  <a:pt x="414908" y="33331"/>
                  <a:pt x="416899" y="33331"/>
                </a:cubicBezTo>
                <a:cubicBezTo>
                  <a:pt x="418641" y="33331"/>
                  <a:pt x="420072" y="33408"/>
                  <a:pt x="421192" y="33564"/>
                </a:cubicBezTo>
                <a:cubicBezTo>
                  <a:pt x="422312" y="33719"/>
                  <a:pt x="423136" y="34014"/>
                  <a:pt x="423665" y="34448"/>
                </a:cubicBezTo>
                <a:cubicBezTo>
                  <a:pt x="424194" y="34883"/>
                  <a:pt x="424459" y="35472"/>
                  <a:pt x="424459" y="36217"/>
                </a:cubicBezTo>
                <a:cubicBezTo>
                  <a:pt x="424459" y="36962"/>
                  <a:pt x="424272" y="37893"/>
                  <a:pt x="423899" y="39010"/>
                </a:cubicBezTo>
                <a:lnTo>
                  <a:pt x="393755" y="122337"/>
                </a:lnTo>
                <a:close/>
                <a:moveTo>
                  <a:pt x="460146" y="119917"/>
                </a:moveTo>
                <a:cubicBezTo>
                  <a:pt x="460146" y="120413"/>
                  <a:pt x="460022" y="120848"/>
                  <a:pt x="459773" y="121220"/>
                </a:cubicBezTo>
                <a:cubicBezTo>
                  <a:pt x="459524" y="121593"/>
                  <a:pt x="459088" y="121887"/>
                  <a:pt x="458466" y="122105"/>
                </a:cubicBezTo>
                <a:cubicBezTo>
                  <a:pt x="457844" y="122322"/>
                  <a:pt x="457020" y="122508"/>
                  <a:pt x="455993" y="122663"/>
                </a:cubicBezTo>
                <a:cubicBezTo>
                  <a:pt x="454967" y="122818"/>
                  <a:pt x="453676" y="122896"/>
                  <a:pt x="452120" y="122896"/>
                </a:cubicBezTo>
                <a:cubicBezTo>
                  <a:pt x="450627" y="122896"/>
                  <a:pt x="449352" y="122818"/>
                  <a:pt x="448294" y="122663"/>
                </a:cubicBezTo>
                <a:cubicBezTo>
                  <a:pt x="447236" y="122508"/>
                  <a:pt x="446396" y="122322"/>
                  <a:pt x="445774" y="122105"/>
                </a:cubicBezTo>
                <a:cubicBezTo>
                  <a:pt x="445152" y="121887"/>
                  <a:pt x="444717" y="121593"/>
                  <a:pt x="444468" y="121220"/>
                </a:cubicBezTo>
                <a:cubicBezTo>
                  <a:pt x="444219" y="120848"/>
                  <a:pt x="444094" y="120413"/>
                  <a:pt x="444094" y="119917"/>
                </a:cubicBezTo>
                <a:lnTo>
                  <a:pt x="444094" y="4283"/>
                </a:lnTo>
                <a:cubicBezTo>
                  <a:pt x="444094" y="3786"/>
                  <a:pt x="444234" y="3352"/>
                  <a:pt x="444514" y="2979"/>
                </a:cubicBezTo>
                <a:cubicBezTo>
                  <a:pt x="444794" y="2607"/>
                  <a:pt x="445261" y="2312"/>
                  <a:pt x="445914" y="2095"/>
                </a:cubicBezTo>
                <a:cubicBezTo>
                  <a:pt x="446568" y="1878"/>
                  <a:pt x="447407" y="1691"/>
                  <a:pt x="448434" y="1536"/>
                </a:cubicBezTo>
                <a:cubicBezTo>
                  <a:pt x="449461" y="1381"/>
                  <a:pt x="450689" y="1303"/>
                  <a:pt x="452120" y="1303"/>
                </a:cubicBezTo>
                <a:cubicBezTo>
                  <a:pt x="453676" y="1303"/>
                  <a:pt x="454967" y="1381"/>
                  <a:pt x="455993" y="1536"/>
                </a:cubicBezTo>
                <a:cubicBezTo>
                  <a:pt x="457020" y="1691"/>
                  <a:pt x="457844" y="1878"/>
                  <a:pt x="458466" y="2095"/>
                </a:cubicBezTo>
                <a:cubicBezTo>
                  <a:pt x="459088" y="2312"/>
                  <a:pt x="459524" y="2607"/>
                  <a:pt x="459773" y="2979"/>
                </a:cubicBezTo>
                <a:cubicBezTo>
                  <a:pt x="460022" y="3352"/>
                  <a:pt x="460146" y="3786"/>
                  <a:pt x="460146" y="4283"/>
                </a:cubicBezTo>
                <a:lnTo>
                  <a:pt x="460146" y="119917"/>
                </a:lnTo>
                <a:close/>
                <a:moveTo>
                  <a:pt x="556793" y="88582"/>
                </a:moveTo>
                <a:cubicBezTo>
                  <a:pt x="556793" y="94238"/>
                  <a:pt x="555751" y="99273"/>
                  <a:pt x="553667" y="103688"/>
                </a:cubicBezTo>
                <a:cubicBezTo>
                  <a:pt x="551583" y="108100"/>
                  <a:pt x="548690" y="111846"/>
                  <a:pt x="544988" y="114924"/>
                </a:cubicBezTo>
                <a:cubicBezTo>
                  <a:pt x="541286" y="118000"/>
                  <a:pt x="536931" y="120315"/>
                  <a:pt x="531923" y="121869"/>
                </a:cubicBezTo>
                <a:cubicBezTo>
                  <a:pt x="526914" y="123423"/>
                  <a:pt x="521517" y="124199"/>
                  <a:pt x="515731" y="124199"/>
                </a:cubicBezTo>
                <a:cubicBezTo>
                  <a:pt x="511687" y="124199"/>
                  <a:pt x="507939" y="123858"/>
                  <a:pt x="504486" y="123175"/>
                </a:cubicBezTo>
                <a:cubicBezTo>
                  <a:pt x="501033" y="122493"/>
                  <a:pt x="497953" y="121655"/>
                  <a:pt x="495246" y="120661"/>
                </a:cubicBezTo>
                <a:cubicBezTo>
                  <a:pt x="492540" y="119668"/>
                  <a:pt x="490269" y="118644"/>
                  <a:pt x="488434" y="117589"/>
                </a:cubicBezTo>
                <a:cubicBezTo>
                  <a:pt x="486598" y="116534"/>
                  <a:pt x="485323" y="115634"/>
                  <a:pt x="484608" y="114889"/>
                </a:cubicBezTo>
                <a:cubicBezTo>
                  <a:pt x="483892" y="114144"/>
                  <a:pt x="483363" y="113198"/>
                  <a:pt x="483021" y="112049"/>
                </a:cubicBezTo>
                <a:cubicBezTo>
                  <a:pt x="482679" y="110901"/>
                  <a:pt x="482508" y="109365"/>
                  <a:pt x="482508" y="107441"/>
                </a:cubicBezTo>
                <a:cubicBezTo>
                  <a:pt x="482508" y="106075"/>
                  <a:pt x="482570" y="104943"/>
                  <a:pt x="482694" y="104043"/>
                </a:cubicBezTo>
                <a:cubicBezTo>
                  <a:pt x="482819" y="103143"/>
                  <a:pt x="483006" y="102413"/>
                  <a:pt x="483254" y="101855"/>
                </a:cubicBezTo>
                <a:cubicBezTo>
                  <a:pt x="483503" y="101296"/>
                  <a:pt x="483814" y="100908"/>
                  <a:pt x="484188" y="100691"/>
                </a:cubicBezTo>
                <a:cubicBezTo>
                  <a:pt x="484561" y="100474"/>
                  <a:pt x="484996" y="100365"/>
                  <a:pt x="485494" y="100365"/>
                </a:cubicBezTo>
                <a:cubicBezTo>
                  <a:pt x="486365" y="100365"/>
                  <a:pt x="487594" y="100893"/>
                  <a:pt x="489180" y="101948"/>
                </a:cubicBezTo>
                <a:cubicBezTo>
                  <a:pt x="490767" y="103003"/>
                  <a:pt x="492805" y="104151"/>
                  <a:pt x="495293" y="105393"/>
                </a:cubicBezTo>
                <a:cubicBezTo>
                  <a:pt x="497782" y="106634"/>
                  <a:pt x="500784" y="107798"/>
                  <a:pt x="504299" y="108884"/>
                </a:cubicBezTo>
                <a:cubicBezTo>
                  <a:pt x="507814" y="109970"/>
                  <a:pt x="511874" y="110513"/>
                  <a:pt x="516478" y="110513"/>
                </a:cubicBezTo>
                <a:cubicBezTo>
                  <a:pt x="519962" y="110513"/>
                  <a:pt x="523150" y="110047"/>
                  <a:pt x="526043" y="109114"/>
                </a:cubicBezTo>
                <a:cubicBezTo>
                  <a:pt x="528936" y="108181"/>
                  <a:pt x="531425" y="106859"/>
                  <a:pt x="533509" y="105148"/>
                </a:cubicBezTo>
                <a:cubicBezTo>
                  <a:pt x="535593" y="103435"/>
                  <a:pt x="537195" y="101335"/>
                  <a:pt x="538315" y="98846"/>
                </a:cubicBezTo>
                <a:cubicBezTo>
                  <a:pt x="539435" y="96358"/>
                  <a:pt x="539995" y="93527"/>
                  <a:pt x="539995" y="90354"/>
                </a:cubicBezTo>
                <a:cubicBezTo>
                  <a:pt x="539995" y="86934"/>
                  <a:pt x="539218" y="84013"/>
                  <a:pt x="537662" y="81590"/>
                </a:cubicBezTo>
                <a:cubicBezTo>
                  <a:pt x="536107" y="79166"/>
                  <a:pt x="534054" y="77037"/>
                  <a:pt x="531503" y="75204"/>
                </a:cubicBezTo>
                <a:cubicBezTo>
                  <a:pt x="528952" y="73369"/>
                  <a:pt x="526043" y="71690"/>
                  <a:pt x="522777" y="70168"/>
                </a:cubicBezTo>
                <a:cubicBezTo>
                  <a:pt x="519511" y="68643"/>
                  <a:pt x="516167" y="67088"/>
                  <a:pt x="512745" y="65504"/>
                </a:cubicBezTo>
                <a:cubicBezTo>
                  <a:pt x="509323" y="63919"/>
                  <a:pt x="505994" y="62164"/>
                  <a:pt x="502759" y="60238"/>
                </a:cubicBezTo>
                <a:cubicBezTo>
                  <a:pt x="499524" y="58310"/>
                  <a:pt x="496631" y="56040"/>
                  <a:pt x="494080" y="53429"/>
                </a:cubicBezTo>
                <a:cubicBezTo>
                  <a:pt x="491529" y="50819"/>
                  <a:pt x="489460" y="47757"/>
                  <a:pt x="487874" y="44244"/>
                </a:cubicBezTo>
                <a:cubicBezTo>
                  <a:pt x="486287" y="40732"/>
                  <a:pt x="485494" y="36520"/>
                  <a:pt x="485494" y="31608"/>
                </a:cubicBezTo>
                <a:cubicBezTo>
                  <a:pt x="485494" y="26575"/>
                  <a:pt x="486412" y="22085"/>
                  <a:pt x="488247" y="18138"/>
                </a:cubicBezTo>
                <a:cubicBezTo>
                  <a:pt x="490083" y="14189"/>
                  <a:pt x="492633" y="10878"/>
                  <a:pt x="495900" y="8205"/>
                </a:cubicBezTo>
                <a:cubicBezTo>
                  <a:pt x="499166" y="5532"/>
                  <a:pt x="503055" y="3496"/>
                  <a:pt x="507565" y="2098"/>
                </a:cubicBezTo>
                <a:cubicBezTo>
                  <a:pt x="512076" y="699"/>
                  <a:pt x="516944" y="0"/>
                  <a:pt x="522170" y="0"/>
                </a:cubicBezTo>
                <a:cubicBezTo>
                  <a:pt x="524846" y="0"/>
                  <a:pt x="527536" y="236"/>
                  <a:pt x="530243" y="707"/>
                </a:cubicBezTo>
                <a:cubicBezTo>
                  <a:pt x="532949" y="1176"/>
                  <a:pt x="535500" y="1804"/>
                  <a:pt x="537895" y="2589"/>
                </a:cubicBezTo>
                <a:cubicBezTo>
                  <a:pt x="540291" y="3373"/>
                  <a:pt x="542422" y="4252"/>
                  <a:pt x="544288" y="5225"/>
                </a:cubicBezTo>
                <a:cubicBezTo>
                  <a:pt x="546155" y="6197"/>
                  <a:pt x="547383" y="6982"/>
                  <a:pt x="547974" y="7579"/>
                </a:cubicBezTo>
                <a:cubicBezTo>
                  <a:pt x="548565" y="8175"/>
                  <a:pt x="548954" y="8643"/>
                  <a:pt x="549141" y="8984"/>
                </a:cubicBezTo>
                <a:cubicBezTo>
                  <a:pt x="549328" y="9326"/>
                  <a:pt x="549483" y="9760"/>
                  <a:pt x="549608" y="10288"/>
                </a:cubicBezTo>
                <a:cubicBezTo>
                  <a:pt x="549732" y="10815"/>
                  <a:pt x="549825" y="11452"/>
                  <a:pt x="549888" y="12197"/>
                </a:cubicBezTo>
                <a:cubicBezTo>
                  <a:pt x="549950" y="12941"/>
                  <a:pt x="549981" y="13903"/>
                  <a:pt x="549981" y="15083"/>
                </a:cubicBezTo>
                <a:cubicBezTo>
                  <a:pt x="549981" y="16200"/>
                  <a:pt x="549934" y="17193"/>
                  <a:pt x="549841" y="18062"/>
                </a:cubicBezTo>
                <a:cubicBezTo>
                  <a:pt x="549748" y="18931"/>
                  <a:pt x="549608" y="19660"/>
                  <a:pt x="549421" y="20250"/>
                </a:cubicBezTo>
                <a:cubicBezTo>
                  <a:pt x="549234" y="20840"/>
                  <a:pt x="548970" y="21274"/>
                  <a:pt x="548628" y="21553"/>
                </a:cubicBezTo>
                <a:cubicBezTo>
                  <a:pt x="548285" y="21833"/>
                  <a:pt x="547897" y="21972"/>
                  <a:pt x="547461" y="21972"/>
                </a:cubicBezTo>
                <a:cubicBezTo>
                  <a:pt x="546777" y="21972"/>
                  <a:pt x="545704" y="21533"/>
                  <a:pt x="544241" y="20654"/>
                </a:cubicBezTo>
                <a:cubicBezTo>
                  <a:pt x="542779" y="19776"/>
                  <a:pt x="540991" y="18787"/>
                  <a:pt x="538875" y="17690"/>
                </a:cubicBezTo>
                <a:cubicBezTo>
                  <a:pt x="536760" y="16592"/>
                  <a:pt x="534256" y="15588"/>
                  <a:pt x="531363" y="14678"/>
                </a:cubicBezTo>
                <a:cubicBezTo>
                  <a:pt x="528470" y="13769"/>
                  <a:pt x="525219" y="13314"/>
                  <a:pt x="521610" y="13314"/>
                </a:cubicBezTo>
                <a:cubicBezTo>
                  <a:pt x="518251" y="13314"/>
                  <a:pt x="515327" y="13766"/>
                  <a:pt x="512838" y="14670"/>
                </a:cubicBezTo>
                <a:cubicBezTo>
                  <a:pt x="510349" y="15571"/>
                  <a:pt x="508296" y="16769"/>
                  <a:pt x="506679" y="18263"/>
                </a:cubicBezTo>
                <a:cubicBezTo>
                  <a:pt x="505061" y="19756"/>
                  <a:pt x="503848" y="21530"/>
                  <a:pt x="503039" y="23584"/>
                </a:cubicBezTo>
                <a:cubicBezTo>
                  <a:pt x="502230" y="25638"/>
                  <a:pt x="501826" y="27816"/>
                  <a:pt x="501826" y="30119"/>
                </a:cubicBezTo>
                <a:cubicBezTo>
                  <a:pt x="501826" y="33476"/>
                  <a:pt x="502603" y="36367"/>
                  <a:pt x="504159" y="38792"/>
                </a:cubicBezTo>
                <a:cubicBezTo>
                  <a:pt x="505714" y="41215"/>
                  <a:pt x="507783" y="43359"/>
                  <a:pt x="510365" y="45225"/>
                </a:cubicBezTo>
                <a:cubicBezTo>
                  <a:pt x="512947" y="47089"/>
                  <a:pt x="515887" y="48799"/>
                  <a:pt x="519184" y="50354"/>
                </a:cubicBezTo>
                <a:cubicBezTo>
                  <a:pt x="522481" y="51908"/>
                  <a:pt x="525841" y="53477"/>
                  <a:pt x="529263" y="55062"/>
                </a:cubicBezTo>
                <a:cubicBezTo>
                  <a:pt x="532685" y="56646"/>
                  <a:pt x="536045" y="58387"/>
                  <a:pt x="539342" y="60284"/>
                </a:cubicBezTo>
                <a:cubicBezTo>
                  <a:pt x="542639" y="62179"/>
                  <a:pt x="545579" y="64417"/>
                  <a:pt x="548161" y="66996"/>
                </a:cubicBezTo>
                <a:cubicBezTo>
                  <a:pt x="550743" y="69576"/>
                  <a:pt x="552827" y="72622"/>
                  <a:pt x="554414" y="76135"/>
                </a:cubicBezTo>
                <a:cubicBezTo>
                  <a:pt x="556000" y="79646"/>
                  <a:pt x="556793" y="83795"/>
                  <a:pt x="556793" y="88582"/>
                </a:cubicBezTo>
                <a:close/>
                <a:moveTo>
                  <a:pt x="669193" y="116658"/>
                </a:moveTo>
                <a:cubicBezTo>
                  <a:pt x="669691" y="118024"/>
                  <a:pt x="669955" y="119125"/>
                  <a:pt x="669986" y="119963"/>
                </a:cubicBezTo>
                <a:cubicBezTo>
                  <a:pt x="670018" y="120801"/>
                  <a:pt x="669784" y="121437"/>
                  <a:pt x="669287" y="121872"/>
                </a:cubicBezTo>
                <a:cubicBezTo>
                  <a:pt x="668789" y="122306"/>
                  <a:pt x="667964" y="122586"/>
                  <a:pt x="666813" y="122710"/>
                </a:cubicBezTo>
                <a:cubicBezTo>
                  <a:pt x="665662" y="122834"/>
                  <a:pt x="664123" y="122896"/>
                  <a:pt x="662194" y="122896"/>
                </a:cubicBezTo>
                <a:cubicBezTo>
                  <a:pt x="660265" y="122896"/>
                  <a:pt x="658725" y="122849"/>
                  <a:pt x="657574" y="122756"/>
                </a:cubicBezTo>
                <a:cubicBezTo>
                  <a:pt x="656423" y="122663"/>
                  <a:pt x="655552" y="122508"/>
                  <a:pt x="654961" y="122291"/>
                </a:cubicBezTo>
                <a:cubicBezTo>
                  <a:pt x="654370" y="122074"/>
                  <a:pt x="653935" y="121779"/>
                  <a:pt x="653655" y="121406"/>
                </a:cubicBezTo>
                <a:cubicBezTo>
                  <a:pt x="653375" y="121034"/>
                  <a:pt x="653110" y="120568"/>
                  <a:pt x="652862" y="120010"/>
                </a:cubicBezTo>
                <a:lnTo>
                  <a:pt x="642503" y="90682"/>
                </a:lnTo>
                <a:lnTo>
                  <a:pt x="592294" y="90682"/>
                </a:lnTo>
                <a:lnTo>
                  <a:pt x="582402" y="119637"/>
                </a:lnTo>
                <a:cubicBezTo>
                  <a:pt x="582215" y="120196"/>
                  <a:pt x="581967" y="120677"/>
                  <a:pt x="581656" y="121080"/>
                </a:cubicBezTo>
                <a:cubicBezTo>
                  <a:pt x="581344" y="121484"/>
                  <a:pt x="580893" y="121825"/>
                  <a:pt x="580302" y="122105"/>
                </a:cubicBezTo>
                <a:cubicBezTo>
                  <a:pt x="579711" y="122384"/>
                  <a:pt x="578871" y="122586"/>
                  <a:pt x="577783" y="122710"/>
                </a:cubicBezTo>
                <a:cubicBezTo>
                  <a:pt x="576694" y="122834"/>
                  <a:pt x="575278" y="122896"/>
                  <a:pt x="573536" y="122896"/>
                </a:cubicBezTo>
                <a:cubicBezTo>
                  <a:pt x="571732" y="122896"/>
                  <a:pt x="570254" y="122818"/>
                  <a:pt x="569103" y="122663"/>
                </a:cubicBezTo>
                <a:cubicBezTo>
                  <a:pt x="567953" y="122508"/>
                  <a:pt x="567144" y="122213"/>
                  <a:pt x="566677" y="121779"/>
                </a:cubicBezTo>
                <a:cubicBezTo>
                  <a:pt x="566210" y="121344"/>
                  <a:pt x="565993" y="120708"/>
                  <a:pt x="566024" y="119870"/>
                </a:cubicBezTo>
                <a:cubicBezTo>
                  <a:pt x="566055" y="119032"/>
                  <a:pt x="566319" y="117930"/>
                  <a:pt x="566817" y="116565"/>
                </a:cubicBezTo>
                <a:lnTo>
                  <a:pt x="607320" y="4655"/>
                </a:lnTo>
                <a:cubicBezTo>
                  <a:pt x="607568" y="3972"/>
                  <a:pt x="607895" y="3414"/>
                  <a:pt x="608299" y="2979"/>
                </a:cubicBezTo>
                <a:cubicBezTo>
                  <a:pt x="608704" y="2545"/>
                  <a:pt x="609295" y="2203"/>
                  <a:pt x="610073" y="1955"/>
                </a:cubicBezTo>
                <a:cubicBezTo>
                  <a:pt x="610850" y="1707"/>
                  <a:pt x="611846" y="1536"/>
                  <a:pt x="613059" y="1443"/>
                </a:cubicBezTo>
                <a:cubicBezTo>
                  <a:pt x="614272" y="1350"/>
                  <a:pt x="615812" y="1303"/>
                  <a:pt x="617679" y="1303"/>
                </a:cubicBezTo>
                <a:cubicBezTo>
                  <a:pt x="619669" y="1303"/>
                  <a:pt x="621318" y="1350"/>
                  <a:pt x="622625" y="1443"/>
                </a:cubicBezTo>
                <a:cubicBezTo>
                  <a:pt x="623931" y="1536"/>
                  <a:pt x="624989" y="1707"/>
                  <a:pt x="625798" y="1955"/>
                </a:cubicBezTo>
                <a:cubicBezTo>
                  <a:pt x="626606" y="2203"/>
                  <a:pt x="627229" y="2560"/>
                  <a:pt x="627664" y="3026"/>
                </a:cubicBezTo>
                <a:cubicBezTo>
                  <a:pt x="628100" y="3491"/>
                  <a:pt x="628442" y="4065"/>
                  <a:pt x="628691" y="4748"/>
                </a:cubicBezTo>
                <a:lnTo>
                  <a:pt x="669193" y="116658"/>
                </a:lnTo>
                <a:moveTo>
                  <a:pt x="617212" y="17876"/>
                </a:moveTo>
                <a:lnTo>
                  <a:pt x="617119" y="17876"/>
                </a:lnTo>
                <a:lnTo>
                  <a:pt x="596307" y="77927"/>
                </a:lnTo>
                <a:lnTo>
                  <a:pt x="638303" y="77927"/>
                </a:lnTo>
                <a:lnTo>
                  <a:pt x="617212" y="17876"/>
                </a:lnTo>
                <a:close/>
                <a:moveTo>
                  <a:pt x="820789" y="119917"/>
                </a:moveTo>
                <a:cubicBezTo>
                  <a:pt x="820789" y="120413"/>
                  <a:pt x="820665" y="120848"/>
                  <a:pt x="820416" y="121220"/>
                </a:cubicBezTo>
                <a:cubicBezTo>
                  <a:pt x="820167" y="121593"/>
                  <a:pt x="819731" y="121887"/>
                  <a:pt x="819109" y="122105"/>
                </a:cubicBezTo>
                <a:cubicBezTo>
                  <a:pt x="818487" y="122322"/>
                  <a:pt x="817694" y="122508"/>
                  <a:pt x="816729" y="122663"/>
                </a:cubicBezTo>
                <a:cubicBezTo>
                  <a:pt x="815765" y="122818"/>
                  <a:pt x="814505" y="122896"/>
                  <a:pt x="812950" y="122896"/>
                </a:cubicBezTo>
                <a:cubicBezTo>
                  <a:pt x="811519" y="122896"/>
                  <a:pt x="810290" y="122818"/>
                  <a:pt x="809264" y="122663"/>
                </a:cubicBezTo>
                <a:cubicBezTo>
                  <a:pt x="808237" y="122508"/>
                  <a:pt x="807428" y="122322"/>
                  <a:pt x="806837" y="122105"/>
                </a:cubicBezTo>
                <a:cubicBezTo>
                  <a:pt x="806246" y="121887"/>
                  <a:pt x="805826" y="121593"/>
                  <a:pt x="805577" y="121220"/>
                </a:cubicBezTo>
                <a:cubicBezTo>
                  <a:pt x="805328" y="120848"/>
                  <a:pt x="805204" y="120413"/>
                  <a:pt x="805204" y="119917"/>
                </a:cubicBezTo>
                <a:lnTo>
                  <a:pt x="805204" y="14990"/>
                </a:lnTo>
                <a:lnTo>
                  <a:pt x="805017" y="14990"/>
                </a:lnTo>
                <a:lnTo>
                  <a:pt x="761995" y="120382"/>
                </a:lnTo>
                <a:cubicBezTo>
                  <a:pt x="761808" y="120817"/>
                  <a:pt x="761544" y="121189"/>
                  <a:pt x="761202" y="121499"/>
                </a:cubicBezTo>
                <a:cubicBezTo>
                  <a:pt x="760860" y="121810"/>
                  <a:pt x="760362" y="122074"/>
                  <a:pt x="759709" y="122291"/>
                </a:cubicBezTo>
                <a:cubicBezTo>
                  <a:pt x="759055" y="122508"/>
                  <a:pt x="758278" y="122663"/>
                  <a:pt x="757376" y="122756"/>
                </a:cubicBezTo>
                <a:cubicBezTo>
                  <a:pt x="756473" y="122849"/>
                  <a:pt x="755400" y="122896"/>
                  <a:pt x="754156" y="122896"/>
                </a:cubicBezTo>
                <a:cubicBezTo>
                  <a:pt x="752849" y="122896"/>
                  <a:pt x="751729" y="122834"/>
                  <a:pt x="750796" y="122710"/>
                </a:cubicBezTo>
                <a:cubicBezTo>
                  <a:pt x="749863" y="122586"/>
                  <a:pt x="749085" y="122415"/>
                  <a:pt x="748463" y="122198"/>
                </a:cubicBezTo>
                <a:cubicBezTo>
                  <a:pt x="747841" y="121980"/>
                  <a:pt x="747359" y="121717"/>
                  <a:pt x="747017" y="121406"/>
                </a:cubicBezTo>
                <a:cubicBezTo>
                  <a:pt x="746674" y="121096"/>
                  <a:pt x="746441" y="120755"/>
                  <a:pt x="746317" y="120382"/>
                </a:cubicBezTo>
                <a:lnTo>
                  <a:pt x="705161" y="14990"/>
                </a:lnTo>
                <a:lnTo>
                  <a:pt x="705068" y="14990"/>
                </a:lnTo>
                <a:lnTo>
                  <a:pt x="705068" y="119917"/>
                </a:lnTo>
                <a:cubicBezTo>
                  <a:pt x="705068" y="120413"/>
                  <a:pt x="704943" y="120848"/>
                  <a:pt x="704694" y="121220"/>
                </a:cubicBezTo>
                <a:cubicBezTo>
                  <a:pt x="704445" y="121593"/>
                  <a:pt x="704010" y="121887"/>
                  <a:pt x="703388" y="122105"/>
                </a:cubicBezTo>
                <a:cubicBezTo>
                  <a:pt x="702766" y="122322"/>
                  <a:pt x="701957" y="122508"/>
                  <a:pt x="700961" y="122663"/>
                </a:cubicBezTo>
                <a:cubicBezTo>
                  <a:pt x="699966" y="122818"/>
                  <a:pt x="698690" y="122896"/>
                  <a:pt x="697135" y="122896"/>
                </a:cubicBezTo>
                <a:cubicBezTo>
                  <a:pt x="695642" y="122896"/>
                  <a:pt x="694398" y="122818"/>
                  <a:pt x="693402" y="122663"/>
                </a:cubicBezTo>
                <a:cubicBezTo>
                  <a:pt x="692407" y="122508"/>
                  <a:pt x="691613" y="122322"/>
                  <a:pt x="691022" y="122105"/>
                </a:cubicBezTo>
                <a:cubicBezTo>
                  <a:pt x="690431" y="121887"/>
                  <a:pt x="690027" y="121593"/>
                  <a:pt x="689809" y="121220"/>
                </a:cubicBezTo>
                <a:cubicBezTo>
                  <a:pt x="689591" y="120848"/>
                  <a:pt x="689482" y="120413"/>
                  <a:pt x="689482" y="119917"/>
                </a:cubicBezTo>
                <a:lnTo>
                  <a:pt x="689482" y="9124"/>
                </a:lnTo>
                <a:cubicBezTo>
                  <a:pt x="689482" y="6517"/>
                  <a:pt x="690167" y="4655"/>
                  <a:pt x="691536" y="3538"/>
                </a:cubicBezTo>
                <a:cubicBezTo>
                  <a:pt x="692904" y="2421"/>
                  <a:pt x="694429" y="1862"/>
                  <a:pt x="696108" y="1862"/>
                </a:cubicBezTo>
                <a:lnTo>
                  <a:pt x="705814" y="1862"/>
                </a:lnTo>
                <a:cubicBezTo>
                  <a:pt x="707805" y="1862"/>
                  <a:pt x="709547" y="2048"/>
                  <a:pt x="711040" y="2421"/>
                </a:cubicBezTo>
                <a:cubicBezTo>
                  <a:pt x="712533" y="2793"/>
                  <a:pt x="713840" y="3383"/>
                  <a:pt x="714960" y="4190"/>
                </a:cubicBezTo>
                <a:cubicBezTo>
                  <a:pt x="716080" y="4997"/>
                  <a:pt x="717013" y="6021"/>
                  <a:pt x="717760" y="7262"/>
                </a:cubicBezTo>
                <a:cubicBezTo>
                  <a:pt x="718506" y="8503"/>
                  <a:pt x="719159" y="9962"/>
                  <a:pt x="719719" y="11638"/>
                </a:cubicBezTo>
                <a:lnTo>
                  <a:pt x="754716" y="98875"/>
                </a:lnTo>
                <a:lnTo>
                  <a:pt x="755182" y="98875"/>
                </a:lnTo>
                <a:lnTo>
                  <a:pt x="791579" y="11917"/>
                </a:lnTo>
                <a:cubicBezTo>
                  <a:pt x="792263" y="10055"/>
                  <a:pt x="793010" y="8472"/>
                  <a:pt x="793818" y="7169"/>
                </a:cubicBezTo>
                <a:cubicBezTo>
                  <a:pt x="794627" y="5865"/>
                  <a:pt x="795514" y="4826"/>
                  <a:pt x="796478" y="4050"/>
                </a:cubicBezTo>
                <a:cubicBezTo>
                  <a:pt x="797442" y="3274"/>
                  <a:pt x="798516" y="2716"/>
                  <a:pt x="799698" y="2374"/>
                </a:cubicBezTo>
                <a:cubicBezTo>
                  <a:pt x="800880" y="2033"/>
                  <a:pt x="802249" y="1862"/>
                  <a:pt x="803804" y="1862"/>
                </a:cubicBezTo>
                <a:lnTo>
                  <a:pt x="813976" y="1862"/>
                </a:lnTo>
                <a:cubicBezTo>
                  <a:pt x="814910" y="1862"/>
                  <a:pt x="815796" y="2002"/>
                  <a:pt x="816636" y="2281"/>
                </a:cubicBezTo>
                <a:cubicBezTo>
                  <a:pt x="817476" y="2560"/>
                  <a:pt x="818191" y="2995"/>
                  <a:pt x="818783" y="3584"/>
                </a:cubicBezTo>
                <a:cubicBezTo>
                  <a:pt x="819374" y="4174"/>
                  <a:pt x="819856" y="4919"/>
                  <a:pt x="820229" y="5819"/>
                </a:cubicBezTo>
                <a:cubicBezTo>
                  <a:pt x="820602" y="6719"/>
                  <a:pt x="820789" y="7821"/>
                  <a:pt x="820789" y="9124"/>
                </a:cubicBezTo>
                <a:lnTo>
                  <a:pt x="820789" y="1199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3.Archive">
            <a:extLst xmlns:a="http://schemas.openxmlformats.org/drawingml/2006/main">
              <a:ext uri="{FF2B5EF4-FFF2-40B4-BE49-F238E27FC236}">
                <a16:creationId xmlns:a16="http://schemas.microsoft.com/office/drawing/2014/main" id="{A4C3404A-1494-48CA-A98E-5DB2D0C0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2" y="1739955"/>
            <a:ext cx="754006" cy="131648"/>
          </a:xfrm>
          <a:custGeom xmlns:a="http://schemas.openxmlformats.org/drawingml/2006/main">
            <a:pathLst>
              <a:path w="754006" h="131648">
                <a:moveTo>
                  <a:pt x="75686" y="95431"/>
                </a:moveTo>
                <a:cubicBezTo>
                  <a:pt x="75686" y="100955"/>
                  <a:pt x="74721" y="105936"/>
                  <a:pt x="72793" y="110374"/>
                </a:cubicBezTo>
                <a:cubicBezTo>
                  <a:pt x="70864" y="114812"/>
                  <a:pt x="68095" y="118613"/>
                  <a:pt x="64487" y="121779"/>
                </a:cubicBezTo>
                <a:cubicBezTo>
                  <a:pt x="60878" y="124944"/>
                  <a:pt x="56430" y="127380"/>
                  <a:pt x="51141" y="129087"/>
                </a:cubicBezTo>
                <a:cubicBezTo>
                  <a:pt x="45853" y="130794"/>
                  <a:pt x="39880" y="131648"/>
                  <a:pt x="33223" y="131648"/>
                </a:cubicBezTo>
                <a:cubicBezTo>
                  <a:pt x="29179" y="131648"/>
                  <a:pt x="25400" y="131320"/>
                  <a:pt x="21884" y="130664"/>
                </a:cubicBezTo>
                <a:cubicBezTo>
                  <a:pt x="18369" y="130011"/>
                  <a:pt x="15243" y="129232"/>
                  <a:pt x="12505" y="128328"/>
                </a:cubicBezTo>
                <a:cubicBezTo>
                  <a:pt x="9768" y="127424"/>
                  <a:pt x="7497" y="126489"/>
                  <a:pt x="5693" y="125523"/>
                </a:cubicBezTo>
                <a:cubicBezTo>
                  <a:pt x="3888" y="124557"/>
                  <a:pt x="2753" y="123856"/>
                  <a:pt x="2286" y="123420"/>
                </a:cubicBezTo>
                <a:cubicBezTo>
                  <a:pt x="1820" y="122983"/>
                  <a:pt x="1462" y="122548"/>
                  <a:pt x="1213" y="122113"/>
                </a:cubicBezTo>
                <a:cubicBezTo>
                  <a:pt x="964" y="121677"/>
                  <a:pt x="747" y="121147"/>
                  <a:pt x="560" y="120525"/>
                </a:cubicBezTo>
                <a:cubicBezTo>
                  <a:pt x="373" y="119900"/>
                  <a:pt x="233" y="119136"/>
                  <a:pt x="140" y="118232"/>
                </a:cubicBezTo>
                <a:cubicBezTo>
                  <a:pt x="47" y="117328"/>
                  <a:pt x="0" y="116222"/>
                  <a:pt x="0" y="114912"/>
                </a:cubicBezTo>
                <a:cubicBezTo>
                  <a:pt x="0" y="112670"/>
                  <a:pt x="218" y="111113"/>
                  <a:pt x="653" y="110240"/>
                </a:cubicBezTo>
                <a:cubicBezTo>
                  <a:pt x="1089" y="109367"/>
                  <a:pt x="1711" y="108930"/>
                  <a:pt x="2520" y="108930"/>
                </a:cubicBezTo>
                <a:cubicBezTo>
                  <a:pt x="3080" y="108930"/>
                  <a:pt x="4184" y="109432"/>
                  <a:pt x="5833" y="110435"/>
                </a:cubicBezTo>
                <a:cubicBezTo>
                  <a:pt x="7481" y="111437"/>
                  <a:pt x="9597" y="112519"/>
                  <a:pt x="12179" y="113679"/>
                </a:cubicBezTo>
                <a:cubicBezTo>
                  <a:pt x="14761" y="114839"/>
                  <a:pt x="17778" y="115920"/>
                  <a:pt x="21231" y="116923"/>
                </a:cubicBezTo>
                <a:cubicBezTo>
                  <a:pt x="24684" y="117926"/>
                  <a:pt x="28526" y="118427"/>
                  <a:pt x="32757" y="118427"/>
                </a:cubicBezTo>
                <a:cubicBezTo>
                  <a:pt x="36863" y="118427"/>
                  <a:pt x="40471" y="117899"/>
                  <a:pt x="43582" y="116844"/>
                </a:cubicBezTo>
                <a:cubicBezTo>
                  <a:pt x="46693" y="115789"/>
                  <a:pt x="49306" y="114299"/>
                  <a:pt x="51421" y="112375"/>
                </a:cubicBezTo>
                <a:cubicBezTo>
                  <a:pt x="53537" y="110451"/>
                  <a:pt x="55123" y="108170"/>
                  <a:pt x="56181" y="105532"/>
                </a:cubicBezTo>
                <a:cubicBezTo>
                  <a:pt x="57239" y="102894"/>
                  <a:pt x="57767" y="100024"/>
                  <a:pt x="57767" y="96920"/>
                </a:cubicBezTo>
                <a:cubicBezTo>
                  <a:pt x="57767" y="93506"/>
                  <a:pt x="57099" y="90434"/>
                  <a:pt x="55761" y="87703"/>
                </a:cubicBezTo>
                <a:cubicBezTo>
                  <a:pt x="54423" y="84972"/>
                  <a:pt x="52464" y="82613"/>
                  <a:pt x="49882" y="80627"/>
                </a:cubicBezTo>
                <a:cubicBezTo>
                  <a:pt x="47300" y="78641"/>
                  <a:pt x="44127" y="77120"/>
                  <a:pt x="40363" y="76065"/>
                </a:cubicBezTo>
                <a:cubicBezTo>
                  <a:pt x="36598" y="75010"/>
                  <a:pt x="32321" y="74482"/>
                  <a:pt x="27531" y="74482"/>
                </a:cubicBezTo>
                <a:lnTo>
                  <a:pt x="16052" y="74482"/>
                </a:lnTo>
                <a:cubicBezTo>
                  <a:pt x="15554" y="74482"/>
                  <a:pt x="15072" y="74374"/>
                  <a:pt x="14605" y="74157"/>
                </a:cubicBezTo>
                <a:cubicBezTo>
                  <a:pt x="14139" y="73939"/>
                  <a:pt x="13734" y="73582"/>
                  <a:pt x="13392" y="73086"/>
                </a:cubicBezTo>
                <a:cubicBezTo>
                  <a:pt x="13050" y="72589"/>
                  <a:pt x="12770" y="71938"/>
                  <a:pt x="12552" y="71131"/>
                </a:cubicBezTo>
                <a:cubicBezTo>
                  <a:pt x="12334" y="70324"/>
                  <a:pt x="12225" y="69269"/>
                  <a:pt x="12225" y="67965"/>
                </a:cubicBezTo>
                <a:cubicBezTo>
                  <a:pt x="12225" y="66786"/>
                  <a:pt x="12319" y="65808"/>
                  <a:pt x="12505" y="65032"/>
                </a:cubicBezTo>
                <a:cubicBezTo>
                  <a:pt x="12692" y="64257"/>
                  <a:pt x="12956" y="63636"/>
                  <a:pt x="13299" y="63170"/>
                </a:cubicBezTo>
                <a:cubicBezTo>
                  <a:pt x="13641" y="62705"/>
                  <a:pt x="14030" y="62363"/>
                  <a:pt x="14465" y="62146"/>
                </a:cubicBezTo>
                <a:cubicBezTo>
                  <a:pt x="14901" y="61929"/>
                  <a:pt x="15398" y="61820"/>
                  <a:pt x="15958" y="61820"/>
                </a:cubicBezTo>
                <a:lnTo>
                  <a:pt x="26504" y="61820"/>
                </a:lnTo>
                <a:cubicBezTo>
                  <a:pt x="30610" y="61820"/>
                  <a:pt x="34296" y="61291"/>
                  <a:pt x="37563" y="60232"/>
                </a:cubicBezTo>
                <a:cubicBezTo>
                  <a:pt x="40829" y="59171"/>
                  <a:pt x="43598" y="57643"/>
                  <a:pt x="45869" y="55649"/>
                </a:cubicBezTo>
                <a:cubicBezTo>
                  <a:pt x="48139" y="53654"/>
                  <a:pt x="49882" y="51269"/>
                  <a:pt x="51095" y="48495"/>
                </a:cubicBezTo>
                <a:cubicBezTo>
                  <a:pt x="52308" y="45719"/>
                  <a:pt x="52915" y="42617"/>
                  <a:pt x="52915" y="39188"/>
                </a:cubicBezTo>
                <a:cubicBezTo>
                  <a:pt x="52915" y="36693"/>
                  <a:pt x="52510" y="34308"/>
                  <a:pt x="51701" y="32033"/>
                </a:cubicBezTo>
                <a:cubicBezTo>
                  <a:pt x="50893" y="29756"/>
                  <a:pt x="49679" y="27777"/>
                  <a:pt x="48062" y="26095"/>
                </a:cubicBezTo>
                <a:cubicBezTo>
                  <a:pt x="46444" y="24411"/>
                  <a:pt x="44375" y="23087"/>
                  <a:pt x="41856" y="22121"/>
                </a:cubicBezTo>
                <a:cubicBezTo>
                  <a:pt x="39336" y="21153"/>
                  <a:pt x="36427" y="20669"/>
                  <a:pt x="33130" y="20669"/>
                </a:cubicBezTo>
                <a:cubicBezTo>
                  <a:pt x="29521" y="20669"/>
                  <a:pt x="26208" y="21212"/>
                  <a:pt x="23191" y="22298"/>
                </a:cubicBezTo>
                <a:cubicBezTo>
                  <a:pt x="20173" y="23384"/>
                  <a:pt x="17483" y="24548"/>
                  <a:pt x="15118" y="25790"/>
                </a:cubicBezTo>
                <a:cubicBezTo>
                  <a:pt x="12754" y="27031"/>
                  <a:pt x="10794" y="28195"/>
                  <a:pt x="9239" y="29281"/>
                </a:cubicBezTo>
                <a:cubicBezTo>
                  <a:pt x="7684" y="30367"/>
                  <a:pt x="6595" y="30910"/>
                  <a:pt x="5973" y="30910"/>
                </a:cubicBezTo>
                <a:cubicBezTo>
                  <a:pt x="5537" y="30910"/>
                  <a:pt x="5148" y="30833"/>
                  <a:pt x="4806" y="30677"/>
                </a:cubicBezTo>
                <a:cubicBezTo>
                  <a:pt x="4464" y="30522"/>
                  <a:pt x="4184" y="30212"/>
                  <a:pt x="3966" y="29746"/>
                </a:cubicBezTo>
                <a:cubicBezTo>
                  <a:pt x="3749" y="29281"/>
                  <a:pt x="3593" y="28629"/>
                  <a:pt x="3500" y="27791"/>
                </a:cubicBezTo>
                <a:cubicBezTo>
                  <a:pt x="3406" y="26953"/>
                  <a:pt x="3360" y="25852"/>
                  <a:pt x="3360" y="24486"/>
                </a:cubicBezTo>
                <a:cubicBezTo>
                  <a:pt x="3360" y="23555"/>
                  <a:pt x="3391" y="22733"/>
                  <a:pt x="3453" y="22019"/>
                </a:cubicBezTo>
                <a:cubicBezTo>
                  <a:pt x="3515" y="21305"/>
                  <a:pt x="3640" y="20684"/>
                  <a:pt x="3826" y="20157"/>
                </a:cubicBezTo>
                <a:cubicBezTo>
                  <a:pt x="4013" y="19629"/>
                  <a:pt x="4231" y="19148"/>
                  <a:pt x="4480" y="18714"/>
                </a:cubicBezTo>
                <a:cubicBezTo>
                  <a:pt x="4728" y="18279"/>
                  <a:pt x="5148" y="17767"/>
                  <a:pt x="5739" y="17178"/>
                </a:cubicBezTo>
                <a:cubicBezTo>
                  <a:pt x="6330" y="16588"/>
                  <a:pt x="7528" y="15734"/>
                  <a:pt x="9332" y="14617"/>
                </a:cubicBezTo>
                <a:cubicBezTo>
                  <a:pt x="11137" y="13500"/>
                  <a:pt x="13361" y="12398"/>
                  <a:pt x="16005" y="11312"/>
                </a:cubicBezTo>
                <a:cubicBezTo>
                  <a:pt x="18649" y="10226"/>
                  <a:pt x="21698" y="9310"/>
                  <a:pt x="25151" y="8565"/>
                </a:cubicBezTo>
                <a:cubicBezTo>
                  <a:pt x="28604" y="7821"/>
                  <a:pt x="32321" y="7448"/>
                  <a:pt x="36303" y="7448"/>
                </a:cubicBezTo>
                <a:cubicBezTo>
                  <a:pt x="41902" y="7448"/>
                  <a:pt x="46817" y="8165"/>
                  <a:pt x="51048" y="9598"/>
                </a:cubicBezTo>
                <a:cubicBezTo>
                  <a:pt x="55279" y="11030"/>
                  <a:pt x="58810" y="13053"/>
                  <a:pt x="61640" y="15667"/>
                </a:cubicBezTo>
                <a:cubicBezTo>
                  <a:pt x="64471" y="18282"/>
                  <a:pt x="66586" y="21411"/>
                  <a:pt x="67986" y="25053"/>
                </a:cubicBezTo>
                <a:cubicBezTo>
                  <a:pt x="69386" y="28696"/>
                  <a:pt x="70086" y="32728"/>
                  <a:pt x="70086" y="37148"/>
                </a:cubicBezTo>
                <a:cubicBezTo>
                  <a:pt x="70086" y="40946"/>
                  <a:pt x="69588" y="44480"/>
                  <a:pt x="68593" y="47750"/>
                </a:cubicBezTo>
                <a:cubicBezTo>
                  <a:pt x="67597" y="51019"/>
                  <a:pt x="66135" y="53913"/>
                  <a:pt x="64207" y="56435"/>
                </a:cubicBezTo>
                <a:cubicBezTo>
                  <a:pt x="62278" y="58956"/>
                  <a:pt x="59914" y="61105"/>
                  <a:pt x="57114" y="62879"/>
                </a:cubicBezTo>
                <a:cubicBezTo>
                  <a:pt x="54314" y="64654"/>
                  <a:pt x="51079" y="65884"/>
                  <a:pt x="47408" y="66569"/>
                </a:cubicBezTo>
                <a:lnTo>
                  <a:pt x="47408" y="66755"/>
                </a:lnTo>
                <a:cubicBezTo>
                  <a:pt x="51577" y="67189"/>
                  <a:pt x="55388" y="68229"/>
                  <a:pt x="58841" y="69874"/>
                </a:cubicBezTo>
                <a:cubicBezTo>
                  <a:pt x="62294" y="71519"/>
                  <a:pt x="65264" y="73582"/>
                  <a:pt x="67753" y="76065"/>
                </a:cubicBezTo>
                <a:cubicBezTo>
                  <a:pt x="70242" y="78548"/>
                  <a:pt x="72186" y="81450"/>
                  <a:pt x="73586" y="84770"/>
                </a:cubicBezTo>
                <a:cubicBezTo>
                  <a:pt x="74986" y="88091"/>
                  <a:pt x="75686" y="91644"/>
                  <a:pt x="75686" y="95431"/>
                </a:cubicBezTo>
                <a:close/>
                <a:moveTo>
                  <a:pt x="122287" y="119684"/>
                </a:moveTo>
                <a:cubicBezTo>
                  <a:pt x="122287" y="124110"/>
                  <a:pt x="121555" y="127056"/>
                  <a:pt x="120093" y="128520"/>
                </a:cubicBezTo>
                <a:cubicBezTo>
                  <a:pt x="118631" y="129984"/>
                  <a:pt x="115972" y="130717"/>
                  <a:pt x="112114" y="130717"/>
                </a:cubicBezTo>
                <a:cubicBezTo>
                  <a:pt x="108381" y="130717"/>
                  <a:pt x="105799" y="130000"/>
                  <a:pt x="104368" y="128567"/>
                </a:cubicBezTo>
                <a:cubicBezTo>
                  <a:pt x="102937" y="127133"/>
                  <a:pt x="102222" y="124265"/>
                  <a:pt x="102222" y="119963"/>
                </a:cubicBezTo>
                <a:cubicBezTo>
                  <a:pt x="102222" y="115537"/>
                  <a:pt x="102953" y="112592"/>
                  <a:pt x="104415" y="111127"/>
                </a:cubicBezTo>
                <a:cubicBezTo>
                  <a:pt x="105877" y="109663"/>
                  <a:pt x="108537" y="108930"/>
                  <a:pt x="112394" y="108930"/>
                </a:cubicBezTo>
                <a:cubicBezTo>
                  <a:pt x="116127" y="108930"/>
                  <a:pt x="118709" y="109647"/>
                  <a:pt x="120140" y="111081"/>
                </a:cubicBezTo>
                <a:cubicBezTo>
                  <a:pt x="121571" y="112514"/>
                  <a:pt x="122287" y="115382"/>
                  <a:pt x="122287" y="119684"/>
                </a:cubicBezTo>
                <a:close/>
                <a:moveTo>
                  <a:pt x="285825" y="124106"/>
                </a:moveTo>
                <a:cubicBezTo>
                  <a:pt x="286323" y="125472"/>
                  <a:pt x="286587" y="126574"/>
                  <a:pt x="286618" y="127411"/>
                </a:cubicBezTo>
                <a:cubicBezTo>
                  <a:pt x="286649" y="128249"/>
                  <a:pt x="286416" y="128886"/>
                  <a:pt x="285918" y="129320"/>
                </a:cubicBezTo>
                <a:cubicBezTo>
                  <a:pt x="285421" y="129755"/>
                  <a:pt x="284596" y="130034"/>
                  <a:pt x="283445" y="130158"/>
                </a:cubicBezTo>
                <a:cubicBezTo>
                  <a:pt x="282294" y="130282"/>
                  <a:pt x="280755" y="130344"/>
                  <a:pt x="278826" y="130344"/>
                </a:cubicBezTo>
                <a:cubicBezTo>
                  <a:pt x="276897" y="130344"/>
                  <a:pt x="275357" y="130298"/>
                  <a:pt x="274206" y="130205"/>
                </a:cubicBezTo>
                <a:cubicBezTo>
                  <a:pt x="273055" y="130111"/>
                  <a:pt x="272184" y="129956"/>
                  <a:pt x="271593" y="129739"/>
                </a:cubicBezTo>
                <a:cubicBezTo>
                  <a:pt x="271002" y="129522"/>
                  <a:pt x="270567" y="129227"/>
                  <a:pt x="270287" y="128855"/>
                </a:cubicBezTo>
                <a:cubicBezTo>
                  <a:pt x="270007" y="128482"/>
                  <a:pt x="269742" y="128017"/>
                  <a:pt x="269493" y="127458"/>
                </a:cubicBezTo>
                <a:lnTo>
                  <a:pt x="259135" y="98131"/>
                </a:lnTo>
                <a:lnTo>
                  <a:pt x="208926" y="98131"/>
                </a:lnTo>
                <a:lnTo>
                  <a:pt x="199034" y="127086"/>
                </a:lnTo>
                <a:cubicBezTo>
                  <a:pt x="198847" y="127644"/>
                  <a:pt x="198599" y="128125"/>
                  <a:pt x="198287" y="128529"/>
                </a:cubicBezTo>
                <a:cubicBezTo>
                  <a:pt x="197976" y="128932"/>
                  <a:pt x="197525" y="129274"/>
                  <a:pt x="196934" y="129553"/>
                </a:cubicBezTo>
                <a:cubicBezTo>
                  <a:pt x="196343" y="129832"/>
                  <a:pt x="195503" y="130034"/>
                  <a:pt x="194415" y="130158"/>
                </a:cubicBezTo>
                <a:cubicBezTo>
                  <a:pt x="193326" y="130282"/>
                  <a:pt x="191910" y="130344"/>
                  <a:pt x="190168" y="130344"/>
                </a:cubicBezTo>
                <a:cubicBezTo>
                  <a:pt x="188364" y="130344"/>
                  <a:pt x="186886" y="130267"/>
                  <a:pt x="185735" y="130111"/>
                </a:cubicBezTo>
                <a:cubicBezTo>
                  <a:pt x="184584" y="129956"/>
                  <a:pt x="183776" y="129661"/>
                  <a:pt x="183309" y="129227"/>
                </a:cubicBezTo>
                <a:cubicBezTo>
                  <a:pt x="182842" y="128792"/>
                  <a:pt x="182625" y="128156"/>
                  <a:pt x="182656" y="127318"/>
                </a:cubicBezTo>
                <a:cubicBezTo>
                  <a:pt x="182687" y="126480"/>
                  <a:pt x="182951" y="125379"/>
                  <a:pt x="183449" y="124013"/>
                </a:cubicBezTo>
                <a:lnTo>
                  <a:pt x="223951" y="12103"/>
                </a:lnTo>
                <a:cubicBezTo>
                  <a:pt x="224200" y="11421"/>
                  <a:pt x="224527" y="10862"/>
                  <a:pt x="224931" y="10428"/>
                </a:cubicBezTo>
                <a:cubicBezTo>
                  <a:pt x="225336" y="9993"/>
                  <a:pt x="225927" y="9652"/>
                  <a:pt x="226705" y="9403"/>
                </a:cubicBezTo>
                <a:cubicBezTo>
                  <a:pt x="227482" y="9155"/>
                  <a:pt x="228478" y="8984"/>
                  <a:pt x="229691" y="8891"/>
                </a:cubicBezTo>
                <a:cubicBezTo>
                  <a:pt x="230904" y="8798"/>
                  <a:pt x="232444" y="8752"/>
                  <a:pt x="234310" y="8752"/>
                </a:cubicBezTo>
                <a:cubicBezTo>
                  <a:pt x="236301" y="8752"/>
                  <a:pt x="237950" y="8798"/>
                  <a:pt x="239257" y="8891"/>
                </a:cubicBezTo>
                <a:cubicBezTo>
                  <a:pt x="240563" y="8984"/>
                  <a:pt x="241621" y="9155"/>
                  <a:pt x="242430" y="9403"/>
                </a:cubicBezTo>
                <a:cubicBezTo>
                  <a:pt x="243238" y="9652"/>
                  <a:pt x="243861" y="10009"/>
                  <a:pt x="244296" y="10474"/>
                </a:cubicBezTo>
                <a:cubicBezTo>
                  <a:pt x="244732" y="10940"/>
                  <a:pt x="245074" y="11514"/>
                  <a:pt x="245323" y="12197"/>
                </a:cubicBezTo>
                <a:lnTo>
                  <a:pt x="285825" y="124106"/>
                </a:lnTo>
                <a:moveTo>
                  <a:pt x="233844" y="25324"/>
                </a:moveTo>
                <a:lnTo>
                  <a:pt x="233750" y="25324"/>
                </a:lnTo>
                <a:lnTo>
                  <a:pt x="212939" y="85375"/>
                </a:lnTo>
                <a:lnTo>
                  <a:pt x="254935" y="85375"/>
                </a:lnTo>
                <a:lnTo>
                  <a:pt x="233844" y="25324"/>
                </a:lnTo>
                <a:close/>
                <a:moveTo>
                  <a:pt x="353468" y="49158"/>
                </a:moveTo>
                <a:cubicBezTo>
                  <a:pt x="353468" y="50524"/>
                  <a:pt x="353437" y="51672"/>
                  <a:pt x="353374" y="52603"/>
                </a:cubicBezTo>
                <a:cubicBezTo>
                  <a:pt x="353312" y="53534"/>
                  <a:pt x="353188" y="54264"/>
                  <a:pt x="353001" y="54791"/>
                </a:cubicBezTo>
                <a:cubicBezTo>
                  <a:pt x="352814" y="55319"/>
                  <a:pt x="352581" y="55722"/>
                  <a:pt x="352301" y="56001"/>
                </a:cubicBezTo>
                <a:cubicBezTo>
                  <a:pt x="352021" y="56281"/>
                  <a:pt x="351632" y="56420"/>
                  <a:pt x="351135" y="56420"/>
                </a:cubicBezTo>
                <a:cubicBezTo>
                  <a:pt x="350637" y="56420"/>
                  <a:pt x="350030" y="56281"/>
                  <a:pt x="349315" y="56001"/>
                </a:cubicBezTo>
                <a:cubicBezTo>
                  <a:pt x="348599" y="55722"/>
                  <a:pt x="347790" y="55443"/>
                  <a:pt x="346888" y="55164"/>
                </a:cubicBezTo>
                <a:cubicBezTo>
                  <a:pt x="345986" y="54884"/>
                  <a:pt x="344975" y="54620"/>
                  <a:pt x="343855" y="54372"/>
                </a:cubicBezTo>
                <a:cubicBezTo>
                  <a:pt x="342735" y="54124"/>
                  <a:pt x="341522" y="54000"/>
                  <a:pt x="340216" y="54000"/>
                </a:cubicBezTo>
                <a:cubicBezTo>
                  <a:pt x="338660" y="54000"/>
                  <a:pt x="337136" y="54310"/>
                  <a:pt x="335643" y="54931"/>
                </a:cubicBezTo>
                <a:cubicBezTo>
                  <a:pt x="334150" y="55551"/>
                  <a:pt x="332579" y="56576"/>
                  <a:pt x="330930" y="58003"/>
                </a:cubicBezTo>
                <a:cubicBezTo>
                  <a:pt x="329281" y="59431"/>
                  <a:pt x="327555" y="61324"/>
                  <a:pt x="325751" y="63682"/>
                </a:cubicBezTo>
                <a:cubicBezTo>
                  <a:pt x="323946" y="66041"/>
                  <a:pt x="321955" y="68927"/>
                  <a:pt x="319778" y="72341"/>
                </a:cubicBezTo>
                <a:lnTo>
                  <a:pt x="319778" y="127458"/>
                </a:lnTo>
                <a:cubicBezTo>
                  <a:pt x="319778" y="127955"/>
                  <a:pt x="319653" y="128374"/>
                  <a:pt x="319405" y="128715"/>
                </a:cubicBezTo>
                <a:cubicBezTo>
                  <a:pt x="319156" y="129056"/>
                  <a:pt x="318751" y="129351"/>
                  <a:pt x="318191" y="129599"/>
                </a:cubicBezTo>
                <a:cubicBezTo>
                  <a:pt x="317631" y="129848"/>
                  <a:pt x="316854" y="130034"/>
                  <a:pt x="315858" y="130158"/>
                </a:cubicBezTo>
                <a:cubicBezTo>
                  <a:pt x="314863" y="130282"/>
                  <a:pt x="313587" y="130344"/>
                  <a:pt x="312032" y="130344"/>
                </a:cubicBezTo>
                <a:cubicBezTo>
                  <a:pt x="310539" y="130344"/>
                  <a:pt x="309294" y="130282"/>
                  <a:pt x="308299" y="130158"/>
                </a:cubicBezTo>
                <a:cubicBezTo>
                  <a:pt x="307304" y="130034"/>
                  <a:pt x="306510" y="129848"/>
                  <a:pt x="305919" y="129599"/>
                </a:cubicBezTo>
                <a:cubicBezTo>
                  <a:pt x="305328" y="129351"/>
                  <a:pt x="304924" y="129056"/>
                  <a:pt x="304706" y="128715"/>
                </a:cubicBezTo>
                <a:cubicBezTo>
                  <a:pt x="304488" y="128374"/>
                  <a:pt x="304379" y="127955"/>
                  <a:pt x="304379" y="127458"/>
                </a:cubicBezTo>
                <a:lnTo>
                  <a:pt x="304379" y="43665"/>
                </a:lnTo>
                <a:cubicBezTo>
                  <a:pt x="304379" y="43169"/>
                  <a:pt x="304473" y="42750"/>
                  <a:pt x="304659" y="42408"/>
                </a:cubicBezTo>
                <a:cubicBezTo>
                  <a:pt x="304846" y="42067"/>
                  <a:pt x="305219" y="41757"/>
                  <a:pt x="305779" y="41477"/>
                </a:cubicBezTo>
                <a:cubicBezTo>
                  <a:pt x="306339" y="41198"/>
                  <a:pt x="307055" y="41012"/>
                  <a:pt x="307926" y="40919"/>
                </a:cubicBezTo>
                <a:cubicBezTo>
                  <a:pt x="308797" y="40826"/>
                  <a:pt x="309948" y="40779"/>
                  <a:pt x="311379" y="40779"/>
                </a:cubicBezTo>
                <a:cubicBezTo>
                  <a:pt x="312747" y="40779"/>
                  <a:pt x="313883" y="40826"/>
                  <a:pt x="314785" y="40919"/>
                </a:cubicBezTo>
                <a:cubicBezTo>
                  <a:pt x="315687" y="41012"/>
                  <a:pt x="316387" y="41198"/>
                  <a:pt x="316885" y="41477"/>
                </a:cubicBezTo>
                <a:cubicBezTo>
                  <a:pt x="317383" y="41757"/>
                  <a:pt x="317740" y="42067"/>
                  <a:pt x="317958" y="42408"/>
                </a:cubicBezTo>
                <a:cubicBezTo>
                  <a:pt x="318176" y="42750"/>
                  <a:pt x="318285" y="43169"/>
                  <a:pt x="318285" y="43665"/>
                </a:cubicBezTo>
                <a:lnTo>
                  <a:pt x="318285" y="55862"/>
                </a:lnTo>
                <a:cubicBezTo>
                  <a:pt x="320587" y="52510"/>
                  <a:pt x="322749" y="49779"/>
                  <a:pt x="324771" y="47669"/>
                </a:cubicBezTo>
                <a:cubicBezTo>
                  <a:pt x="326793" y="45558"/>
                  <a:pt x="328706" y="43898"/>
                  <a:pt x="330510" y="42688"/>
                </a:cubicBezTo>
                <a:cubicBezTo>
                  <a:pt x="332314" y="41477"/>
                  <a:pt x="334103" y="40639"/>
                  <a:pt x="335876" y="40174"/>
                </a:cubicBezTo>
                <a:cubicBezTo>
                  <a:pt x="337649" y="39708"/>
                  <a:pt x="339438" y="39476"/>
                  <a:pt x="341242" y="39476"/>
                </a:cubicBezTo>
                <a:cubicBezTo>
                  <a:pt x="342051" y="39476"/>
                  <a:pt x="342969" y="39522"/>
                  <a:pt x="343995" y="39615"/>
                </a:cubicBezTo>
                <a:cubicBezTo>
                  <a:pt x="345022" y="39708"/>
                  <a:pt x="346095" y="39879"/>
                  <a:pt x="347215" y="40127"/>
                </a:cubicBezTo>
                <a:cubicBezTo>
                  <a:pt x="348335" y="40376"/>
                  <a:pt x="349346" y="40655"/>
                  <a:pt x="350248" y="40965"/>
                </a:cubicBezTo>
                <a:cubicBezTo>
                  <a:pt x="351150" y="41276"/>
                  <a:pt x="351788" y="41586"/>
                  <a:pt x="352161" y="41896"/>
                </a:cubicBezTo>
                <a:cubicBezTo>
                  <a:pt x="352534" y="42207"/>
                  <a:pt x="352783" y="42502"/>
                  <a:pt x="352908" y="42781"/>
                </a:cubicBezTo>
                <a:cubicBezTo>
                  <a:pt x="353032" y="43060"/>
                  <a:pt x="353141" y="43417"/>
                  <a:pt x="353234" y="43852"/>
                </a:cubicBezTo>
                <a:cubicBezTo>
                  <a:pt x="353328" y="44286"/>
                  <a:pt x="353390" y="44922"/>
                  <a:pt x="353421" y="45760"/>
                </a:cubicBezTo>
                <a:cubicBezTo>
                  <a:pt x="353452" y="46598"/>
                  <a:pt x="353468" y="47731"/>
                  <a:pt x="353468" y="49158"/>
                </a:cubicBezTo>
                <a:close/>
                <a:moveTo>
                  <a:pt x="432132" y="114796"/>
                </a:moveTo>
                <a:cubicBezTo>
                  <a:pt x="432132" y="115851"/>
                  <a:pt x="432101" y="116767"/>
                  <a:pt x="432039" y="117543"/>
                </a:cubicBezTo>
                <a:cubicBezTo>
                  <a:pt x="431977" y="118318"/>
                  <a:pt x="431868" y="118970"/>
                  <a:pt x="431712" y="119498"/>
                </a:cubicBezTo>
                <a:cubicBezTo>
                  <a:pt x="431557" y="120025"/>
                  <a:pt x="431370" y="120491"/>
                  <a:pt x="431152" y="120894"/>
                </a:cubicBezTo>
                <a:cubicBezTo>
                  <a:pt x="430934" y="121298"/>
                  <a:pt x="430437" y="121887"/>
                  <a:pt x="429659" y="122663"/>
                </a:cubicBezTo>
                <a:cubicBezTo>
                  <a:pt x="428881" y="123439"/>
                  <a:pt x="427559" y="124401"/>
                  <a:pt x="425693" y="125549"/>
                </a:cubicBezTo>
                <a:cubicBezTo>
                  <a:pt x="423826" y="126698"/>
                  <a:pt x="421727" y="127722"/>
                  <a:pt x="419393" y="128622"/>
                </a:cubicBezTo>
                <a:cubicBezTo>
                  <a:pt x="417060" y="129522"/>
                  <a:pt x="414525" y="130251"/>
                  <a:pt x="411788" y="130810"/>
                </a:cubicBezTo>
                <a:cubicBezTo>
                  <a:pt x="409050" y="131368"/>
                  <a:pt x="406219" y="131648"/>
                  <a:pt x="403295" y="131648"/>
                </a:cubicBezTo>
                <a:cubicBezTo>
                  <a:pt x="397260" y="131648"/>
                  <a:pt x="391910" y="130653"/>
                  <a:pt x="387243" y="128663"/>
                </a:cubicBezTo>
                <a:cubicBezTo>
                  <a:pt x="382577" y="126672"/>
                  <a:pt x="378673" y="123765"/>
                  <a:pt x="375531" y="119940"/>
                </a:cubicBezTo>
                <a:cubicBezTo>
                  <a:pt x="372389" y="116115"/>
                  <a:pt x="369994" y="111419"/>
                  <a:pt x="368345" y="105852"/>
                </a:cubicBezTo>
                <a:cubicBezTo>
                  <a:pt x="366697" y="100285"/>
                  <a:pt x="365872" y="93864"/>
                  <a:pt x="365872" y="86589"/>
                </a:cubicBezTo>
                <a:cubicBezTo>
                  <a:pt x="365872" y="78316"/>
                  <a:pt x="366883" y="71210"/>
                  <a:pt x="368905" y="65271"/>
                </a:cubicBezTo>
                <a:cubicBezTo>
                  <a:pt x="370927" y="59332"/>
                  <a:pt x="373696" y="54465"/>
                  <a:pt x="377211" y="50671"/>
                </a:cubicBezTo>
                <a:cubicBezTo>
                  <a:pt x="380726" y="46877"/>
                  <a:pt x="384864" y="44063"/>
                  <a:pt x="389623" y="42228"/>
                </a:cubicBezTo>
                <a:cubicBezTo>
                  <a:pt x="394383" y="40393"/>
                  <a:pt x="399531" y="39476"/>
                  <a:pt x="405068" y="39476"/>
                </a:cubicBezTo>
                <a:cubicBezTo>
                  <a:pt x="407744" y="39476"/>
                  <a:pt x="410341" y="39724"/>
                  <a:pt x="412861" y="40220"/>
                </a:cubicBezTo>
                <a:cubicBezTo>
                  <a:pt x="415380" y="40717"/>
                  <a:pt x="417698" y="41369"/>
                  <a:pt x="419813" y="42176"/>
                </a:cubicBezTo>
                <a:cubicBezTo>
                  <a:pt x="421929" y="42983"/>
                  <a:pt x="423811" y="43914"/>
                  <a:pt x="425459" y="44969"/>
                </a:cubicBezTo>
                <a:cubicBezTo>
                  <a:pt x="427108" y="46024"/>
                  <a:pt x="428306" y="46924"/>
                  <a:pt x="429052" y="47669"/>
                </a:cubicBezTo>
                <a:cubicBezTo>
                  <a:pt x="429799" y="48414"/>
                  <a:pt x="430312" y="49003"/>
                  <a:pt x="430592" y="49438"/>
                </a:cubicBezTo>
                <a:cubicBezTo>
                  <a:pt x="430872" y="49872"/>
                  <a:pt x="431106" y="50384"/>
                  <a:pt x="431292" y="50974"/>
                </a:cubicBezTo>
                <a:cubicBezTo>
                  <a:pt x="431479" y="51564"/>
                  <a:pt x="431603" y="52231"/>
                  <a:pt x="431665" y="52976"/>
                </a:cubicBezTo>
                <a:cubicBezTo>
                  <a:pt x="431728" y="53720"/>
                  <a:pt x="431759" y="54651"/>
                  <a:pt x="431759" y="55769"/>
                </a:cubicBezTo>
                <a:cubicBezTo>
                  <a:pt x="431759" y="58189"/>
                  <a:pt x="431479" y="59881"/>
                  <a:pt x="430919" y="60843"/>
                </a:cubicBezTo>
                <a:cubicBezTo>
                  <a:pt x="430359" y="61805"/>
                  <a:pt x="429675" y="62286"/>
                  <a:pt x="428866" y="62286"/>
                </a:cubicBezTo>
                <a:cubicBezTo>
                  <a:pt x="427933" y="62286"/>
                  <a:pt x="426859" y="61774"/>
                  <a:pt x="425646" y="60750"/>
                </a:cubicBezTo>
                <a:cubicBezTo>
                  <a:pt x="424433" y="59726"/>
                  <a:pt x="422893" y="58593"/>
                  <a:pt x="421027" y="57351"/>
                </a:cubicBezTo>
                <a:cubicBezTo>
                  <a:pt x="419160" y="56110"/>
                  <a:pt x="416905" y="54977"/>
                  <a:pt x="414261" y="53953"/>
                </a:cubicBezTo>
                <a:cubicBezTo>
                  <a:pt x="411616" y="52929"/>
                  <a:pt x="408490" y="52417"/>
                  <a:pt x="404882" y="52417"/>
                </a:cubicBezTo>
                <a:cubicBezTo>
                  <a:pt x="397478" y="52417"/>
                  <a:pt x="391801" y="55265"/>
                  <a:pt x="387850" y="60962"/>
                </a:cubicBezTo>
                <a:cubicBezTo>
                  <a:pt x="383899" y="66657"/>
                  <a:pt x="381924" y="74919"/>
                  <a:pt x="381924" y="85748"/>
                </a:cubicBezTo>
                <a:cubicBezTo>
                  <a:pt x="381924" y="91163"/>
                  <a:pt x="382437" y="95910"/>
                  <a:pt x="383464" y="99987"/>
                </a:cubicBezTo>
                <a:cubicBezTo>
                  <a:pt x="384490" y="104064"/>
                  <a:pt x="385999" y="107472"/>
                  <a:pt x="387990" y="110211"/>
                </a:cubicBezTo>
                <a:cubicBezTo>
                  <a:pt x="389981" y="112949"/>
                  <a:pt x="392423" y="114988"/>
                  <a:pt x="395316" y="116326"/>
                </a:cubicBezTo>
                <a:cubicBezTo>
                  <a:pt x="398209" y="117665"/>
                  <a:pt x="401522" y="118334"/>
                  <a:pt x="405255" y="118334"/>
                </a:cubicBezTo>
                <a:cubicBezTo>
                  <a:pt x="408801" y="118334"/>
                  <a:pt x="411912" y="117775"/>
                  <a:pt x="414587" y="116658"/>
                </a:cubicBezTo>
                <a:cubicBezTo>
                  <a:pt x="417263" y="115541"/>
                  <a:pt x="419580" y="114315"/>
                  <a:pt x="421540" y="112980"/>
                </a:cubicBezTo>
                <a:cubicBezTo>
                  <a:pt x="423500" y="111646"/>
                  <a:pt x="425148" y="110436"/>
                  <a:pt x="426486" y="109349"/>
                </a:cubicBezTo>
                <a:cubicBezTo>
                  <a:pt x="427824" y="108263"/>
                  <a:pt x="428866" y="107720"/>
                  <a:pt x="429612" y="107720"/>
                </a:cubicBezTo>
                <a:cubicBezTo>
                  <a:pt x="430048" y="107720"/>
                  <a:pt x="430421" y="107844"/>
                  <a:pt x="430732" y="108093"/>
                </a:cubicBezTo>
                <a:cubicBezTo>
                  <a:pt x="431043" y="108341"/>
                  <a:pt x="431308" y="108760"/>
                  <a:pt x="431526" y="109349"/>
                </a:cubicBezTo>
                <a:cubicBezTo>
                  <a:pt x="431743" y="109939"/>
                  <a:pt x="431899" y="110684"/>
                  <a:pt x="431992" y="111584"/>
                </a:cubicBezTo>
                <a:cubicBezTo>
                  <a:pt x="432085" y="112484"/>
                  <a:pt x="432132" y="113555"/>
                  <a:pt x="432132" y="114796"/>
                </a:cubicBezTo>
                <a:close/>
                <a:moveTo>
                  <a:pt x="524447" y="127458"/>
                </a:moveTo>
                <a:cubicBezTo>
                  <a:pt x="524447" y="127955"/>
                  <a:pt x="524322" y="128374"/>
                  <a:pt x="524073" y="128715"/>
                </a:cubicBezTo>
                <a:cubicBezTo>
                  <a:pt x="523824" y="129056"/>
                  <a:pt x="523420" y="129351"/>
                  <a:pt x="522860" y="129599"/>
                </a:cubicBezTo>
                <a:cubicBezTo>
                  <a:pt x="522300" y="129848"/>
                  <a:pt x="521522" y="130034"/>
                  <a:pt x="520527" y="130158"/>
                </a:cubicBezTo>
                <a:cubicBezTo>
                  <a:pt x="519531" y="130282"/>
                  <a:pt x="518287" y="130344"/>
                  <a:pt x="516794" y="130344"/>
                </a:cubicBezTo>
                <a:cubicBezTo>
                  <a:pt x="515239" y="130344"/>
                  <a:pt x="513963" y="130282"/>
                  <a:pt x="512968" y="130158"/>
                </a:cubicBezTo>
                <a:cubicBezTo>
                  <a:pt x="511972" y="130034"/>
                  <a:pt x="511195" y="129848"/>
                  <a:pt x="510635" y="129599"/>
                </a:cubicBezTo>
                <a:cubicBezTo>
                  <a:pt x="510075" y="129351"/>
                  <a:pt x="509670" y="129056"/>
                  <a:pt x="509421" y="128715"/>
                </a:cubicBezTo>
                <a:cubicBezTo>
                  <a:pt x="509173" y="128374"/>
                  <a:pt x="509048" y="127955"/>
                  <a:pt x="509048" y="127458"/>
                </a:cubicBezTo>
                <a:lnTo>
                  <a:pt x="509048" y="78393"/>
                </a:lnTo>
                <a:cubicBezTo>
                  <a:pt x="509048" y="73613"/>
                  <a:pt x="508675" y="69765"/>
                  <a:pt x="507928" y="66848"/>
                </a:cubicBezTo>
                <a:cubicBezTo>
                  <a:pt x="507182" y="63931"/>
                  <a:pt x="506093" y="61417"/>
                  <a:pt x="504662" y="59307"/>
                </a:cubicBezTo>
                <a:cubicBezTo>
                  <a:pt x="503231" y="57196"/>
                  <a:pt x="501380" y="55582"/>
                  <a:pt x="499109" y="54465"/>
                </a:cubicBezTo>
                <a:cubicBezTo>
                  <a:pt x="496838" y="53348"/>
                  <a:pt x="494210" y="52789"/>
                  <a:pt x="491223" y="52789"/>
                </a:cubicBezTo>
                <a:cubicBezTo>
                  <a:pt x="487366" y="52789"/>
                  <a:pt x="483508" y="54155"/>
                  <a:pt x="479651" y="56886"/>
                </a:cubicBezTo>
                <a:cubicBezTo>
                  <a:pt x="475794" y="59617"/>
                  <a:pt x="471750" y="63620"/>
                  <a:pt x="467519" y="68896"/>
                </a:cubicBezTo>
                <a:lnTo>
                  <a:pt x="467519" y="127458"/>
                </a:lnTo>
                <a:cubicBezTo>
                  <a:pt x="467519" y="127955"/>
                  <a:pt x="467395" y="128374"/>
                  <a:pt x="467146" y="128715"/>
                </a:cubicBezTo>
                <a:cubicBezTo>
                  <a:pt x="466897" y="129056"/>
                  <a:pt x="466492" y="129351"/>
                  <a:pt x="465933" y="129599"/>
                </a:cubicBezTo>
                <a:cubicBezTo>
                  <a:pt x="465373" y="129848"/>
                  <a:pt x="464595" y="130034"/>
                  <a:pt x="463599" y="130158"/>
                </a:cubicBezTo>
                <a:cubicBezTo>
                  <a:pt x="462604" y="130282"/>
                  <a:pt x="461329" y="130344"/>
                  <a:pt x="459773" y="130344"/>
                </a:cubicBezTo>
                <a:cubicBezTo>
                  <a:pt x="458280" y="130344"/>
                  <a:pt x="457036" y="130282"/>
                  <a:pt x="456040" y="130158"/>
                </a:cubicBezTo>
                <a:cubicBezTo>
                  <a:pt x="455045" y="130034"/>
                  <a:pt x="454251" y="129848"/>
                  <a:pt x="453660" y="129599"/>
                </a:cubicBezTo>
                <a:cubicBezTo>
                  <a:pt x="453069" y="129351"/>
                  <a:pt x="452665" y="129056"/>
                  <a:pt x="452447" y="128715"/>
                </a:cubicBezTo>
                <a:cubicBezTo>
                  <a:pt x="452229" y="128372"/>
                  <a:pt x="452121" y="127952"/>
                  <a:pt x="452121" y="127455"/>
                </a:cubicBezTo>
                <a:lnTo>
                  <a:pt x="452121" y="2982"/>
                </a:lnTo>
                <a:cubicBezTo>
                  <a:pt x="452121" y="2486"/>
                  <a:pt x="452229" y="2051"/>
                  <a:pt x="452447" y="1679"/>
                </a:cubicBezTo>
                <a:cubicBezTo>
                  <a:pt x="452665" y="1304"/>
                  <a:pt x="453069" y="993"/>
                  <a:pt x="453660" y="745"/>
                </a:cubicBezTo>
                <a:cubicBezTo>
                  <a:pt x="454251" y="497"/>
                  <a:pt x="455045" y="310"/>
                  <a:pt x="456040" y="186"/>
                </a:cubicBezTo>
                <a:cubicBezTo>
                  <a:pt x="457036" y="62"/>
                  <a:pt x="458280" y="0"/>
                  <a:pt x="459773" y="0"/>
                </a:cubicBezTo>
                <a:cubicBezTo>
                  <a:pt x="461329" y="0"/>
                  <a:pt x="462604" y="62"/>
                  <a:pt x="463599" y="186"/>
                </a:cubicBezTo>
                <a:cubicBezTo>
                  <a:pt x="464595" y="310"/>
                  <a:pt x="465373" y="498"/>
                  <a:pt x="465933" y="748"/>
                </a:cubicBezTo>
                <a:cubicBezTo>
                  <a:pt x="466492" y="996"/>
                  <a:pt x="466897" y="1306"/>
                  <a:pt x="467146" y="1679"/>
                </a:cubicBezTo>
                <a:cubicBezTo>
                  <a:pt x="467395" y="2051"/>
                  <a:pt x="467519" y="2487"/>
                  <a:pt x="467519" y="2985"/>
                </a:cubicBezTo>
                <a:lnTo>
                  <a:pt x="467519" y="53255"/>
                </a:lnTo>
                <a:cubicBezTo>
                  <a:pt x="471936" y="48600"/>
                  <a:pt x="476385" y="45139"/>
                  <a:pt x="480864" y="42874"/>
                </a:cubicBezTo>
                <a:cubicBezTo>
                  <a:pt x="485344" y="40608"/>
                  <a:pt x="489855" y="39476"/>
                  <a:pt x="494396" y="39476"/>
                </a:cubicBezTo>
                <a:cubicBezTo>
                  <a:pt x="499996" y="39476"/>
                  <a:pt x="504709" y="40422"/>
                  <a:pt x="508535" y="42315"/>
                </a:cubicBezTo>
                <a:cubicBezTo>
                  <a:pt x="512361" y="44208"/>
                  <a:pt x="515456" y="46738"/>
                  <a:pt x="517821" y="49903"/>
                </a:cubicBezTo>
                <a:cubicBezTo>
                  <a:pt x="520185" y="53069"/>
                  <a:pt x="521880" y="56777"/>
                  <a:pt x="522907" y="61029"/>
                </a:cubicBezTo>
                <a:cubicBezTo>
                  <a:pt x="523933" y="65281"/>
                  <a:pt x="524447" y="70417"/>
                  <a:pt x="524447" y="76438"/>
                </a:cubicBezTo>
                <a:lnTo>
                  <a:pt x="524447" y="127458"/>
                </a:lnTo>
                <a:close/>
                <a:moveTo>
                  <a:pt x="567383" y="127458"/>
                </a:moveTo>
                <a:cubicBezTo>
                  <a:pt x="567383" y="127955"/>
                  <a:pt x="567258" y="128374"/>
                  <a:pt x="567009" y="128715"/>
                </a:cubicBezTo>
                <a:cubicBezTo>
                  <a:pt x="566761" y="129056"/>
                  <a:pt x="566356" y="129351"/>
                  <a:pt x="565796" y="129599"/>
                </a:cubicBezTo>
                <a:cubicBezTo>
                  <a:pt x="565236" y="129848"/>
                  <a:pt x="564459" y="130034"/>
                  <a:pt x="563463" y="130158"/>
                </a:cubicBezTo>
                <a:cubicBezTo>
                  <a:pt x="562468" y="130282"/>
                  <a:pt x="561192" y="130344"/>
                  <a:pt x="559637" y="130344"/>
                </a:cubicBezTo>
                <a:cubicBezTo>
                  <a:pt x="558144" y="130344"/>
                  <a:pt x="556899" y="130282"/>
                  <a:pt x="555904" y="130158"/>
                </a:cubicBezTo>
                <a:cubicBezTo>
                  <a:pt x="554909" y="130034"/>
                  <a:pt x="554115" y="129848"/>
                  <a:pt x="553524" y="129599"/>
                </a:cubicBezTo>
                <a:cubicBezTo>
                  <a:pt x="552933" y="129351"/>
                  <a:pt x="552529" y="129056"/>
                  <a:pt x="552311" y="128715"/>
                </a:cubicBezTo>
                <a:cubicBezTo>
                  <a:pt x="552093" y="128374"/>
                  <a:pt x="551984" y="127955"/>
                  <a:pt x="551984" y="127458"/>
                </a:cubicBezTo>
                <a:lnTo>
                  <a:pt x="551984" y="43665"/>
                </a:lnTo>
                <a:cubicBezTo>
                  <a:pt x="551984" y="43231"/>
                  <a:pt x="552093" y="42827"/>
                  <a:pt x="552311" y="42455"/>
                </a:cubicBezTo>
                <a:cubicBezTo>
                  <a:pt x="552529" y="42083"/>
                  <a:pt x="552933" y="41772"/>
                  <a:pt x="553524" y="41524"/>
                </a:cubicBezTo>
                <a:cubicBezTo>
                  <a:pt x="554115" y="41276"/>
                  <a:pt x="554909" y="41089"/>
                  <a:pt x="555904" y="40965"/>
                </a:cubicBezTo>
                <a:cubicBezTo>
                  <a:pt x="556899" y="40841"/>
                  <a:pt x="558144" y="40779"/>
                  <a:pt x="559637" y="40779"/>
                </a:cubicBezTo>
                <a:cubicBezTo>
                  <a:pt x="561192" y="40779"/>
                  <a:pt x="562468" y="40841"/>
                  <a:pt x="563463" y="40965"/>
                </a:cubicBezTo>
                <a:cubicBezTo>
                  <a:pt x="564459" y="41089"/>
                  <a:pt x="565236" y="41276"/>
                  <a:pt x="565796" y="41524"/>
                </a:cubicBezTo>
                <a:cubicBezTo>
                  <a:pt x="566356" y="41772"/>
                  <a:pt x="566761" y="42083"/>
                  <a:pt x="567009" y="42455"/>
                </a:cubicBezTo>
                <a:cubicBezTo>
                  <a:pt x="567258" y="42827"/>
                  <a:pt x="567383" y="43231"/>
                  <a:pt x="567383" y="43665"/>
                </a:cubicBezTo>
                <a:lnTo>
                  <a:pt x="567383" y="127458"/>
                </a:lnTo>
                <a:moveTo>
                  <a:pt x="569156" y="15269"/>
                </a:moveTo>
                <a:cubicBezTo>
                  <a:pt x="569156" y="18869"/>
                  <a:pt x="568472" y="21321"/>
                  <a:pt x="567103" y="22624"/>
                </a:cubicBezTo>
                <a:cubicBezTo>
                  <a:pt x="565734" y="23927"/>
                  <a:pt x="563214" y="24579"/>
                  <a:pt x="559544" y="24579"/>
                </a:cubicBezTo>
                <a:cubicBezTo>
                  <a:pt x="555935" y="24579"/>
                  <a:pt x="553462" y="23943"/>
                  <a:pt x="552124" y="22671"/>
                </a:cubicBezTo>
                <a:cubicBezTo>
                  <a:pt x="550787" y="21398"/>
                  <a:pt x="550118" y="18993"/>
                  <a:pt x="550118" y="15455"/>
                </a:cubicBezTo>
                <a:cubicBezTo>
                  <a:pt x="550118" y="11855"/>
                  <a:pt x="550802" y="9403"/>
                  <a:pt x="552171" y="8100"/>
                </a:cubicBezTo>
                <a:cubicBezTo>
                  <a:pt x="553540" y="6797"/>
                  <a:pt x="556060" y="6145"/>
                  <a:pt x="559730" y="6145"/>
                </a:cubicBezTo>
                <a:cubicBezTo>
                  <a:pt x="563339" y="6145"/>
                  <a:pt x="565812" y="6781"/>
                  <a:pt x="567149" y="8053"/>
                </a:cubicBezTo>
                <a:cubicBezTo>
                  <a:pt x="568487" y="9326"/>
                  <a:pt x="569156" y="11731"/>
                  <a:pt x="569156" y="15269"/>
                </a:cubicBezTo>
                <a:close/>
                <a:moveTo>
                  <a:pt x="664339" y="43479"/>
                </a:moveTo>
                <a:cubicBezTo>
                  <a:pt x="664339" y="43727"/>
                  <a:pt x="664323" y="43991"/>
                  <a:pt x="664292" y="44270"/>
                </a:cubicBezTo>
                <a:cubicBezTo>
                  <a:pt x="664261" y="44550"/>
                  <a:pt x="664214" y="44845"/>
                  <a:pt x="664152" y="45155"/>
                </a:cubicBezTo>
                <a:cubicBezTo>
                  <a:pt x="664090" y="45465"/>
                  <a:pt x="664012" y="45807"/>
                  <a:pt x="663919" y="46179"/>
                </a:cubicBezTo>
                <a:cubicBezTo>
                  <a:pt x="663825" y="46551"/>
                  <a:pt x="663717" y="46955"/>
                  <a:pt x="663592" y="47389"/>
                </a:cubicBezTo>
                <a:lnTo>
                  <a:pt x="634942" y="126992"/>
                </a:lnTo>
                <a:cubicBezTo>
                  <a:pt x="634693" y="127675"/>
                  <a:pt x="634366" y="128234"/>
                  <a:pt x="633962" y="128668"/>
                </a:cubicBezTo>
                <a:cubicBezTo>
                  <a:pt x="633557" y="129103"/>
                  <a:pt x="632951" y="129444"/>
                  <a:pt x="632142" y="129692"/>
                </a:cubicBezTo>
                <a:cubicBezTo>
                  <a:pt x="631333" y="129941"/>
                  <a:pt x="630307" y="130111"/>
                  <a:pt x="629062" y="130205"/>
                </a:cubicBezTo>
                <a:cubicBezTo>
                  <a:pt x="627818" y="130298"/>
                  <a:pt x="626263" y="130344"/>
                  <a:pt x="624396" y="130344"/>
                </a:cubicBezTo>
                <a:cubicBezTo>
                  <a:pt x="622530" y="130344"/>
                  <a:pt x="620974" y="130282"/>
                  <a:pt x="619730" y="130158"/>
                </a:cubicBezTo>
                <a:cubicBezTo>
                  <a:pt x="618486" y="130034"/>
                  <a:pt x="617475" y="129848"/>
                  <a:pt x="616697" y="129599"/>
                </a:cubicBezTo>
                <a:cubicBezTo>
                  <a:pt x="615919" y="129351"/>
                  <a:pt x="615313" y="129010"/>
                  <a:pt x="614877" y="128575"/>
                </a:cubicBezTo>
                <a:cubicBezTo>
                  <a:pt x="614442" y="128141"/>
                  <a:pt x="614099" y="127613"/>
                  <a:pt x="613851" y="126992"/>
                </a:cubicBezTo>
                <a:lnTo>
                  <a:pt x="585294" y="47389"/>
                </a:lnTo>
                <a:cubicBezTo>
                  <a:pt x="585045" y="46645"/>
                  <a:pt x="584842" y="45993"/>
                  <a:pt x="584687" y="45434"/>
                </a:cubicBezTo>
                <a:cubicBezTo>
                  <a:pt x="584531" y="44876"/>
                  <a:pt x="584438" y="44457"/>
                  <a:pt x="584407" y="44177"/>
                </a:cubicBezTo>
                <a:cubicBezTo>
                  <a:pt x="584376" y="43898"/>
                  <a:pt x="584360" y="43665"/>
                  <a:pt x="584360" y="43479"/>
                </a:cubicBezTo>
                <a:cubicBezTo>
                  <a:pt x="584360" y="42983"/>
                  <a:pt x="584485" y="42548"/>
                  <a:pt x="584734" y="42176"/>
                </a:cubicBezTo>
                <a:cubicBezTo>
                  <a:pt x="584982" y="41803"/>
                  <a:pt x="585402" y="41508"/>
                  <a:pt x="585993" y="41291"/>
                </a:cubicBezTo>
                <a:cubicBezTo>
                  <a:pt x="586584" y="41074"/>
                  <a:pt x="587362" y="40934"/>
                  <a:pt x="588327" y="40872"/>
                </a:cubicBezTo>
                <a:cubicBezTo>
                  <a:pt x="589291" y="40810"/>
                  <a:pt x="590489" y="40779"/>
                  <a:pt x="591920" y="40779"/>
                </a:cubicBezTo>
                <a:cubicBezTo>
                  <a:pt x="593724" y="40779"/>
                  <a:pt x="595170" y="40826"/>
                  <a:pt x="596259" y="40919"/>
                </a:cubicBezTo>
                <a:cubicBezTo>
                  <a:pt x="597348" y="41012"/>
                  <a:pt x="598188" y="41183"/>
                  <a:pt x="598779" y="41431"/>
                </a:cubicBezTo>
                <a:cubicBezTo>
                  <a:pt x="599370" y="41679"/>
                  <a:pt x="599805" y="41989"/>
                  <a:pt x="600085" y="42362"/>
                </a:cubicBezTo>
                <a:cubicBezTo>
                  <a:pt x="600365" y="42734"/>
                  <a:pt x="600630" y="43200"/>
                  <a:pt x="600879" y="43758"/>
                </a:cubicBezTo>
                <a:lnTo>
                  <a:pt x="624583" y="112841"/>
                </a:lnTo>
                <a:lnTo>
                  <a:pt x="624956" y="113958"/>
                </a:lnTo>
                <a:lnTo>
                  <a:pt x="625236" y="112841"/>
                </a:lnTo>
                <a:lnTo>
                  <a:pt x="648660" y="43758"/>
                </a:lnTo>
                <a:cubicBezTo>
                  <a:pt x="648785" y="43200"/>
                  <a:pt x="649003" y="42734"/>
                  <a:pt x="649314" y="42362"/>
                </a:cubicBezTo>
                <a:cubicBezTo>
                  <a:pt x="649625" y="41989"/>
                  <a:pt x="650076" y="41679"/>
                  <a:pt x="650667" y="41431"/>
                </a:cubicBezTo>
                <a:cubicBezTo>
                  <a:pt x="651258" y="41183"/>
                  <a:pt x="652067" y="41012"/>
                  <a:pt x="653093" y="40919"/>
                </a:cubicBezTo>
                <a:cubicBezTo>
                  <a:pt x="654120" y="40826"/>
                  <a:pt x="655473" y="40779"/>
                  <a:pt x="657153" y="40779"/>
                </a:cubicBezTo>
                <a:cubicBezTo>
                  <a:pt x="658584" y="40779"/>
                  <a:pt x="659766" y="40810"/>
                  <a:pt x="660699" y="40872"/>
                </a:cubicBezTo>
                <a:cubicBezTo>
                  <a:pt x="661632" y="40934"/>
                  <a:pt x="662363" y="41089"/>
                  <a:pt x="662892" y="41338"/>
                </a:cubicBezTo>
                <a:cubicBezTo>
                  <a:pt x="663421" y="41586"/>
                  <a:pt x="663794" y="41881"/>
                  <a:pt x="664012" y="42222"/>
                </a:cubicBezTo>
                <a:cubicBezTo>
                  <a:pt x="664230" y="42564"/>
                  <a:pt x="664339" y="42983"/>
                  <a:pt x="664339" y="43479"/>
                </a:cubicBezTo>
                <a:close/>
                <a:moveTo>
                  <a:pt x="754006" y="81931"/>
                </a:moveTo>
                <a:cubicBezTo>
                  <a:pt x="754006" y="84351"/>
                  <a:pt x="753399" y="86074"/>
                  <a:pt x="752186" y="87098"/>
                </a:cubicBezTo>
                <a:cubicBezTo>
                  <a:pt x="750973" y="88122"/>
                  <a:pt x="749588" y="88634"/>
                  <a:pt x="748033" y="88634"/>
                </a:cubicBezTo>
                <a:lnTo>
                  <a:pt x="692972" y="88634"/>
                </a:lnTo>
                <a:cubicBezTo>
                  <a:pt x="692972" y="93303"/>
                  <a:pt x="693439" y="97505"/>
                  <a:pt x="694372" y="101241"/>
                </a:cubicBezTo>
                <a:cubicBezTo>
                  <a:pt x="695305" y="104977"/>
                  <a:pt x="696860" y="108183"/>
                  <a:pt x="699038" y="110859"/>
                </a:cubicBezTo>
                <a:cubicBezTo>
                  <a:pt x="701216" y="113536"/>
                  <a:pt x="704046" y="115591"/>
                  <a:pt x="707530" y="117025"/>
                </a:cubicBezTo>
                <a:cubicBezTo>
                  <a:pt x="711015" y="118456"/>
                  <a:pt x="715276" y="119172"/>
                  <a:pt x="720316" y="119172"/>
                </a:cubicBezTo>
                <a:cubicBezTo>
                  <a:pt x="724298" y="119172"/>
                  <a:pt x="727844" y="118846"/>
                  <a:pt x="730955" y="118194"/>
                </a:cubicBezTo>
                <a:cubicBezTo>
                  <a:pt x="734065" y="117543"/>
                  <a:pt x="736756" y="116813"/>
                  <a:pt x="739027" y="116006"/>
                </a:cubicBezTo>
                <a:cubicBezTo>
                  <a:pt x="741298" y="115199"/>
                  <a:pt x="743165" y="114470"/>
                  <a:pt x="744627" y="113818"/>
                </a:cubicBezTo>
                <a:cubicBezTo>
                  <a:pt x="746089" y="113167"/>
                  <a:pt x="747193" y="112841"/>
                  <a:pt x="747940" y="112841"/>
                </a:cubicBezTo>
                <a:cubicBezTo>
                  <a:pt x="748375" y="112841"/>
                  <a:pt x="748764" y="112949"/>
                  <a:pt x="749106" y="113167"/>
                </a:cubicBezTo>
                <a:cubicBezTo>
                  <a:pt x="749448" y="113384"/>
                  <a:pt x="749713" y="113710"/>
                  <a:pt x="749899" y="114144"/>
                </a:cubicBezTo>
                <a:cubicBezTo>
                  <a:pt x="750086" y="114579"/>
                  <a:pt x="750226" y="115184"/>
                  <a:pt x="750319" y="115960"/>
                </a:cubicBezTo>
                <a:cubicBezTo>
                  <a:pt x="750413" y="116736"/>
                  <a:pt x="750459" y="117682"/>
                  <a:pt x="750459" y="118799"/>
                </a:cubicBezTo>
                <a:cubicBezTo>
                  <a:pt x="750459" y="119606"/>
                  <a:pt x="750428" y="120305"/>
                  <a:pt x="750366" y="120894"/>
                </a:cubicBezTo>
                <a:cubicBezTo>
                  <a:pt x="750304" y="121484"/>
                  <a:pt x="750226" y="122011"/>
                  <a:pt x="750133" y="122477"/>
                </a:cubicBezTo>
                <a:cubicBezTo>
                  <a:pt x="750039" y="122942"/>
                  <a:pt x="749884" y="123361"/>
                  <a:pt x="749666" y="123734"/>
                </a:cubicBezTo>
                <a:cubicBezTo>
                  <a:pt x="749448" y="124106"/>
                  <a:pt x="749168" y="124463"/>
                  <a:pt x="748826" y="124805"/>
                </a:cubicBezTo>
                <a:cubicBezTo>
                  <a:pt x="748484" y="125146"/>
                  <a:pt x="747473" y="125705"/>
                  <a:pt x="745793" y="126480"/>
                </a:cubicBezTo>
                <a:cubicBezTo>
                  <a:pt x="744113" y="127256"/>
                  <a:pt x="741936" y="128017"/>
                  <a:pt x="739261" y="128761"/>
                </a:cubicBezTo>
                <a:cubicBezTo>
                  <a:pt x="736585" y="129506"/>
                  <a:pt x="733490" y="130173"/>
                  <a:pt x="729975" y="130763"/>
                </a:cubicBezTo>
                <a:cubicBezTo>
                  <a:pt x="726460" y="131353"/>
                  <a:pt x="722711" y="131648"/>
                  <a:pt x="718729" y="131648"/>
                </a:cubicBezTo>
                <a:cubicBezTo>
                  <a:pt x="711823" y="131648"/>
                  <a:pt x="705773" y="130685"/>
                  <a:pt x="700578" y="128759"/>
                </a:cubicBezTo>
                <a:cubicBezTo>
                  <a:pt x="695383" y="126832"/>
                  <a:pt x="691012" y="123974"/>
                  <a:pt x="687466" y="120184"/>
                </a:cubicBezTo>
                <a:cubicBezTo>
                  <a:pt x="683920" y="116394"/>
                  <a:pt x="681244" y="111641"/>
                  <a:pt x="679440" y="105925"/>
                </a:cubicBezTo>
                <a:cubicBezTo>
                  <a:pt x="677636" y="100209"/>
                  <a:pt x="676734" y="93561"/>
                  <a:pt x="676734" y="85981"/>
                </a:cubicBezTo>
                <a:cubicBezTo>
                  <a:pt x="676734" y="78773"/>
                  <a:pt x="677667" y="72295"/>
                  <a:pt x="679533" y="66548"/>
                </a:cubicBezTo>
                <a:cubicBezTo>
                  <a:pt x="681400" y="60801"/>
                  <a:pt x="684091" y="55924"/>
                  <a:pt x="687606" y="51917"/>
                </a:cubicBezTo>
                <a:cubicBezTo>
                  <a:pt x="691121" y="47909"/>
                  <a:pt x="695367" y="44834"/>
                  <a:pt x="700345" y="42691"/>
                </a:cubicBezTo>
                <a:cubicBezTo>
                  <a:pt x="705322" y="40547"/>
                  <a:pt x="710890" y="39476"/>
                  <a:pt x="717049" y="39476"/>
                </a:cubicBezTo>
                <a:cubicBezTo>
                  <a:pt x="723644" y="39476"/>
                  <a:pt x="729259" y="40531"/>
                  <a:pt x="733894" y="42641"/>
                </a:cubicBezTo>
                <a:cubicBezTo>
                  <a:pt x="738529" y="44752"/>
                  <a:pt x="742340" y="47591"/>
                  <a:pt x="745327" y="51160"/>
                </a:cubicBezTo>
                <a:cubicBezTo>
                  <a:pt x="748313" y="54729"/>
                  <a:pt x="750506" y="58919"/>
                  <a:pt x="751906" y="63729"/>
                </a:cubicBezTo>
                <a:cubicBezTo>
                  <a:pt x="753306" y="68539"/>
                  <a:pt x="754006" y="73675"/>
                  <a:pt x="754006" y="79138"/>
                </a:cubicBezTo>
                <a:lnTo>
                  <a:pt x="754006" y="81931"/>
                </a:lnTo>
                <a:moveTo>
                  <a:pt x="738514" y="77369"/>
                </a:moveTo>
                <a:cubicBezTo>
                  <a:pt x="738701" y="69300"/>
                  <a:pt x="736912" y="62969"/>
                  <a:pt x="733148" y="58376"/>
                </a:cubicBezTo>
                <a:cubicBezTo>
                  <a:pt x="729384" y="53782"/>
                  <a:pt x="723800" y="51486"/>
                  <a:pt x="716396" y="51486"/>
                </a:cubicBezTo>
                <a:cubicBezTo>
                  <a:pt x="712601" y="51486"/>
                  <a:pt x="709272" y="52200"/>
                  <a:pt x="706411" y="53627"/>
                </a:cubicBezTo>
                <a:cubicBezTo>
                  <a:pt x="703549" y="55055"/>
                  <a:pt x="701153" y="56948"/>
                  <a:pt x="699225" y="59307"/>
                </a:cubicBezTo>
                <a:cubicBezTo>
                  <a:pt x="697296" y="61665"/>
                  <a:pt x="695803" y="64412"/>
                  <a:pt x="694745" y="67546"/>
                </a:cubicBezTo>
                <a:cubicBezTo>
                  <a:pt x="693687" y="70681"/>
                  <a:pt x="693096" y="73955"/>
                  <a:pt x="692972" y="77369"/>
                </a:cubicBezTo>
                <a:lnTo>
                  <a:pt x="738514" y="77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4.Memory">
            <a:extLst xmlns:a="http://schemas.openxmlformats.org/drawingml/2006/main">
              <a:ext uri="{FF2B5EF4-FFF2-40B4-BE49-F238E27FC236}">
                <a16:creationId xmlns:a16="http://schemas.microsoft.com/office/drawing/2014/main" id="{737AA3FA-A778-4A1D-96A4-6F7A708C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9" y="2095389"/>
            <a:ext cx="845402" cy="154923"/>
          </a:xfrm>
          <a:custGeom xmlns:a="http://schemas.openxmlformats.org/drawingml/2006/main">
            <a:pathLst>
              <a:path w="845402" h="154923">
                <a:moveTo>
                  <a:pt x="86884" y="86679"/>
                </a:moveTo>
                <a:cubicBezTo>
                  <a:pt x="86884" y="88727"/>
                  <a:pt x="86573" y="90341"/>
                  <a:pt x="85951" y="91520"/>
                </a:cubicBezTo>
                <a:cubicBezTo>
                  <a:pt x="85329" y="92700"/>
                  <a:pt x="84458" y="93289"/>
                  <a:pt x="83338" y="93289"/>
                </a:cubicBezTo>
                <a:lnTo>
                  <a:pt x="69713" y="93289"/>
                </a:lnTo>
                <a:lnTo>
                  <a:pt x="69713" y="118698"/>
                </a:lnTo>
                <a:cubicBezTo>
                  <a:pt x="69713" y="119196"/>
                  <a:pt x="69588" y="119617"/>
                  <a:pt x="69340" y="119960"/>
                </a:cubicBezTo>
                <a:cubicBezTo>
                  <a:pt x="69091" y="120302"/>
                  <a:pt x="68655" y="120597"/>
                  <a:pt x="68033" y="120848"/>
                </a:cubicBezTo>
                <a:cubicBezTo>
                  <a:pt x="67411" y="121096"/>
                  <a:pt x="66602" y="121282"/>
                  <a:pt x="65607" y="121406"/>
                </a:cubicBezTo>
                <a:cubicBezTo>
                  <a:pt x="64611" y="121530"/>
                  <a:pt x="63336" y="121592"/>
                  <a:pt x="61780" y="121592"/>
                </a:cubicBezTo>
                <a:cubicBezTo>
                  <a:pt x="60287" y="121592"/>
                  <a:pt x="59043" y="121530"/>
                  <a:pt x="58047" y="121406"/>
                </a:cubicBezTo>
                <a:cubicBezTo>
                  <a:pt x="57052" y="121282"/>
                  <a:pt x="56259" y="121096"/>
                  <a:pt x="55668" y="120848"/>
                </a:cubicBezTo>
                <a:cubicBezTo>
                  <a:pt x="55077" y="120597"/>
                  <a:pt x="54672" y="120302"/>
                  <a:pt x="54454" y="119960"/>
                </a:cubicBezTo>
                <a:cubicBezTo>
                  <a:pt x="54237" y="119617"/>
                  <a:pt x="54128" y="119196"/>
                  <a:pt x="54128" y="118698"/>
                </a:cubicBezTo>
                <a:lnTo>
                  <a:pt x="54128" y="93289"/>
                </a:lnTo>
                <a:lnTo>
                  <a:pt x="4293" y="93289"/>
                </a:lnTo>
                <a:cubicBezTo>
                  <a:pt x="3546" y="93289"/>
                  <a:pt x="2924" y="93196"/>
                  <a:pt x="2426" y="93010"/>
                </a:cubicBezTo>
                <a:cubicBezTo>
                  <a:pt x="1929" y="92824"/>
                  <a:pt x="1478" y="92482"/>
                  <a:pt x="1073" y="91986"/>
                </a:cubicBezTo>
                <a:cubicBezTo>
                  <a:pt x="669" y="91489"/>
                  <a:pt x="389" y="90775"/>
                  <a:pt x="233" y="89844"/>
                </a:cubicBezTo>
                <a:cubicBezTo>
                  <a:pt x="78" y="88913"/>
                  <a:pt x="0" y="87703"/>
                  <a:pt x="0" y="86213"/>
                </a:cubicBezTo>
                <a:cubicBezTo>
                  <a:pt x="0" y="85034"/>
                  <a:pt x="31" y="83979"/>
                  <a:pt x="93" y="83048"/>
                </a:cubicBezTo>
                <a:cubicBezTo>
                  <a:pt x="156" y="82117"/>
                  <a:pt x="280" y="81263"/>
                  <a:pt x="467" y="80488"/>
                </a:cubicBezTo>
                <a:cubicBezTo>
                  <a:pt x="653" y="79712"/>
                  <a:pt x="902" y="78967"/>
                  <a:pt x="1213" y="78253"/>
                </a:cubicBezTo>
                <a:cubicBezTo>
                  <a:pt x="1524" y="77539"/>
                  <a:pt x="1898" y="76779"/>
                  <a:pt x="2333" y="75972"/>
                </a:cubicBezTo>
                <a:lnTo>
                  <a:pt x="45822" y="2883"/>
                </a:lnTo>
                <a:cubicBezTo>
                  <a:pt x="46133" y="2387"/>
                  <a:pt x="46584" y="1953"/>
                  <a:pt x="47175" y="1583"/>
                </a:cubicBezTo>
                <a:cubicBezTo>
                  <a:pt x="47766" y="1210"/>
                  <a:pt x="48528" y="900"/>
                  <a:pt x="49462" y="652"/>
                </a:cubicBezTo>
                <a:cubicBezTo>
                  <a:pt x="50395" y="403"/>
                  <a:pt x="51546" y="233"/>
                  <a:pt x="52915" y="140"/>
                </a:cubicBezTo>
                <a:cubicBezTo>
                  <a:pt x="54283" y="47"/>
                  <a:pt x="55901" y="0"/>
                  <a:pt x="57767" y="0"/>
                </a:cubicBezTo>
                <a:cubicBezTo>
                  <a:pt x="59821" y="0"/>
                  <a:pt x="61609" y="78"/>
                  <a:pt x="63134" y="233"/>
                </a:cubicBezTo>
                <a:cubicBezTo>
                  <a:pt x="64658" y="388"/>
                  <a:pt x="65887" y="590"/>
                  <a:pt x="66820" y="838"/>
                </a:cubicBezTo>
                <a:cubicBezTo>
                  <a:pt x="67753" y="1086"/>
                  <a:pt x="68469" y="1412"/>
                  <a:pt x="68966" y="1815"/>
                </a:cubicBezTo>
                <a:cubicBezTo>
                  <a:pt x="69464" y="2217"/>
                  <a:pt x="69713" y="2697"/>
                  <a:pt x="69713" y="3256"/>
                </a:cubicBezTo>
                <a:lnTo>
                  <a:pt x="69713" y="80069"/>
                </a:lnTo>
                <a:lnTo>
                  <a:pt x="83338" y="80069"/>
                </a:lnTo>
                <a:cubicBezTo>
                  <a:pt x="84396" y="80069"/>
                  <a:pt x="85251" y="80612"/>
                  <a:pt x="85905" y="81698"/>
                </a:cubicBezTo>
                <a:cubicBezTo>
                  <a:pt x="86558" y="82784"/>
                  <a:pt x="86884" y="84444"/>
                  <a:pt x="86884" y="86679"/>
                </a:cubicBezTo>
                <a:moveTo>
                  <a:pt x="54128" y="14044"/>
                </a:moveTo>
                <a:lnTo>
                  <a:pt x="53941" y="14044"/>
                </a:lnTo>
                <a:lnTo>
                  <a:pt x="14652" y="80069"/>
                </a:lnTo>
                <a:lnTo>
                  <a:pt x="54128" y="80069"/>
                </a:lnTo>
                <a:lnTo>
                  <a:pt x="54128" y="14044"/>
                </a:lnTo>
                <a:close/>
                <a:moveTo>
                  <a:pt x="127419" y="110932"/>
                </a:moveTo>
                <a:cubicBezTo>
                  <a:pt x="127419" y="115358"/>
                  <a:pt x="126688" y="118304"/>
                  <a:pt x="125226" y="119768"/>
                </a:cubicBezTo>
                <a:cubicBezTo>
                  <a:pt x="123764" y="121233"/>
                  <a:pt x="121104" y="121965"/>
                  <a:pt x="117247" y="121965"/>
                </a:cubicBezTo>
                <a:cubicBezTo>
                  <a:pt x="113514" y="121965"/>
                  <a:pt x="110932" y="121248"/>
                  <a:pt x="109501" y="119815"/>
                </a:cubicBezTo>
                <a:cubicBezTo>
                  <a:pt x="108070" y="118381"/>
                  <a:pt x="107355" y="115514"/>
                  <a:pt x="107355" y="111212"/>
                </a:cubicBezTo>
                <a:cubicBezTo>
                  <a:pt x="107355" y="106785"/>
                  <a:pt x="108086" y="103840"/>
                  <a:pt x="109548" y="102375"/>
                </a:cubicBezTo>
                <a:cubicBezTo>
                  <a:pt x="111010" y="100911"/>
                  <a:pt x="113670" y="100179"/>
                  <a:pt x="117527" y="100179"/>
                </a:cubicBezTo>
                <a:cubicBezTo>
                  <a:pt x="121260" y="100179"/>
                  <a:pt x="123842" y="100896"/>
                  <a:pt x="125273" y="102329"/>
                </a:cubicBezTo>
                <a:cubicBezTo>
                  <a:pt x="126704" y="103762"/>
                  <a:pt x="127419" y="106630"/>
                  <a:pt x="127419" y="110932"/>
                </a:cubicBezTo>
                <a:close/>
                <a:moveTo>
                  <a:pt x="331834" y="118613"/>
                </a:moveTo>
                <a:cubicBezTo>
                  <a:pt x="331834" y="119110"/>
                  <a:pt x="331709" y="119544"/>
                  <a:pt x="331460" y="119917"/>
                </a:cubicBezTo>
                <a:cubicBezTo>
                  <a:pt x="331212" y="120289"/>
                  <a:pt x="330776" y="120584"/>
                  <a:pt x="330154" y="120801"/>
                </a:cubicBezTo>
                <a:cubicBezTo>
                  <a:pt x="329532" y="121018"/>
                  <a:pt x="328739" y="121205"/>
                  <a:pt x="327774" y="121360"/>
                </a:cubicBezTo>
                <a:cubicBezTo>
                  <a:pt x="326810" y="121515"/>
                  <a:pt x="325550" y="121592"/>
                  <a:pt x="323995" y="121592"/>
                </a:cubicBezTo>
                <a:cubicBezTo>
                  <a:pt x="322564" y="121592"/>
                  <a:pt x="321335" y="121515"/>
                  <a:pt x="320308" y="121360"/>
                </a:cubicBezTo>
                <a:cubicBezTo>
                  <a:pt x="319282" y="121205"/>
                  <a:pt x="318473" y="121018"/>
                  <a:pt x="317882" y="120801"/>
                </a:cubicBezTo>
                <a:cubicBezTo>
                  <a:pt x="317291" y="120584"/>
                  <a:pt x="316871" y="120289"/>
                  <a:pt x="316622" y="119917"/>
                </a:cubicBezTo>
                <a:cubicBezTo>
                  <a:pt x="316373" y="119544"/>
                  <a:pt x="316249" y="119110"/>
                  <a:pt x="316249" y="118613"/>
                </a:cubicBezTo>
                <a:lnTo>
                  <a:pt x="316249" y="13686"/>
                </a:lnTo>
                <a:lnTo>
                  <a:pt x="316062" y="13686"/>
                </a:lnTo>
                <a:lnTo>
                  <a:pt x="273040" y="119079"/>
                </a:lnTo>
                <a:cubicBezTo>
                  <a:pt x="272853" y="119513"/>
                  <a:pt x="272589" y="119886"/>
                  <a:pt x="272247" y="120196"/>
                </a:cubicBezTo>
                <a:cubicBezTo>
                  <a:pt x="271904" y="120506"/>
                  <a:pt x="271407" y="120770"/>
                  <a:pt x="270753" y="120987"/>
                </a:cubicBezTo>
                <a:cubicBezTo>
                  <a:pt x="270100" y="121205"/>
                  <a:pt x="269322" y="121360"/>
                  <a:pt x="268420" y="121453"/>
                </a:cubicBezTo>
                <a:cubicBezTo>
                  <a:pt x="267518" y="121546"/>
                  <a:pt x="266445" y="121592"/>
                  <a:pt x="265201" y="121592"/>
                </a:cubicBezTo>
                <a:cubicBezTo>
                  <a:pt x="263894" y="121592"/>
                  <a:pt x="262774" y="121530"/>
                  <a:pt x="261841" y="121406"/>
                </a:cubicBezTo>
                <a:cubicBezTo>
                  <a:pt x="260908" y="121282"/>
                  <a:pt x="260130" y="121111"/>
                  <a:pt x="259508" y="120894"/>
                </a:cubicBezTo>
                <a:cubicBezTo>
                  <a:pt x="258886" y="120677"/>
                  <a:pt x="258404" y="120413"/>
                  <a:pt x="258061" y="120103"/>
                </a:cubicBezTo>
                <a:cubicBezTo>
                  <a:pt x="257719" y="119793"/>
                  <a:pt x="257486" y="119451"/>
                  <a:pt x="257361" y="119079"/>
                </a:cubicBezTo>
                <a:lnTo>
                  <a:pt x="216206" y="13686"/>
                </a:lnTo>
                <a:lnTo>
                  <a:pt x="216112" y="13686"/>
                </a:lnTo>
                <a:lnTo>
                  <a:pt x="216112" y="118613"/>
                </a:lnTo>
                <a:cubicBezTo>
                  <a:pt x="216112" y="119110"/>
                  <a:pt x="215988" y="119544"/>
                  <a:pt x="215739" y="119917"/>
                </a:cubicBezTo>
                <a:cubicBezTo>
                  <a:pt x="215490" y="120289"/>
                  <a:pt x="215055" y="120584"/>
                  <a:pt x="214432" y="120801"/>
                </a:cubicBezTo>
                <a:cubicBezTo>
                  <a:pt x="213810" y="121018"/>
                  <a:pt x="213001" y="121205"/>
                  <a:pt x="212006" y="121360"/>
                </a:cubicBezTo>
                <a:cubicBezTo>
                  <a:pt x="211011" y="121515"/>
                  <a:pt x="209735" y="121592"/>
                  <a:pt x="208180" y="121592"/>
                </a:cubicBezTo>
                <a:cubicBezTo>
                  <a:pt x="206687" y="121592"/>
                  <a:pt x="205442" y="121515"/>
                  <a:pt x="204447" y="121360"/>
                </a:cubicBezTo>
                <a:cubicBezTo>
                  <a:pt x="203451" y="121205"/>
                  <a:pt x="202658" y="121018"/>
                  <a:pt x="202067" y="120801"/>
                </a:cubicBezTo>
                <a:cubicBezTo>
                  <a:pt x="201476" y="120584"/>
                  <a:pt x="201072" y="120289"/>
                  <a:pt x="200854" y="119917"/>
                </a:cubicBezTo>
                <a:cubicBezTo>
                  <a:pt x="200636" y="119544"/>
                  <a:pt x="200527" y="119110"/>
                  <a:pt x="200527" y="118613"/>
                </a:cubicBezTo>
                <a:lnTo>
                  <a:pt x="200527" y="7821"/>
                </a:lnTo>
                <a:cubicBezTo>
                  <a:pt x="200527" y="5214"/>
                  <a:pt x="201212" y="3352"/>
                  <a:pt x="202580" y="2234"/>
                </a:cubicBezTo>
                <a:cubicBezTo>
                  <a:pt x="203949" y="1117"/>
                  <a:pt x="205473" y="559"/>
                  <a:pt x="207153" y="559"/>
                </a:cubicBezTo>
                <a:lnTo>
                  <a:pt x="216859" y="559"/>
                </a:lnTo>
                <a:cubicBezTo>
                  <a:pt x="218850" y="559"/>
                  <a:pt x="220592" y="745"/>
                  <a:pt x="222085" y="1117"/>
                </a:cubicBezTo>
                <a:cubicBezTo>
                  <a:pt x="223578" y="1490"/>
                  <a:pt x="224885" y="2079"/>
                  <a:pt x="226005" y="2886"/>
                </a:cubicBezTo>
                <a:cubicBezTo>
                  <a:pt x="227124" y="3693"/>
                  <a:pt x="228058" y="4717"/>
                  <a:pt x="228804" y="5959"/>
                </a:cubicBezTo>
                <a:cubicBezTo>
                  <a:pt x="229551" y="7200"/>
                  <a:pt x="230204" y="8659"/>
                  <a:pt x="230764" y="10334"/>
                </a:cubicBezTo>
                <a:lnTo>
                  <a:pt x="265761" y="97572"/>
                </a:lnTo>
                <a:lnTo>
                  <a:pt x="266227" y="97572"/>
                </a:lnTo>
                <a:lnTo>
                  <a:pt x="302623" y="10614"/>
                </a:lnTo>
                <a:cubicBezTo>
                  <a:pt x="303308" y="8752"/>
                  <a:pt x="304054" y="7169"/>
                  <a:pt x="304863" y="5865"/>
                </a:cubicBezTo>
                <a:cubicBezTo>
                  <a:pt x="305672" y="4562"/>
                  <a:pt x="306559" y="3522"/>
                  <a:pt x="307523" y="2747"/>
                </a:cubicBezTo>
                <a:cubicBezTo>
                  <a:pt x="308487" y="1971"/>
                  <a:pt x="309560" y="1412"/>
                  <a:pt x="310743" y="1071"/>
                </a:cubicBezTo>
                <a:cubicBezTo>
                  <a:pt x="311925" y="729"/>
                  <a:pt x="313293" y="559"/>
                  <a:pt x="314849" y="559"/>
                </a:cubicBezTo>
                <a:lnTo>
                  <a:pt x="325021" y="559"/>
                </a:lnTo>
                <a:cubicBezTo>
                  <a:pt x="325954" y="559"/>
                  <a:pt x="326841" y="698"/>
                  <a:pt x="327681" y="978"/>
                </a:cubicBezTo>
                <a:cubicBezTo>
                  <a:pt x="328521" y="1257"/>
                  <a:pt x="329236" y="1691"/>
                  <a:pt x="329827" y="2281"/>
                </a:cubicBezTo>
                <a:cubicBezTo>
                  <a:pt x="330418" y="2871"/>
                  <a:pt x="330900" y="3616"/>
                  <a:pt x="331274" y="4515"/>
                </a:cubicBezTo>
                <a:cubicBezTo>
                  <a:pt x="331647" y="5415"/>
                  <a:pt x="331834" y="6517"/>
                  <a:pt x="331834" y="7821"/>
                </a:cubicBezTo>
                <a:lnTo>
                  <a:pt x="331834" y="118613"/>
                </a:lnTo>
                <a:close/>
                <a:moveTo>
                  <a:pt x="433324" y="73179"/>
                </a:moveTo>
                <a:cubicBezTo>
                  <a:pt x="433324" y="75600"/>
                  <a:pt x="432718" y="77322"/>
                  <a:pt x="431504" y="78346"/>
                </a:cubicBezTo>
                <a:cubicBezTo>
                  <a:pt x="430291" y="79370"/>
                  <a:pt x="428907" y="79882"/>
                  <a:pt x="427352" y="79882"/>
                </a:cubicBezTo>
                <a:lnTo>
                  <a:pt x="372291" y="79882"/>
                </a:lnTo>
                <a:cubicBezTo>
                  <a:pt x="372291" y="84551"/>
                  <a:pt x="372757" y="88753"/>
                  <a:pt x="373690" y="92489"/>
                </a:cubicBezTo>
                <a:cubicBezTo>
                  <a:pt x="374624" y="96225"/>
                  <a:pt x="376179" y="99431"/>
                  <a:pt x="378357" y="102108"/>
                </a:cubicBezTo>
                <a:cubicBezTo>
                  <a:pt x="380534" y="104784"/>
                  <a:pt x="383365" y="106840"/>
                  <a:pt x="386849" y="108273"/>
                </a:cubicBezTo>
                <a:cubicBezTo>
                  <a:pt x="390333" y="109704"/>
                  <a:pt x="394595" y="110420"/>
                  <a:pt x="399634" y="110420"/>
                </a:cubicBezTo>
                <a:cubicBezTo>
                  <a:pt x="403616" y="110420"/>
                  <a:pt x="407163" y="110094"/>
                  <a:pt x="410273" y="109443"/>
                </a:cubicBezTo>
                <a:cubicBezTo>
                  <a:pt x="413384" y="108791"/>
                  <a:pt x="416075" y="108062"/>
                  <a:pt x="418346" y="107255"/>
                </a:cubicBezTo>
                <a:cubicBezTo>
                  <a:pt x="420617" y="106448"/>
                  <a:pt x="422483" y="105718"/>
                  <a:pt x="423945" y="105067"/>
                </a:cubicBezTo>
                <a:cubicBezTo>
                  <a:pt x="425407" y="104415"/>
                  <a:pt x="426512" y="104089"/>
                  <a:pt x="427258" y="104089"/>
                </a:cubicBezTo>
                <a:cubicBezTo>
                  <a:pt x="427694" y="104089"/>
                  <a:pt x="428083" y="104198"/>
                  <a:pt x="428425" y="104415"/>
                </a:cubicBezTo>
                <a:cubicBezTo>
                  <a:pt x="428767" y="104632"/>
                  <a:pt x="429031" y="104958"/>
                  <a:pt x="429218" y="105393"/>
                </a:cubicBezTo>
                <a:cubicBezTo>
                  <a:pt x="429405" y="105827"/>
                  <a:pt x="429545" y="106432"/>
                  <a:pt x="429638" y="107208"/>
                </a:cubicBezTo>
                <a:cubicBezTo>
                  <a:pt x="429731" y="107984"/>
                  <a:pt x="429778" y="108930"/>
                  <a:pt x="429778" y="110048"/>
                </a:cubicBezTo>
                <a:cubicBezTo>
                  <a:pt x="429778" y="110855"/>
                  <a:pt x="429747" y="111553"/>
                  <a:pt x="429685" y="112143"/>
                </a:cubicBezTo>
                <a:cubicBezTo>
                  <a:pt x="429622" y="112732"/>
                  <a:pt x="429545" y="113260"/>
                  <a:pt x="429451" y="113725"/>
                </a:cubicBezTo>
                <a:cubicBezTo>
                  <a:pt x="429358" y="114191"/>
                  <a:pt x="429202" y="114610"/>
                  <a:pt x="428985" y="114982"/>
                </a:cubicBezTo>
                <a:cubicBezTo>
                  <a:pt x="428767" y="115355"/>
                  <a:pt x="428487" y="115711"/>
                  <a:pt x="428145" y="116053"/>
                </a:cubicBezTo>
                <a:cubicBezTo>
                  <a:pt x="427803" y="116394"/>
                  <a:pt x="426792" y="116953"/>
                  <a:pt x="425112" y="117729"/>
                </a:cubicBezTo>
                <a:cubicBezTo>
                  <a:pt x="423432" y="118505"/>
                  <a:pt x="421254" y="119265"/>
                  <a:pt x="418579" y="120010"/>
                </a:cubicBezTo>
                <a:cubicBezTo>
                  <a:pt x="415904" y="120755"/>
                  <a:pt x="412809" y="121422"/>
                  <a:pt x="409293" y="122011"/>
                </a:cubicBezTo>
                <a:cubicBezTo>
                  <a:pt x="405778" y="122601"/>
                  <a:pt x="402030" y="122896"/>
                  <a:pt x="398048" y="122896"/>
                </a:cubicBezTo>
                <a:cubicBezTo>
                  <a:pt x="391142" y="122896"/>
                  <a:pt x="385091" y="121933"/>
                  <a:pt x="379896" y="120007"/>
                </a:cubicBezTo>
                <a:cubicBezTo>
                  <a:pt x="374701" y="118081"/>
                  <a:pt x="370331" y="115223"/>
                  <a:pt x="366784" y="111433"/>
                </a:cubicBezTo>
                <a:cubicBezTo>
                  <a:pt x="363238" y="107643"/>
                  <a:pt x="360563" y="102889"/>
                  <a:pt x="358759" y="97173"/>
                </a:cubicBezTo>
                <a:cubicBezTo>
                  <a:pt x="356954" y="91457"/>
                  <a:pt x="356052" y="84809"/>
                  <a:pt x="356052" y="77229"/>
                </a:cubicBezTo>
                <a:cubicBezTo>
                  <a:pt x="356052" y="70021"/>
                  <a:pt x="356985" y="63544"/>
                  <a:pt x="358852" y="57797"/>
                </a:cubicBezTo>
                <a:cubicBezTo>
                  <a:pt x="360718" y="52049"/>
                  <a:pt x="363409" y="47172"/>
                  <a:pt x="366924" y="43165"/>
                </a:cubicBezTo>
                <a:cubicBezTo>
                  <a:pt x="370440" y="39158"/>
                  <a:pt x="374686" y="36082"/>
                  <a:pt x="379663" y="33939"/>
                </a:cubicBezTo>
                <a:cubicBezTo>
                  <a:pt x="384640" y="31796"/>
                  <a:pt x="390209" y="30724"/>
                  <a:pt x="396368" y="30724"/>
                </a:cubicBezTo>
                <a:cubicBezTo>
                  <a:pt x="402963" y="30724"/>
                  <a:pt x="408578" y="31779"/>
                  <a:pt x="413213" y="33889"/>
                </a:cubicBezTo>
                <a:cubicBezTo>
                  <a:pt x="417848" y="36000"/>
                  <a:pt x="421659" y="38839"/>
                  <a:pt x="424645" y="42408"/>
                </a:cubicBezTo>
                <a:cubicBezTo>
                  <a:pt x="427632" y="45977"/>
                  <a:pt x="429825" y="50167"/>
                  <a:pt x="431225" y="54977"/>
                </a:cubicBezTo>
                <a:cubicBezTo>
                  <a:pt x="432624" y="59788"/>
                  <a:pt x="433324" y="64924"/>
                  <a:pt x="433324" y="70386"/>
                </a:cubicBezTo>
                <a:lnTo>
                  <a:pt x="433324" y="73179"/>
                </a:lnTo>
                <a:moveTo>
                  <a:pt x="417833" y="68617"/>
                </a:moveTo>
                <a:cubicBezTo>
                  <a:pt x="418019" y="60548"/>
                  <a:pt x="416230" y="54217"/>
                  <a:pt x="412466" y="49624"/>
                </a:cubicBezTo>
                <a:cubicBezTo>
                  <a:pt x="408702" y="45031"/>
                  <a:pt x="403119" y="42734"/>
                  <a:pt x="395715" y="42734"/>
                </a:cubicBezTo>
                <a:cubicBezTo>
                  <a:pt x="391920" y="42734"/>
                  <a:pt x="388591" y="43448"/>
                  <a:pt x="385729" y="44876"/>
                </a:cubicBezTo>
                <a:cubicBezTo>
                  <a:pt x="382867" y="46303"/>
                  <a:pt x="380472" y="48196"/>
                  <a:pt x="378543" y="50555"/>
                </a:cubicBezTo>
                <a:cubicBezTo>
                  <a:pt x="376615" y="52914"/>
                  <a:pt x="375121" y="55660"/>
                  <a:pt x="374064" y="58795"/>
                </a:cubicBezTo>
                <a:cubicBezTo>
                  <a:pt x="373006" y="61929"/>
                  <a:pt x="372415" y="65203"/>
                  <a:pt x="372291" y="68617"/>
                </a:cubicBezTo>
                <a:lnTo>
                  <a:pt x="417833" y="68617"/>
                </a:lnTo>
                <a:close/>
                <a:moveTo>
                  <a:pt x="581860" y="118706"/>
                </a:moveTo>
                <a:cubicBezTo>
                  <a:pt x="581860" y="119203"/>
                  <a:pt x="581735" y="119622"/>
                  <a:pt x="581486" y="119963"/>
                </a:cubicBezTo>
                <a:cubicBezTo>
                  <a:pt x="581238" y="120305"/>
                  <a:pt x="580833" y="120599"/>
                  <a:pt x="580273" y="120848"/>
                </a:cubicBezTo>
                <a:cubicBezTo>
                  <a:pt x="579713" y="121096"/>
                  <a:pt x="578936" y="121282"/>
                  <a:pt x="577940" y="121406"/>
                </a:cubicBezTo>
                <a:cubicBezTo>
                  <a:pt x="576945" y="121530"/>
                  <a:pt x="575700" y="121592"/>
                  <a:pt x="574207" y="121592"/>
                </a:cubicBezTo>
                <a:cubicBezTo>
                  <a:pt x="572652" y="121592"/>
                  <a:pt x="571376" y="121530"/>
                  <a:pt x="570381" y="121406"/>
                </a:cubicBezTo>
                <a:cubicBezTo>
                  <a:pt x="569385" y="121282"/>
                  <a:pt x="568592" y="121096"/>
                  <a:pt x="568001" y="120848"/>
                </a:cubicBezTo>
                <a:cubicBezTo>
                  <a:pt x="567410" y="120599"/>
                  <a:pt x="566990" y="120305"/>
                  <a:pt x="566741" y="119963"/>
                </a:cubicBezTo>
                <a:cubicBezTo>
                  <a:pt x="566492" y="119622"/>
                  <a:pt x="566368" y="119203"/>
                  <a:pt x="566368" y="118706"/>
                </a:cubicBezTo>
                <a:lnTo>
                  <a:pt x="566368" y="67779"/>
                </a:lnTo>
                <a:cubicBezTo>
                  <a:pt x="566368" y="64241"/>
                  <a:pt x="566057" y="61013"/>
                  <a:pt x="565435" y="58096"/>
                </a:cubicBezTo>
                <a:cubicBezTo>
                  <a:pt x="564813" y="55179"/>
                  <a:pt x="563817" y="52665"/>
                  <a:pt x="562448" y="50555"/>
                </a:cubicBezTo>
                <a:cubicBezTo>
                  <a:pt x="561080" y="48445"/>
                  <a:pt x="559338" y="46831"/>
                  <a:pt x="557222" y="45714"/>
                </a:cubicBezTo>
                <a:cubicBezTo>
                  <a:pt x="555107" y="44596"/>
                  <a:pt x="552618" y="44038"/>
                  <a:pt x="549756" y="44038"/>
                </a:cubicBezTo>
                <a:cubicBezTo>
                  <a:pt x="546210" y="44038"/>
                  <a:pt x="542648" y="45403"/>
                  <a:pt x="539071" y="48134"/>
                </a:cubicBezTo>
                <a:cubicBezTo>
                  <a:pt x="535493" y="50865"/>
                  <a:pt x="531558" y="54869"/>
                  <a:pt x="527265" y="60145"/>
                </a:cubicBezTo>
                <a:lnTo>
                  <a:pt x="527265" y="118706"/>
                </a:lnTo>
                <a:cubicBezTo>
                  <a:pt x="527265" y="119203"/>
                  <a:pt x="527141" y="119622"/>
                  <a:pt x="526892" y="119963"/>
                </a:cubicBezTo>
                <a:cubicBezTo>
                  <a:pt x="526643" y="120305"/>
                  <a:pt x="526223" y="120599"/>
                  <a:pt x="525632" y="120848"/>
                </a:cubicBezTo>
                <a:cubicBezTo>
                  <a:pt x="525041" y="121096"/>
                  <a:pt x="524248" y="121282"/>
                  <a:pt x="523252" y="121406"/>
                </a:cubicBezTo>
                <a:cubicBezTo>
                  <a:pt x="522257" y="121530"/>
                  <a:pt x="521013" y="121592"/>
                  <a:pt x="519519" y="121592"/>
                </a:cubicBezTo>
                <a:cubicBezTo>
                  <a:pt x="518089" y="121592"/>
                  <a:pt x="516860" y="121530"/>
                  <a:pt x="515833" y="121406"/>
                </a:cubicBezTo>
                <a:cubicBezTo>
                  <a:pt x="514807" y="121282"/>
                  <a:pt x="513998" y="121096"/>
                  <a:pt x="513407" y="120848"/>
                </a:cubicBezTo>
                <a:cubicBezTo>
                  <a:pt x="512816" y="120599"/>
                  <a:pt x="512411" y="120305"/>
                  <a:pt x="512194" y="119963"/>
                </a:cubicBezTo>
                <a:cubicBezTo>
                  <a:pt x="511976" y="119622"/>
                  <a:pt x="511867" y="119203"/>
                  <a:pt x="511867" y="118706"/>
                </a:cubicBezTo>
                <a:lnTo>
                  <a:pt x="511867" y="67779"/>
                </a:lnTo>
                <a:cubicBezTo>
                  <a:pt x="511867" y="64241"/>
                  <a:pt x="511525" y="61013"/>
                  <a:pt x="510840" y="58096"/>
                </a:cubicBezTo>
                <a:cubicBezTo>
                  <a:pt x="510156" y="55179"/>
                  <a:pt x="509129" y="52665"/>
                  <a:pt x="507761" y="50555"/>
                </a:cubicBezTo>
                <a:cubicBezTo>
                  <a:pt x="506392" y="48445"/>
                  <a:pt x="504665" y="46831"/>
                  <a:pt x="502581" y="45714"/>
                </a:cubicBezTo>
                <a:cubicBezTo>
                  <a:pt x="500497" y="44596"/>
                  <a:pt x="498024" y="44038"/>
                  <a:pt x="495162" y="44038"/>
                </a:cubicBezTo>
                <a:cubicBezTo>
                  <a:pt x="491616" y="44038"/>
                  <a:pt x="488038" y="45403"/>
                  <a:pt x="484430" y="48134"/>
                </a:cubicBezTo>
                <a:cubicBezTo>
                  <a:pt x="480821" y="50865"/>
                  <a:pt x="476902" y="54869"/>
                  <a:pt x="472671" y="60145"/>
                </a:cubicBezTo>
                <a:lnTo>
                  <a:pt x="472671" y="118706"/>
                </a:lnTo>
                <a:cubicBezTo>
                  <a:pt x="472671" y="119203"/>
                  <a:pt x="472547" y="119622"/>
                  <a:pt x="472298" y="119963"/>
                </a:cubicBezTo>
                <a:cubicBezTo>
                  <a:pt x="472049" y="120305"/>
                  <a:pt x="471644" y="120599"/>
                  <a:pt x="471084" y="120848"/>
                </a:cubicBezTo>
                <a:cubicBezTo>
                  <a:pt x="470525" y="121096"/>
                  <a:pt x="469747" y="121282"/>
                  <a:pt x="468751" y="121406"/>
                </a:cubicBezTo>
                <a:cubicBezTo>
                  <a:pt x="467756" y="121530"/>
                  <a:pt x="466480" y="121592"/>
                  <a:pt x="464925" y="121592"/>
                </a:cubicBezTo>
                <a:cubicBezTo>
                  <a:pt x="463432" y="121592"/>
                  <a:pt x="462188" y="121530"/>
                  <a:pt x="461192" y="121406"/>
                </a:cubicBezTo>
                <a:cubicBezTo>
                  <a:pt x="460197" y="121282"/>
                  <a:pt x="459403" y="121096"/>
                  <a:pt x="458812" y="120848"/>
                </a:cubicBezTo>
                <a:cubicBezTo>
                  <a:pt x="458221" y="120599"/>
                  <a:pt x="457817" y="120305"/>
                  <a:pt x="457599" y="119963"/>
                </a:cubicBezTo>
                <a:cubicBezTo>
                  <a:pt x="457381" y="119622"/>
                  <a:pt x="457273" y="119203"/>
                  <a:pt x="457273" y="118706"/>
                </a:cubicBezTo>
                <a:lnTo>
                  <a:pt x="457273" y="34914"/>
                </a:lnTo>
                <a:cubicBezTo>
                  <a:pt x="457273" y="34417"/>
                  <a:pt x="457366" y="33998"/>
                  <a:pt x="457553" y="33657"/>
                </a:cubicBezTo>
                <a:cubicBezTo>
                  <a:pt x="457739" y="33315"/>
                  <a:pt x="458112" y="33005"/>
                  <a:pt x="458672" y="32726"/>
                </a:cubicBezTo>
                <a:cubicBezTo>
                  <a:pt x="459232" y="32446"/>
                  <a:pt x="459948" y="32260"/>
                  <a:pt x="460819" y="32167"/>
                </a:cubicBezTo>
                <a:cubicBezTo>
                  <a:pt x="461690" y="32074"/>
                  <a:pt x="462841" y="32027"/>
                  <a:pt x="464272" y="32027"/>
                </a:cubicBezTo>
                <a:cubicBezTo>
                  <a:pt x="465641" y="32027"/>
                  <a:pt x="466776" y="32074"/>
                  <a:pt x="467678" y="32167"/>
                </a:cubicBezTo>
                <a:cubicBezTo>
                  <a:pt x="468580" y="32260"/>
                  <a:pt x="469280" y="32446"/>
                  <a:pt x="469778" y="32726"/>
                </a:cubicBezTo>
                <a:cubicBezTo>
                  <a:pt x="470276" y="33005"/>
                  <a:pt x="470633" y="33315"/>
                  <a:pt x="470851" y="33657"/>
                </a:cubicBezTo>
                <a:cubicBezTo>
                  <a:pt x="471069" y="33998"/>
                  <a:pt x="471178" y="34417"/>
                  <a:pt x="471178" y="34914"/>
                </a:cubicBezTo>
                <a:lnTo>
                  <a:pt x="471178" y="45993"/>
                </a:lnTo>
                <a:cubicBezTo>
                  <a:pt x="475906" y="40717"/>
                  <a:pt x="480495" y="36853"/>
                  <a:pt x="484943" y="34402"/>
                </a:cubicBezTo>
                <a:cubicBezTo>
                  <a:pt x="489391" y="31950"/>
                  <a:pt x="493887" y="30724"/>
                  <a:pt x="498428" y="30724"/>
                </a:cubicBezTo>
                <a:cubicBezTo>
                  <a:pt x="501912" y="30724"/>
                  <a:pt x="505039" y="31127"/>
                  <a:pt x="507807" y="31934"/>
                </a:cubicBezTo>
                <a:cubicBezTo>
                  <a:pt x="510576" y="32741"/>
                  <a:pt x="513018" y="33874"/>
                  <a:pt x="515133" y="35333"/>
                </a:cubicBezTo>
                <a:cubicBezTo>
                  <a:pt x="517249" y="36791"/>
                  <a:pt x="519053" y="38529"/>
                  <a:pt x="520546" y="40546"/>
                </a:cubicBezTo>
                <a:cubicBezTo>
                  <a:pt x="522039" y="42564"/>
                  <a:pt x="523284" y="44814"/>
                  <a:pt x="524279" y="47296"/>
                </a:cubicBezTo>
                <a:cubicBezTo>
                  <a:pt x="527079" y="44255"/>
                  <a:pt x="529738" y="41679"/>
                  <a:pt x="532258" y="39569"/>
                </a:cubicBezTo>
                <a:cubicBezTo>
                  <a:pt x="534778" y="37458"/>
                  <a:pt x="537204" y="35752"/>
                  <a:pt x="539537" y="34448"/>
                </a:cubicBezTo>
                <a:cubicBezTo>
                  <a:pt x="541871" y="33145"/>
                  <a:pt x="544141" y="32198"/>
                  <a:pt x="546350" y="31608"/>
                </a:cubicBezTo>
                <a:cubicBezTo>
                  <a:pt x="548559" y="31019"/>
                  <a:pt x="550783" y="30724"/>
                  <a:pt x="553023" y="30724"/>
                </a:cubicBezTo>
                <a:cubicBezTo>
                  <a:pt x="558435" y="30724"/>
                  <a:pt x="562977" y="31671"/>
                  <a:pt x="566648" y="33564"/>
                </a:cubicBezTo>
                <a:cubicBezTo>
                  <a:pt x="570319" y="35457"/>
                  <a:pt x="573289" y="37986"/>
                  <a:pt x="575560" y="41152"/>
                </a:cubicBezTo>
                <a:cubicBezTo>
                  <a:pt x="577831" y="44317"/>
                  <a:pt x="579449" y="48026"/>
                  <a:pt x="580413" y="52277"/>
                </a:cubicBezTo>
                <a:cubicBezTo>
                  <a:pt x="581378" y="56529"/>
                  <a:pt x="581860" y="61013"/>
                  <a:pt x="581860" y="65731"/>
                </a:cubicBezTo>
                <a:lnTo>
                  <a:pt x="581860" y="118706"/>
                </a:lnTo>
                <a:close/>
                <a:moveTo>
                  <a:pt x="687388" y="75925"/>
                </a:moveTo>
                <a:cubicBezTo>
                  <a:pt x="687388" y="82759"/>
                  <a:pt x="686486" y="89049"/>
                  <a:pt x="684681" y="94796"/>
                </a:cubicBezTo>
                <a:cubicBezTo>
                  <a:pt x="682877" y="100543"/>
                  <a:pt x="680186" y="105499"/>
                  <a:pt x="676609" y="109664"/>
                </a:cubicBezTo>
                <a:cubicBezTo>
                  <a:pt x="673032" y="113826"/>
                  <a:pt x="668552" y="117072"/>
                  <a:pt x="663170" y="119402"/>
                </a:cubicBezTo>
                <a:cubicBezTo>
                  <a:pt x="657789" y="121731"/>
                  <a:pt x="651552" y="122896"/>
                  <a:pt x="644459" y="122896"/>
                </a:cubicBezTo>
                <a:cubicBezTo>
                  <a:pt x="637553" y="122896"/>
                  <a:pt x="631534" y="121871"/>
                  <a:pt x="626401" y="119821"/>
                </a:cubicBezTo>
                <a:cubicBezTo>
                  <a:pt x="621268" y="117770"/>
                  <a:pt x="616991" y="114788"/>
                  <a:pt x="613569" y="110874"/>
                </a:cubicBezTo>
                <a:cubicBezTo>
                  <a:pt x="610147" y="106960"/>
                  <a:pt x="607596" y="102207"/>
                  <a:pt x="605916" y="96615"/>
                </a:cubicBezTo>
                <a:cubicBezTo>
                  <a:pt x="604236" y="91023"/>
                  <a:pt x="603396" y="84685"/>
                  <a:pt x="603396" y="77601"/>
                </a:cubicBezTo>
                <a:cubicBezTo>
                  <a:pt x="603396" y="70768"/>
                  <a:pt x="604283" y="64478"/>
                  <a:pt x="606056" y="58731"/>
                </a:cubicBezTo>
                <a:cubicBezTo>
                  <a:pt x="607829" y="52983"/>
                  <a:pt x="610505" y="48029"/>
                  <a:pt x="614082" y="43866"/>
                </a:cubicBezTo>
                <a:cubicBezTo>
                  <a:pt x="617659" y="39702"/>
                  <a:pt x="622123" y="36470"/>
                  <a:pt x="627474" y="34172"/>
                </a:cubicBezTo>
                <a:cubicBezTo>
                  <a:pt x="632825" y="31873"/>
                  <a:pt x="639077" y="30724"/>
                  <a:pt x="646232" y="30724"/>
                </a:cubicBezTo>
                <a:cubicBezTo>
                  <a:pt x="653138" y="30724"/>
                  <a:pt x="659157" y="31749"/>
                  <a:pt x="664290" y="33799"/>
                </a:cubicBezTo>
                <a:cubicBezTo>
                  <a:pt x="669423" y="35849"/>
                  <a:pt x="673700" y="38832"/>
                  <a:pt x="677122" y="42746"/>
                </a:cubicBezTo>
                <a:cubicBezTo>
                  <a:pt x="680544" y="46660"/>
                  <a:pt x="683111" y="51413"/>
                  <a:pt x="684821" y="57005"/>
                </a:cubicBezTo>
                <a:cubicBezTo>
                  <a:pt x="686532" y="62597"/>
                  <a:pt x="687388" y="68904"/>
                  <a:pt x="687388" y="75925"/>
                </a:cubicBezTo>
                <a:moveTo>
                  <a:pt x="671150" y="76950"/>
                </a:moveTo>
                <a:cubicBezTo>
                  <a:pt x="671150" y="72413"/>
                  <a:pt x="670730" y="68124"/>
                  <a:pt x="669890" y="64084"/>
                </a:cubicBezTo>
                <a:cubicBezTo>
                  <a:pt x="669050" y="60044"/>
                  <a:pt x="667665" y="56501"/>
                  <a:pt x="665737" y="53456"/>
                </a:cubicBezTo>
                <a:cubicBezTo>
                  <a:pt x="663808" y="50410"/>
                  <a:pt x="661195" y="48002"/>
                  <a:pt x="657898" y="46231"/>
                </a:cubicBezTo>
                <a:cubicBezTo>
                  <a:pt x="654600" y="44459"/>
                  <a:pt x="650494" y="43572"/>
                  <a:pt x="645579" y="43572"/>
                </a:cubicBezTo>
                <a:cubicBezTo>
                  <a:pt x="641037" y="43572"/>
                  <a:pt x="637133" y="44380"/>
                  <a:pt x="633867" y="45996"/>
                </a:cubicBezTo>
                <a:cubicBezTo>
                  <a:pt x="630600" y="47612"/>
                  <a:pt x="627910" y="49896"/>
                  <a:pt x="625794" y="52850"/>
                </a:cubicBezTo>
                <a:cubicBezTo>
                  <a:pt x="623679" y="55803"/>
                  <a:pt x="622108" y="59299"/>
                  <a:pt x="621081" y="63339"/>
                </a:cubicBezTo>
                <a:cubicBezTo>
                  <a:pt x="620055" y="67377"/>
                  <a:pt x="619541" y="71790"/>
                  <a:pt x="619541" y="76577"/>
                </a:cubicBezTo>
                <a:cubicBezTo>
                  <a:pt x="619541" y="81176"/>
                  <a:pt x="619961" y="85496"/>
                  <a:pt x="620801" y="89536"/>
                </a:cubicBezTo>
                <a:cubicBezTo>
                  <a:pt x="621641" y="93576"/>
                  <a:pt x="623041" y="97104"/>
                  <a:pt x="625001" y="100118"/>
                </a:cubicBezTo>
                <a:cubicBezTo>
                  <a:pt x="626961" y="103132"/>
                  <a:pt x="629589" y="105525"/>
                  <a:pt x="632887" y="107298"/>
                </a:cubicBezTo>
                <a:cubicBezTo>
                  <a:pt x="636184" y="109069"/>
                  <a:pt x="640290" y="109955"/>
                  <a:pt x="645206" y="109955"/>
                </a:cubicBezTo>
                <a:cubicBezTo>
                  <a:pt x="649685" y="109955"/>
                  <a:pt x="653574" y="109147"/>
                  <a:pt x="656871" y="107531"/>
                </a:cubicBezTo>
                <a:cubicBezTo>
                  <a:pt x="660168" y="105915"/>
                  <a:pt x="662875" y="103647"/>
                  <a:pt x="664990" y="100726"/>
                </a:cubicBezTo>
                <a:cubicBezTo>
                  <a:pt x="667105" y="97803"/>
                  <a:pt x="668661" y="94322"/>
                  <a:pt x="669656" y="90284"/>
                </a:cubicBezTo>
                <a:cubicBezTo>
                  <a:pt x="670652" y="86243"/>
                  <a:pt x="671150" y="81799"/>
                  <a:pt x="671150" y="76950"/>
                </a:cubicBezTo>
                <a:close/>
                <a:moveTo>
                  <a:pt x="758190" y="40407"/>
                </a:moveTo>
                <a:cubicBezTo>
                  <a:pt x="758190" y="41772"/>
                  <a:pt x="758159" y="42920"/>
                  <a:pt x="758097" y="43851"/>
                </a:cubicBezTo>
                <a:cubicBezTo>
                  <a:pt x="758034" y="44783"/>
                  <a:pt x="757910" y="45512"/>
                  <a:pt x="757723" y="46039"/>
                </a:cubicBezTo>
                <a:cubicBezTo>
                  <a:pt x="757537" y="46567"/>
                  <a:pt x="757303" y="46970"/>
                  <a:pt x="757023" y="47250"/>
                </a:cubicBezTo>
                <a:cubicBezTo>
                  <a:pt x="756743" y="47529"/>
                  <a:pt x="756354" y="47669"/>
                  <a:pt x="755857" y="47669"/>
                </a:cubicBezTo>
                <a:cubicBezTo>
                  <a:pt x="755359" y="47669"/>
                  <a:pt x="754752" y="47529"/>
                  <a:pt x="754037" y="47250"/>
                </a:cubicBezTo>
                <a:cubicBezTo>
                  <a:pt x="753321" y="46970"/>
                  <a:pt x="752513" y="46691"/>
                  <a:pt x="751611" y="46412"/>
                </a:cubicBezTo>
                <a:cubicBezTo>
                  <a:pt x="750708" y="46133"/>
                  <a:pt x="749697" y="45869"/>
                  <a:pt x="748577" y="45620"/>
                </a:cubicBezTo>
                <a:cubicBezTo>
                  <a:pt x="747458" y="45372"/>
                  <a:pt x="746244" y="45248"/>
                  <a:pt x="744938" y="45248"/>
                </a:cubicBezTo>
                <a:cubicBezTo>
                  <a:pt x="743382" y="45248"/>
                  <a:pt x="741858" y="45558"/>
                  <a:pt x="740365" y="46179"/>
                </a:cubicBezTo>
                <a:cubicBezTo>
                  <a:pt x="738872" y="46800"/>
                  <a:pt x="737301" y="47824"/>
                  <a:pt x="735652" y="49251"/>
                </a:cubicBezTo>
                <a:cubicBezTo>
                  <a:pt x="734003" y="50679"/>
                  <a:pt x="732277" y="52572"/>
                  <a:pt x="730473" y="54931"/>
                </a:cubicBezTo>
                <a:cubicBezTo>
                  <a:pt x="728668" y="57289"/>
                  <a:pt x="726678" y="60176"/>
                  <a:pt x="724500" y="63589"/>
                </a:cubicBezTo>
                <a:lnTo>
                  <a:pt x="724500" y="118706"/>
                </a:lnTo>
                <a:cubicBezTo>
                  <a:pt x="724500" y="119203"/>
                  <a:pt x="724376" y="119622"/>
                  <a:pt x="724127" y="119963"/>
                </a:cubicBezTo>
                <a:cubicBezTo>
                  <a:pt x="723878" y="120305"/>
                  <a:pt x="723473" y="120599"/>
                  <a:pt x="722913" y="120848"/>
                </a:cubicBezTo>
                <a:cubicBezTo>
                  <a:pt x="722354" y="121096"/>
                  <a:pt x="721576" y="121282"/>
                  <a:pt x="720580" y="121406"/>
                </a:cubicBezTo>
                <a:cubicBezTo>
                  <a:pt x="719585" y="121530"/>
                  <a:pt x="718309" y="121592"/>
                  <a:pt x="716754" y="121592"/>
                </a:cubicBezTo>
                <a:cubicBezTo>
                  <a:pt x="715261" y="121592"/>
                  <a:pt x="714017" y="121530"/>
                  <a:pt x="713021" y="121406"/>
                </a:cubicBezTo>
                <a:cubicBezTo>
                  <a:pt x="712026" y="121282"/>
                  <a:pt x="711232" y="121096"/>
                  <a:pt x="710641" y="120848"/>
                </a:cubicBezTo>
                <a:cubicBezTo>
                  <a:pt x="710050" y="120599"/>
                  <a:pt x="709646" y="120305"/>
                  <a:pt x="709428" y="119963"/>
                </a:cubicBezTo>
                <a:cubicBezTo>
                  <a:pt x="709210" y="119622"/>
                  <a:pt x="709102" y="119203"/>
                  <a:pt x="709102" y="118706"/>
                </a:cubicBezTo>
                <a:lnTo>
                  <a:pt x="709102" y="34914"/>
                </a:lnTo>
                <a:cubicBezTo>
                  <a:pt x="709102" y="34417"/>
                  <a:pt x="709195" y="33998"/>
                  <a:pt x="709382" y="33657"/>
                </a:cubicBezTo>
                <a:cubicBezTo>
                  <a:pt x="709568" y="33315"/>
                  <a:pt x="709941" y="33005"/>
                  <a:pt x="710501" y="32726"/>
                </a:cubicBezTo>
                <a:cubicBezTo>
                  <a:pt x="711061" y="32446"/>
                  <a:pt x="711777" y="32260"/>
                  <a:pt x="712648" y="32167"/>
                </a:cubicBezTo>
                <a:cubicBezTo>
                  <a:pt x="713519" y="32074"/>
                  <a:pt x="714670" y="32027"/>
                  <a:pt x="716101" y="32027"/>
                </a:cubicBezTo>
                <a:cubicBezTo>
                  <a:pt x="717470" y="32027"/>
                  <a:pt x="718605" y="32074"/>
                  <a:pt x="719507" y="32167"/>
                </a:cubicBezTo>
                <a:cubicBezTo>
                  <a:pt x="720409" y="32260"/>
                  <a:pt x="721109" y="32446"/>
                  <a:pt x="721607" y="32726"/>
                </a:cubicBezTo>
                <a:cubicBezTo>
                  <a:pt x="722105" y="33005"/>
                  <a:pt x="722462" y="33315"/>
                  <a:pt x="722680" y="33657"/>
                </a:cubicBezTo>
                <a:cubicBezTo>
                  <a:pt x="722898" y="33998"/>
                  <a:pt x="723007" y="34417"/>
                  <a:pt x="723007" y="34914"/>
                </a:cubicBezTo>
                <a:lnTo>
                  <a:pt x="723007" y="47110"/>
                </a:lnTo>
                <a:cubicBezTo>
                  <a:pt x="725309" y="43758"/>
                  <a:pt x="727471" y="41027"/>
                  <a:pt x="729493" y="38917"/>
                </a:cubicBezTo>
                <a:cubicBezTo>
                  <a:pt x="731515" y="36807"/>
                  <a:pt x="733428" y="35146"/>
                  <a:pt x="735232" y="33936"/>
                </a:cubicBezTo>
                <a:cubicBezTo>
                  <a:pt x="737036" y="32726"/>
                  <a:pt x="738825" y="31888"/>
                  <a:pt x="740598" y="31422"/>
                </a:cubicBezTo>
                <a:cubicBezTo>
                  <a:pt x="742371" y="30957"/>
                  <a:pt x="744160" y="30724"/>
                  <a:pt x="745964" y="30724"/>
                </a:cubicBezTo>
                <a:cubicBezTo>
                  <a:pt x="746773" y="30724"/>
                  <a:pt x="747691" y="30771"/>
                  <a:pt x="748717" y="30864"/>
                </a:cubicBezTo>
                <a:cubicBezTo>
                  <a:pt x="749744" y="30957"/>
                  <a:pt x="750817" y="31127"/>
                  <a:pt x="751937" y="31376"/>
                </a:cubicBezTo>
                <a:cubicBezTo>
                  <a:pt x="753057" y="31624"/>
                  <a:pt x="754068" y="31903"/>
                  <a:pt x="754970" y="32214"/>
                </a:cubicBezTo>
                <a:cubicBezTo>
                  <a:pt x="755872" y="32524"/>
                  <a:pt x="756510" y="32834"/>
                  <a:pt x="756883" y="33145"/>
                </a:cubicBezTo>
                <a:cubicBezTo>
                  <a:pt x="757257" y="33455"/>
                  <a:pt x="757505" y="33750"/>
                  <a:pt x="757630" y="34029"/>
                </a:cubicBezTo>
                <a:cubicBezTo>
                  <a:pt x="757754" y="34308"/>
                  <a:pt x="757863" y="34665"/>
                  <a:pt x="757957" y="35100"/>
                </a:cubicBezTo>
                <a:cubicBezTo>
                  <a:pt x="758050" y="35534"/>
                  <a:pt x="758112" y="36171"/>
                  <a:pt x="758143" y="37008"/>
                </a:cubicBezTo>
                <a:cubicBezTo>
                  <a:pt x="758174" y="37846"/>
                  <a:pt x="758190" y="38979"/>
                  <a:pt x="758190" y="40407"/>
                </a:cubicBezTo>
                <a:close/>
                <a:moveTo>
                  <a:pt x="814698" y="121034"/>
                </a:moveTo>
                <a:lnTo>
                  <a:pt x="803500" y="151851"/>
                </a:lnTo>
                <a:cubicBezTo>
                  <a:pt x="803126" y="152844"/>
                  <a:pt x="802177" y="153604"/>
                  <a:pt x="800653" y="154132"/>
                </a:cubicBezTo>
                <a:cubicBezTo>
                  <a:pt x="799129" y="154660"/>
                  <a:pt x="796811" y="154923"/>
                  <a:pt x="793701" y="154923"/>
                </a:cubicBezTo>
                <a:cubicBezTo>
                  <a:pt x="792083" y="154923"/>
                  <a:pt x="790776" y="154846"/>
                  <a:pt x="789781" y="154691"/>
                </a:cubicBezTo>
                <a:cubicBezTo>
                  <a:pt x="788786" y="154535"/>
                  <a:pt x="788023" y="154272"/>
                  <a:pt x="787495" y="153899"/>
                </a:cubicBezTo>
                <a:cubicBezTo>
                  <a:pt x="786966" y="153527"/>
                  <a:pt x="786670" y="153030"/>
                  <a:pt x="786608" y="152410"/>
                </a:cubicBezTo>
                <a:cubicBezTo>
                  <a:pt x="786546" y="151789"/>
                  <a:pt x="786701" y="151044"/>
                  <a:pt x="787075" y="150175"/>
                </a:cubicBezTo>
                <a:lnTo>
                  <a:pt x="798647" y="121034"/>
                </a:lnTo>
                <a:cubicBezTo>
                  <a:pt x="798087" y="120786"/>
                  <a:pt x="797558" y="120382"/>
                  <a:pt x="797060" y="119824"/>
                </a:cubicBezTo>
                <a:cubicBezTo>
                  <a:pt x="796562" y="119265"/>
                  <a:pt x="796220" y="118675"/>
                  <a:pt x="796034" y="118055"/>
                </a:cubicBezTo>
                <a:lnTo>
                  <a:pt x="766077" y="37986"/>
                </a:lnTo>
                <a:cubicBezTo>
                  <a:pt x="765579" y="36683"/>
                  <a:pt x="765330" y="35658"/>
                  <a:pt x="765330" y="34914"/>
                </a:cubicBezTo>
                <a:cubicBezTo>
                  <a:pt x="765330" y="34169"/>
                  <a:pt x="765579" y="33579"/>
                  <a:pt x="766077" y="33145"/>
                </a:cubicBezTo>
                <a:cubicBezTo>
                  <a:pt x="766574" y="32710"/>
                  <a:pt x="767383" y="32415"/>
                  <a:pt x="768503" y="32260"/>
                </a:cubicBezTo>
                <a:cubicBezTo>
                  <a:pt x="769623" y="32105"/>
                  <a:pt x="771116" y="32027"/>
                  <a:pt x="772983" y="32027"/>
                </a:cubicBezTo>
                <a:cubicBezTo>
                  <a:pt x="774849" y="32027"/>
                  <a:pt x="776311" y="32074"/>
                  <a:pt x="777369" y="32167"/>
                </a:cubicBezTo>
                <a:cubicBezTo>
                  <a:pt x="778427" y="32260"/>
                  <a:pt x="779266" y="32431"/>
                  <a:pt x="779889" y="32679"/>
                </a:cubicBezTo>
                <a:cubicBezTo>
                  <a:pt x="780511" y="32927"/>
                  <a:pt x="780962" y="33284"/>
                  <a:pt x="781242" y="33750"/>
                </a:cubicBezTo>
                <a:cubicBezTo>
                  <a:pt x="781522" y="34215"/>
                  <a:pt x="781817" y="34852"/>
                  <a:pt x="782128" y="35658"/>
                </a:cubicBezTo>
                <a:lnTo>
                  <a:pt x="806113" y="102879"/>
                </a:lnTo>
                <a:lnTo>
                  <a:pt x="806393" y="102879"/>
                </a:lnTo>
                <a:lnTo>
                  <a:pt x="829537" y="35286"/>
                </a:lnTo>
                <a:cubicBezTo>
                  <a:pt x="829910" y="34107"/>
                  <a:pt x="830361" y="33346"/>
                  <a:pt x="830890" y="33005"/>
                </a:cubicBezTo>
                <a:cubicBezTo>
                  <a:pt x="831419" y="32664"/>
                  <a:pt x="832212" y="32415"/>
                  <a:pt x="833270" y="32260"/>
                </a:cubicBezTo>
                <a:cubicBezTo>
                  <a:pt x="834328" y="32105"/>
                  <a:pt x="835852" y="32027"/>
                  <a:pt x="837843" y="32027"/>
                </a:cubicBezTo>
                <a:cubicBezTo>
                  <a:pt x="839585" y="32027"/>
                  <a:pt x="841016" y="32105"/>
                  <a:pt x="842136" y="32260"/>
                </a:cubicBezTo>
                <a:cubicBezTo>
                  <a:pt x="843255" y="32415"/>
                  <a:pt x="844080" y="32710"/>
                  <a:pt x="844609" y="33145"/>
                </a:cubicBezTo>
                <a:cubicBezTo>
                  <a:pt x="845138" y="33579"/>
                  <a:pt x="845402" y="34169"/>
                  <a:pt x="845402" y="34914"/>
                </a:cubicBezTo>
                <a:cubicBezTo>
                  <a:pt x="845402" y="35658"/>
                  <a:pt x="845215" y="36589"/>
                  <a:pt x="844842" y="37707"/>
                </a:cubicBezTo>
                <a:lnTo>
                  <a:pt x="814698" y="121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5.Aria">
            <a:extLst xmlns:a="http://schemas.openxmlformats.org/drawingml/2006/main">
              <a:ext uri="{FF2B5EF4-FFF2-40B4-BE49-F238E27FC236}">
                <a16:creationId xmlns:a16="http://schemas.microsoft.com/office/drawing/2014/main" id="{3AA5CB84-34D5-49B4-981F-93AFAAA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5" y="2439463"/>
            <a:ext cx="478693" cy="125503"/>
          </a:xfrm>
          <a:custGeom xmlns:a="http://schemas.openxmlformats.org/drawingml/2006/main">
            <a:pathLst>
              <a:path w="478693" h="125503">
                <a:moveTo>
                  <a:pt x="76245" y="85003"/>
                </a:moveTo>
                <a:cubicBezTo>
                  <a:pt x="76245" y="91458"/>
                  <a:pt x="75157" y="97200"/>
                  <a:pt x="72979" y="102227"/>
                </a:cubicBezTo>
                <a:cubicBezTo>
                  <a:pt x="70802" y="107255"/>
                  <a:pt x="67722" y="111491"/>
                  <a:pt x="63740" y="114936"/>
                </a:cubicBezTo>
                <a:cubicBezTo>
                  <a:pt x="59758" y="118380"/>
                  <a:pt x="55014" y="121003"/>
                  <a:pt x="49508" y="122803"/>
                </a:cubicBezTo>
                <a:cubicBezTo>
                  <a:pt x="44002" y="124603"/>
                  <a:pt x="37889" y="125503"/>
                  <a:pt x="31170" y="125503"/>
                </a:cubicBezTo>
                <a:cubicBezTo>
                  <a:pt x="27437" y="125503"/>
                  <a:pt x="23891" y="125239"/>
                  <a:pt x="20531" y="124711"/>
                </a:cubicBezTo>
                <a:cubicBezTo>
                  <a:pt x="17172" y="124184"/>
                  <a:pt x="14185" y="123532"/>
                  <a:pt x="11572" y="122756"/>
                </a:cubicBezTo>
                <a:cubicBezTo>
                  <a:pt x="8959" y="121980"/>
                  <a:pt x="6813" y="121220"/>
                  <a:pt x="5133" y="120475"/>
                </a:cubicBezTo>
                <a:cubicBezTo>
                  <a:pt x="3453" y="119730"/>
                  <a:pt x="2380" y="119141"/>
                  <a:pt x="1913" y="118706"/>
                </a:cubicBezTo>
                <a:cubicBezTo>
                  <a:pt x="1447" y="118272"/>
                  <a:pt x="1120" y="117868"/>
                  <a:pt x="933" y="117496"/>
                </a:cubicBezTo>
                <a:cubicBezTo>
                  <a:pt x="747" y="117124"/>
                  <a:pt x="575" y="116674"/>
                  <a:pt x="420" y="116146"/>
                </a:cubicBezTo>
                <a:cubicBezTo>
                  <a:pt x="264" y="115618"/>
                  <a:pt x="156" y="114951"/>
                  <a:pt x="93" y="114144"/>
                </a:cubicBezTo>
                <a:cubicBezTo>
                  <a:pt x="31" y="113337"/>
                  <a:pt x="0" y="112375"/>
                  <a:pt x="0" y="111258"/>
                </a:cubicBezTo>
                <a:cubicBezTo>
                  <a:pt x="0" y="110203"/>
                  <a:pt x="47" y="109256"/>
                  <a:pt x="140" y="108418"/>
                </a:cubicBezTo>
                <a:cubicBezTo>
                  <a:pt x="233" y="107581"/>
                  <a:pt x="404" y="106898"/>
                  <a:pt x="653" y="106370"/>
                </a:cubicBezTo>
                <a:cubicBezTo>
                  <a:pt x="902" y="105843"/>
                  <a:pt x="1198" y="105455"/>
                  <a:pt x="1540" y="105206"/>
                </a:cubicBezTo>
                <a:cubicBezTo>
                  <a:pt x="1882" y="104958"/>
                  <a:pt x="2271" y="104834"/>
                  <a:pt x="2706" y="104834"/>
                </a:cubicBezTo>
                <a:cubicBezTo>
                  <a:pt x="3329" y="104834"/>
                  <a:pt x="4293" y="105222"/>
                  <a:pt x="5599" y="105998"/>
                </a:cubicBezTo>
                <a:cubicBezTo>
                  <a:pt x="6906" y="106774"/>
                  <a:pt x="8664" y="107612"/>
                  <a:pt x="10872" y="108512"/>
                </a:cubicBezTo>
                <a:cubicBezTo>
                  <a:pt x="13081" y="109412"/>
                  <a:pt x="15818" y="110265"/>
                  <a:pt x="19085" y="111072"/>
                </a:cubicBezTo>
                <a:cubicBezTo>
                  <a:pt x="22351" y="111879"/>
                  <a:pt x="26224" y="112282"/>
                  <a:pt x="30704" y="112282"/>
                </a:cubicBezTo>
                <a:cubicBezTo>
                  <a:pt x="34872" y="112282"/>
                  <a:pt x="38698" y="111786"/>
                  <a:pt x="42182" y="110793"/>
                </a:cubicBezTo>
                <a:cubicBezTo>
                  <a:pt x="45666" y="109799"/>
                  <a:pt x="48668" y="108248"/>
                  <a:pt x="51188" y="106137"/>
                </a:cubicBezTo>
                <a:cubicBezTo>
                  <a:pt x="53708" y="104027"/>
                  <a:pt x="55683" y="101374"/>
                  <a:pt x="57114" y="98177"/>
                </a:cubicBezTo>
                <a:cubicBezTo>
                  <a:pt x="58545" y="94981"/>
                  <a:pt x="59261" y="91086"/>
                  <a:pt x="59261" y="86493"/>
                </a:cubicBezTo>
                <a:cubicBezTo>
                  <a:pt x="59261" y="82644"/>
                  <a:pt x="58654" y="79246"/>
                  <a:pt x="57441" y="76298"/>
                </a:cubicBezTo>
                <a:cubicBezTo>
                  <a:pt x="56228" y="73350"/>
                  <a:pt x="54361" y="70898"/>
                  <a:pt x="51841" y="68943"/>
                </a:cubicBezTo>
                <a:cubicBezTo>
                  <a:pt x="49322" y="66988"/>
                  <a:pt x="46133" y="65529"/>
                  <a:pt x="42276" y="64567"/>
                </a:cubicBezTo>
                <a:cubicBezTo>
                  <a:pt x="38418" y="63605"/>
                  <a:pt x="33814" y="63124"/>
                  <a:pt x="28464" y="63124"/>
                </a:cubicBezTo>
                <a:cubicBezTo>
                  <a:pt x="24669" y="63124"/>
                  <a:pt x="21402" y="63310"/>
                  <a:pt x="18665" y="63682"/>
                </a:cubicBezTo>
                <a:cubicBezTo>
                  <a:pt x="15927" y="64055"/>
                  <a:pt x="13376" y="64241"/>
                  <a:pt x="11012" y="64241"/>
                </a:cubicBezTo>
                <a:cubicBezTo>
                  <a:pt x="9270" y="64241"/>
                  <a:pt x="8026" y="63838"/>
                  <a:pt x="7279" y="63031"/>
                </a:cubicBezTo>
                <a:cubicBezTo>
                  <a:pt x="6533" y="62222"/>
                  <a:pt x="6159" y="60667"/>
                  <a:pt x="6159" y="58367"/>
                </a:cubicBezTo>
                <a:lnTo>
                  <a:pt x="6159" y="9226"/>
                </a:lnTo>
                <a:cubicBezTo>
                  <a:pt x="6159" y="7176"/>
                  <a:pt x="6642" y="5653"/>
                  <a:pt x="7606" y="4658"/>
                </a:cubicBezTo>
                <a:cubicBezTo>
                  <a:pt x="8570" y="3663"/>
                  <a:pt x="9955" y="3165"/>
                  <a:pt x="11759" y="3165"/>
                </a:cubicBezTo>
                <a:lnTo>
                  <a:pt x="65233" y="3165"/>
                </a:lnTo>
                <a:cubicBezTo>
                  <a:pt x="65731" y="3165"/>
                  <a:pt x="66213" y="3305"/>
                  <a:pt x="66680" y="3584"/>
                </a:cubicBezTo>
                <a:cubicBezTo>
                  <a:pt x="67146" y="3864"/>
                  <a:pt x="67535" y="4283"/>
                  <a:pt x="67846" y="4841"/>
                </a:cubicBezTo>
                <a:cubicBezTo>
                  <a:pt x="68157" y="5400"/>
                  <a:pt x="68391" y="6114"/>
                  <a:pt x="68546" y="6983"/>
                </a:cubicBezTo>
                <a:cubicBezTo>
                  <a:pt x="68702" y="7852"/>
                  <a:pt x="68780" y="8876"/>
                  <a:pt x="68780" y="10055"/>
                </a:cubicBezTo>
                <a:cubicBezTo>
                  <a:pt x="68780" y="12290"/>
                  <a:pt x="68469" y="14028"/>
                  <a:pt x="67846" y="15269"/>
                </a:cubicBezTo>
                <a:cubicBezTo>
                  <a:pt x="67224" y="16510"/>
                  <a:pt x="66353" y="17131"/>
                  <a:pt x="65233" y="17131"/>
                </a:cubicBezTo>
                <a:lnTo>
                  <a:pt x="20158" y="17131"/>
                </a:lnTo>
                <a:lnTo>
                  <a:pt x="20158" y="51020"/>
                </a:lnTo>
                <a:cubicBezTo>
                  <a:pt x="22335" y="50710"/>
                  <a:pt x="24560" y="50524"/>
                  <a:pt x="26831" y="50462"/>
                </a:cubicBezTo>
                <a:cubicBezTo>
                  <a:pt x="29101" y="50400"/>
                  <a:pt x="31730" y="50369"/>
                  <a:pt x="34716" y="50369"/>
                </a:cubicBezTo>
                <a:cubicBezTo>
                  <a:pt x="41622" y="50369"/>
                  <a:pt x="47657" y="51191"/>
                  <a:pt x="52821" y="52836"/>
                </a:cubicBezTo>
                <a:cubicBezTo>
                  <a:pt x="57985" y="54481"/>
                  <a:pt x="62294" y="56808"/>
                  <a:pt x="65747" y="59819"/>
                </a:cubicBezTo>
                <a:cubicBezTo>
                  <a:pt x="69200" y="62829"/>
                  <a:pt x="71813" y="66476"/>
                  <a:pt x="73586" y="70758"/>
                </a:cubicBezTo>
                <a:cubicBezTo>
                  <a:pt x="75359" y="75041"/>
                  <a:pt x="76245" y="79789"/>
                  <a:pt x="76245" y="85003"/>
                </a:cubicBezTo>
                <a:close/>
                <a:moveTo>
                  <a:pt x="122473" y="113539"/>
                </a:moveTo>
                <a:cubicBezTo>
                  <a:pt x="122473" y="117965"/>
                  <a:pt x="121742" y="120911"/>
                  <a:pt x="120280" y="122375"/>
                </a:cubicBezTo>
                <a:cubicBezTo>
                  <a:pt x="118818" y="123840"/>
                  <a:pt x="116158" y="124572"/>
                  <a:pt x="112301" y="124572"/>
                </a:cubicBezTo>
                <a:cubicBezTo>
                  <a:pt x="108568" y="124572"/>
                  <a:pt x="105986" y="123855"/>
                  <a:pt x="104555" y="122422"/>
                </a:cubicBezTo>
                <a:cubicBezTo>
                  <a:pt x="103124" y="120988"/>
                  <a:pt x="102409" y="118121"/>
                  <a:pt x="102409" y="113818"/>
                </a:cubicBezTo>
                <a:cubicBezTo>
                  <a:pt x="102409" y="109392"/>
                  <a:pt x="103140" y="106447"/>
                  <a:pt x="104602" y="104982"/>
                </a:cubicBezTo>
                <a:cubicBezTo>
                  <a:pt x="106064" y="103518"/>
                  <a:pt x="108723" y="102786"/>
                  <a:pt x="112581" y="102786"/>
                </a:cubicBezTo>
                <a:cubicBezTo>
                  <a:pt x="116314" y="102786"/>
                  <a:pt x="118896" y="103502"/>
                  <a:pt x="120327" y="104936"/>
                </a:cubicBezTo>
                <a:cubicBezTo>
                  <a:pt x="121758" y="106369"/>
                  <a:pt x="122473" y="109237"/>
                  <a:pt x="122473" y="113539"/>
                </a:cubicBezTo>
                <a:close/>
                <a:moveTo>
                  <a:pt x="286012" y="117961"/>
                </a:moveTo>
                <a:cubicBezTo>
                  <a:pt x="286510" y="119327"/>
                  <a:pt x="286774" y="120429"/>
                  <a:pt x="286805" y="121267"/>
                </a:cubicBezTo>
                <a:cubicBezTo>
                  <a:pt x="286836" y="122105"/>
                  <a:pt x="286603" y="122741"/>
                  <a:pt x="286105" y="123175"/>
                </a:cubicBezTo>
                <a:cubicBezTo>
                  <a:pt x="285607" y="123610"/>
                  <a:pt x="284783" y="123889"/>
                  <a:pt x="283632" y="124013"/>
                </a:cubicBezTo>
                <a:cubicBezTo>
                  <a:pt x="282481" y="124137"/>
                  <a:pt x="280941" y="124199"/>
                  <a:pt x="279012" y="124199"/>
                </a:cubicBezTo>
                <a:cubicBezTo>
                  <a:pt x="277084" y="124199"/>
                  <a:pt x="275544" y="124153"/>
                  <a:pt x="274393" y="124060"/>
                </a:cubicBezTo>
                <a:cubicBezTo>
                  <a:pt x="273242" y="123967"/>
                  <a:pt x="272371" y="123811"/>
                  <a:pt x="271780" y="123594"/>
                </a:cubicBezTo>
                <a:cubicBezTo>
                  <a:pt x="271189" y="123377"/>
                  <a:pt x="270753" y="123082"/>
                  <a:pt x="270473" y="122710"/>
                </a:cubicBezTo>
                <a:cubicBezTo>
                  <a:pt x="270193" y="122337"/>
                  <a:pt x="269929" y="121872"/>
                  <a:pt x="269680" y="121313"/>
                </a:cubicBezTo>
                <a:lnTo>
                  <a:pt x="259321" y="91986"/>
                </a:lnTo>
                <a:lnTo>
                  <a:pt x="209113" y="91986"/>
                </a:lnTo>
                <a:lnTo>
                  <a:pt x="199221" y="120941"/>
                </a:lnTo>
                <a:cubicBezTo>
                  <a:pt x="199034" y="121499"/>
                  <a:pt x="198785" y="121980"/>
                  <a:pt x="198474" y="122384"/>
                </a:cubicBezTo>
                <a:cubicBezTo>
                  <a:pt x="198163" y="122787"/>
                  <a:pt x="197712" y="123129"/>
                  <a:pt x="197121" y="123408"/>
                </a:cubicBezTo>
                <a:cubicBezTo>
                  <a:pt x="196530" y="123687"/>
                  <a:pt x="195690" y="123889"/>
                  <a:pt x="194601" y="124013"/>
                </a:cubicBezTo>
                <a:cubicBezTo>
                  <a:pt x="193512" y="124137"/>
                  <a:pt x="192097" y="124199"/>
                  <a:pt x="190355" y="124199"/>
                </a:cubicBezTo>
                <a:cubicBezTo>
                  <a:pt x="188551" y="124199"/>
                  <a:pt x="187073" y="124122"/>
                  <a:pt x="185922" y="123967"/>
                </a:cubicBezTo>
                <a:cubicBezTo>
                  <a:pt x="184771" y="123811"/>
                  <a:pt x="183962" y="123517"/>
                  <a:pt x="183496" y="123082"/>
                </a:cubicBezTo>
                <a:cubicBezTo>
                  <a:pt x="183029" y="122648"/>
                  <a:pt x="182811" y="122011"/>
                  <a:pt x="182842" y="121174"/>
                </a:cubicBezTo>
                <a:cubicBezTo>
                  <a:pt x="182873" y="120336"/>
                  <a:pt x="183138" y="119234"/>
                  <a:pt x="183636" y="117868"/>
                </a:cubicBezTo>
                <a:lnTo>
                  <a:pt x="224138" y="5959"/>
                </a:lnTo>
                <a:cubicBezTo>
                  <a:pt x="224387" y="5276"/>
                  <a:pt x="224714" y="4717"/>
                  <a:pt x="225118" y="4283"/>
                </a:cubicBezTo>
                <a:cubicBezTo>
                  <a:pt x="225522" y="3848"/>
                  <a:pt x="226113" y="3507"/>
                  <a:pt x="226891" y="3259"/>
                </a:cubicBezTo>
                <a:cubicBezTo>
                  <a:pt x="227669" y="3010"/>
                  <a:pt x="228664" y="2840"/>
                  <a:pt x="229878" y="2747"/>
                </a:cubicBezTo>
                <a:cubicBezTo>
                  <a:pt x="231091" y="2653"/>
                  <a:pt x="232631" y="2607"/>
                  <a:pt x="234497" y="2607"/>
                </a:cubicBezTo>
                <a:cubicBezTo>
                  <a:pt x="236488" y="2607"/>
                  <a:pt x="238137" y="2653"/>
                  <a:pt x="239443" y="2747"/>
                </a:cubicBezTo>
                <a:cubicBezTo>
                  <a:pt x="240750" y="2840"/>
                  <a:pt x="241807" y="3010"/>
                  <a:pt x="242616" y="3259"/>
                </a:cubicBezTo>
                <a:cubicBezTo>
                  <a:pt x="243425" y="3507"/>
                  <a:pt x="244047" y="3864"/>
                  <a:pt x="244483" y="4329"/>
                </a:cubicBezTo>
                <a:cubicBezTo>
                  <a:pt x="244918" y="4795"/>
                  <a:pt x="245260" y="5369"/>
                  <a:pt x="245509" y="6052"/>
                </a:cubicBezTo>
                <a:lnTo>
                  <a:pt x="286012" y="117961"/>
                </a:lnTo>
                <a:moveTo>
                  <a:pt x="234030" y="19179"/>
                </a:moveTo>
                <a:lnTo>
                  <a:pt x="233937" y="19179"/>
                </a:lnTo>
                <a:lnTo>
                  <a:pt x="213126" y="79231"/>
                </a:lnTo>
                <a:lnTo>
                  <a:pt x="255122" y="79231"/>
                </a:lnTo>
                <a:lnTo>
                  <a:pt x="234030" y="19179"/>
                </a:lnTo>
                <a:close/>
                <a:moveTo>
                  <a:pt x="353654" y="43014"/>
                </a:moveTo>
                <a:cubicBezTo>
                  <a:pt x="353654" y="44379"/>
                  <a:pt x="353623" y="45527"/>
                  <a:pt x="353561" y="46458"/>
                </a:cubicBezTo>
                <a:cubicBezTo>
                  <a:pt x="353499" y="47389"/>
                  <a:pt x="353374" y="48119"/>
                  <a:pt x="353188" y="48646"/>
                </a:cubicBezTo>
                <a:cubicBezTo>
                  <a:pt x="353001" y="49174"/>
                  <a:pt x="352768" y="49577"/>
                  <a:pt x="352488" y="49857"/>
                </a:cubicBezTo>
                <a:cubicBezTo>
                  <a:pt x="352208" y="50136"/>
                  <a:pt x="351819" y="50276"/>
                  <a:pt x="351321" y="50276"/>
                </a:cubicBezTo>
                <a:cubicBezTo>
                  <a:pt x="350824" y="50276"/>
                  <a:pt x="350217" y="50136"/>
                  <a:pt x="349501" y="49857"/>
                </a:cubicBezTo>
                <a:cubicBezTo>
                  <a:pt x="348786" y="49577"/>
                  <a:pt x="347977" y="49298"/>
                  <a:pt x="347075" y="49019"/>
                </a:cubicBezTo>
                <a:cubicBezTo>
                  <a:pt x="346173" y="48739"/>
                  <a:pt x="345162" y="48476"/>
                  <a:pt x="344042" y="48227"/>
                </a:cubicBezTo>
                <a:cubicBezTo>
                  <a:pt x="342922" y="47979"/>
                  <a:pt x="341709" y="47855"/>
                  <a:pt x="340402" y="47855"/>
                </a:cubicBezTo>
                <a:cubicBezTo>
                  <a:pt x="338847" y="47855"/>
                  <a:pt x="337323" y="48165"/>
                  <a:pt x="335829" y="48786"/>
                </a:cubicBezTo>
                <a:cubicBezTo>
                  <a:pt x="334336" y="49407"/>
                  <a:pt x="332765" y="50431"/>
                  <a:pt x="331117" y="51858"/>
                </a:cubicBezTo>
                <a:cubicBezTo>
                  <a:pt x="329468" y="53286"/>
                  <a:pt x="327741" y="55179"/>
                  <a:pt x="325937" y="57538"/>
                </a:cubicBezTo>
                <a:cubicBezTo>
                  <a:pt x="324133" y="59896"/>
                  <a:pt x="322142" y="62782"/>
                  <a:pt x="319964" y="66196"/>
                </a:cubicBezTo>
                <a:lnTo>
                  <a:pt x="319964" y="121313"/>
                </a:lnTo>
                <a:cubicBezTo>
                  <a:pt x="319964" y="121810"/>
                  <a:pt x="319840" y="122229"/>
                  <a:pt x="319591" y="122570"/>
                </a:cubicBezTo>
                <a:cubicBezTo>
                  <a:pt x="319342" y="122911"/>
                  <a:pt x="318938" y="123206"/>
                  <a:pt x="318378" y="123455"/>
                </a:cubicBezTo>
                <a:cubicBezTo>
                  <a:pt x="317818" y="123703"/>
                  <a:pt x="317040" y="123889"/>
                  <a:pt x="316045" y="124013"/>
                </a:cubicBezTo>
                <a:cubicBezTo>
                  <a:pt x="315049" y="124137"/>
                  <a:pt x="313774" y="124199"/>
                  <a:pt x="312219" y="124199"/>
                </a:cubicBezTo>
                <a:cubicBezTo>
                  <a:pt x="310725" y="124199"/>
                  <a:pt x="309481" y="124137"/>
                  <a:pt x="308486" y="124013"/>
                </a:cubicBezTo>
                <a:cubicBezTo>
                  <a:pt x="307490" y="123889"/>
                  <a:pt x="306697" y="123703"/>
                  <a:pt x="306106" y="123455"/>
                </a:cubicBezTo>
                <a:cubicBezTo>
                  <a:pt x="305515" y="123206"/>
                  <a:pt x="305110" y="122911"/>
                  <a:pt x="304893" y="122570"/>
                </a:cubicBezTo>
                <a:cubicBezTo>
                  <a:pt x="304675" y="122229"/>
                  <a:pt x="304566" y="121810"/>
                  <a:pt x="304566" y="121313"/>
                </a:cubicBezTo>
                <a:lnTo>
                  <a:pt x="304566" y="37521"/>
                </a:lnTo>
                <a:cubicBezTo>
                  <a:pt x="304566" y="37024"/>
                  <a:pt x="304659" y="36605"/>
                  <a:pt x="304846" y="36264"/>
                </a:cubicBezTo>
                <a:cubicBezTo>
                  <a:pt x="305033" y="35922"/>
                  <a:pt x="305406" y="35612"/>
                  <a:pt x="305966" y="35333"/>
                </a:cubicBezTo>
                <a:cubicBezTo>
                  <a:pt x="306526" y="35053"/>
                  <a:pt x="307241" y="34867"/>
                  <a:pt x="308112" y="34774"/>
                </a:cubicBezTo>
                <a:cubicBezTo>
                  <a:pt x="308983" y="34681"/>
                  <a:pt x="310134" y="34634"/>
                  <a:pt x="311565" y="34634"/>
                </a:cubicBezTo>
                <a:cubicBezTo>
                  <a:pt x="312934" y="34634"/>
                  <a:pt x="314070" y="34681"/>
                  <a:pt x="314972" y="34774"/>
                </a:cubicBezTo>
                <a:cubicBezTo>
                  <a:pt x="315874" y="34867"/>
                  <a:pt x="316574" y="35053"/>
                  <a:pt x="317071" y="35333"/>
                </a:cubicBezTo>
                <a:cubicBezTo>
                  <a:pt x="317569" y="35612"/>
                  <a:pt x="317927" y="35922"/>
                  <a:pt x="318145" y="36264"/>
                </a:cubicBezTo>
                <a:cubicBezTo>
                  <a:pt x="318362" y="36605"/>
                  <a:pt x="318471" y="37024"/>
                  <a:pt x="318471" y="37521"/>
                </a:cubicBezTo>
                <a:lnTo>
                  <a:pt x="318471" y="49717"/>
                </a:lnTo>
                <a:cubicBezTo>
                  <a:pt x="320773" y="46365"/>
                  <a:pt x="322935" y="43634"/>
                  <a:pt x="324957" y="41524"/>
                </a:cubicBezTo>
                <a:cubicBezTo>
                  <a:pt x="326979" y="39414"/>
                  <a:pt x="328892" y="37753"/>
                  <a:pt x="330697" y="36543"/>
                </a:cubicBezTo>
                <a:cubicBezTo>
                  <a:pt x="332501" y="35333"/>
                  <a:pt x="334290" y="34495"/>
                  <a:pt x="336063" y="34029"/>
                </a:cubicBezTo>
                <a:cubicBezTo>
                  <a:pt x="337836" y="33564"/>
                  <a:pt x="339625" y="33331"/>
                  <a:pt x="341429" y="33331"/>
                </a:cubicBezTo>
                <a:cubicBezTo>
                  <a:pt x="342238" y="33331"/>
                  <a:pt x="343155" y="33377"/>
                  <a:pt x="344182" y="33471"/>
                </a:cubicBezTo>
                <a:cubicBezTo>
                  <a:pt x="345209" y="33564"/>
                  <a:pt x="346282" y="33734"/>
                  <a:pt x="347402" y="33983"/>
                </a:cubicBezTo>
                <a:cubicBezTo>
                  <a:pt x="348522" y="34231"/>
                  <a:pt x="349533" y="34510"/>
                  <a:pt x="350435" y="34821"/>
                </a:cubicBezTo>
                <a:cubicBezTo>
                  <a:pt x="351337" y="35131"/>
                  <a:pt x="351975" y="35441"/>
                  <a:pt x="352348" y="35752"/>
                </a:cubicBezTo>
                <a:cubicBezTo>
                  <a:pt x="352721" y="36062"/>
                  <a:pt x="352970" y="36357"/>
                  <a:pt x="353094" y="36636"/>
                </a:cubicBezTo>
                <a:cubicBezTo>
                  <a:pt x="353219" y="36915"/>
                  <a:pt x="353328" y="37272"/>
                  <a:pt x="353421" y="37707"/>
                </a:cubicBezTo>
                <a:cubicBezTo>
                  <a:pt x="353514" y="38141"/>
                  <a:pt x="353577" y="38777"/>
                  <a:pt x="353608" y="39615"/>
                </a:cubicBezTo>
                <a:cubicBezTo>
                  <a:pt x="353639" y="40453"/>
                  <a:pt x="353654" y="41586"/>
                  <a:pt x="353654" y="43014"/>
                </a:cubicBezTo>
                <a:close/>
                <a:moveTo>
                  <a:pt x="387337" y="121313"/>
                </a:moveTo>
                <a:cubicBezTo>
                  <a:pt x="387337" y="121810"/>
                  <a:pt x="387212" y="122229"/>
                  <a:pt x="386963" y="122570"/>
                </a:cubicBezTo>
                <a:cubicBezTo>
                  <a:pt x="386715" y="122911"/>
                  <a:pt x="386310" y="123206"/>
                  <a:pt x="385750" y="123455"/>
                </a:cubicBezTo>
                <a:cubicBezTo>
                  <a:pt x="385190" y="123703"/>
                  <a:pt x="384413" y="123889"/>
                  <a:pt x="383417" y="124013"/>
                </a:cubicBezTo>
                <a:cubicBezTo>
                  <a:pt x="382422" y="124137"/>
                  <a:pt x="381146" y="124199"/>
                  <a:pt x="379591" y="124199"/>
                </a:cubicBezTo>
                <a:cubicBezTo>
                  <a:pt x="378098" y="124199"/>
                  <a:pt x="376853" y="124137"/>
                  <a:pt x="375858" y="124013"/>
                </a:cubicBezTo>
                <a:cubicBezTo>
                  <a:pt x="374862" y="123889"/>
                  <a:pt x="374069" y="123703"/>
                  <a:pt x="373478" y="123455"/>
                </a:cubicBezTo>
                <a:cubicBezTo>
                  <a:pt x="372887" y="123206"/>
                  <a:pt x="372483" y="122911"/>
                  <a:pt x="372265" y="122570"/>
                </a:cubicBezTo>
                <a:cubicBezTo>
                  <a:pt x="372047" y="122229"/>
                  <a:pt x="371938" y="121810"/>
                  <a:pt x="371938" y="121313"/>
                </a:cubicBezTo>
                <a:lnTo>
                  <a:pt x="371938" y="37521"/>
                </a:lnTo>
                <a:cubicBezTo>
                  <a:pt x="371938" y="37086"/>
                  <a:pt x="372047" y="36683"/>
                  <a:pt x="372265" y="36310"/>
                </a:cubicBezTo>
                <a:cubicBezTo>
                  <a:pt x="372483" y="35938"/>
                  <a:pt x="372887" y="35627"/>
                  <a:pt x="373478" y="35379"/>
                </a:cubicBezTo>
                <a:cubicBezTo>
                  <a:pt x="374069" y="35131"/>
                  <a:pt x="374862" y="34945"/>
                  <a:pt x="375858" y="34821"/>
                </a:cubicBezTo>
                <a:cubicBezTo>
                  <a:pt x="376853" y="34696"/>
                  <a:pt x="378098" y="34634"/>
                  <a:pt x="379591" y="34634"/>
                </a:cubicBezTo>
                <a:cubicBezTo>
                  <a:pt x="381146" y="34634"/>
                  <a:pt x="382422" y="34696"/>
                  <a:pt x="383417" y="34821"/>
                </a:cubicBezTo>
                <a:cubicBezTo>
                  <a:pt x="384413" y="34945"/>
                  <a:pt x="385190" y="35131"/>
                  <a:pt x="385750" y="35379"/>
                </a:cubicBezTo>
                <a:cubicBezTo>
                  <a:pt x="386310" y="35627"/>
                  <a:pt x="386715" y="35938"/>
                  <a:pt x="386963" y="36310"/>
                </a:cubicBezTo>
                <a:cubicBezTo>
                  <a:pt x="387212" y="36683"/>
                  <a:pt x="387337" y="37086"/>
                  <a:pt x="387337" y="37521"/>
                </a:cubicBezTo>
                <a:lnTo>
                  <a:pt x="387337" y="121313"/>
                </a:lnTo>
                <a:moveTo>
                  <a:pt x="389110" y="9124"/>
                </a:moveTo>
                <a:cubicBezTo>
                  <a:pt x="389110" y="12724"/>
                  <a:pt x="388425" y="15176"/>
                  <a:pt x="387057" y="16479"/>
                </a:cubicBezTo>
                <a:cubicBezTo>
                  <a:pt x="385688" y="17783"/>
                  <a:pt x="383168" y="18434"/>
                  <a:pt x="379498" y="18434"/>
                </a:cubicBezTo>
                <a:cubicBezTo>
                  <a:pt x="375889" y="18434"/>
                  <a:pt x="373416" y="17798"/>
                  <a:pt x="372078" y="16526"/>
                </a:cubicBezTo>
                <a:cubicBezTo>
                  <a:pt x="370741" y="15253"/>
                  <a:pt x="370072" y="12848"/>
                  <a:pt x="370072" y="9310"/>
                </a:cubicBezTo>
                <a:cubicBezTo>
                  <a:pt x="370072" y="5710"/>
                  <a:pt x="370756" y="3259"/>
                  <a:pt x="372125" y="1955"/>
                </a:cubicBezTo>
                <a:cubicBezTo>
                  <a:pt x="373494" y="652"/>
                  <a:pt x="376013" y="0"/>
                  <a:pt x="379684" y="0"/>
                </a:cubicBezTo>
                <a:cubicBezTo>
                  <a:pt x="383293" y="0"/>
                  <a:pt x="385766" y="636"/>
                  <a:pt x="387103" y="1909"/>
                </a:cubicBezTo>
                <a:cubicBezTo>
                  <a:pt x="388441" y="3181"/>
                  <a:pt x="389110" y="5586"/>
                  <a:pt x="389110" y="9124"/>
                </a:cubicBezTo>
                <a:close/>
                <a:moveTo>
                  <a:pt x="478693" y="121406"/>
                </a:moveTo>
                <a:cubicBezTo>
                  <a:pt x="478693" y="122151"/>
                  <a:pt x="478444" y="122710"/>
                  <a:pt x="477947" y="123082"/>
                </a:cubicBezTo>
                <a:cubicBezTo>
                  <a:pt x="477449" y="123455"/>
                  <a:pt x="476765" y="123734"/>
                  <a:pt x="475894" y="123920"/>
                </a:cubicBezTo>
                <a:cubicBezTo>
                  <a:pt x="475022" y="124106"/>
                  <a:pt x="473747" y="124199"/>
                  <a:pt x="472067" y="124199"/>
                </a:cubicBezTo>
                <a:cubicBezTo>
                  <a:pt x="470450" y="124199"/>
                  <a:pt x="469159" y="124106"/>
                  <a:pt x="468194" y="123920"/>
                </a:cubicBezTo>
                <a:cubicBezTo>
                  <a:pt x="467230" y="123734"/>
                  <a:pt x="466530" y="123455"/>
                  <a:pt x="466095" y="123082"/>
                </a:cubicBezTo>
                <a:cubicBezTo>
                  <a:pt x="465659" y="122710"/>
                  <a:pt x="465441" y="122151"/>
                  <a:pt x="465441" y="121406"/>
                </a:cubicBezTo>
                <a:lnTo>
                  <a:pt x="465441" y="113027"/>
                </a:lnTo>
                <a:cubicBezTo>
                  <a:pt x="461771" y="116937"/>
                  <a:pt x="457680" y="119994"/>
                  <a:pt x="453169" y="122198"/>
                </a:cubicBezTo>
                <a:cubicBezTo>
                  <a:pt x="448659" y="124401"/>
                  <a:pt x="443883" y="125503"/>
                  <a:pt x="438844" y="125503"/>
                </a:cubicBezTo>
                <a:cubicBezTo>
                  <a:pt x="434427" y="125503"/>
                  <a:pt x="430429" y="124927"/>
                  <a:pt x="426852" y="123775"/>
                </a:cubicBezTo>
                <a:cubicBezTo>
                  <a:pt x="423274" y="122622"/>
                  <a:pt x="420226" y="120956"/>
                  <a:pt x="417706" y="118776"/>
                </a:cubicBezTo>
                <a:cubicBezTo>
                  <a:pt x="415186" y="116596"/>
                  <a:pt x="413227" y="113918"/>
                  <a:pt x="411827" y="110743"/>
                </a:cubicBezTo>
                <a:cubicBezTo>
                  <a:pt x="410427" y="107566"/>
                  <a:pt x="409727" y="103952"/>
                  <a:pt x="409727" y="99902"/>
                </a:cubicBezTo>
                <a:cubicBezTo>
                  <a:pt x="409727" y="95170"/>
                  <a:pt x="410691" y="91060"/>
                  <a:pt x="412620" y="87572"/>
                </a:cubicBezTo>
                <a:cubicBezTo>
                  <a:pt x="414549" y="84083"/>
                  <a:pt x="417317" y="81186"/>
                  <a:pt x="420926" y="78882"/>
                </a:cubicBezTo>
                <a:cubicBezTo>
                  <a:pt x="424534" y="76577"/>
                  <a:pt x="428952" y="74849"/>
                  <a:pt x="434178" y="73697"/>
                </a:cubicBezTo>
                <a:cubicBezTo>
                  <a:pt x="439404" y="72545"/>
                  <a:pt x="445283" y="71969"/>
                  <a:pt x="451816" y="71969"/>
                </a:cubicBezTo>
                <a:lnTo>
                  <a:pt x="463388" y="71969"/>
                </a:lnTo>
                <a:lnTo>
                  <a:pt x="463388" y="65475"/>
                </a:lnTo>
                <a:cubicBezTo>
                  <a:pt x="463388" y="62259"/>
                  <a:pt x="463046" y="59414"/>
                  <a:pt x="462362" y="56941"/>
                </a:cubicBezTo>
                <a:cubicBezTo>
                  <a:pt x="461677" y="54466"/>
                  <a:pt x="460573" y="52409"/>
                  <a:pt x="459049" y="50770"/>
                </a:cubicBezTo>
                <a:cubicBezTo>
                  <a:pt x="457524" y="49131"/>
                  <a:pt x="455549" y="47895"/>
                  <a:pt x="453123" y="47061"/>
                </a:cubicBezTo>
                <a:cubicBezTo>
                  <a:pt x="450696" y="46225"/>
                  <a:pt x="447710" y="45807"/>
                  <a:pt x="444163" y="45807"/>
                </a:cubicBezTo>
                <a:cubicBezTo>
                  <a:pt x="440368" y="45807"/>
                  <a:pt x="436962" y="46252"/>
                  <a:pt x="433944" y="47142"/>
                </a:cubicBezTo>
                <a:cubicBezTo>
                  <a:pt x="430927" y="48032"/>
                  <a:pt x="428283" y="49015"/>
                  <a:pt x="426012" y="50089"/>
                </a:cubicBezTo>
                <a:cubicBezTo>
                  <a:pt x="423741" y="51164"/>
                  <a:pt x="421844" y="52146"/>
                  <a:pt x="420319" y="53037"/>
                </a:cubicBezTo>
                <a:cubicBezTo>
                  <a:pt x="418795" y="53927"/>
                  <a:pt x="417659" y="54372"/>
                  <a:pt x="416913" y="54372"/>
                </a:cubicBezTo>
                <a:cubicBezTo>
                  <a:pt x="416415" y="54372"/>
                  <a:pt x="415980" y="54248"/>
                  <a:pt x="415606" y="54000"/>
                </a:cubicBezTo>
                <a:cubicBezTo>
                  <a:pt x="415233" y="53751"/>
                  <a:pt x="414906" y="53379"/>
                  <a:pt x="414626" y="52882"/>
                </a:cubicBezTo>
                <a:cubicBezTo>
                  <a:pt x="414347" y="52386"/>
                  <a:pt x="414144" y="51750"/>
                  <a:pt x="414020" y="50974"/>
                </a:cubicBezTo>
                <a:cubicBezTo>
                  <a:pt x="413895" y="50198"/>
                  <a:pt x="413833" y="49345"/>
                  <a:pt x="413833" y="48414"/>
                </a:cubicBezTo>
                <a:cubicBezTo>
                  <a:pt x="413833" y="46862"/>
                  <a:pt x="413942" y="45636"/>
                  <a:pt x="414160" y="44736"/>
                </a:cubicBezTo>
                <a:cubicBezTo>
                  <a:pt x="414378" y="43836"/>
                  <a:pt x="414906" y="42983"/>
                  <a:pt x="415746" y="42176"/>
                </a:cubicBezTo>
                <a:cubicBezTo>
                  <a:pt x="416586" y="41369"/>
                  <a:pt x="418033" y="40429"/>
                  <a:pt x="420086" y="39356"/>
                </a:cubicBezTo>
                <a:cubicBezTo>
                  <a:pt x="422139" y="38282"/>
                  <a:pt x="424503" y="37300"/>
                  <a:pt x="427179" y="36412"/>
                </a:cubicBezTo>
                <a:cubicBezTo>
                  <a:pt x="429854" y="35524"/>
                  <a:pt x="432778" y="34789"/>
                  <a:pt x="435951" y="34207"/>
                </a:cubicBezTo>
                <a:cubicBezTo>
                  <a:pt x="439124" y="33623"/>
                  <a:pt x="442328" y="33331"/>
                  <a:pt x="445563" y="33331"/>
                </a:cubicBezTo>
                <a:cubicBezTo>
                  <a:pt x="451598" y="33331"/>
                  <a:pt x="456731" y="34014"/>
                  <a:pt x="460962" y="35379"/>
                </a:cubicBezTo>
                <a:cubicBezTo>
                  <a:pt x="465192" y="36745"/>
                  <a:pt x="468614" y="38746"/>
                  <a:pt x="471227" y="41384"/>
                </a:cubicBezTo>
                <a:cubicBezTo>
                  <a:pt x="473840" y="44022"/>
                  <a:pt x="475738" y="47296"/>
                  <a:pt x="476920" y="51207"/>
                </a:cubicBezTo>
                <a:cubicBezTo>
                  <a:pt x="478102" y="55117"/>
                  <a:pt x="478693" y="59679"/>
                  <a:pt x="478693" y="64893"/>
                </a:cubicBezTo>
                <a:lnTo>
                  <a:pt x="478693" y="121406"/>
                </a:lnTo>
                <a:moveTo>
                  <a:pt x="463388" y="83048"/>
                </a:moveTo>
                <a:lnTo>
                  <a:pt x="450229" y="83048"/>
                </a:lnTo>
                <a:cubicBezTo>
                  <a:pt x="445999" y="83048"/>
                  <a:pt x="442328" y="83408"/>
                  <a:pt x="439217" y="84127"/>
                </a:cubicBezTo>
                <a:cubicBezTo>
                  <a:pt x="436106" y="84845"/>
                  <a:pt x="433525" y="85906"/>
                  <a:pt x="431471" y="87310"/>
                </a:cubicBezTo>
                <a:cubicBezTo>
                  <a:pt x="429418" y="88715"/>
                  <a:pt x="427910" y="90401"/>
                  <a:pt x="426945" y="92370"/>
                </a:cubicBezTo>
                <a:cubicBezTo>
                  <a:pt x="425981" y="94337"/>
                  <a:pt x="425499" y="96600"/>
                  <a:pt x="425499" y="99161"/>
                </a:cubicBezTo>
                <a:cubicBezTo>
                  <a:pt x="425499" y="103532"/>
                  <a:pt x="426883" y="107014"/>
                  <a:pt x="429652" y="109605"/>
                </a:cubicBezTo>
                <a:cubicBezTo>
                  <a:pt x="432420" y="112197"/>
                  <a:pt x="436293" y="113493"/>
                  <a:pt x="441270" y="113493"/>
                </a:cubicBezTo>
                <a:cubicBezTo>
                  <a:pt x="445314" y="113493"/>
                  <a:pt x="449063" y="112463"/>
                  <a:pt x="452516" y="110403"/>
                </a:cubicBezTo>
                <a:cubicBezTo>
                  <a:pt x="455969" y="108341"/>
                  <a:pt x="459593" y="105187"/>
                  <a:pt x="463388" y="100941"/>
                </a:cubicBezTo>
                <a:lnTo>
                  <a:pt x="463388" y="83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6.Mroonga">
            <a:extLst xmlns:a="http://schemas.openxmlformats.org/drawingml/2006/main">
              <a:ext uri="{FF2B5EF4-FFF2-40B4-BE49-F238E27FC236}">
                <a16:creationId xmlns:a16="http://schemas.microsoft.com/office/drawing/2014/main" id="{038BE129-E753-42FC-A702-20D45F0F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05" y="2787634"/>
            <a:ext cx="875353" cy="156227"/>
          </a:xfrm>
          <a:custGeom xmlns:a="http://schemas.openxmlformats.org/drawingml/2006/main">
            <a:pathLst>
              <a:path w="875353" h="156227">
                <a:moveTo>
                  <a:pt x="79325" y="83185"/>
                </a:moveTo>
                <a:cubicBezTo>
                  <a:pt x="79325" y="88466"/>
                  <a:pt x="78516" y="93577"/>
                  <a:pt x="76899" y="98518"/>
                </a:cubicBezTo>
                <a:cubicBezTo>
                  <a:pt x="75281" y="103458"/>
                  <a:pt x="72793" y="107808"/>
                  <a:pt x="69433" y="111569"/>
                </a:cubicBezTo>
                <a:cubicBezTo>
                  <a:pt x="66073" y="115328"/>
                  <a:pt x="61811" y="118343"/>
                  <a:pt x="56648" y="120612"/>
                </a:cubicBezTo>
                <a:cubicBezTo>
                  <a:pt x="51484" y="122879"/>
                  <a:pt x="45386" y="124013"/>
                  <a:pt x="38356" y="124013"/>
                </a:cubicBezTo>
                <a:cubicBezTo>
                  <a:pt x="33317" y="124013"/>
                  <a:pt x="28868" y="123392"/>
                  <a:pt x="25011" y="122151"/>
                </a:cubicBezTo>
                <a:cubicBezTo>
                  <a:pt x="21153" y="120908"/>
                  <a:pt x="17794" y="119137"/>
                  <a:pt x="14932" y="116838"/>
                </a:cubicBezTo>
                <a:cubicBezTo>
                  <a:pt x="12070" y="114540"/>
                  <a:pt x="9690" y="111714"/>
                  <a:pt x="7793" y="108360"/>
                </a:cubicBezTo>
                <a:cubicBezTo>
                  <a:pt x="5895" y="105007"/>
                  <a:pt x="4371" y="101186"/>
                  <a:pt x="3220" y="96900"/>
                </a:cubicBezTo>
                <a:cubicBezTo>
                  <a:pt x="2069" y="92613"/>
                  <a:pt x="1244" y="87923"/>
                  <a:pt x="747" y="82830"/>
                </a:cubicBezTo>
                <a:cubicBezTo>
                  <a:pt x="249" y="77736"/>
                  <a:pt x="0" y="72270"/>
                  <a:pt x="0" y="66432"/>
                </a:cubicBezTo>
                <a:cubicBezTo>
                  <a:pt x="0" y="61276"/>
                  <a:pt x="280" y="56059"/>
                  <a:pt x="840" y="50779"/>
                </a:cubicBezTo>
                <a:cubicBezTo>
                  <a:pt x="1400" y="45499"/>
                  <a:pt x="2395" y="40406"/>
                  <a:pt x="3826" y="35498"/>
                </a:cubicBezTo>
                <a:cubicBezTo>
                  <a:pt x="5257" y="30591"/>
                  <a:pt x="7201" y="25980"/>
                  <a:pt x="9659" y="21664"/>
                </a:cubicBezTo>
                <a:cubicBezTo>
                  <a:pt x="12117" y="17346"/>
                  <a:pt x="15196" y="13588"/>
                  <a:pt x="18898" y="10390"/>
                </a:cubicBezTo>
                <a:cubicBezTo>
                  <a:pt x="22600" y="7189"/>
                  <a:pt x="27033" y="4658"/>
                  <a:pt x="32197" y="2796"/>
                </a:cubicBezTo>
                <a:cubicBezTo>
                  <a:pt x="37361" y="932"/>
                  <a:pt x="43364" y="0"/>
                  <a:pt x="50208" y="0"/>
                </a:cubicBezTo>
                <a:cubicBezTo>
                  <a:pt x="52510" y="0"/>
                  <a:pt x="54843" y="140"/>
                  <a:pt x="57207" y="419"/>
                </a:cubicBezTo>
                <a:cubicBezTo>
                  <a:pt x="59572" y="698"/>
                  <a:pt x="61749" y="1071"/>
                  <a:pt x="63740" y="1536"/>
                </a:cubicBezTo>
                <a:cubicBezTo>
                  <a:pt x="65731" y="2002"/>
                  <a:pt x="67411" y="2514"/>
                  <a:pt x="68780" y="3072"/>
                </a:cubicBezTo>
                <a:cubicBezTo>
                  <a:pt x="70148" y="3631"/>
                  <a:pt x="71050" y="4081"/>
                  <a:pt x="71486" y="4422"/>
                </a:cubicBezTo>
                <a:cubicBezTo>
                  <a:pt x="71922" y="4764"/>
                  <a:pt x="72248" y="5136"/>
                  <a:pt x="72466" y="5540"/>
                </a:cubicBezTo>
                <a:cubicBezTo>
                  <a:pt x="72684" y="5943"/>
                  <a:pt x="72855" y="6378"/>
                  <a:pt x="72979" y="6843"/>
                </a:cubicBezTo>
                <a:cubicBezTo>
                  <a:pt x="73104" y="7309"/>
                  <a:pt x="73197" y="7836"/>
                  <a:pt x="73259" y="8426"/>
                </a:cubicBezTo>
                <a:cubicBezTo>
                  <a:pt x="73321" y="9015"/>
                  <a:pt x="73352" y="9745"/>
                  <a:pt x="73352" y="10614"/>
                </a:cubicBezTo>
                <a:cubicBezTo>
                  <a:pt x="73352" y="11731"/>
                  <a:pt x="73337" y="12693"/>
                  <a:pt x="73306" y="13500"/>
                </a:cubicBezTo>
                <a:cubicBezTo>
                  <a:pt x="73275" y="14307"/>
                  <a:pt x="73150" y="14959"/>
                  <a:pt x="72933" y="15455"/>
                </a:cubicBezTo>
                <a:cubicBezTo>
                  <a:pt x="72715" y="15952"/>
                  <a:pt x="72435" y="16324"/>
                  <a:pt x="72093" y="16572"/>
                </a:cubicBezTo>
                <a:cubicBezTo>
                  <a:pt x="71750" y="16821"/>
                  <a:pt x="71299" y="16945"/>
                  <a:pt x="70739" y="16945"/>
                </a:cubicBezTo>
                <a:cubicBezTo>
                  <a:pt x="70055" y="16945"/>
                  <a:pt x="69122" y="16727"/>
                  <a:pt x="67940" y="16293"/>
                </a:cubicBezTo>
                <a:cubicBezTo>
                  <a:pt x="66758" y="15859"/>
                  <a:pt x="65327" y="15378"/>
                  <a:pt x="63647" y="14850"/>
                </a:cubicBezTo>
                <a:cubicBezTo>
                  <a:pt x="61967" y="14322"/>
                  <a:pt x="59929" y="13841"/>
                  <a:pt x="57534" y="13407"/>
                </a:cubicBezTo>
                <a:cubicBezTo>
                  <a:pt x="55139" y="12972"/>
                  <a:pt x="52355" y="12755"/>
                  <a:pt x="49182" y="12755"/>
                </a:cubicBezTo>
                <a:cubicBezTo>
                  <a:pt x="43396" y="12755"/>
                  <a:pt x="38418" y="13934"/>
                  <a:pt x="34250" y="16293"/>
                </a:cubicBezTo>
                <a:cubicBezTo>
                  <a:pt x="30081" y="18652"/>
                  <a:pt x="26675" y="21817"/>
                  <a:pt x="24031" y="25790"/>
                </a:cubicBezTo>
                <a:cubicBezTo>
                  <a:pt x="21387" y="29762"/>
                  <a:pt x="19427" y="34371"/>
                  <a:pt x="18151" y="39615"/>
                </a:cubicBezTo>
                <a:cubicBezTo>
                  <a:pt x="16876" y="44860"/>
                  <a:pt x="16145" y="50338"/>
                  <a:pt x="15958" y="56048"/>
                </a:cubicBezTo>
                <a:cubicBezTo>
                  <a:pt x="17576" y="55117"/>
                  <a:pt x="19396" y="54186"/>
                  <a:pt x="21418" y="53255"/>
                </a:cubicBezTo>
                <a:cubicBezTo>
                  <a:pt x="23440" y="52324"/>
                  <a:pt x="25648" y="51486"/>
                  <a:pt x="28044" y="50741"/>
                </a:cubicBezTo>
                <a:cubicBezTo>
                  <a:pt x="30439" y="49996"/>
                  <a:pt x="32974" y="49391"/>
                  <a:pt x="35650" y="48926"/>
                </a:cubicBezTo>
                <a:cubicBezTo>
                  <a:pt x="38325" y="48460"/>
                  <a:pt x="41187" y="48227"/>
                  <a:pt x="44235" y="48227"/>
                </a:cubicBezTo>
                <a:cubicBezTo>
                  <a:pt x="50768" y="48227"/>
                  <a:pt x="56274" y="49113"/>
                  <a:pt x="60754" y="50884"/>
                </a:cubicBezTo>
                <a:cubicBezTo>
                  <a:pt x="65233" y="52655"/>
                  <a:pt x="68857" y="55109"/>
                  <a:pt x="71626" y="58248"/>
                </a:cubicBezTo>
                <a:cubicBezTo>
                  <a:pt x="74395" y="61386"/>
                  <a:pt x="76370" y="65084"/>
                  <a:pt x="77552" y="69341"/>
                </a:cubicBezTo>
                <a:cubicBezTo>
                  <a:pt x="78734" y="73599"/>
                  <a:pt x="79325" y="78213"/>
                  <a:pt x="79325" y="83185"/>
                </a:cubicBezTo>
                <a:moveTo>
                  <a:pt x="63087" y="84674"/>
                </a:moveTo>
                <a:cubicBezTo>
                  <a:pt x="63087" y="81068"/>
                  <a:pt x="62729" y="77789"/>
                  <a:pt x="62014" y="74834"/>
                </a:cubicBezTo>
                <a:cubicBezTo>
                  <a:pt x="61298" y="71880"/>
                  <a:pt x="60100" y="69377"/>
                  <a:pt x="58421" y="67325"/>
                </a:cubicBezTo>
                <a:cubicBezTo>
                  <a:pt x="56741" y="65273"/>
                  <a:pt x="54501" y="63687"/>
                  <a:pt x="51701" y="62568"/>
                </a:cubicBezTo>
                <a:cubicBezTo>
                  <a:pt x="48902" y="61449"/>
                  <a:pt x="45449" y="60889"/>
                  <a:pt x="41342" y="60889"/>
                </a:cubicBezTo>
                <a:cubicBezTo>
                  <a:pt x="39040" y="60889"/>
                  <a:pt x="36738" y="61092"/>
                  <a:pt x="34436" y="61497"/>
                </a:cubicBezTo>
                <a:cubicBezTo>
                  <a:pt x="32134" y="61901"/>
                  <a:pt x="29910" y="62460"/>
                  <a:pt x="27764" y="63176"/>
                </a:cubicBezTo>
                <a:cubicBezTo>
                  <a:pt x="25617" y="63890"/>
                  <a:pt x="23564" y="64729"/>
                  <a:pt x="21604" y="65693"/>
                </a:cubicBezTo>
                <a:cubicBezTo>
                  <a:pt x="19645" y="66657"/>
                  <a:pt x="17856" y="67698"/>
                  <a:pt x="16238" y="68818"/>
                </a:cubicBezTo>
                <a:cubicBezTo>
                  <a:pt x="16238" y="76840"/>
                  <a:pt x="16752" y="83556"/>
                  <a:pt x="17778" y="88966"/>
                </a:cubicBezTo>
                <a:cubicBezTo>
                  <a:pt x="18805" y="94375"/>
                  <a:pt x="20298" y="98712"/>
                  <a:pt x="22258" y="101977"/>
                </a:cubicBezTo>
                <a:cubicBezTo>
                  <a:pt x="24218" y="105241"/>
                  <a:pt x="26659" y="107574"/>
                  <a:pt x="29584" y="108974"/>
                </a:cubicBezTo>
                <a:cubicBezTo>
                  <a:pt x="32508" y="110373"/>
                  <a:pt x="35930" y="111072"/>
                  <a:pt x="39849" y="111072"/>
                </a:cubicBezTo>
                <a:cubicBezTo>
                  <a:pt x="43831" y="111072"/>
                  <a:pt x="47284" y="110326"/>
                  <a:pt x="50208" y="108834"/>
                </a:cubicBezTo>
                <a:cubicBezTo>
                  <a:pt x="53132" y="107341"/>
                  <a:pt x="55559" y="105335"/>
                  <a:pt x="57487" y="102818"/>
                </a:cubicBezTo>
                <a:cubicBezTo>
                  <a:pt x="59416" y="100298"/>
                  <a:pt x="60832" y="97468"/>
                  <a:pt x="61734" y="94328"/>
                </a:cubicBezTo>
                <a:cubicBezTo>
                  <a:pt x="62636" y="91188"/>
                  <a:pt x="63087" y="87970"/>
                  <a:pt x="63087" y="84674"/>
                </a:cubicBezTo>
                <a:close/>
                <a:moveTo>
                  <a:pt x="121913" y="112049"/>
                </a:moveTo>
                <a:cubicBezTo>
                  <a:pt x="121913" y="116476"/>
                  <a:pt x="121182" y="119421"/>
                  <a:pt x="119720" y="120886"/>
                </a:cubicBezTo>
                <a:cubicBezTo>
                  <a:pt x="118258" y="122350"/>
                  <a:pt x="115598" y="123082"/>
                  <a:pt x="111741" y="123082"/>
                </a:cubicBezTo>
                <a:cubicBezTo>
                  <a:pt x="108008" y="123082"/>
                  <a:pt x="105426" y="122365"/>
                  <a:pt x="103995" y="120932"/>
                </a:cubicBezTo>
                <a:cubicBezTo>
                  <a:pt x="102564" y="119499"/>
                  <a:pt x="101849" y="116631"/>
                  <a:pt x="101849" y="112329"/>
                </a:cubicBezTo>
                <a:cubicBezTo>
                  <a:pt x="101849" y="107902"/>
                  <a:pt x="102580" y="104957"/>
                  <a:pt x="104042" y="103493"/>
                </a:cubicBezTo>
                <a:cubicBezTo>
                  <a:pt x="105504" y="102028"/>
                  <a:pt x="108164" y="101296"/>
                  <a:pt x="112021" y="101296"/>
                </a:cubicBezTo>
                <a:cubicBezTo>
                  <a:pt x="115754" y="101296"/>
                  <a:pt x="118336" y="102013"/>
                  <a:pt x="119767" y="103446"/>
                </a:cubicBezTo>
                <a:cubicBezTo>
                  <a:pt x="121198" y="104880"/>
                  <a:pt x="121913" y="107747"/>
                  <a:pt x="121913" y="112049"/>
                </a:cubicBezTo>
                <a:close/>
                <a:moveTo>
                  <a:pt x="326328" y="119730"/>
                </a:moveTo>
                <a:cubicBezTo>
                  <a:pt x="326328" y="120227"/>
                  <a:pt x="326203" y="120661"/>
                  <a:pt x="325954" y="121034"/>
                </a:cubicBezTo>
                <a:cubicBezTo>
                  <a:pt x="325705" y="121406"/>
                  <a:pt x="325270" y="121701"/>
                  <a:pt x="324648" y="121918"/>
                </a:cubicBezTo>
                <a:cubicBezTo>
                  <a:pt x="324026" y="122136"/>
                  <a:pt x="323232" y="122322"/>
                  <a:pt x="322268" y="122477"/>
                </a:cubicBezTo>
                <a:cubicBezTo>
                  <a:pt x="321304" y="122632"/>
                  <a:pt x="320044" y="122710"/>
                  <a:pt x="318488" y="122710"/>
                </a:cubicBezTo>
                <a:cubicBezTo>
                  <a:pt x="317057" y="122710"/>
                  <a:pt x="315829" y="122632"/>
                  <a:pt x="314802" y="122477"/>
                </a:cubicBezTo>
                <a:cubicBezTo>
                  <a:pt x="313776" y="122322"/>
                  <a:pt x="312967" y="122136"/>
                  <a:pt x="312376" y="121918"/>
                </a:cubicBezTo>
                <a:cubicBezTo>
                  <a:pt x="311785" y="121701"/>
                  <a:pt x="311365" y="121406"/>
                  <a:pt x="311116" y="121034"/>
                </a:cubicBezTo>
                <a:cubicBezTo>
                  <a:pt x="310867" y="120661"/>
                  <a:pt x="310743" y="120227"/>
                  <a:pt x="310743" y="119730"/>
                </a:cubicBezTo>
                <a:lnTo>
                  <a:pt x="310743" y="14803"/>
                </a:lnTo>
                <a:lnTo>
                  <a:pt x="310556" y="14803"/>
                </a:lnTo>
                <a:lnTo>
                  <a:pt x="267534" y="120196"/>
                </a:lnTo>
                <a:cubicBezTo>
                  <a:pt x="267347" y="120630"/>
                  <a:pt x="267083" y="121003"/>
                  <a:pt x="266740" y="121313"/>
                </a:cubicBezTo>
                <a:cubicBezTo>
                  <a:pt x="266398" y="121624"/>
                  <a:pt x="265901" y="121887"/>
                  <a:pt x="265247" y="122105"/>
                </a:cubicBezTo>
                <a:cubicBezTo>
                  <a:pt x="264594" y="122322"/>
                  <a:pt x="263816" y="122477"/>
                  <a:pt x="262914" y="122570"/>
                </a:cubicBezTo>
                <a:cubicBezTo>
                  <a:pt x="262012" y="122663"/>
                  <a:pt x="260939" y="122710"/>
                  <a:pt x="259694" y="122710"/>
                </a:cubicBezTo>
                <a:cubicBezTo>
                  <a:pt x="258388" y="122710"/>
                  <a:pt x="257268" y="122648"/>
                  <a:pt x="256335" y="122524"/>
                </a:cubicBezTo>
                <a:cubicBezTo>
                  <a:pt x="255402" y="122399"/>
                  <a:pt x="254624" y="122229"/>
                  <a:pt x="254002" y="122011"/>
                </a:cubicBezTo>
                <a:cubicBezTo>
                  <a:pt x="253380" y="121794"/>
                  <a:pt x="252897" y="121530"/>
                  <a:pt x="252555" y="121220"/>
                </a:cubicBezTo>
                <a:cubicBezTo>
                  <a:pt x="252213" y="120910"/>
                  <a:pt x="251980" y="120568"/>
                  <a:pt x="251855" y="120196"/>
                </a:cubicBezTo>
                <a:lnTo>
                  <a:pt x="210700" y="14803"/>
                </a:lnTo>
                <a:lnTo>
                  <a:pt x="210606" y="14803"/>
                </a:lnTo>
                <a:lnTo>
                  <a:pt x="210606" y="119730"/>
                </a:lnTo>
                <a:cubicBezTo>
                  <a:pt x="210606" y="120227"/>
                  <a:pt x="210482" y="120661"/>
                  <a:pt x="210233" y="121034"/>
                </a:cubicBezTo>
                <a:cubicBezTo>
                  <a:pt x="209984" y="121406"/>
                  <a:pt x="209549" y="121701"/>
                  <a:pt x="208926" y="121918"/>
                </a:cubicBezTo>
                <a:cubicBezTo>
                  <a:pt x="208304" y="122136"/>
                  <a:pt x="207495" y="122322"/>
                  <a:pt x="206500" y="122477"/>
                </a:cubicBezTo>
                <a:cubicBezTo>
                  <a:pt x="205504" y="122632"/>
                  <a:pt x="204229" y="122710"/>
                  <a:pt x="202674" y="122710"/>
                </a:cubicBezTo>
                <a:cubicBezTo>
                  <a:pt x="201180" y="122710"/>
                  <a:pt x="199936" y="122632"/>
                  <a:pt x="198941" y="122477"/>
                </a:cubicBezTo>
                <a:cubicBezTo>
                  <a:pt x="197945" y="122322"/>
                  <a:pt x="197152" y="122136"/>
                  <a:pt x="196561" y="121918"/>
                </a:cubicBezTo>
                <a:cubicBezTo>
                  <a:pt x="195970" y="121701"/>
                  <a:pt x="195566" y="121406"/>
                  <a:pt x="195348" y="121034"/>
                </a:cubicBezTo>
                <a:cubicBezTo>
                  <a:pt x="195130" y="120661"/>
                  <a:pt x="195021" y="120227"/>
                  <a:pt x="195021" y="119730"/>
                </a:cubicBezTo>
                <a:lnTo>
                  <a:pt x="195021" y="8938"/>
                </a:lnTo>
                <a:cubicBezTo>
                  <a:pt x="195021" y="6331"/>
                  <a:pt x="195705" y="4469"/>
                  <a:pt x="197074" y="3352"/>
                </a:cubicBezTo>
                <a:cubicBezTo>
                  <a:pt x="198443" y="2234"/>
                  <a:pt x="199967" y="1676"/>
                  <a:pt x="201647" y="1676"/>
                </a:cubicBezTo>
                <a:lnTo>
                  <a:pt x="211353" y="1676"/>
                </a:lnTo>
                <a:cubicBezTo>
                  <a:pt x="213344" y="1676"/>
                  <a:pt x="215086" y="1862"/>
                  <a:pt x="216579" y="2234"/>
                </a:cubicBezTo>
                <a:cubicBezTo>
                  <a:pt x="218072" y="2607"/>
                  <a:pt x="219379" y="3197"/>
                  <a:pt x="220499" y="4003"/>
                </a:cubicBezTo>
                <a:cubicBezTo>
                  <a:pt x="221618" y="4810"/>
                  <a:pt x="222552" y="5834"/>
                  <a:pt x="223298" y="7076"/>
                </a:cubicBezTo>
                <a:cubicBezTo>
                  <a:pt x="224045" y="8317"/>
                  <a:pt x="224698" y="9776"/>
                  <a:pt x="225258" y="11452"/>
                </a:cubicBezTo>
                <a:lnTo>
                  <a:pt x="260254" y="98689"/>
                </a:lnTo>
                <a:lnTo>
                  <a:pt x="260721" y="98689"/>
                </a:lnTo>
                <a:lnTo>
                  <a:pt x="297117" y="11731"/>
                </a:lnTo>
                <a:cubicBezTo>
                  <a:pt x="297802" y="9869"/>
                  <a:pt x="298548" y="8286"/>
                  <a:pt x="299357" y="6983"/>
                </a:cubicBezTo>
                <a:cubicBezTo>
                  <a:pt x="300166" y="5679"/>
                  <a:pt x="301052" y="4640"/>
                  <a:pt x="302017" y="3864"/>
                </a:cubicBezTo>
                <a:cubicBezTo>
                  <a:pt x="302981" y="3088"/>
                  <a:pt x="304054" y="2529"/>
                  <a:pt x="305236" y="2188"/>
                </a:cubicBezTo>
                <a:cubicBezTo>
                  <a:pt x="306419" y="1847"/>
                  <a:pt x="307787" y="1676"/>
                  <a:pt x="309343" y="1676"/>
                </a:cubicBezTo>
                <a:lnTo>
                  <a:pt x="319515" y="1676"/>
                </a:lnTo>
                <a:cubicBezTo>
                  <a:pt x="320448" y="1676"/>
                  <a:pt x="321335" y="1816"/>
                  <a:pt x="322175" y="2095"/>
                </a:cubicBezTo>
                <a:cubicBezTo>
                  <a:pt x="323015" y="2374"/>
                  <a:pt x="323730" y="2809"/>
                  <a:pt x="324321" y="3398"/>
                </a:cubicBezTo>
                <a:cubicBezTo>
                  <a:pt x="324912" y="3988"/>
                  <a:pt x="325394" y="4733"/>
                  <a:pt x="325768" y="5633"/>
                </a:cubicBezTo>
                <a:cubicBezTo>
                  <a:pt x="326141" y="6533"/>
                  <a:pt x="326328" y="7634"/>
                  <a:pt x="326328" y="8938"/>
                </a:cubicBezTo>
                <a:lnTo>
                  <a:pt x="326328" y="119730"/>
                </a:lnTo>
                <a:close/>
                <a:moveTo>
                  <a:pt x="405234" y="41524"/>
                </a:moveTo>
                <a:cubicBezTo>
                  <a:pt x="405234" y="42889"/>
                  <a:pt x="405203" y="44038"/>
                  <a:pt x="405141" y="44969"/>
                </a:cubicBezTo>
                <a:cubicBezTo>
                  <a:pt x="405078" y="45900"/>
                  <a:pt x="404954" y="46629"/>
                  <a:pt x="404767" y="47157"/>
                </a:cubicBezTo>
                <a:cubicBezTo>
                  <a:pt x="404581" y="47684"/>
                  <a:pt x="404347" y="48088"/>
                  <a:pt x="404067" y="48367"/>
                </a:cubicBezTo>
                <a:cubicBezTo>
                  <a:pt x="403787" y="48646"/>
                  <a:pt x="403398" y="48786"/>
                  <a:pt x="402901" y="48786"/>
                </a:cubicBezTo>
                <a:cubicBezTo>
                  <a:pt x="402403" y="48786"/>
                  <a:pt x="401796" y="48646"/>
                  <a:pt x="401081" y="48367"/>
                </a:cubicBezTo>
                <a:cubicBezTo>
                  <a:pt x="400365" y="48088"/>
                  <a:pt x="399557" y="47808"/>
                  <a:pt x="398655" y="47529"/>
                </a:cubicBezTo>
                <a:cubicBezTo>
                  <a:pt x="397752" y="47250"/>
                  <a:pt x="396741" y="46986"/>
                  <a:pt x="395622" y="46738"/>
                </a:cubicBezTo>
                <a:cubicBezTo>
                  <a:pt x="394502" y="46489"/>
                  <a:pt x="393288" y="46365"/>
                  <a:pt x="391982" y="46365"/>
                </a:cubicBezTo>
                <a:cubicBezTo>
                  <a:pt x="390426" y="46365"/>
                  <a:pt x="388902" y="46676"/>
                  <a:pt x="387409" y="47296"/>
                </a:cubicBezTo>
                <a:cubicBezTo>
                  <a:pt x="385916" y="47917"/>
                  <a:pt x="384345" y="48941"/>
                  <a:pt x="382696" y="50369"/>
                </a:cubicBezTo>
                <a:cubicBezTo>
                  <a:pt x="381047" y="51796"/>
                  <a:pt x="379321" y="53689"/>
                  <a:pt x="377517" y="56048"/>
                </a:cubicBezTo>
                <a:cubicBezTo>
                  <a:pt x="375712" y="58407"/>
                  <a:pt x="373722" y="61293"/>
                  <a:pt x="371544" y="64707"/>
                </a:cubicBezTo>
                <a:lnTo>
                  <a:pt x="371544" y="119824"/>
                </a:lnTo>
                <a:cubicBezTo>
                  <a:pt x="371544" y="120320"/>
                  <a:pt x="371420" y="120739"/>
                  <a:pt x="371171" y="121080"/>
                </a:cubicBezTo>
                <a:cubicBezTo>
                  <a:pt x="370922" y="121422"/>
                  <a:pt x="370517" y="121717"/>
                  <a:pt x="369957" y="121965"/>
                </a:cubicBezTo>
                <a:cubicBezTo>
                  <a:pt x="369398" y="122213"/>
                  <a:pt x="368620" y="122399"/>
                  <a:pt x="367624" y="122524"/>
                </a:cubicBezTo>
                <a:cubicBezTo>
                  <a:pt x="366629" y="122648"/>
                  <a:pt x="365354" y="122710"/>
                  <a:pt x="363798" y="122710"/>
                </a:cubicBezTo>
                <a:cubicBezTo>
                  <a:pt x="362305" y="122710"/>
                  <a:pt x="361061" y="122648"/>
                  <a:pt x="360065" y="122524"/>
                </a:cubicBezTo>
                <a:cubicBezTo>
                  <a:pt x="359070" y="122399"/>
                  <a:pt x="358276" y="122213"/>
                  <a:pt x="357685" y="121965"/>
                </a:cubicBezTo>
                <a:cubicBezTo>
                  <a:pt x="357094" y="121717"/>
                  <a:pt x="356690" y="121422"/>
                  <a:pt x="356472" y="121080"/>
                </a:cubicBezTo>
                <a:cubicBezTo>
                  <a:pt x="356254" y="120739"/>
                  <a:pt x="356146" y="120320"/>
                  <a:pt x="356146" y="119824"/>
                </a:cubicBezTo>
                <a:lnTo>
                  <a:pt x="356146" y="36031"/>
                </a:lnTo>
                <a:cubicBezTo>
                  <a:pt x="356146" y="35534"/>
                  <a:pt x="356239" y="35115"/>
                  <a:pt x="356426" y="34774"/>
                </a:cubicBezTo>
                <a:cubicBezTo>
                  <a:pt x="356612" y="34433"/>
                  <a:pt x="356985" y="34122"/>
                  <a:pt x="357545" y="33843"/>
                </a:cubicBezTo>
                <a:cubicBezTo>
                  <a:pt x="358105" y="33564"/>
                  <a:pt x="358821" y="33377"/>
                  <a:pt x="359692" y="33284"/>
                </a:cubicBezTo>
                <a:cubicBezTo>
                  <a:pt x="360563" y="33191"/>
                  <a:pt x="361714" y="33145"/>
                  <a:pt x="363145" y="33145"/>
                </a:cubicBezTo>
                <a:cubicBezTo>
                  <a:pt x="364514" y="33145"/>
                  <a:pt x="365649" y="33191"/>
                  <a:pt x="366551" y="33284"/>
                </a:cubicBezTo>
                <a:cubicBezTo>
                  <a:pt x="367453" y="33377"/>
                  <a:pt x="368153" y="33564"/>
                  <a:pt x="368651" y="33843"/>
                </a:cubicBezTo>
                <a:cubicBezTo>
                  <a:pt x="369149" y="34122"/>
                  <a:pt x="369506" y="34433"/>
                  <a:pt x="369724" y="34774"/>
                </a:cubicBezTo>
                <a:cubicBezTo>
                  <a:pt x="369942" y="35115"/>
                  <a:pt x="370051" y="35534"/>
                  <a:pt x="370051" y="36031"/>
                </a:cubicBezTo>
                <a:lnTo>
                  <a:pt x="370051" y="48227"/>
                </a:lnTo>
                <a:cubicBezTo>
                  <a:pt x="372353" y="44876"/>
                  <a:pt x="374515" y="42145"/>
                  <a:pt x="376537" y="40034"/>
                </a:cubicBezTo>
                <a:cubicBezTo>
                  <a:pt x="378559" y="37924"/>
                  <a:pt x="380472" y="36264"/>
                  <a:pt x="382276" y="35053"/>
                </a:cubicBezTo>
                <a:cubicBezTo>
                  <a:pt x="384080" y="33843"/>
                  <a:pt x="385869" y="33005"/>
                  <a:pt x="387642" y="32539"/>
                </a:cubicBezTo>
                <a:cubicBezTo>
                  <a:pt x="389415" y="32074"/>
                  <a:pt x="391204" y="31841"/>
                  <a:pt x="393008" y="31841"/>
                </a:cubicBezTo>
                <a:cubicBezTo>
                  <a:pt x="393817" y="31841"/>
                  <a:pt x="394735" y="31888"/>
                  <a:pt x="395761" y="31981"/>
                </a:cubicBezTo>
                <a:cubicBezTo>
                  <a:pt x="396788" y="32074"/>
                  <a:pt x="397861" y="32245"/>
                  <a:pt x="398981" y="32493"/>
                </a:cubicBezTo>
                <a:cubicBezTo>
                  <a:pt x="400101" y="32741"/>
                  <a:pt x="401112" y="33021"/>
                  <a:pt x="402014" y="33331"/>
                </a:cubicBezTo>
                <a:cubicBezTo>
                  <a:pt x="402916" y="33641"/>
                  <a:pt x="403554" y="33952"/>
                  <a:pt x="403927" y="34262"/>
                </a:cubicBezTo>
                <a:cubicBezTo>
                  <a:pt x="404301" y="34572"/>
                  <a:pt x="404549" y="34867"/>
                  <a:pt x="404674" y="35146"/>
                </a:cubicBezTo>
                <a:cubicBezTo>
                  <a:pt x="404798" y="35426"/>
                  <a:pt x="404907" y="35783"/>
                  <a:pt x="405001" y="36217"/>
                </a:cubicBezTo>
                <a:cubicBezTo>
                  <a:pt x="405094" y="36652"/>
                  <a:pt x="405156" y="37288"/>
                  <a:pt x="405187" y="38126"/>
                </a:cubicBezTo>
                <a:cubicBezTo>
                  <a:pt x="405218" y="38964"/>
                  <a:pt x="405234" y="40096"/>
                  <a:pt x="405234" y="41524"/>
                </a:cubicBezTo>
                <a:close/>
                <a:moveTo>
                  <a:pt x="501592" y="77043"/>
                </a:moveTo>
                <a:cubicBezTo>
                  <a:pt x="501592" y="83876"/>
                  <a:pt x="500689" y="90166"/>
                  <a:pt x="498885" y="95914"/>
                </a:cubicBezTo>
                <a:cubicBezTo>
                  <a:pt x="497081" y="101661"/>
                  <a:pt x="494390" y="106616"/>
                  <a:pt x="490813" y="110781"/>
                </a:cubicBezTo>
                <a:cubicBezTo>
                  <a:pt x="487235" y="114943"/>
                  <a:pt x="482756" y="118189"/>
                  <a:pt x="477374" y="120519"/>
                </a:cubicBezTo>
                <a:cubicBezTo>
                  <a:pt x="471992" y="122848"/>
                  <a:pt x="465755" y="124013"/>
                  <a:pt x="458663" y="124013"/>
                </a:cubicBezTo>
                <a:cubicBezTo>
                  <a:pt x="451757" y="124013"/>
                  <a:pt x="445737" y="122988"/>
                  <a:pt x="440604" y="120938"/>
                </a:cubicBezTo>
                <a:cubicBezTo>
                  <a:pt x="435472" y="118888"/>
                  <a:pt x="431194" y="115905"/>
                  <a:pt x="427772" y="111991"/>
                </a:cubicBezTo>
                <a:cubicBezTo>
                  <a:pt x="424351" y="108077"/>
                  <a:pt x="421800" y="103324"/>
                  <a:pt x="420120" y="97732"/>
                </a:cubicBezTo>
                <a:cubicBezTo>
                  <a:pt x="418440" y="92140"/>
                  <a:pt x="417600" y="85802"/>
                  <a:pt x="417600" y="78719"/>
                </a:cubicBezTo>
                <a:cubicBezTo>
                  <a:pt x="417600" y="71885"/>
                  <a:pt x="418487" y="65595"/>
                  <a:pt x="420260" y="59848"/>
                </a:cubicBezTo>
                <a:cubicBezTo>
                  <a:pt x="422033" y="54101"/>
                  <a:pt x="424708" y="49146"/>
                  <a:pt x="428286" y="44983"/>
                </a:cubicBezTo>
                <a:cubicBezTo>
                  <a:pt x="431863" y="40819"/>
                  <a:pt x="436327" y="37587"/>
                  <a:pt x="441678" y="35289"/>
                </a:cubicBezTo>
                <a:cubicBezTo>
                  <a:pt x="447028" y="32990"/>
                  <a:pt x="453281" y="31841"/>
                  <a:pt x="460436" y="31841"/>
                </a:cubicBezTo>
                <a:cubicBezTo>
                  <a:pt x="467342" y="31841"/>
                  <a:pt x="473361" y="32866"/>
                  <a:pt x="478494" y="34917"/>
                </a:cubicBezTo>
                <a:cubicBezTo>
                  <a:pt x="483627" y="36967"/>
                  <a:pt x="487904" y="39949"/>
                  <a:pt x="491326" y="43863"/>
                </a:cubicBezTo>
                <a:cubicBezTo>
                  <a:pt x="494748" y="47777"/>
                  <a:pt x="497314" y="52530"/>
                  <a:pt x="499025" y="58122"/>
                </a:cubicBezTo>
                <a:cubicBezTo>
                  <a:pt x="500736" y="63714"/>
                  <a:pt x="501592" y="70021"/>
                  <a:pt x="501592" y="77043"/>
                </a:cubicBezTo>
                <a:moveTo>
                  <a:pt x="485353" y="78067"/>
                </a:moveTo>
                <a:cubicBezTo>
                  <a:pt x="485353" y="73530"/>
                  <a:pt x="484933" y="69241"/>
                  <a:pt x="484093" y="65201"/>
                </a:cubicBezTo>
                <a:cubicBezTo>
                  <a:pt x="483253" y="61161"/>
                  <a:pt x="481869" y="57618"/>
                  <a:pt x="479940" y="54573"/>
                </a:cubicBezTo>
                <a:cubicBezTo>
                  <a:pt x="478012" y="51528"/>
                  <a:pt x="475399" y="49120"/>
                  <a:pt x="472101" y="47349"/>
                </a:cubicBezTo>
                <a:cubicBezTo>
                  <a:pt x="468804" y="45576"/>
                  <a:pt x="464698" y="44689"/>
                  <a:pt x="459783" y="44689"/>
                </a:cubicBezTo>
                <a:cubicBezTo>
                  <a:pt x="455241" y="44689"/>
                  <a:pt x="451337" y="45497"/>
                  <a:pt x="448070" y="47113"/>
                </a:cubicBezTo>
                <a:cubicBezTo>
                  <a:pt x="444804" y="48729"/>
                  <a:pt x="442113" y="51014"/>
                  <a:pt x="439998" y="53968"/>
                </a:cubicBezTo>
                <a:cubicBezTo>
                  <a:pt x="437883" y="56920"/>
                  <a:pt x="436312" y="60416"/>
                  <a:pt x="435285" y="64456"/>
                </a:cubicBezTo>
                <a:cubicBezTo>
                  <a:pt x="434258" y="68495"/>
                  <a:pt x="433745" y="72907"/>
                  <a:pt x="433745" y="77694"/>
                </a:cubicBezTo>
                <a:cubicBezTo>
                  <a:pt x="433745" y="82293"/>
                  <a:pt x="434165" y="86613"/>
                  <a:pt x="435005" y="90653"/>
                </a:cubicBezTo>
                <a:cubicBezTo>
                  <a:pt x="435845" y="94693"/>
                  <a:pt x="437245" y="98221"/>
                  <a:pt x="439205" y="101235"/>
                </a:cubicBezTo>
                <a:cubicBezTo>
                  <a:pt x="441164" y="104249"/>
                  <a:pt x="443793" y="106643"/>
                  <a:pt x="447090" y="108416"/>
                </a:cubicBezTo>
                <a:cubicBezTo>
                  <a:pt x="450388" y="110186"/>
                  <a:pt x="454494" y="111072"/>
                  <a:pt x="459409" y="111072"/>
                </a:cubicBezTo>
                <a:cubicBezTo>
                  <a:pt x="463889" y="111072"/>
                  <a:pt x="467777" y="110264"/>
                  <a:pt x="471075" y="108648"/>
                </a:cubicBezTo>
                <a:cubicBezTo>
                  <a:pt x="474372" y="107033"/>
                  <a:pt x="477079" y="104764"/>
                  <a:pt x="479194" y="101843"/>
                </a:cubicBezTo>
                <a:cubicBezTo>
                  <a:pt x="481309" y="98920"/>
                  <a:pt x="482865" y="95439"/>
                  <a:pt x="483860" y="91401"/>
                </a:cubicBezTo>
                <a:cubicBezTo>
                  <a:pt x="484855" y="87361"/>
                  <a:pt x="485353" y="82916"/>
                  <a:pt x="485353" y="78067"/>
                </a:cubicBezTo>
                <a:close/>
                <a:moveTo>
                  <a:pt x="601417" y="77043"/>
                </a:moveTo>
                <a:cubicBezTo>
                  <a:pt x="601417" y="83876"/>
                  <a:pt x="600515" y="90166"/>
                  <a:pt x="598711" y="95914"/>
                </a:cubicBezTo>
                <a:cubicBezTo>
                  <a:pt x="596907" y="101661"/>
                  <a:pt x="594216" y="106616"/>
                  <a:pt x="590638" y="110781"/>
                </a:cubicBezTo>
                <a:cubicBezTo>
                  <a:pt x="587061" y="114943"/>
                  <a:pt x="582581" y="118189"/>
                  <a:pt x="577200" y="120519"/>
                </a:cubicBezTo>
                <a:cubicBezTo>
                  <a:pt x="571818" y="122848"/>
                  <a:pt x="565581" y="124013"/>
                  <a:pt x="558488" y="124013"/>
                </a:cubicBezTo>
                <a:cubicBezTo>
                  <a:pt x="551582" y="124013"/>
                  <a:pt x="545563" y="122988"/>
                  <a:pt x="540430" y="120938"/>
                </a:cubicBezTo>
                <a:cubicBezTo>
                  <a:pt x="535297" y="118888"/>
                  <a:pt x="531020" y="115905"/>
                  <a:pt x="527598" y="111991"/>
                </a:cubicBezTo>
                <a:cubicBezTo>
                  <a:pt x="524176" y="108077"/>
                  <a:pt x="521625" y="103324"/>
                  <a:pt x="519946" y="97732"/>
                </a:cubicBezTo>
                <a:cubicBezTo>
                  <a:pt x="518266" y="92140"/>
                  <a:pt x="517426" y="85802"/>
                  <a:pt x="517426" y="78719"/>
                </a:cubicBezTo>
                <a:cubicBezTo>
                  <a:pt x="517426" y="71885"/>
                  <a:pt x="518312" y="65595"/>
                  <a:pt x="520086" y="59848"/>
                </a:cubicBezTo>
                <a:cubicBezTo>
                  <a:pt x="521859" y="54101"/>
                  <a:pt x="524534" y="49146"/>
                  <a:pt x="528111" y="44983"/>
                </a:cubicBezTo>
                <a:cubicBezTo>
                  <a:pt x="531689" y="40819"/>
                  <a:pt x="536153" y="37587"/>
                  <a:pt x="541503" y="35289"/>
                </a:cubicBezTo>
                <a:cubicBezTo>
                  <a:pt x="546854" y="32990"/>
                  <a:pt x="553107" y="31841"/>
                  <a:pt x="560262" y="31841"/>
                </a:cubicBezTo>
                <a:cubicBezTo>
                  <a:pt x="567167" y="31841"/>
                  <a:pt x="573187" y="32866"/>
                  <a:pt x="578320" y="34917"/>
                </a:cubicBezTo>
                <a:cubicBezTo>
                  <a:pt x="583452" y="36967"/>
                  <a:pt x="587730" y="39949"/>
                  <a:pt x="591152" y="43863"/>
                </a:cubicBezTo>
                <a:cubicBezTo>
                  <a:pt x="594574" y="47777"/>
                  <a:pt x="597140" y="52530"/>
                  <a:pt x="598851" y="58122"/>
                </a:cubicBezTo>
                <a:cubicBezTo>
                  <a:pt x="600562" y="63714"/>
                  <a:pt x="601417" y="70021"/>
                  <a:pt x="601417" y="77043"/>
                </a:cubicBezTo>
                <a:moveTo>
                  <a:pt x="585179" y="78067"/>
                </a:moveTo>
                <a:cubicBezTo>
                  <a:pt x="585179" y="73530"/>
                  <a:pt x="584759" y="69241"/>
                  <a:pt x="583919" y="65201"/>
                </a:cubicBezTo>
                <a:cubicBezTo>
                  <a:pt x="583079" y="61161"/>
                  <a:pt x="581695" y="57618"/>
                  <a:pt x="579766" y="54573"/>
                </a:cubicBezTo>
                <a:cubicBezTo>
                  <a:pt x="577837" y="51528"/>
                  <a:pt x="575224" y="49120"/>
                  <a:pt x="571927" y="47349"/>
                </a:cubicBezTo>
                <a:cubicBezTo>
                  <a:pt x="568630" y="45576"/>
                  <a:pt x="564523" y="44689"/>
                  <a:pt x="559608" y="44689"/>
                </a:cubicBezTo>
                <a:cubicBezTo>
                  <a:pt x="555066" y="44689"/>
                  <a:pt x="551162" y="45497"/>
                  <a:pt x="547896" y="47113"/>
                </a:cubicBezTo>
                <a:cubicBezTo>
                  <a:pt x="544630" y="48729"/>
                  <a:pt x="541939" y="51014"/>
                  <a:pt x="539824" y="53968"/>
                </a:cubicBezTo>
                <a:cubicBezTo>
                  <a:pt x="537708" y="56920"/>
                  <a:pt x="536137" y="60416"/>
                  <a:pt x="535111" y="64456"/>
                </a:cubicBezTo>
                <a:cubicBezTo>
                  <a:pt x="534084" y="68495"/>
                  <a:pt x="533571" y="72907"/>
                  <a:pt x="533571" y="77694"/>
                </a:cubicBezTo>
                <a:cubicBezTo>
                  <a:pt x="533571" y="82293"/>
                  <a:pt x="533991" y="86613"/>
                  <a:pt x="534831" y="90653"/>
                </a:cubicBezTo>
                <a:cubicBezTo>
                  <a:pt x="535671" y="94693"/>
                  <a:pt x="537071" y="98221"/>
                  <a:pt x="539030" y="101235"/>
                </a:cubicBezTo>
                <a:cubicBezTo>
                  <a:pt x="540990" y="104249"/>
                  <a:pt x="543619" y="106643"/>
                  <a:pt x="546916" y="108416"/>
                </a:cubicBezTo>
                <a:cubicBezTo>
                  <a:pt x="550214" y="110186"/>
                  <a:pt x="554320" y="111072"/>
                  <a:pt x="559235" y="111072"/>
                </a:cubicBezTo>
                <a:cubicBezTo>
                  <a:pt x="563714" y="111072"/>
                  <a:pt x="567603" y="110264"/>
                  <a:pt x="570900" y="108648"/>
                </a:cubicBezTo>
                <a:cubicBezTo>
                  <a:pt x="574198" y="107033"/>
                  <a:pt x="576904" y="104764"/>
                  <a:pt x="579020" y="101843"/>
                </a:cubicBezTo>
                <a:cubicBezTo>
                  <a:pt x="581135" y="98920"/>
                  <a:pt x="582690" y="95439"/>
                  <a:pt x="583686" y="91401"/>
                </a:cubicBezTo>
                <a:cubicBezTo>
                  <a:pt x="584681" y="87361"/>
                  <a:pt x="585179" y="82916"/>
                  <a:pt x="585179" y="78067"/>
                </a:cubicBezTo>
                <a:close/>
                <a:moveTo>
                  <a:pt x="695457" y="119824"/>
                </a:moveTo>
                <a:cubicBezTo>
                  <a:pt x="695457" y="120320"/>
                  <a:pt x="695332" y="120739"/>
                  <a:pt x="695083" y="121080"/>
                </a:cubicBezTo>
                <a:cubicBezTo>
                  <a:pt x="694835" y="121422"/>
                  <a:pt x="694430" y="121717"/>
                  <a:pt x="693870" y="121965"/>
                </a:cubicBezTo>
                <a:cubicBezTo>
                  <a:pt x="693310" y="122213"/>
                  <a:pt x="692533" y="122399"/>
                  <a:pt x="691537" y="122524"/>
                </a:cubicBezTo>
                <a:cubicBezTo>
                  <a:pt x="690542" y="122648"/>
                  <a:pt x="689297" y="122710"/>
                  <a:pt x="687804" y="122710"/>
                </a:cubicBezTo>
                <a:cubicBezTo>
                  <a:pt x="686249" y="122710"/>
                  <a:pt x="684973" y="122648"/>
                  <a:pt x="683978" y="122524"/>
                </a:cubicBezTo>
                <a:cubicBezTo>
                  <a:pt x="682983" y="122399"/>
                  <a:pt x="682205" y="122213"/>
                  <a:pt x="681645" y="121965"/>
                </a:cubicBezTo>
                <a:cubicBezTo>
                  <a:pt x="681085" y="121717"/>
                  <a:pt x="680681" y="121422"/>
                  <a:pt x="680432" y="121080"/>
                </a:cubicBezTo>
                <a:cubicBezTo>
                  <a:pt x="680183" y="120739"/>
                  <a:pt x="680058" y="120320"/>
                  <a:pt x="680058" y="119824"/>
                </a:cubicBezTo>
                <a:lnTo>
                  <a:pt x="680058" y="70758"/>
                </a:lnTo>
                <a:cubicBezTo>
                  <a:pt x="680058" y="65979"/>
                  <a:pt x="679685" y="62131"/>
                  <a:pt x="678938" y="59213"/>
                </a:cubicBezTo>
                <a:cubicBezTo>
                  <a:pt x="678192" y="56296"/>
                  <a:pt x="677103" y="53782"/>
                  <a:pt x="675672" y="51672"/>
                </a:cubicBezTo>
                <a:cubicBezTo>
                  <a:pt x="674241" y="49562"/>
                  <a:pt x="672390" y="47948"/>
                  <a:pt x="670119" y="46831"/>
                </a:cubicBezTo>
                <a:cubicBezTo>
                  <a:pt x="667849" y="45714"/>
                  <a:pt x="665220" y="45155"/>
                  <a:pt x="662234" y="45155"/>
                </a:cubicBezTo>
                <a:cubicBezTo>
                  <a:pt x="658376" y="45155"/>
                  <a:pt x="654519" y="46520"/>
                  <a:pt x="650661" y="49251"/>
                </a:cubicBezTo>
                <a:cubicBezTo>
                  <a:pt x="646804" y="51983"/>
                  <a:pt x="642760" y="55986"/>
                  <a:pt x="638529" y="61262"/>
                </a:cubicBezTo>
                <a:lnTo>
                  <a:pt x="638529" y="119824"/>
                </a:lnTo>
                <a:cubicBezTo>
                  <a:pt x="638529" y="120320"/>
                  <a:pt x="638405" y="120739"/>
                  <a:pt x="638156" y="121080"/>
                </a:cubicBezTo>
                <a:cubicBezTo>
                  <a:pt x="637907" y="121422"/>
                  <a:pt x="637503" y="121717"/>
                  <a:pt x="636943" y="121965"/>
                </a:cubicBezTo>
                <a:cubicBezTo>
                  <a:pt x="636383" y="122213"/>
                  <a:pt x="635605" y="122399"/>
                  <a:pt x="634610" y="122524"/>
                </a:cubicBezTo>
                <a:cubicBezTo>
                  <a:pt x="633614" y="122648"/>
                  <a:pt x="632339" y="122710"/>
                  <a:pt x="630783" y="122710"/>
                </a:cubicBezTo>
                <a:cubicBezTo>
                  <a:pt x="629290" y="122710"/>
                  <a:pt x="628046" y="122648"/>
                  <a:pt x="627050" y="122524"/>
                </a:cubicBezTo>
                <a:cubicBezTo>
                  <a:pt x="626055" y="122399"/>
                  <a:pt x="625262" y="122213"/>
                  <a:pt x="624671" y="121965"/>
                </a:cubicBezTo>
                <a:cubicBezTo>
                  <a:pt x="624080" y="121717"/>
                  <a:pt x="623675" y="121422"/>
                  <a:pt x="623458" y="121080"/>
                </a:cubicBezTo>
                <a:cubicBezTo>
                  <a:pt x="623240" y="120739"/>
                  <a:pt x="623131" y="120320"/>
                  <a:pt x="623131" y="119824"/>
                </a:cubicBezTo>
                <a:lnTo>
                  <a:pt x="623131" y="36031"/>
                </a:lnTo>
                <a:cubicBezTo>
                  <a:pt x="623131" y="35534"/>
                  <a:pt x="623224" y="35115"/>
                  <a:pt x="623411" y="34774"/>
                </a:cubicBezTo>
                <a:cubicBezTo>
                  <a:pt x="623597" y="34433"/>
                  <a:pt x="623971" y="34122"/>
                  <a:pt x="624531" y="33843"/>
                </a:cubicBezTo>
                <a:cubicBezTo>
                  <a:pt x="625091" y="33564"/>
                  <a:pt x="625806" y="33377"/>
                  <a:pt x="626677" y="33284"/>
                </a:cubicBezTo>
                <a:cubicBezTo>
                  <a:pt x="627548" y="33191"/>
                  <a:pt x="628699" y="33145"/>
                  <a:pt x="630130" y="33145"/>
                </a:cubicBezTo>
                <a:cubicBezTo>
                  <a:pt x="631499" y="33145"/>
                  <a:pt x="632634" y="33191"/>
                  <a:pt x="633536" y="33284"/>
                </a:cubicBezTo>
                <a:cubicBezTo>
                  <a:pt x="634439" y="33377"/>
                  <a:pt x="635139" y="33564"/>
                  <a:pt x="635636" y="33843"/>
                </a:cubicBezTo>
                <a:cubicBezTo>
                  <a:pt x="636134" y="34122"/>
                  <a:pt x="636492" y="34433"/>
                  <a:pt x="636709" y="34774"/>
                </a:cubicBezTo>
                <a:cubicBezTo>
                  <a:pt x="636927" y="35115"/>
                  <a:pt x="637036" y="35534"/>
                  <a:pt x="637036" y="36031"/>
                </a:cubicBezTo>
                <a:lnTo>
                  <a:pt x="637036" y="47110"/>
                </a:lnTo>
                <a:cubicBezTo>
                  <a:pt x="641765" y="41834"/>
                  <a:pt x="646477" y="37970"/>
                  <a:pt x="651175" y="35519"/>
                </a:cubicBezTo>
                <a:cubicBezTo>
                  <a:pt x="655872" y="33067"/>
                  <a:pt x="660616" y="31841"/>
                  <a:pt x="665407" y="31841"/>
                </a:cubicBezTo>
                <a:cubicBezTo>
                  <a:pt x="671006" y="31841"/>
                  <a:pt x="675719" y="32788"/>
                  <a:pt x="679545" y="34681"/>
                </a:cubicBezTo>
                <a:cubicBezTo>
                  <a:pt x="683371" y="36574"/>
                  <a:pt x="686467" y="39103"/>
                  <a:pt x="688831" y="42269"/>
                </a:cubicBezTo>
                <a:cubicBezTo>
                  <a:pt x="691195" y="45434"/>
                  <a:pt x="692890" y="49143"/>
                  <a:pt x="693917" y="53395"/>
                </a:cubicBezTo>
                <a:cubicBezTo>
                  <a:pt x="694943" y="57646"/>
                  <a:pt x="695457" y="62751"/>
                  <a:pt x="695457" y="68710"/>
                </a:cubicBezTo>
                <a:lnTo>
                  <a:pt x="695457" y="119824"/>
                </a:lnTo>
                <a:close/>
                <a:moveTo>
                  <a:pt x="793136" y="39755"/>
                </a:moveTo>
                <a:cubicBezTo>
                  <a:pt x="793136" y="41927"/>
                  <a:pt x="792841" y="43495"/>
                  <a:pt x="792249" y="44457"/>
                </a:cubicBezTo>
                <a:cubicBezTo>
                  <a:pt x="791658" y="45419"/>
                  <a:pt x="790896" y="45900"/>
                  <a:pt x="789963" y="45900"/>
                </a:cubicBezTo>
                <a:lnTo>
                  <a:pt x="777924" y="45900"/>
                </a:lnTo>
                <a:cubicBezTo>
                  <a:pt x="780102" y="48140"/>
                  <a:pt x="781626" y="50615"/>
                  <a:pt x="782497" y="53325"/>
                </a:cubicBezTo>
                <a:cubicBezTo>
                  <a:pt x="783368" y="56032"/>
                  <a:pt x="783804" y="58849"/>
                  <a:pt x="783804" y="61774"/>
                </a:cubicBezTo>
                <a:cubicBezTo>
                  <a:pt x="783804" y="66607"/>
                  <a:pt x="783026" y="70883"/>
                  <a:pt x="781471" y="74602"/>
                </a:cubicBezTo>
                <a:cubicBezTo>
                  <a:pt x="779915" y="78320"/>
                  <a:pt x="777691" y="81465"/>
                  <a:pt x="774798" y="84037"/>
                </a:cubicBezTo>
                <a:cubicBezTo>
                  <a:pt x="771905" y="86609"/>
                  <a:pt x="768467" y="88577"/>
                  <a:pt x="764486" y="89940"/>
                </a:cubicBezTo>
                <a:cubicBezTo>
                  <a:pt x="760504" y="91304"/>
                  <a:pt x="756087" y="91986"/>
                  <a:pt x="751234" y="91986"/>
                </a:cubicBezTo>
                <a:cubicBezTo>
                  <a:pt x="747812" y="91986"/>
                  <a:pt x="744561" y="91537"/>
                  <a:pt x="741481" y="90639"/>
                </a:cubicBezTo>
                <a:cubicBezTo>
                  <a:pt x="738402" y="89741"/>
                  <a:pt x="736022" y="88610"/>
                  <a:pt x="734342" y="87246"/>
                </a:cubicBezTo>
                <a:cubicBezTo>
                  <a:pt x="733222" y="88363"/>
                  <a:pt x="732305" y="89636"/>
                  <a:pt x="731589" y="91063"/>
                </a:cubicBezTo>
                <a:cubicBezTo>
                  <a:pt x="730874" y="92489"/>
                  <a:pt x="730516" y="94132"/>
                  <a:pt x="730516" y="95992"/>
                </a:cubicBezTo>
                <a:cubicBezTo>
                  <a:pt x="730516" y="98164"/>
                  <a:pt x="731527" y="99964"/>
                  <a:pt x="733549" y="101392"/>
                </a:cubicBezTo>
                <a:cubicBezTo>
                  <a:pt x="735571" y="102818"/>
                  <a:pt x="738262" y="103593"/>
                  <a:pt x="741621" y="103717"/>
                </a:cubicBezTo>
                <a:lnTo>
                  <a:pt x="763552" y="104651"/>
                </a:lnTo>
                <a:cubicBezTo>
                  <a:pt x="767721" y="104775"/>
                  <a:pt x="771547" y="105351"/>
                  <a:pt x="775031" y="106379"/>
                </a:cubicBezTo>
                <a:cubicBezTo>
                  <a:pt x="778515" y="107407"/>
                  <a:pt x="781533" y="108871"/>
                  <a:pt x="784084" y="110772"/>
                </a:cubicBezTo>
                <a:cubicBezTo>
                  <a:pt x="786634" y="112671"/>
                  <a:pt x="788625" y="115006"/>
                  <a:pt x="790056" y="117778"/>
                </a:cubicBezTo>
                <a:cubicBezTo>
                  <a:pt x="791487" y="120550"/>
                  <a:pt x="792203" y="123774"/>
                  <a:pt x="792203" y="127449"/>
                </a:cubicBezTo>
                <a:cubicBezTo>
                  <a:pt x="792203" y="131311"/>
                  <a:pt x="791394" y="134986"/>
                  <a:pt x="789776" y="138473"/>
                </a:cubicBezTo>
                <a:cubicBezTo>
                  <a:pt x="788159" y="141963"/>
                  <a:pt x="785686" y="145030"/>
                  <a:pt x="782357" y="147676"/>
                </a:cubicBezTo>
                <a:cubicBezTo>
                  <a:pt x="779029" y="150324"/>
                  <a:pt x="774782" y="152411"/>
                  <a:pt x="769618" y="153937"/>
                </a:cubicBezTo>
                <a:cubicBezTo>
                  <a:pt x="764455" y="155464"/>
                  <a:pt x="758357" y="156227"/>
                  <a:pt x="751327" y="156227"/>
                </a:cubicBezTo>
                <a:cubicBezTo>
                  <a:pt x="744545" y="156227"/>
                  <a:pt x="738775" y="155652"/>
                  <a:pt x="734015" y="154501"/>
                </a:cubicBezTo>
                <a:cubicBezTo>
                  <a:pt x="729256" y="153353"/>
                  <a:pt x="725352" y="151785"/>
                  <a:pt x="722303" y="149797"/>
                </a:cubicBezTo>
                <a:cubicBezTo>
                  <a:pt x="719255" y="147811"/>
                  <a:pt x="717046" y="145436"/>
                  <a:pt x="715677" y="142672"/>
                </a:cubicBezTo>
                <a:cubicBezTo>
                  <a:pt x="714309" y="139908"/>
                  <a:pt x="713624" y="136910"/>
                  <a:pt x="713624" y="133678"/>
                </a:cubicBezTo>
                <a:cubicBezTo>
                  <a:pt x="713624" y="131630"/>
                  <a:pt x="713873" y="129643"/>
                  <a:pt x="714371" y="127717"/>
                </a:cubicBezTo>
                <a:cubicBezTo>
                  <a:pt x="714869" y="125791"/>
                  <a:pt x="715631" y="123958"/>
                  <a:pt x="716657" y="122218"/>
                </a:cubicBezTo>
                <a:cubicBezTo>
                  <a:pt x="717684" y="120480"/>
                  <a:pt x="718959" y="118820"/>
                  <a:pt x="720484" y="117237"/>
                </a:cubicBezTo>
                <a:cubicBezTo>
                  <a:pt x="722008" y="115652"/>
                  <a:pt x="723765" y="114083"/>
                  <a:pt x="725756" y="112530"/>
                </a:cubicBezTo>
                <a:cubicBezTo>
                  <a:pt x="722708" y="110972"/>
                  <a:pt x="720452" y="109009"/>
                  <a:pt x="718990" y="106641"/>
                </a:cubicBezTo>
                <a:cubicBezTo>
                  <a:pt x="717528" y="104270"/>
                  <a:pt x="716797" y="101714"/>
                  <a:pt x="716797" y="98971"/>
                </a:cubicBezTo>
                <a:cubicBezTo>
                  <a:pt x="716797" y="95170"/>
                  <a:pt x="717575" y="91772"/>
                  <a:pt x="719130" y="88780"/>
                </a:cubicBezTo>
                <a:cubicBezTo>
                  <a:pt x="720686" y="85787"/>
                  <a:pt x="722614" y="83106"/>
                  <a:pt x="724916" y="80738"/>
                </a:cubicBezTo>
                <a:cubicBezTo>
                  <a:pt x="722988" y="78445"/>
                  <a:pt x="721463" y="75858"/>
                  <a:pt x="720344" y="72975"/>
                </a:cubicBezTo>
                <a:cubicBezTo>
                  <a:pt x="719224" y="70093"/>
                  <a:pt x="718664" y="66607"/>
                  <a:pt x="718664" y="62519"/>
                </a:cubicBezTo>
                <a:cubicBezTo>
                  <a:pt x="718664" y="57747"/>
                  <a:pt x="719472" y="53471"/>
                  <a:pt x="721090" y="49691"/>
                </a:cubicBezTo>
                <a:cubicBezTo>
                  <a:pt x="722708" y="45910"/>
                  <a:pt x="724947" y="42719"/>
                  <a:pt x="727809" y="40116"/>
                </a:cubicBezTo>
                <a:cubicBezTo>
                  <a:pt x="730671" y="37513"/>
                  <a:pt x="734109" y="35514"/>
                  <a:pt x="738122" y="34119"/>
                </a:cubicBezTo>
                <a:cubicBezTo>
                  <a:pt x="742135" y="32725"/>
                  <a:pt x="746505" y="32027"/>
                  <a:pt x="751234" y="32027"/>
                </a:cubicBezTo>
                <a:cubicBezTo>
                  <a:pt x="753785" y="32027"/>
                  <a:pt x="756164" y="32159"/>
                  <a:pt x="758373" y="32423"/>
                </a:cubicBezTo>
                <a:cubicBezTo>
                  <a:pt x="760582" y="32685"/>
                  <a:pt x="762650" y="33050"/>
                  <a:pt x="764579" y="33517"/>
                </a:cubicBezTo>
                <a:lnTo>
                  <a:pt x="789963" y="33517"/>
                </a:lnTo>
                <a:cubicBezTo>
                  <a:pt x="791021" y="33517"/>
                  <a:pt x="791814" y="34029"/>
                  <a:pt x="792343" y="35053"/>
                </a:cubicBezTo>
                <a:cubicBezTo>
                  <a:pt x="792872" y="36077"/>
                  <a:pt x="793136" y="37645"/>
                  <a:pt x="793136" y="39755"/>
                </a:cubicBezTo>
                <a:moveTo>
                  <a:pt x="769059" y="61867"/>
                </a:moveTo>
                <a:cubicBezTo>
                  <a:pt x="769059" y="56172"/>
                  <a:pt x="767488" y="51730"/>
                  <a:pt x="764346" y="48542"/>
                </a:cubicBezTo>
                <a:cubicBezTo>
                  <a:pt x="761204" y="45353"/>
                  <a:pt x="756740" y="43758"/>
                  <a:pt x="750954" y="43758"/>
                </a:cubicBezTo>
                <a:cubicBezTo>
                  <a:pt x="747967" y="43758"/>
                  <a:pt x="745370" y="44254"/>
                  <a:pt x="743161" y="45245"/>
                </a:cubicBezTo>
                <a:cubicBezTo>
                  <a:pt x="740953" y="46234"/>
                  <a:pt x="739117" y="47596"/>
                  <a:pt x="737655" y="49330"/>
                </a:cubicBezTo>
                <a:cubicBezTo>
                  <a:pt x="736193" y="51064"/>
                  <a:pt x="735104" y="53061"/>
                  <a:pt x="734389" y="55321"/>
                </a:cubicBezTo>
                <a:cubicBezTo>
                  <a:pt x="733673" y="57580"/>
                  <a:pt x="733316" y="59949"/>
                  <a:pt x="733316" y="62426"/>
                </a:cubicBezTo>
                <a:cubicBezTo>
                  <a:pt x="733316" y="67934"/>
                  <a:pt x="734886" y="72267"/>
                  <a:pt x="738028" y="75425"/>
                </a:cubicBezTo>
                <a:cubicBezTo>
                  <a:pt x="741170" y="78583"/>
                  <a:pt x="745572" y="80162"/>
                  <a:pt x="751234" y="80162"/>
                </a:cubicBezTo>
                <a:cubicBezTo>
                  <a:pt x="754282" y="80162"/>
                  <a:pt x="756926" y="79683"/>
                  <a:pt x="759166" y="78724"/>
                </a:cubicBezTo>
                <a:cubicBezTo>
                  <a:pt x="761406" y="77764"/>
                  <a:pt x="763257" y="76433"/>
                  <a:pt x="764719" y="74730"/>
                </a:cubicBezTo>
                <a:cubicBezTo>
                  <a:pt x="766181" y="73027"/>
                  <a:pt x="767270" y="71061"/>
                  <a:pt x="767985" y="68832"/>
                </a:cubicBezTo>
                <a:cubicBezTo>
                  <a:pt x="768701" y="66604"/>
                  <a:pt x="769059" y="64282"/>
                  <a:pt x="769059" y="61867"/>
                </a:cubicBezTo>
                <a:moveTo>
                  <a:pt x="776804" y="128284"/>
                </a:moveTo>
                <a:cubicBezTo>
                  <a:pt x="776804" y="124659"/>
                  <a:pt x="775327" y="121863"/>
                  <a:pt x="772372" y="119896"/>
                </a:cubicBezTo>
                <a:cubicBezTo>
                  <a:pt x="769416" y="117928"/>
                  <a:pt x="765419" y="116881"/>
                  <a:pt x="760379" y="116757"/>
                </a:cubicBezTo>
                <a:lnTo>
                  <a:pt x="738635" y="116006"/>
                </a:lnTo>
                <a:cubicBezTo>
                  <a:pt x="736644" y="117568"/>
                  <a:pt x="735011" y="119052"/>
                  <a:pt x="733735" y="120458"/>
                </a:cubicBezTo>
                <a:cubicBezTo>
                  <a:pt x="732460" y="121864"/>
                  <a:pt x="731449" y="123207"/>
                  <a:pt x="730702" y="124487"/>
                </a:cubicBezTo>
                <a:cubicBezTo>
                  <a:pt x="729956" y="125768"/>
                  <a:pt x="729443" y="127032"/>
                  <a:pt x="729163" y="128281"/>
                </a:cubicBezTo>
                <a:cubicBezTo>
                  <a:pt x="728883" y="129532"/>
                  <a:pt x="728743" y="130814"/>
                  <a:pt x="728743" y="132125"/>
                </a:cubicBezTo>
                <a:cubicBezTo>
                  <a:pt x="728743" y="136186"/>
                  <a:pt x="730796" y="139264"/>
                  <a:pt x="734902" y="141357"/>
                </a:cubicBezTo>
                <a:cubicBezTo>
                  <a:pt x="739008" y="143449"/>
                  <a:pt x="744732" y="144496"/>
                  <a:pt x="752074" y="144496"/>
                </a:cubicBezTo>
                <a:cubicBezTo>
                  <a:pt x="756740" y="144496"/>
                  <a:pt x="760644" y="144043"/>
                  <a:pt x="763786" y="143137"/>
                </a:cubicBezTo>
                <a:cubicBezTo>
                  <a:pt x="766928" y="142231"/>
                  <a:pt x="769463" y="141029"/>
                  <a:pt x="771392" y="139529"/>
                </a:cubicBezTo>
                <a:cubicBezTo>
                  <a:pt x="773320" y="138030"/>
                  <a:pt x="774705" y="136312"/>
                  <a:pt x="775545" y="134374"/>
                </a:cubicBezTo>
                <a:cubicBezTo>
                  <a:pt x="776384" y="132438"/>
                  <a:pt x="776804" y="130408"/>
                  <a:pt x="776804" y="128284"/>
                </a:cubicBezTo>
                <a:close/>
                <a:moveTo>
                  <a:pt x="875353" y="119917"/>
                </a:moveTo>
                <a:cubicBezTo>
                  <a:pt x="875353" y="120661"/>
                  <a:pt x="875104" y="121220"/>
                  <a:pt x="874606" y="121593"/>
                </a:cubicBezTo>
                <a:cubicBezTo>
                  <a:pt x="874108" y="121965"/>
                  <a:pt x="873424" y="122244"/>
                  <a:pt x="872553" y="122430"/>
                </a:cubicBezTo>
                <a:cubicBezTo>
                  <a:pt x="871682" y="122617"/>
                  <a:pt x="870407" y="122710"/>
                  <a:pt x="868727" y="122710"/>
                </a:cubicBezTo>
                <a:cubicBezTo>
                  <a:pt x="867109" y="122710"/>
                  <a:pt x="865818" y="122617"/>
                  <a:pt x="864854" y="122430"/>
                </a:cubicBezTo>
                <a:cubicBezTo>
                  <a:pt x="863889" y="122244"/>
                  <a:pt x="863189" y="121965"/>
                  <a:pt x="862754" y="121593"/>
                </a:cubicBezTo>
                <a:cubicBezTo>
                  <a:pt x="862318" y="121220"/>
                  <a:pt x="862101" y="120661"/>
                  <a:pt x="862101" y="119917"/>
                </a:cubicBezTo>
                <a:lnTo>
                  <a:pt x="862101" y="111537"/>
                </a:lnTo>
                <a:cubicBezTo>
                  <a:pt x="858430" y="115448"/>
                  <a:pt x="854339" y="118505"/>
                  <a:pt x="849829" y="120708"/>
                </a:cubicBezTo>
                <a:cubicBezTo>
                  <a:pt x="845318" y="122911"/>
                  <a:pt x="840543" y="124013"/>
                  <a:pt x="835503" y="124013"/>
                </a:cubicBezTo>
                <a:cubicBezTo>
                  <a:pt x="831086" y="124013"/>
                  <a:pt x="827089" y="123437"/>
                  <a:pt x="823511" y="122285"/>
                </a:cubicBezTo>
                <a:cubicBezTo>
                  <a:pt x="819934" y="121133"/>
                  <a:pt x="816885" y="119467"/>
                  <a:pt x="814366" y="117286"/>
                </a:cubicBezTo>
                <a:cubicBezTo>
                  <a:pt x="811846" y="115106"/>
                  <a:pt x="809886" y="112429"/>
                  <a:pt x="808486" y="109253"/>
                </a:cubicBezTo>
                <a:cubicBezTo>
                  <a:pt x="807086" y="106076"/>
                  <a:pt x="806386" y="102463"/>
                  <a:pt x="806386" y="98413"/>
                </a:cubicBezTo>
                <a:cubicBezTo>
                  <a:pt x="806386" y="93680"/>
                  <a:pt x="807351" y="89570"/>
                  <a:pt x="809279" y="86082"/>
                </a:cubicBezTo>
                <a:cubicBezTo>
                  <a:pt x="811208" y="82593"/>
                  <a:pt x="813977" y="79696"/>
                  <a:pt x="817585" y="77392"/>
                </a:cubicBezTo>
                <a:cubicBezTo>
                  <a:pt x="821194" y="75088"/>
                  <a:pt x="825611" y="73359"/>
                  <a:pt x="830837" y="72207"/>
                </a:cubicBezTo>
                <a:cubicBezTo>
                  <a:pt x="836063" y="71055"/>
                  <a:pt x="841943" y="70479"/>
                  <a:pt x="848475" y="70479"/>
                </a:cubicBezTo>
                <a:lnTo>
                  <a:pt x="860048" y="70479"/>
                </a:lnTo>
                <a:lnTo>
                  <a:pt x="860048" y="63985"/>
                </a:lnTo>
                <a:cubicBezTo>
                  <a:pt x="860048" y="60769"/>
                  <a:pt x="859705" y="57925"/>
                  <a:pt x="859021" y="55452"/>
                </a:cubicBezTo>
                <a:cubicBezTo>
                  <a:pt x="858337" y="52977"/>
                  <a:pt x="857232" y="50920"/>
                  <a:pt x="855708" y="49281"/>
                </a:cubicBezTo>
                <a:cubicBezTo>
                  <a:pt x="854184" y="47642"/>
                  <a:pt x="852208" y="46405"/>
                  <a:pt x="849782" y="45571"/>
                </a:cubicBezTo>
                <a:cubicBezTo>
                  <a:pt x="847356" y="44735"/>
                  <a:pt x="844369" y="44317"/>
                  <a:pt x="840823" y="44317"/>
                </a:cubicBezTo>
                <a:cubicBezTo>
                  <a:pt x="837028" y="44317"/>
                  <a:pt x="833621" y="44762"/>
                  <a:pt x="830604" y="45652"/>
                </a:cubicBezTo>
                <a:cubicBezTo>
                  <a:pt x="827586" y="46543"/>
                  <a:pt x="824942" y="47525"/>
                  <a:pt x="822671" y="48600"/>
                </a:cubicBezTo>
                <a:cubicBezTo>
                  <a:pt x="820401" y="49674"/>
                  <a:pt x="818503" y="50657"/>
                  <a:pt x="816979" y="51547"/>
                </a:cubicBezTo>
                <a:cubicBezTo>
                  <a:pt x="815454" y="52437"/>
                  <a:pt x="814319" y="52882"/>
                  <a:pt x="813572" y="52882"/>
                </a:cubicBezTo>
                <a:cubicBezTo>
                  <a:pt x="813075" y="52882"/>
                  <a:pt x="812639" y="52758"/>
                  <a:pt x="812266" y="52510"/>
                </a:cubicBezTo>
                <a:cubicBezTo>
                  <a:pt x="811893" y="52262"/>
                  <a:pt x="811566" y="51889"/>
                  <a:pt x="811286" y="51393"/>
                </a:cubicBezTo>
                <a:cubicBezTo>
                  <a:pt x="811006" y="50896"/>
                  <a:pt x="810804" y="50260"/>
                  <a:pt x="810679" y="49484"/>
                </a:cubicBezTo>
                <a:cubicBezTo>
                  <a:pt x="810555" y="48708"/>
                  <a:pt x="810493" y="47855"/>
                  <a:pt x="810493" y="46924"/>
                </a:cubicBezTo>
                <a:cubicBezTo>
                  <a:pt x="810493" y="45372"/>
                  <a:pt x="810602" y="44146"/>
                  <a:pt x="810819" y="43246"/>
                </a:cubicBezTo>
                <a:cubicBezTo>
                  <a:pt x="811037" y="42346"/>
                  <a:pt x="811566" y="41493"/>
                  <a:pt x="812406" y="40686"/>
                </a:cubicBezTo>
                <a:cubicBezTo>
                  <a:pt x="813246" y="39879"/>
                  <a:pt x="814692" y="38939"/>
                  <a:pt x="816745" y="37867"/>
                </a:cubicBezTo>
                <a:cubicBezTo>
                  <a:pt x="818798" y="36792"/>
                  <a:pt x="821163" y="35811"/>
                  <a:pt x="823838" y="34922"/>
                </a:cubicBezTo>
                <a:cubicBezTo>
                  <a:pt x="826513" y="34034"/>
                  <a:pt x="829437" y="33299"/>
                  <a:pt x="832610" y="32717"/>
                </a:cubicBezTo>
                <a:cubicBezTo>
                  <a:pt x="835783" y="32133"/>
                  <a:pt x="838988" y="31841"/>
                  <a:pt x="842223" y="31841"/>
                </a:cubicBezTo>
                <a:cubicBezTo>
                  <a:pt x="848258" y="31841"/>
                  <a:pt x="853390" y="32524"/>
                  <a:pt x="857621" y="33889"/>
                </a:cubicBezTo>
                <a:cubicBezTo>
                  <a:pt x="861852" y="35255"/>
                  <a:pt x="865274" y="37257"/>
                  <a:pt x="867887" y="39895"/>
                </a:cubicBezTo>
                <a:cubicBezTo>
                  <a:pt x="870500" y="42533"/>
                  <a:pt x="872397" y="45807"/>
                  <a:pt x="873580" y="49717"/>
                </a:cubicBezTo>
                <a:cubicBezTo>
                  <a:pt x="874762" y="53627"/>
                  <a:pt x="875353" y="58189"/>
                  <a:pt x="875353" y="63403"/>
                </a:cubicBezTo>
                <a:lnTo>
                  <a:pt x="875353" y="119917"/>
                </a:lnTo>
                <a:moveTo>
                  <a:pt x="860048" y="81558"/>
                </a:moveTo>
                <a:lnTo>
                  <a:pt x="846889" y="81558"/>
                </a:lnTo>
                <a:cubicBezTo>
                  <a:pt x="842658" y="81558"/>
                  <a:pt x="838988" y="81918"/>
                  <a:pt x="835877" y="82638"/>
                </a:cubicBezTo>
                <a:cubicBezTo>
                  <a:pt x="832766" y="83355"/>
                  <a:pt x="830184" y="84416"/>
                  <a:pt x="828131" y="85821"/>
                </a:cubicBezTo>
                <a:cubicBezTo>
                  <a:pt x="826078" y="87225"/>
                  <a:pt x="824569" y="88911"/>
                  <a:pt x="823605" y="90880"/>
                </a:cubicBezTo>
                <a:cubicBezTo>
                  <a:pt x="822640" y="92847"/>
                  <a:pt x="822158" y="95111"/>
                  <a:pt x="822158" y="97671"/>
                </a:cubicBezTo>
                <a:cubicBezTo>
                  <a:pt x="822158" y="102043"/>
                  <a:pt x="823542" y="105524"/>
                  <a:pt x="826311" y="108116"/>
                </a:cubicBezTo>
                <a:cubicBezTo>
                  <a:pt x="829080" y="110707"/>
                  <a:pt x="832953" y="112003"/>
                  <a:pt x="837930" y="112003"/>
                </a:cubicBezTo>
                <a:cubicBezTo>
                  <a:pt x="841974" y="112003"/>
                  <a:pt x="845722" y="110973"/>
                  <a:pt x="849175" y="108913"/>
                </a:cubicBezTo>
                <a:cubicBezTo>
                  <a:pt x="852628" y="106851"/>
                  <a:pt x="856252" y="103697"/>
                  <a:pt x="860048" y="99451"/>
                </a:cubicBezTo>
                <a:lnTo>
                  <a:pt x="860048" y="8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8C8D5-65D1-4FAB-BB5E-248093B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44" y="1029037"/>
            <a:ext cx="1068574" cy="806035"/>
          </a:xfrm>
          <a:custGeom xmlns:a="http://schemas.openxmlformats.org/drawingml/2006/main">
            <a:pathLst>
              <a:path w="1068574" h="806035" fill="none">
                <a:moveTo>
                  <a:pt x="0" y="0"/>
                </a:moveTo>
                <a:lnTo>
                  <a:pt x="1068574" y="0"/>
                </a:lnTo>
                <a:lnTo>
                  <a:pt x="1068574" y="806035"/>
                </a:lnTo>
                <a:lnTo>
                  <a:pt x="0" y="8060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55" cap="flat">
            <a:solidFill>
              <a:srgbClr val="000000"/>
            </a:solidFill>
            <a:miter/>
          </a:ln>
        </p:spPr>
      </p:sp>
      <p:sp>
        <p:nvSpPr>
          <p:cNvPr id="39" name="Text 1.InnoDB">
            <a:extLst xmlns:a="http://schemas.openxmlformats.org/drawingml/2006/main">
              <a:ext uri="{FF2B5EF4-FFF2-40B4-BE49-F238E27FC236}">
                <a16:creationId xmlns:a16="http://schemas.microsoft.com/office/drawing/2014/main" id="{11D21F5B-13D6-40C2-A5E7-662D8EB6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86" y="1141641"/>
            <a:ext cx="733386" cy="123268"/>
          </a:xfrm>
          <a:custGeom xmlns:a="http://schemas.openxmlformats.org/drawingml/2006/main">
            <a:pathLst>
              <a:path w="733386" h="123268">
                <a:moveTo>
                  <a:pt x="70273" y="115075"/>
                </a:moveTo>
                <a:cubicBezTo>
                  <a:pt x="70273" y="116255"/>
                  <a:pt x="70179" y="117248"/>
                  <a:pt x="69993" y="118055"/>
                </a:cubicBezTo>
                <a:cubicBezTo>
                  <a:pt x="69806" y="118861"/>
                  <a:pt x="69557" y="119513"/>
                  <a:pt x="69246" y="120010"/>
                </a:cubicBezTo>
                <a:cubicBezTo>
                  <a:pt x="68935" y="120506"/>
                  <a:pt x="68577" y="120863"/>
                  <a:pt x="68173" y="121080"/>
                </a:cubicBezTo>
                <a:cubicBezTo>
                  <a:pt x="67769" y="121298"/>
                  <a:pt x="67349" y="121406"/>
                  <a:pt x="66913" y="121406"/>
                </a:cubicBezTo>
                <a:lnTo>
                  <a:pt x="3826" y="121406"/>
                </a:lnTo>
                <a:cubicBezTo>
                  <a:pt x="3391" y="121406"/>
                  <a:pt x="2986" y="121298"/>
                  <a:pt x="2613" y="121080"/>
                </a:cubicBezTo>
                <a:cubicBezTo>
                  <a:pt x="2240" y="120863"/>
                  <a:pt x="1882" y="120506"/>
                  <a:pt x="1540" y="120010"/>
                </a:cubicBezTo>
                <a:cubicBezTo>
                  <a:pt x="1198" y="119513"/>
                  <a:pt x="933" y="118861"/>
                  <a:pt x="747" y="118055"/>
                </a:cubicBezTo>
                <a:cubicBezTo>
                  <a:pt x="560" y="117248"/>
                  <a:pt x="467" y="116255"/>
                  <a:pt x="467" y="115075"/>
                </a:cubicBezTo>
                <a:cubicBezTo>
                  <a:pt x="467" y="113958"/>
                  <a:pt x="560" y="112996"/>
                  <a:pt x="747" y="112189"/>
                </a:cubicBezTo>
                <a:cubicBezTo>
                  <a:pt x="933" y="111382"/>
                  <a:pt x="1167" y="110715"/>
                  <a:pt x="1447" y="110187"/>
                </a:cubicBezTo>
                <a:cubicBezTo>
                  <a:pt x="1726" y="109660"/>
                  <a:pt x="2069" y="109256"/>
                  <a:pt x="2473" y="108977"/>
                </a:cubicBezTo>
                <a:cubicBezTo>
                  <a:pt x="2877" y="108698"/>
                  <a:pt x="3329" y="108558"/>
                  <a:pt x="3826" y="108558"/>
                </a:cubicBezTo>
                <a:lnTo>
                  <a:pt x="29024" y="108558"/>
                </a:lnTo>
                <a:lnTo>
                  <a:pt x="29024" y="16852"/>
                </a:lnTo>
                <a:lnTo>
                  <a:pt x="5693" y="30817"/>
                </a:lnTo>
                <a:cubicBezTo>
                  <a:pt x="4511" y="31438"/>
                  <a:pt x="3562" y="31810"/>
                  <a:pt x="2846" y="31934"/>
                </a:cubicBezTo>
                <a:cubicBezTo>
                  <a:pt x="2131" y="32058"/>
                  <a:pt x="1555" y="31919"/>
                  <a:pt x="1120" y="31515"/>
                </a:cubicBezTo>
                <a:cubicBezTo>
                  <a:pt x="684" y="31112"/>
                  <a:pt x="389" y="30444"/>
                  <a:pt x="233" y="29511"/>
                </a:cubicBezTo>
                <a:cubicBezTo>
                  <a:pt x="78" y="28576"/>
                  <a:pt x="0" y="27393"/>
                  <a:pt x="0" y="25961"/>
                </a:cubicBezTo>
                <a:cubicBezTo>
                  <a:pt x="0" y="24902"/>
                  <a:pt x="47" y="23999"/>
                  <a:pt x="140" y="23252"/>
                </a:cubicBezTo>
                <a:cubicBezTo>
                  <a:pt x="233" y="22506"/>
                  <a:pt x="373" y="21883"/>
                  <a:pt x="560" y="21385"/>
                </a:cubicBezTo>
                <a:cubicBezTo>
                  <a:pt x="747" y="20886"/>
                  <a:pt x="1011" y="20451"/>
                  <a:pt x="1353" y="20078"/>
                </a:cubicBezTo>
                <a:cubicBezTo>
                  <a:pt x="1695" y="19704"/>
                  <a:pt x="2146" y="19331"/>
                  <a:pt x="2706" y="18958"/>
                </a:cubicBezTo>
                <a:lnTo>
                  <a:pt x="30517" y="1120"/>
                </a:lnTo>
                <a:cubicBezTo>
                  <a:pt x="30766" y="934"/>
                  <a:pt x="31077" y="779"/>
                  <a:pt x="31450" y="655"/>
                </a:cubicBezTo>
                <a:cubicBezTo>
                  <a:pt x="31823" y="529"/>
                  <a:pt x="32290" y="403"/>
                  <a:pt x="32850" y="279"/>
                </a:cubicBezTo>
                <a:cubicBezTo>
                  <a:pt x="33410" y="155"/>
                  <a:pt x="34063" y="78"/>
                  <a:pt x="34810" y="47"/>
                </a:cubicBezTo>
                <a:cubicBezTo>
                  <a:pt x="35556" y="16"/>
                  <a:pt x="36490" y="0"/>
                  <a:pt x="37609" y="0"/>
                </a:cubicBezTo>
                <a:cubicBezTo>
                  <a:pt x="39103" y="0"/>
                  <a:pt x="40347" y="62"/>
                  <a:pt x="41342" y="186"/>
                </a:cubicBezTo>
                <a:cubicBezTo>
                  <a:pt x="42338" y="310"/>
                  <a:pt x="43116" y="481"/>
                  <a:pt x="43676" y="698"/>
                </a:cubicBezTo>
                <a:cubicBezTo>
                  <a:pt x="44235" y="916"/>
                  <a:pt x="44609" y="1196"/>
                  <a:pt x="44795" y="1539"/>
                </a:cubicBezTo>
                <a:cubicBezTo>
                  <a:pt x="44982" y="1880"/>
                  <a:pt x="45075" y="2237"/>
                  <a:pt x="45075" y="2610"/>
                </a:cubicBezTo>
                <a:lnTo>
                  <a:pt x="45075" y="108558"/>
                </a:lnTo>
                <a:lnTo>
                  <a:pt x="66913" y="108558"/>
                </a:lnTo>
                <a:cubicBezTo>
                  <a:pt x="67411" y="108558"/>
                  <a:pt x="67877" y="108698"/>
                  <a:pt x="68313" y="108977"/>
                </a:cubicBezTo>
                <a:cubicBezTo>
                  <a:pt x="68748" y="109256"/>
                  <a:pt x="69106" y="109660"/>
                  <a:pt x="69386" y="110187"/>
                </a:cubicBezTo>
                <a:cubicBezTo>
                  <a:pt x="69666" y="110715"/>
                  <a:pt x="69884" y="111382"/>
                  <a:pt x="70039" y="112189"/>
                </a:cubicBezTo>
                <a:cubicBezTo>
                  <a:pt x="70195" y="112996"/>
                  <a:pt x="70273" y="113958"/>
                  <a:pt x="70273" y="115075"/>
                </a:cubicBezTo>
                <a:close/>
                <a:moveTo>
                  <a:pt x="115661" y="111305"/>
                </a:moveTo>
                <a:cubicBezTo>
                  <a:pt x="115661" y="115731"/>
                  <a:pt x="114930" y="118676"/>
                  <a:pt x="113467" y="120141"/>
                </a:cubicBezTo>
                <a:cubicBezTo>
                  <a:pt x="112005" y="121605"/>
                  <a:pt x="109346" y="122337"/>
                  <a:pt x="105488" y="122337"/>
                </a:cubicBezTo>
                <a:cubicBezTo>
                  <a:pt x="101755" y="122337"/>
                  <a:pt x="99173" y="121621"/>
                  <a:pt x="97742" y="120187"/>
                </a:cubicBezTo>
                <a:cubicBezTo>
                  <a:pt x="96311" y="118754"/>
                  <a:pt x="95596" y="115886"/>
                  <a:pt x="95596" y="111584"/>
                </a:cubicBezTo>
                <a:cubicBezTo>
                  <a:pt x="95596" y="107158"/>
                  <a:pt x="96327" y="104212"/>
                  <a:pt x="97789" y="102748"/>
                </a:cubicBezTo>
                <a:cubicBezTo>
                  <a:pt x="99251" y="101283"/>
                  <a:pt x="101911" y="100551"/>
                  <a:pt x="105768" y="100551"/>
                </a:cubicBezTo>
                <a:cubicBezTo>
                  <a:pt x="109501" y="100551"/>
                  <a:pt x="112083" y="101268"/>
                  <a:pt x="113514" y="102701"/>
                </a:cubicBezTo>
                <a:cubicBezTo>
                  <a:pt x="114945" y="104135"/>
                  <a:pt x="115661" y="107002"/>
                  <a:pt x="115661" y="111305"/>
                </a:cubicBezTo>
                <a:close/>
                <a:moveTo>
                  <a:pt x="204820" y="118986"/>
                </a:moveTo>
                <a:cubicBezTo>
                  <a:pt x="204820" y="119482"/>
                  <a:pt x="204696" y="119917"/>
                  <a:pt x="204447" y="120289"/>
                </a:cubicBezTo>
                <a:cubicBezTo>
                  <a:pt x="204198" y="120661"/>
                  <a:pt x="203763" y="120956"/>
                  <a:pt x="203140" y="121174"/>
                </a:cubicBezTo>
                <a:cubicBezTo>
                  <a:pt x="202518" y="121391"/>
                  <a:pt x="201694" y="121577"/>
                  <a:pt x="200667" y="121732"/>
                </a:cubicBezTo>
                <a:cubicBezTo>
                  <a:pt x="199641" y="121887"/>
                  <a:pt x="198350" y="121965"/>
                  <a:pt x="196794" y="121965"/>
                </a:cubicBezTo>
                <a:cubicBezTo>
                  <a:pt x="195301" y="121965"/>
                  <a:pt x="194026" y="121887"/>
                  <a:pt x="192968" y="121732"/>
                </a:cubicBezTo>
                <a:cubicBezTo>
                  <a:pt x="191910" y="121577"/>
                  <a:pt x="191071" y="121391"/>
                  <a:pt x="190448" y="121174"/>
                </a:cubicBezTo>
                <a:cubicBezTo>
                  <a:pt x="189826" y="120956"/>
                  <a:pt x="189391" y="120661"/>
                  <a:pt x="189142" y="120289"/>
                </a:cubicBezTo>
                <a:cubicBezTo>
                  <a:pt x="188893" y="119917"/>
                  <a:pt x="188769" y="119482"/>
                  <a:pt x="188769" y="118986"/>
                </a:cubicBezTo>
                <a:lnTo>
                  <a:pt x="188769" y="3352"/>
                </a:lnTo>
                <a:cubicBezTo>
                  <a:pt x="188769" y="2855"/>
                  <a:pt x="188909" y="2421"/>
                  <a:pt x="189188" y="2048"/>
                </a:cubicBezTo>
                <a:cubicBezTo>
                  <a:pt x="189468" y="1676"/>
                  <a:pt x="189935" y="1381"/>
                  <a:pt x="190588" y="1164"/>
                </a:cubicBezTo>
                <a:cubicBezTo>
                  <a:pt x="191242" y="947"/>
                  <a:pt x="192082" y="760"/>
                  <a:pt x="193108" y="605"/>
                </a:cubicBezTo>
                <a:cubicBezTo>
                  <a:pt x="194135" y="450"/>
                  <a:pt x="195363" y="372"/>
                  <a:pt x="196794" y="372"/>
                </a:cubicBezTo>
                <a:cubicBezTo>
                  <a:pt x="198350" y="372"/>
                  <a:pt x="199641" y="450"/>
                  <a:pt x="200667" y="605"/>
                </a:cubicBezTo>
                <a:cubicBezTo>
                  <a:pt x="201694" y="760"/>
                  <a:pt x="202518" y="947"/>
                  <a:pt x="203140" y="1164"/>
                </a:cubicBezTo>
                <a:cubicBezTo>
                  <a:pt x="203763" y="1381"/>
                  <a:pt x="204198" y="1676"/>
                  <a:pt x="204447" y="2048"/>
                </a:cubicBezTo>
                <a:cubicBezTo>
                  <a:pt x="204696" y="2421"/>
                  <a:pt x="204820" y="2855"/>
                  <a:pt x="204820" y="3352"/>
                </a:cubicBezTo>
                <a:lnTo>
                  <a:pt x="204820" y="118986"/>
                </a:lnTo>
                <a:close/>
                <a:moveTo>
                  <a:pt x="307103" y="119079"/>
                </a:moveTo>
                <a:cubicBezTo>
                  <a:pt x="307103" y="119575"/>
                  <a:pt x="306979" y="119994"/>
                  <a:pt x="306730" y="120336"/>
                </a:cubicBezTo>
                <a:cubicBezTo>
                  <a:pt x="306481" y="120677"/>
                  <a:pt x="306076" y="120972"/>
                  <a:pt x="305517" y="121220"/>
                </a:cubicBezTo>
                <a:cubicBezTo>
                  <a:pt x="304957" y="121468"/>
                  <a:pt x="304179" y="121655"/>
                  <a:pt x="303183" y="121779"/>
                </a:cubicBezTo>
                <a:cubicBezTo>
                  <a:pt x="302188" y="121903"/>
                  <a:pt x="300944" y="121965"/>
                  <a:pt x="299451" y="121965"/>
                </a:cubicBezTo>
                <a:cubicBezTo>
                  <a:pt x="297895" y="121965"/>
                  <a:pt x="296620" y="121903"/>
                  <a:pt x="295624" y="121779"/>
                </a:cubicBezTo>
                <a:cubicBezTo>
                  <a:pt x="294629" y="121655"/>
                  <a:pt x="293851" y="121468"/>
                  <a:pt x="293291" y="121220"/>
                </a:cubicBezTo>
                <a:cubicBezTo>
                  <a:pt x="292731" y="120972"/>
                  <a:pt x="292327" y="120677"/>
                  <a:pt x="292078" y="120336"/>
                </a:cubicBezTo>
                <a:cubicBezTo>
                  <a:pt x="291829" y="119994"/>
                  <a:pt x="291705" y="119575"/>
                  <a:pt x="291705" y="119079"/>
                </a:cubicBezTo>
                <a:lnTo>
                  <a:pt x="291705" y="70013"/>
                </a:lnTo>
                <a:cubicBezTo>
                  <a:pt x="291705" y="65234"/>
                  <a:pt x="291331" y="61386"/>
                  <a:pt x="290585" y="58469"/>
                </a:cubicBezTo>
                <a:cubicBezTo>
                  <a:pt x="289838" y="55551"/>
                  <a:pt x="288749" y="53038"/>
                  <a:pt x="287318" y="50927"/>
                </a:cubicBezTo>
                <a:cubicBezTo>
                  <a:pt x="285887" y="48817"/>
                  <a:pt x="284037" y="47203"/>
                  <a:pt x="281766" y="46086"/>
                </a:cubicBezTo>
                <a:cubicBezTo>
                  <a:pt x="279495" y="44969"/>
                  <a:pt x="276866" y="44410"/>
                  <a:pt x="273880" y="44410"/>
                </a:cubicBezTo>
                <a:cubicBezTo>
                  <a:pt x="270022" y="44410"/>
                  <a:pt x="266165" y="45776"/>
                  <a:pt x="262308" y="48507"/>
                </a:cubicBezTo>
                <a:cubicBezTo>
                  <a:pt x="258450" y="51238"/>
                  <a:pt x="254406" y="55241"/>
                  <a:pt x="250176" y="60517"/>
                </a:cubicBezTo>
                <a:lnTo>
                  <a:pt x="250176" y="119079"/>
                </a:lnTo>
                <a:cubicBezTo>
                  <a:pt x="250176" y="119575"/>
                  <a:pt x="250051" y="119994"/>
                  <a:pt x="249802" y="120336"/>
                </a:cubicBezTo>
                <a:cubicBezTo>
                  <a:pt x="249553" y="120677"/>
                  <a:pt x="249149" y="120972"/>
                  <a:pt x="248589" y="121220"/>
                </a:cubicBezTo>
                <a:cubicBezTo>
                  <a:pt x="248029" y="121468"/>
                  <a:pt x="247251" y="121655"/>
                  <a:pt x="246256" y="121779"/>
                </a:cubicBezTo>
                <a:cubicBezTo>
                  <a:pt x="245261" y="121903"/>
                  <a:pt x="243985" y="121965"/>
                  <a:pt x="242430" y="121965"/>
                </a:cubicBezTo>
                <a:cubicBezTo>
                  <a:pt x="240937" y="121965"/>
                  <a:pt x="239692" y="121903"/>
                  <a:pt x="238697" y="121779"/>
                </a:cubicBezTo>
                <a:cubicBezTo>
                  <a:pt x="237701" y="121655"/>
                  <a:pt x="236908" y="121468"/>
                  <a:pt x="236317" y="121220"/>
                </a:cubicBezTo>
                <a:cubicBezTo>
                  <a:pt x="235726" y="120972"/>
                  <a:pt x="235322" y="120677"/>
                  <a:pt x="235104" y="120336"/>
                </a:cubicBezTo>
                <a:cubicBezTo>
                  <a:pt x="234886" y="119994"/>
                  <a:pt x="234777" y="119575"/>
                  <a:pt x="234777" y="119079"/>
                </a:cubicBezTo>
                <a:lnTo>
                  <a:pt x="234777" y="35286"/>
                </a:lnTo>
                <a:cubicBezTo>
                  <a:pt x="234777" y="34789"/>
                  <a:pt x="234870" y="34371"/>
                  <a:pt x="235057" y="34029"/>
                </a:cubicBezTo>
                <a:cubicBezTo>
                  <a:pt x="235244" y="33688"/>
                  <a:pt x="235617" y="33377"/>
                  <a:pt x="236177" y="33098"/>
                </a:cubicBezTo>
                <a:cubicBezTo>
                  <a:pt x="236737" y="32819"/>
                  <a:pt x="237452" y="32633"/>
                  <a:pt x="238323" y="32539"/>
                </a:cubicBezTo>
                <a:cubicBezTo>
                  <a:pt x="239194" y="32446"/>
                  <a:pt x="240345" y="32400"/>
                  <a:pt x="241776" y="32400"/>
                </a:cubicBezTo>
                <a:cubicBezTo>
                  <a:pt x="243145" y="32400"/>
                  <a:pt x="244281" y="32446"/>
                  <a:pt x="245183" y="32539"/>
                </a:cubicBezTo>
                <a:cubicBezTo>
                  <a:pt x="246085" y="32633"/>
                  <a:pt x="246785" y="32819"/>
                  <a:pt x="247283" y="33098"/>
                </a:cubicBezTo>
                <a:cubicBezTo>
                  <a:pt x="247780" y="33377"/>
                  <a:pt x="248138" y="33688"/>
                  <a:pt x="248356" y="34029"/>
                </a:cubicBezTo>
                <a:cubicBezTo>
                  <a:pt x="248574" y="34371"/>
                  <a:pt x="248682" y="34789"/>
                  <a:pt x="248682" y="35286"/>
                </a:cubicBezTo>
                <a:lnTo>
                  <a:pt x="248682" y="46365"/>
                </a:lnTo>
                <a:cubicBezTo>
                  <a:pt x="253411" y="41089"/>
                  <a:pt x="258124" y="37226"/>
                  <a:pt x="262821" y="34774"/>
                </a:cubicBezTo>
                <a:cubicBezTo>
                  <a:pt x="267518" y="32322"/>
                  <a:pt x="272262" y="31096"/>
                  <a:pt x="277053" y="31096"/>
                </a:cubicBezTo>
                <a:cubicBezTo>
                  <a:pt x="282652" y="31096"/>
                  <a:pt x="287365" y="32043"/>
                  <a:pt x="291191" y="33936"/>
                </a:cubicBezTo>
                <a:cubicBezTo>
                  <a:pt x="295018" y="35829"/>
                  <a:pt x="298113" y="38358"/>
                  <a:pt x="300477" y="41524"/>
                </a:cubicBezTo>
                <a:cubicBezTo>
                  <a:pt x="302841" y="44689"/>
                  <a:pt x="304537" y="48398"/>
                  <a:pt x="305563" y="52650"/>
                </a:cubicBezTo>
                <a:cubicBezTo>
                  <a:pt x="306590" y="56901"/>
                  <a:pt x="307103" y="62007"/>
                  <a:pt x="307103" y="67965"/>
                </a:cubicBezTo>
                <a:lnTo>
                  <a:pt x="307103" y="119079"/>
                </a:lnTo>
                <a:close/>
                <a:moveTo>
                  <a:pt x="407062" y="119079"/>
                </a:moveTo>
                <a:cubicBezTo>
                  <a:pt x="407062" y="119575"/>
                  <a:pt x="406938" y="119994"/>
                  <a:pt x="406689" y="120336"/>
                </a:cubicBezTo>
                <a:cubicBezTo>
                  <a:pt x="406440" y="120677"/>
                  <a:pt x="406036" y="120972"/>
                  <a:pt x="405476" y="121220"/>
                </a:cubicBezTo>
                <a:cubicBezTo>
                  <a:pt x="404916" y="121468"/>
                  <a:pt x="404138" y="121655"/>
                  <a:pt x="403143" y="121779"/>
                </a:cubicBezTo>
                <a:cubicBezTo>
                  <a:pt x="402147" y="121903"/>
                  <a:pt x="400903" y="121965"/>
                  <a:pt x="399410" y="121965"/>
                </a:cubicBezTo>
                <a:cubicBezTo>
                  <a:pt x="397855" y="121965"/>
                  <a:pt x="396579" y="121903"/>
                  <a:pt x="395584" y="121779"/>
                </a:cubicBezTo>
                <a:cubicBezTo>
                  <a:pt x="394588" y="121655"/>
                  <a:pt x="393810" y="121468"/>
                  <a:pt x="393251" y="121220"/>
                </a:cubicBezTo>
                <a:cubicBezTo>
                  <a:pt x="392691" y="120972"/>
                  <a:pt x="392286" y="120677"/>
                  <a:pt x="392037" y="120336"/>
                </a:cubicBezTo>
                <a:cubicBezTo>
                  <a:pt x="391788" y="119994"/>
                  <a:pt x="391664" y="119575"/>
                  <a:pt x="391664" y="119079"/>
                </a:cubicBezTo>
                <a:lnTo>
                  <a:pt x="391664" y="70013"/>
                </a:lnTo>
                <a:cubicBezTo>
                  <a:pt x="391664" y="65234"/>
                  <a:pt x="391291" y="61386"/>
                  <a:pt x="390544" y="58469"/>
                </a:cubicBezTo>
                <a:cubicBezTo>
                  <a:pt x="389798" y="55551"/>
                  <a:pt x="388709" y="53038"/>
                  <a:pt x="387278" y="50927"/>
                </a:cubicBezTo>
                <a:cubicBezTo>
                  <a:pt x="385847" y="48817"/>
                  <a:pt x="383996" y="47203"/>
                  <a:pt x="381725" y="46086"/>
                </a:cubicBezTo>
                <a:cubicBezTo>
                  <a:pt x="379454" y="44969"/>
                  <a:pt x="376826" y="44410"/>
                  <a:pt x="373839" y="44410"/>
                </a:cubicBezTo>
                <a:cubicBezTo>
                  <a:pt x="369982" y="44410"/>
                  <a:pt x="366124" y="45776"/>
                  <a:pt x="362267" y="48507"/>
                </a:cubicBezTo>
                <a:cubicBezTo>
                  <a:pt x="358410" y="51238"/>
                  <a:pt x="354366" y="55241"/>
                  <a:pt x="350135" y="60517"/>
                </a:cubicBezTo>
                <a:lnTo>
                  <a:pt x="350135" y="119079"/>
                </a:lnTo>
                <a:cubicBezTo>
                  <a:pt x="350135" y="119575"/>
                  <a:pt x="350011" y="119994"/>
                  <a:pt x="349762" y="120336"/>
                </a:cubicBezTo>
                <a:cubicBezTo>
                  <a:pt x="349513" y="120677"/>
                  <a:pt x="349108" y="120972"/>
                  <a:pt x="348548" y="121220"/>
                </a:cubicBezTo>
                <a:cubicBezTo>
                  <a:pt x="347989" y="121468"/>
                  <a:pt x="347211" y="121655"/>
                  <a:pt x="346215" y="121779"/>
                </a:cubicBezTo>
                <a:cubicBezTo>
                  <a:pt x="345220" y="121903"/>
                  <a:pt x="343945" y="121965"/>
                  <a:pt x="342389" y="121965"/>
                </a:cubicBezTo>
                <a:cubicBezTo>
                  <a:pt x="340896" y="121965"/>
                  <a:pt x="339652" y="121903"/>
                  <a:pt x="338656" y="121779"/>
                </a:cubicBezTo>
                <a:cubicBezTo>
                  <a:pt x="337661" y="121655"/>
                  <a:pt x="336867" y="121468"/>
                  <a:pt x="336276" y="121220"/>
                </a:cubicBezTo>
                <a:cubicBezTo>
                  <a:pt x="335685" y="120972"/>
                  <a:pt x="335281" y="120677"/>
                  <a:pt x="335063" y="120336"/>
                </a:cubicBezTo>
                <a:cubicBezTo>
                  <a:pt x="334845" y="119994"/>
                  <a:pt x="334737" y="119575"/>
                  <a:pt x="334737" y="119079"/>
                </a:cubicBezTo>
                <a:lnTo>
                  <a:pt x="334737" y="35286"/>
                </a:lnTo>
                <a:cubicBezTo>
                  <a:pt x="334737" y="34789"/>
                  <a:pt x="334830" y="34371"/>
                  <a:pt x="335017" y="34029"/>
                </a:cubicBezTo>
                <a:cubicBezTo>
                  <a:pt x="335203" y="33688"/>
                  <a:pt x="335576" y="33377"/>
                  <a:pt x="336136" y="33098"/>
                </a:cubicBezTo>
                <a:cubicBezTo>
                  <a:pt x="336696" y="32819"/>
                  <a:pt x="337412" y="32633"/>
                  <a:pt x="338283" y="32539"/>
                </a:cubicBezTo>
                <a:cubicBezTo>
                  <a:pt x="339154" y="32446"/>
                  <a:pt x="340305" y="32400"/>
                  <a:pt x="341736" y="32400"/>
                </a:cubicBezTo>
                <a:cubicBezTo>
                  <a:pt x="343105" y="32400"/>
                  <a:pt x="344240" y="32446"/>
                  <a:pt x="345142" y="32539"/>
                </a:cubicBezTo>
                <a:cubicBezTo>
                  <a:pt x="346044" y="32633"/>
                  <a:pt x="346744" y="32819"/>
                  <a:pt x="347242" y="33098"/>
                </a:cubicBezTo>
                <a:cubicBezTo>
                  <a:pt x="347740" y="33377"/>
                  <a:pt x="348097" y="33688"/>
                  <a:pt x="348315" y="34029"/>
                </a:cubicBezTo>
                <a:cubicBezTo>
                  <a:pt x="348533" y="34371"/>
                  <a:pt x="348642" y="34789"/>
                  <a:pt x="348642" y="35286"/>
                </a:cubicBezTo>
                <a:lnTo>
                  <a:pt x="348642" y="46365"/>
                </a:lnTo>
                <a:cubicBezTo>
                  <a:pt x="353370" y="41089"/>
                  <a:pt x="358083" y="37226"/>
                  <a:pt x="362780" y="34774"/>
                </a:cubicBezTo>
                <a:cubicBezTo>
                  <a:pt x="367478" y="32322"/>
                  <a:pt x="372222" y="31096"/>
                  <a:pt x="377012" y="31096"/>
                </a:cubicBezTo>
                <a:cubicBezTo>
                  <a:pt x="382612" y="31096"/>
                  <a:pt x="387325" y="32043"/>
                  <a:pt x="391151" y="33936"/>
                </a:cubicBezTo>
                <a:cubicBezTo>
                  <a:pt x="394977" y="35829"/>
                  <a:pt x="398072" y="38358"/>
                  <a:pt x="400436" y="41524"/>
                </a:cubicBezTo>
                <a:cubicBezTo>
                  <a:pt x="402801" y="44689"/>
                  <a:pt x="404496" y="48398"/>
                  <a:pt x="405523" y="52650"/>
                </a:cubicBezTo>
                <a:cubicBezTo>
                  <a:pt x="406549" y="56901"/>
                  <a:pt x="407062" y="62007"/>
                  <a:pt x="407062" y="67965"/>
                </a:cubicBezTo>
                <a:lnTo>
                  <a:pt x="407062" y="119079"/>
                </a:lnTo>
                <a:close/>
                <a:moveTo>
                  <a:pt x="512808" y="76298"/>
                </a:moveTo>
                <a:cubicBezTo>
                  <a:pt x="512808" y="83131"/>
                  <a:pt x="511906" y="89422"/>
                  <a:pt x="510102" y="95169"/>
                </a:cubicBezTo>
                <a:cubicBezTo>
                  <a:pt x="508297" y="100916"/>
                  <a:pt x="505606" y="105872"/>
                  <a:pt x="502029" y="110036"/>
                </a:cubicBezTo>
                <a:cubicBezTo>
                  <a:pt x="498452" y="114199"/>
                  <a:pt x="493972" y="117445"/>
                  <a:pt x="488590" y="119774"/>
                </a:cubicBezTo>
                <a:cubicBezTo>
                  <a:pt x="483209" y="122104"/>
                  <a:pt x="476972" y="123268"/>
                  <a:pt x="469879" y="123268"/>
                </a:cubicBezTo>
                <a:cubicBezTo>
                  <a:pt x="462973" y="123268"/>
                  <a:pt x="456954" y="122243"/>
                  <a:pt x="451821" y="120193"/>
                </a:cubicBezTo>
                <a:cubicBezTo>
                  <a:pt x="446688" y="118143"/>
                  <a:pt x="442411" y="115161"/>
                  <a:pt x="438989" y="111246"/>
                </a:cubicBezTo>
                <a:cubicBezTo>
                  <a:pt x="435567" y="107332"/>
                  <a:pt x="433016" y="102579"/>
                  <a:pt x="431336" y="96987"/>
                </a:cubicBezTo>
                <a:cubicBezTo>
                  <a:pt x="429656" y="91395"/>
                  <a:pt x="428817" y="85057"/>
                  <a:pt x="428817" y="77974"/>
                </a:cubicBezTo>
                <a:cubicBezTo>
                  <a:pt x="428817" y="71140"/>
                  <a:pt x="429703" y="64850"/>
                  <a:pt x="431476" y="59103"/>
                </a:cubicBezTo>
                <a:cubicBezTo>
                  <a:pt x="433249" y="53356"/>
                  <a:pt x="435925" y="48401"/>
                  <a:pt x="439502" y="44238"/>
                </a:cubicBezTo>
                <a:cubicBezTo>
                  <a:pt x="443080" y="40074"/>
                  <a:pt x="447543" y="36843"/>
                  <a:pt x="452894" y="34544"/>
                </a:cubicBezTo>
                <a:cubicBezTo>
                  <a:pt x="458245" y="32246"/>
                  <a:pt x="464497" y="31096"/>
                  <a:pt x="471652" y="31096"/>
                </a:cubicBezTo>
                <a:cubicBezTo>
                  <a:pt x="478558" y="31096"/>
                  <a:pt x="484577" y="32122"/>
                  <a:pt x="489710" y="34172"/>
                </a:cubicBezTo>
                <a:cubicBezTo>
                  <a:pt x="494843" y="36222"/>
                  <a:pt x="499120" y="39204"/>
                  <a:pt x="502542" y="43118"/>
                </a:cubicBezTo>
                <a:cubicBezTo>
                  <a:pt x="505964" y="47033"/>
                  <a:pt x="508531" y="51786"/>
                  <a:pt x="510241" y="57378"/>
                </a:cubicBezTo>
                <a:cubicBezTo>
                  <a:pt x="511952" y="62970"/>
                  <a:pt x="512808" y="69276"/>
                  <a:pt x="512808" y="76298"/>
                </a:cubicBezTo>
                <a:moveTo>
                  <a:pt x="496570" y="77322"/>
                </a:moveTo>
                <a:cubicBezTo>
                  <a:pt x="496570" y="72785"/>
                  <a:pt x="496150" y="68497"/>
                  <a:pt x="495310" y="64456"/>
                </a:cubicBezTo>
                <a:cubicBezTo>
                  <a:pt x="494470" y="60416"/>
                  <a:pt x="493085" y="56873"/>
                  <a:pt x="491157" y="53828"/>
                </a:cubicBezTo>
                <a:cubicBezTo>
                  <a:pt x="489228" y="50783"/>
                  <a:pt x="486615" y="48375"/>
                  <a:pt x="483318" y="46604"/>
                </a:cubicBezTo>
                <a:cubicBezTo>
                  <a:pt x="480020" y="44831"/>
                  <a:pt x="475914" y="43945"/>
                  <a:pt x="470999" y="43945"/>
                </a:cubicBezTo>
                <a:cubicBezTo>
                  <a:pt x="466457" y="43945"/>
                  <a:pt x="462553" y="44752"/>
                  <a:pt x="459287" y="46368"/>
                </a:cubicBezTo>
                <a:cubicBezTo>
                  <a:pt x="456020" y="47984"/>
                  <a:pt x="453330" y="50269"/>
                  <a:pt x="451214" y="53223"/>
                </a:cubicBezTo>
                <a:cubicBezTo>
                  <a:pt x="449099" y="56175"/>
                  <a:pt x="447528" y="59671"/>
                  <a:pt x="446501" y="63712"/>
                </a:cubicBezTo>
                <a:cubicBezTo>
                  <a:pt x="445475" y="67750"/>
                  <a:pt x="444962" y="72163"/>
                  <a:pt x="444962" y="76950"/>
                </a:cubicBezTo>
                <a:cubicBezTo>
                  <a:pt x="444962" y="81549"/>
                  <a:pt x="445381" y="85868"/>
                  <a:pt x="446221" y="89908"/>
                </a:cubicBezTo>
                <a:cubicBezTo>
                  <a:pt x="447061" y="93949"/>
                  <a:pt x="448461" y="97476"/>
                  <a:pt x="450421" y="100490"/>
                </a:cubicBezTo>
                <a:cubicBezTo>
                  <a:pt x="452381" y="103504"/>
                  <a:pt x="455009" y="105898"/>
                  <a:pt x="458307" y="107671"/>
                </a:cubicBezTo>
                <a:cubicBezTo>
                  <a:pt x="461604" y="109442"/>
                  <a:pt x="465711" y="110327"/>
                  <a:pt x="470626" y="110327"/>
                </a:cubicBezTo>
                <a:cubicBezTo>
                  <a:pt x="475105" y="110327"/>
                  <a:pt x="478994" y="109519"/>
                  <a:pt x="482291" y="107903"/>
                </a:cubicBezTo>
                <a:cubicBezTo>
                  <a:pt x="485588" y="106288"/>
                  <a:pt x="488295" y="104019"/>
                  <a:pt x="490410" y="101098"/>
                </a:cubicBezTo>
                <a:cubicBezTo>
                  <a:pt x="492526" y="98175"/>
                  <a:pt x="494081" y="94694"/>
                  <a:pt x="495076" y="90656"/>
                </a:cubicBezTo>
                <a:cubicBezTo>
                  <a:pt x="496072" y="86616"/>
                  <a:pt x="496570" y="82171"/>
                  <a:pt x="496570" y="77322"/>
                </a:cubicBezTo>
                <a:close/>
                <a:moveTo>
                  <a:pt x="629286" y="59400"/>
                </a:moveTo>
                <a:cubicBezTo>
                  <a:pt x="629286" y="69827"/>
                  <a:pt x="627948" y="78936"/>
                  <a:pt x="625273" y="86725"/>
                </a:cubicBezTo>
                <a:cubicBezTo>
                  <a:pt x="622597" y="94515"/>
                  <a:pt x="618693" y="100970"/>
                  <a:pt x="613560" y="106091"/>
                </a:cubicBezTo>
                <a:cubicBezTo>
                  <a:pt x="608428" y="111212"/>
                  <a:pt x="602128" y="115044"/>
                  <a:pt x="594662" y="117589"/>
                </a:cubicBezTo>
                <a:cubicBezTo>
                  <a:pt x="587197" y="120134"/>
                  <a:pt x="578300" y="121406"/>
                  <a:pt x="567972" y="121406"/>
                </a:cubicBezTo>
                <a:lnTo>
                  <a:pt x="542401" y="121406"/>
                </a:lnTo>
                <a:cubicBezTo>
                  <a:pt x="540970" y="121406"/>
                  <a:pt x="539617" y="120925"/>
                  <a:pt x="538342" y="119963"/>
                </a:cubicBezTo>
                <a:cubicBezTo>
                  <a:pt x="537066" y="119001"/>
                  <a:pt x="536428" y="117310"/>
                  <a:pt x="536428" y="114889"/>
                </a:cubicBezTo>
                <a:lnTo>
                  <a:pt x="536428" y="7448"/>
                </a:lnTo>
                <a:cubicBezTo>
                  <a:pt x="536428" y="5028"/>
                  <a:pt x="537066" y="3336"/>
                  <a:pt x="538342" y="2374"/>
                </a:cubicBezTo>
                <a:cubicBezTo>
                  <a:pt x="539617" y="1412"/>
                  <a:pt x="540970" y="931"/>
                  <a:pt x="542401" y="931"/>
                </a:cubicBezTo>
                <a:lnTo>
                  <a:pt x="569745" y="931"/>
                </a:lnTo>
                <a:cubicBezTo>
                  <a:pt x="580197" y="931"/>
                  <a:pt x="589032" y="2281"/>
                  <a:pt x="596249" y="4981"/>
                </a:cubicBezTo>
                <a:cubicBezTo>
                  <a:pt x="603466" y="7681"/>
                  <a:pt x="609516" y="11560"/>
                  <a:pt x="614400" y="16619"/>
                </a:cubicBezTo>
                <a:cubicBezTo>
                  <a:pt x="619284" y="21677"/>
                  <a:pt x="622986" y="27807"/>
                  <a:pt x="625506" y="35007"/>
                </a:cubicBezTo>
                <a:cubicBezTo>
                  <a:pt x="628026" y="42207"/>
                  <a:pt x="629286" y="50338"/>
                  <a:pt x="629286" y="59400"/>
                </a:cubicBezTo>
                <a:moveTo>
                  <a:pt x="612394" y="60051"/>
                </a:moveTo>
                <a:cubicBezTo>
                  <a:pt x="612394" y="53534"/>
                  <a:pt x="611585" y="47467"/>
                  <a:pt x="609968" y="41850"/>
                </a:cubicBezTo>
                <a:cubicBezTo>
                  <a:pt x="608350" y="36233"/>
                  <a:pt x="605815" y="31376"/>
                  <a:pt x="602362" y="27279"/>
                </a:cubicBezTo>
                <a:cubicBezTo>
                  <a:pt x="598909" y="23183"/>
                  <a:pt x="594538" y="19986"/>
                  <a:pt x="589250" y="17690"/>
                </a:cubicBezTo>
                <a:cubicBezTo>
                  <a:pt x="583961" y="15393"/>
                  <a:pt x="577149" y="14245"/>
                  <a:pt x="568812" y="14245"/>
                </a:cubicBezTo>
                <a:lnTo>
                  <a:pt x="552480" y="14245"/>
                </a:lnTo>
                <a:lnTo>
                  <a:pt x="552480" y="107999"/>
                </a:lnTo>
                <a:lnTo>
                  <a:pt x="568998" y="107999"/>
                </a:lnTo>
                <a:cubicBezTo>
                  <a:pt x="576713" y="107999"/>
                  <a:pt x="583215" y="107037"/>
                  <a:pt x="588503" y="105113"/>
                </a:cubicBezTo>
                <a:cubicBezTo>
                  <a:pt x="593791" y="103189"/>
                  <a:pt x="598209" y="100241"/>
                  <a:pt x="601755" y="96268"/>
                </a:cubicBezTo>
                <a:cubicBezTo>
                  <a:pt x="605301" y="92296"/>
                  <a:pt x="607961" y="87315"/>
                  <a:pt x="609734" y="81325"/>
                </a:cubicBezTo>
                <a:cubicBezTo>
                  <a:pt x="611507" y="75336"/>
                  <a:pt x="612394" y="68244"/>
                  <a:pt x="612394" y="60051"/>
                </a:cubicBezTo>
                <a:close/>
                <a:moveTo>
                  <a:pt x="733386" y="86865"/>
                </a:moveTo>
                <a:cubicBezTo>
                  <a:pt x="733386" y="90651"/>
                  <a:pt x="732903" y="94143"/>
                  <a:pt x="731939" y="97339"/>
                </a:cubicBezTo>
                <a:cubicBezTo>
                  <a:pt x="730975" y="100536"/>
                  <a:pt x="729622" y="103406"/>
                  <a:pt x="727880" y="105951"/>
                </a:cubicBezTo>
                <a:cubicBezTo>
                  <a:pt x="726138" y="108496"/>
                  <a:pt x="724038" y="110730"/>
                  <a:pt x="721580" y="112655"/>
                </a:cubicBezTo>
                <a:cubicBezTo>
                  <a:pt x="719123" y="114579"/>
                  <a:pt x="716354" y="116193"/>
                  <a:pt x="713274" y="117496"/>
                </a:cubicBezTo>
                <a:cubicBezTo>
                  <a:pt x="710195" y="118799"/>
                  <a:pt x="706897" y="119777"/>
                  <a:pt x="703382" y="120429"/>
                </a:cubicBezTo>
                <a:cubicBezTo>
                  <a:pt x="699867" y="121080"/>
                  <a:pt x="695838" y="121406"/>
                  <a:pt x="691297" y="121406"/>
                </a:cubicBezTo>
                <a:lnTo>
                  <a:pt x="659753" y="121406"/>
                </a:lnTo>
                <a:cubicBezTo>
                  <a:pt x="658322" y="121406"/>
                  <a:pt x="656969" y="120925"/>
                  <a:pt x="655694" y="119963"/>
                </a:cubicBezTo>
                <a:cubicBezTo>
                  <a:pt x="654418" y="119001"/>
                  <a:pt x="653781" y="117310"/>
                  <a:pt x="653781" y="114889"/>
                </a:cubicBezTo>
                <a:lnTo>
                  <a:pt x="653781" y="7448"/>
                </a:lnTo>
                <a:cubicBezTo>
                  <a:pt x="653781" y="5028"/>
                  <a:pt x="654418" y="3336"/>
                  <a:pt x="655694" y="2374"/>
                </a:cubicBezTo>
                <a:cubicBezTo>
                  <a:pt x="656969" y="1412"/>
                  <a:pt x="658322" y="931"/>
                  <a:pt x="659753" y="931"/>
                </a:cubicBezTo>
                <a:lnTo>
                  <a:pt x="687190" y="931"/>
                </a:lnTo>
                <a:cubicBezTo>
                  <a:pt x="694407" y="931"/>
                  <a:pt x="700318" y="1614"/>
                  <a:pt x="704922" y="2979"/>
                </a:cubicBezTo>
                <a:cubicBezTo>
                  <a:pt x="709526" y="4345"/>
                  <a:pt x="713368" y="6331"/>
                  <a:pt x="716447" y="8938"/>
                </a:cubicBezTo>
                <a:cubicBezTo>
                  <a:pt x="719527" y="11545"/>
                  <a:pt x="721845" y="14741"/>
                  <a:pt x="723400" y="18527"/>
                </a:cubicBezTo>
                <a:cubicBezTo>
                  <a:pt x="724955" y="22314"/>
                  <a:pt x="725733" y="26596"/>
                  <a:pt x="725733" y="31376"/>
                </a:cubicBezTo>
                <a:cubicBezTo>
                  <a:pt x="725733" y="34231"/>
                  <a:pt x="725391" y="36962"/>
                  <a:pt x="724707" y="39569"/>
                </a:cubicBezTo>
                <a:cubicBezTo>
                  <a:pt x="724022" y="42176"/>
                  <a:pt x="723011" y="44581"/>
                  <a:pt x="721674" y="46784"/>
                </a:cubicBezTo>
                <a:cubicBezTo>
                  <a:pt x="720336" y="48988"/>
                  <a:pt x="718656" y="50958"/>
                  <a:pt x="716634" y="52696"/>
                </a:cubicBezTo>
                <a:cubicBezTo>
                  <a:pt x="714612" y="54434"/>
                  <a:pt x="712295" y="55862"/>
                  <a:pt x="709681" y="56979"/>
                </a:cubicBezTo>
                <a:cubicBezTo>
                  <a:pt x="712979" y="57600"/>
                  <a:pt x="716059" y="58732"/>
                  <a:pt x="718920" y="60377"/>
                </a:cubicBezTo>
                <a:cubicBezTo>
                  <a:pt x="721782" y="62022"/>
                  <a:pt x="724287" y="64117"/>
                  <a:pt x="726433" y="66662"/>
                </a:cubicBezTo>
                <a:cubicBezTo>
                  <a:pt x="728579" y="69207"/>
                  <a:pt x="730275" y="72186"/>
                  <a:pt x="731519" y="75600"/>
                </a:cubicBezTo>
                <a:cubicBezTo>
                  <a:pt x="732764" y="79013"/>
                  <a:pt x="733386" y="82769"/>
                  <a:pt x="733386" y="86865"/>
                </a:cubicBezTo>
                <a:moveTo>
                  <a:pt x="709215" y="32958"/>
                </a:moveTo>
                <a:cubicBezTo>
                  <a:pt x="709215" y="30041"/>
                  <a:pt x="708810" y="27403"/>
                  <a:pt x="708002" y="25045"/>
                </a:cubicBezTo>
                <a:cubicBezTo>
                  <a:pt x="707193" y="22686"/>
                  <a:pt x="705917" y="20684"/>
                  <a:pt x="704175" y="19040"/>
                </a:cubicBezTo>
                <a:cubicBezTo>
                  <a:pt x="702433" y="17395"/>
                  <a:pt x="700162" y="16138"/>
                  <a:pt x="697363" y="15269"/>
                </a:cubicBezTo>
                <a:cubicBezTo>
                  <a:pt x="694563" y="14400"/>
                  <a:pt x="690861" y="13965"/>
                  <a:pt x="686257" y="13965"/>
                </a:cubicBezTo>
                <a:lnTo>
                  <a:pt x="669646" y="13965"/>
                </a:lnTo>
                <a:lnTo>
                  <a:pt x="669646" y="52976"/>
                </a:lnTo>
                <a:lnTo>
                  <a:pt x="687937" y="52976"/>
                </a:lnTo>
                <a:cubicBezTo>
                  <a:pt x="692105" y="52976"/>
                  <a:pt x="695465" y="52433"/>
                  <a:pt x="698016" y="51346"/>
                </a:cubicBezTo>
                <a:cubicBezTo>
                  <a:pt x="700567" y="50260"/>
                  <a:pt x="702682" y="48801"/>
                  <a:pt x="704362" y="46970"/>
                </a:cubicBezTo>
                <a:cubicBezTo>
                  <a:pt x="706042" y="45139"/>
                  <a:pt x="707271" y="42998"/>
                  <a:pt x="708048" y="40546"/>
                </a:cubicBezTo>
                <a:cubicBezTo>
                  <a:pt x="708826" y="38095"/>
                  <a:pt x="709215" y="35565"/>
                  <a:pt x="709215" y="32958"/>
                </a:cubicBezTo>
                <a:moveTo>
                  <a:pt x="716494" y="87796"/>
                </a:moveTo>
                <a:cubicBezTo>
                  <a:pt x="716494" y="84196"/>
                  <a:pt x="715919" y="81031"/>
                  <a:pt x="714768" y="78300"/>
                </a:cubicBezTo>
                <a:cubicBezTo>
                  <a:pt x="713617" y="75569"/>
                  <a:pt x="711937" y="73272"/>
                  <a:pt x="709728" y="71410"/>
                </a:cubicBezTo>
                <a:cubicBezTo>
                  <a:pt x="707519" y="69548"/>
                  <a:pt x="704751" y="68136"/>
                  <a:pt x="701422" y="67174"/>
                </a:cubicBezTo>
                <a:cubicBezTo>
                  <a:pt x="698094" y="66212"/>
                  <a:pt x="693910" y="65731"/>
                  <a:pt x="688870" y="65731"/>
                </a:cubicBezTo>
                <a:lnTo>
                  <a:pt x="669646" y="65731"/>
                </a:lnTo>
                <a:lnTo>
                  <a:pt x="669646" y="108186"/>
                </a:lnTo>
                <a:lnTo>
                  <a:pt x="692976" y="108186"/>
                </a:lnTo>
                <a:cubicBezTo>
                  <a:pt x="696647" y="108186"/>
                  <a:pt x="699851" y="107751"/>
                  <a:pt x="702589" y="106882"/>
                </a:cubicBezTo>
                <a:cubicBezTo>
                  <a:pt x="705326" y="106013"/>
                  <a:pt x="707737" y="104725"/>
                  <a:pt x="709821" y="103018"/>
                </a:cubicBezTo>
                <a:cubicBezTo>
                  <a:pt x="711906" y="101312"/>
                  <a:pt x="713539" y="99186"/>
                  <a:pt x="714721" y="96641"/>
                </a:cubicBezTo>
                <a:cubicBezTo>
                  <a:pt x="715903" y="94096"/>
                  <a:pt x="716494" y="91148"/>
                  <a:pt x="716494" y="877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MyISAM">
            <a:extLst xmlns:a="http://schemas.openxmlformats.org/drawingml/2006/main">
              <a:ext uri="{FF2B5EF4-FFF2-40B4-BE49-F238E27FC236}">
                <a16:creationId xmlns:a16="http://schemas.microsoft.com/office/drawing/2014/main" id="{29D6935D-5D87-4183-9405-4655FAF0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051" y="1383388"/>
            <a:ext cx="626421" cy="156227"/>
          </a:xfrm>
          <a:custGeom xmlns:a="http://schemas.openxmlformats.org/drawingml/2006/main">
            <a:pathLst>
              <a:path w="626421" h="156227">
                <a:moveTo>
                  <a:pt x="131307" y="119917"/>
                </a:moveTo>
                <a:cubicBezTo>
                  <a:pt x="131307" y="120413"/>
                  <a:pt x="131182" y="120848"/>
                  <a:pt x="130933" y="121220"/>
                </a:cubicBezTo>
                <a:cubicBezTo>
                  <a:pt x="130684" y="121593"/>
                  <a:pt x="130249" y="121887"/>
                  <a:pt x="129627" y="122105"/>
                </a:cubicBezTo>
                <a:cubicBezTo>
                  <a:pt x="129005" y="122322"/>
                  <a:pt x="128211" y="122508"/>
                  <a:pt x="127247" y="122663"/>
                </a:cubicBezTo>
                <a:cubicBezTo>
                  <a:pt x="126283" y="122818"/>
                  <a:pt x="125023" y="122896"/>
                  <a:pt x="123467" y="122896"/>
                </a:cubicBezTo>
                <a:cubicBezTo>
                  <a:pt x="122036" y="122896"/>
                  <a:pt x="120808" y="122818"/>
                  <a:pt x="119781" y="122663"/>
                </a:cubicBezTo>
                <a:cubicBezTo>
                  <a:pt x="118754" y="122508"/>
                  <a:pt x="117946" y="122322"/>
                  <a:pt x="117355" y="122105"/>
                </a:cubicBezTo>
                <a:cubicBezTo>
                  <a:pt x="116764" y="121887"/>
                  <a:pt x="116344" y="121593"/>
                  <a:pt x="116095" y="121220"/>
                </a:cubicBezTo>
                <a:cubicBezTo>
                  <a:pt x="115846" y="120848"/>
                  <a:pt x="115721" y="120413"/>
                  <a:pt x="115721" y="119917"/>
                </a:cubicBezTo>
                <a:lnTo>
                  <a:pt x="115721" y="14990"/>
                </a:lnTo>
                <a:lnTo>
                  <a:pt x="115535" y="14990"/>
                </a:lnTo>
                <a:lnTo>
                  <a:pt x="72513" y="120382"/>
                </a:lnTo>
                <a:cubicBezTo>
                  <a:pt x="72326" y="120817"/>
                  <a:pt x="72061" y="121189"/>
                  <a:pt x="71719" y="121499"/>
                </a:cubicBezTo>
                <a:cubicBezTo>
                  <a:pt x="71377" y="121810"/>
                  <a:pt x="70879" y="122074"/>
                  <a:pt x="70226" y="122291"/>
                </a:cubicBezTo>
                <a:cubicBezTo>
                  <a:pt x="69573" y="122508"/>
                  <a:pt x="68795" y="122663"/>
                  <a:pt x="67893" y="122756"/>
                </a:cubicBezTo>
                <a:cubicBezTo>
                  <a:pt x="66991" y="122849"/>
                  <a:pt x="65918" y="122896"/>
                  <a:pt x="64673" y="122896"/>
                </a:cubicBezTo>
                <a:cubicBezTo>
                  <a:pt x="63367" y="122896"/>
                  <a:pt x="62247" y="122834"/>
                  <a:pt x="61314" y="122710"/>
                </a:cubicBezTo>
                <a:cubicBezTo>
                  <a:pt x="60380" y="122586"/>
                  <a:pt x="59603" y="122415"/>
                  <a:pt x="58981" y="122198"/>
                </a:cubicBezTo>
                <a:cubicBezTo>
                  <a:pt x="58358" y="121980"/>
                  <a:pt x="57876" y="121717"/>
                  <a:pt x="57534" y="121406"/>
                </a:cubicBezTo>
                <a:cubicBezTo>
                  <a:pt x="57192" y="121096"/>
                  <a:pt x="56959" y="120755"/>
                  <a:pt x="56834" y="120382"/>
                </a:cubicBezTo>
                <a:lnTo>
                  <a:pt x="15678" y="14990"/>
                </a:lnTo>
                <a:lnTo>
                  <a:pt x="15585" y="14990"/>
                </a:lnTo>
                <a:lnTo>
                  <a:pt x="15585" y="119917"/>
                </a:lnTo>
                <a:cubicBezTo>
                  <a:pt x="15585" y="120413"/>
                  <a:pt x="15461" y="120848"/>
                  <a:pt x="15212" y="121220"/>
                </a:cubicBezTo>
                <a:cubicBezTo>
                  <a:pt x="14963" y="121593"/>
                  <a:pt x="14527" y="121887"/>
                  <a:pt x="13905" y="122105"/>
                </a:cubicBezTo>
                <a:cubicBezTo>
                  <a:pt x="13283" y="122322"/>
                  <a:pt x="12474" y="122508"/>
                  <a:pt x="11479" y="122663"/>
                </a:cubicBezTo>
                <a:cubicBezTo>
                  <a:pt x="10483" y="122818"/>
                  <a:pt x="9208" y="122896"/>
                  <a:pt x="7653" y="122896"/>
                </a:cubicBezTo>
                <a:cubicBezTo>
                  <a:pt x="6159" y="122896"/>
                  <a:pt x="4915" y="122818"/>
                  <a:pt x="3920" y="122663"/>
                </a:cubicBezTo>
                <a:cubicBezTo>
                  <a:pt x="2924" y="122508"/>
                  <a:pt x="2131" y="122322"/>
                  <a:pt x="1540" y="122105"/>
                </a:cubicBezTo>
                <a:cubicBezTo>
                  <a:pt x="949" y="121887"/>
                  <a:pt x="544" y="121593"/>
                  <a:pt x="327" y="121220"/>
                </a:cubicBezTo>
                <a:cubicBezTo>
                  <a:pt x="109" y="120848"/>
                  <a:pt x="0" y="120413"/>
                  <a:pt x="0" y="119917"/>
                </a:cubicBezTo>
                <a:lnTo>
                  <a:pt x="0" y="9124"/>
                </a:lnTo>
                <a:cubicBezTo>
                  <a:pt x="0" y="6517"/>
                  <a:pt x="684" y="4655"/>
                  <a:pt x="2053" y="3538"/>
                </a:cubicBezTo>
                <a:cubicBezTo>
                  <a:pt x="3422" y="2421"/>
                  <a:pt x="4946" y="1862"/>
                  <a:pt x="6626" y="1862"/>
                </a:cubicBezTo>
                <a:lnTo>
                  <a:pt x="16332" y="1862"/>
                </a:lnTo>
                <a:cubicBezTo>
                  <a:pt x="18323" y="1862"/>
                  <a:pt x="20065" y="2048"/>
                  <a:pt x="21558" y="2421"/>
                </a:cubicBezTo>
                <a:cubicBezTo>
                  <a:pt x="23051" y="2793"/>
                  <a:pt x="24357" y="3383"/>
                  <a:pt x="25477" y="4190"/>
                </a:cubicBezTo>
                <a:cubicBezTo>
                  <a:pt x="26597" y="4997"/>
                  <a:pt x="27531" y="6021"/>
                  <a:pt x="28277" y="7262"/>
                </a:cubicBezTo>
                <a:cubicBezTo>
                  <a:pt x="29024" y="8503"/>
                  <a:pt x="29677" y="9962"/>
                  <a:pt x="30237" y="11638"/>
                </a:cubicBezTo>
                <a:lnTo>
                  <a:pt x="65233" y="98875"/>
                </a:lnTo>
                <a:lnTo>
                  <a:pt x="65700" y="98875"/>
                </a:lnTo>
                <a:lnTo>
                  <a:pt x="102096" y="11917"/>
                </a:lnTo>
                <a:cubicBezTo>
                  <a:pt x="102781" y="10055"/>
                  <a:pt x="103527" y="8472"/>
                  <a:pt x="104336" y="7169"/>
                </a:cubicBezTo>
                <a:cubicBezTo>
                  <a:pt x="105145" y="5865"/>
                  <a:pt x="106031" y="4826"/>
                  <a:pt x="106996" y="4050"/>
                </a:cubicBezTo>
                <a:cubicBezTo>
                  <a:pt x="107960" y="3274"/>
                  <a:pt x="109033" y="2716"/>
                  <a:pt x="110215" y="2374"/>
                </a:cubicBezTo>
                <a:cubicBezTo>
                  <a:pt x="111397" y="2033"/>
                  <a:pt x="112766" y="1862"/>
                  <a:pt x="114322" y="1862"/>
                </a:cubicBezTo>
                <a:lnTo>
                  <a:pt x="124494" y="1862"/>
                </a:lnTo>
                <a:cubicBezTo>
                  <a:pt x="125427" y="1862"/>
                  <a:pt x="126314" y="2002"/>
                  <a:pt x="127154" y="2281"/>
                </a:cubicBezTo>
                <a:cubicBezTo>
                  <a:pt x="127994" y="2560"/>
                  <a:pt x="128709" y="2995"/>
                  <a:pt x="129300" y="3584"/>
                </a:cubicBezTo>
                <a:cubicBezTo>
                  <a:pt x="129891" y="4174"/>
                  <a:pt x="130373" y="4919"/>
                  <a:pt x="130747" y="5819"/>
                </a:cubicBezTo>
                <a:cubicBezTo>
                  <a:pt x="131120" y="6719"/>
                  <a:pt x="131307" y="7821"/>
                  <a:pt x="131307" y="9124"/>
                </a:cubicBezTo>
                <a:lnTo>
                  <a:pt x="131307" y="119917"/>
                </a:lnTo>
                <a:close/>
                <a:moveTo>
                  <a:pt x="199387" y="122337"/>
                </a:moveTo>
                <a:lnTo>
                  <a:pt x="188188" y="153154"/>
                </a:lnTo>
                <a:cubicBezTo>
                  <a:pt x="187815" y="154148"/>
                  <a:pt x="186866" y="154908"/>
                  <a:pt x="185342" y="155435"/>
                </a:cubicBezTo>
                <a:cubicBezTo>
                  <a:pt x="183817" y="155963"/>
                  <a:pt x="181500" y="156227"/>
                  <a:pt x="178389" y="156227"/>
                </a:cubicBezTo>
                <a:cubicBezTo>
                  <a:pt x="176772" y="156227"/>
                  <a:pt x="175465" y="156149"/>
                  <a:pt x="174470" y="155994"/>
                </a:cubicBezTo>
                <a:cubicBezTo>
                  <a:pt x="173474" y="155839"/>
                  <a:pt x="172712" y="155575"/>
                  <a:pt x="172183" y="155203"/>
                </a:cubicBezTo>
                <a:cubicBezTo>
                  <a:pt x="171654" y="154830"/>
                  <a:pt x="171359" y="154334"/>
                  <a:pt x="171297" y="153713"/>
                </a:cubicBezTo>
                <a:cubicBezTo>
                  <a:pt x="171234" y="153092"/>
                  <a:pt x="171390" y="152348"/>
                  <a:pt x="171763" y="151479"/>
                </a:cubicBezTo>
                <a:lnTo>
                  <a:pt x="183335" y="122337"/>
                </a:lnTo>
                <a:cubicBezTo>
                  <a:pt x="182775" y="122089"/>
                  <a:pt x="182247" y="121686"/>
                  <a:pt x="181749" y="121127"/>
                </a:cubicBezTo>
                <a:cubicBezTo>
                  <a:pt x="181251" y="120568"/>
                  <a:pt x="180909" y="119979"/>
                  <a:pt x="180722" y="119358"/>
                </a:cubicBezTo>
                <a:lnTo>
                  <a:pt x="150765" y="39289"/>
                </a:lnTo>
                <a:cubicBezTo>
                  <a:pt x="150268" y="37986"/>
                  <a:pt x="150019" y="36962"/>
                  <a:pt x="150019" y="36217"/>
                </a:cubicBezTo>
                <a:cubicBezTo>
                  <a:pt x="150019" y="35472"/>
                  <a:pt x="150268" y="34883"/>
                  <a:pt x="150765" y="34448"/>
                </a:cubicBezTo>
                <a:cubicBezTo>
                  <a:pt x="151263" y="34014"/>
                  <a:pt x="152072" y="33719"/>
                  <a:pt x="153192" y="33564"/>
                </a:cubicBezTo>
                <a:cubicBezTo>
                  <a:pt x="154312" y="33408"/>
                  <a:pt x="155805" y="33331"/>
                  <a:pt x="157671" y="33331"/>
                </a:cubicBezTo>
                <a:cubicBezTo>
                  <a:pt x="159538" y="33331"/>
                  <a:pt x="161000" y="33377"/>
                  <a:pt x="162057" y="33471"/>
                </a:cubicBezTo>
                <a:cubicBezTo>
                  <a:pt x="163115" y="33564"/>
                  <a:pt x="163955" y="33734"/>
                  <a:pt x="164577" y="33983"/>
                </a:cubicBezTo>
                <a:cubicBezTo>
                  <a:pt x="165199" y="34231"/>
                  <a:pt x="165650" y="34588"/>
                  <a:pt x="165930" y="35053"/>
                </a:cubicBezTo>
                <a:cubicBezTo>
                  <a:pt x="166210" y="35519"/>
                  <a:pt x="166506" y="36155"/>
                  <a:pt x="166817" y="36962"/>
                </a:cubicBezTo>
                <a:lnTo>
                  <a:pt x="190801" y="104182"/>
                </a:lnTo>
                <a:lnTo>
                  <a:pt x="191081" y="104182"/>
                </a:lnTo>
                <a:lnTo>
                  <a:pt x="214225" y="36589"/>
                </a:lnTo>
                <a:cubicBezTo>
                  <a:pt x="214599" y="35410"/>
                  <a:pt x="215050" y="34650"/>
                  <a:pt x="215579" y="34308"/>
                </a:cubicBezTo>
                <a:cubicBezTo>
                  <a:pt x="216107" y="33967"/>
                  <a:pt x="216901" y="33719"/>
                  <a:pt x="217958" y="33564"/>
                </a:cubicBezTo>
                <a:cubicBezTo>
                  <a:pt x="219016" y="33408"/>
                  <a:pt x="220540" y="33331"/>
                  <a:pt x="222531" y="33331"/>
                </a:cubicBezTo>
                <a:cubicBezTo>
                  <a:pt x="224273" y="33331"/>
                  <a:pt x="225704" y="33408"/>
                  <a:pt x="226824" y="33564"/>
                </a:cubicBezTo>
                <a:cubicBezTo>
                  <a:pt x="227944" y="33719"/>
                  <a:pt x="228768" y="34014"/>
                  <a:pt x="229297" y="34448"/>
                </a:cubicBezTo>
                <a:cubicBezTo>
                  <a:pt x="229826" y="34883"/>
                  <a:pt x="230090" y="35472"/>
                  <a:pt x="230090" y="36217"/>
                </a:cubicBezTo>
                <a:cubicBezTo>
                  <a:pt x="230090" y="36962"/>
                  <a:pt x="229904" y="37893"/>
                  <a:pt x="229531" y="39010"/>
                </a:cubicBezTo>
                <a:lnTo>
                  <a:pt x="199387" y="122337"/>
                </a:lnTo>
                <a:close/>
                <a:moveTo>
                  <a:pt x="265778" y="119917"/>
                </a:moveTo>
                <a:cubicBezTo>
                  <a:pt x="265778" y="120413"/>
                  <a:pt x="265654" y="120848"/>
                  <a:pt x="265405" y="121220"/>
                </a:cubicBezTo>
                <a:cubicBezTo>
                  <a:pt x="265156" y="121593"/>
                  <a:pt x="264721" y="121887"/>
                  <a:pt x="264098" y="122105"/>
                </a:cubicBezTo>
                <a:cubicBezTo>
                  <a:pt x="263476" y="122322"/>
                  <a:pt x="262652" y="122508"/>
                  <a:pt x="261625" y="122663"/>
                </a:cubicBezTo>
                <a:cubicBezTo>
                  <a:pt x="260599" y="122818"/>
                  <a:pt x="259308" y="122896"/>
                  <a:pt x="257752" y="122896"/>
                </a:cubicBezTo>
                <a:cubicBezTo>
                  <a:pt x="256259" y="122896"/>
                  <a:pt x="254984" y="122818"/>
                  <a:pt x="253926" y="122663"/>
                </a:cubicBezTo>
                <a:cubicBezTo>
                  <a:pt x="252868" y="122508"/>
                  <a:pt x="252029" y="122322"/>
                  <a:pt x="251406" y="122105"/>
                </a:cubicBezTo>
                <a:cubicBezTo>
                  <a:pt x="250784" y="121887"/>
                  <a:pt x="250349" y="121593"/>
                  <a:pt x="250100" y="121220"/>
                </a:cubicBezTo>
                <a:cubicBezTo>
                  <a:pt x="249851" y="120848"/>
                  <a:pt x="249727" y="120413"/>
                  <a:pt x="249727" y="119917"/>
                </a:cubicBezTo>
                <a:lnTo>
                  <a:pt x="249727" y="4283"/>
                </a:lnTo>
                <a:cubicBezTo>
                  <a:pt x="249727" y="3786"/>
                  <a:pt x="249867" y="3352"/>
                  <a:pt x="250146" y="2979"/>
                </a:cubicBezTo>
                <a:cubicBezTo>
                  <a:pt x="250426" y="2607"/>
                  <a:pt x="250893" y="2312"/>
                  <a:pt x="251546" y="2095"/>
                </a:cubicBezTo>
                <a:cubicBezTo>
                  <a:pt x="252200" y="1878"/>
                  <a:pt x="253040" y="1691"/>
                  <a:pt x="254066" y="1536"/>
                </a:cubicBezTo>
                <a:cubicBezTo>
                  <a:pt x="255093" y="1381"/>
                  <a:pt x="256321" y="1303"/>
                  <a:pt x="257752" y="1303"/>
                </a:cubicBezTo>
                <a:cubicBezTo>
                  <a:pt x="259308" y="1303"/>
                  <a:pt x="260599" y="1381"/>
                  <a:pt x="261625" y="1536"/>
                </a:cubicBezTo>
                <a:cubicBezTo>
                  <a:pt x="262652" y="1691"/>
                  <a:pt x="263476" y="1878"/>
                  <a:pt x="264098" y="2095"/>
                </a:cubicBezTo>
                <a:cubicBezTo>
                  <a:pt x="264721" y="2312"/>
                  <a:pt x="265156" y="2607"/>
                  <a:pt x="265405" y="2979"/>
                </a:cubicBezTo>
                <a:cubicBezTo>
                  <a:pt x="265654" y="3352"/>
                  <a:pt x="265778" y="3786"/>
                  <a:pt x="265778" y="4283"/>
                </a:cubicBezTo>
                <a:lnTo>
                  <a:pt x="265778" y="119917"/>
                </a:lnTo>
                <a:close/>
                <a:moveTo>
                  <a:pt x="362426" y="88582"/>
                </a:moveTo>
                <a:cubicBezTo>
                  <a:pt x="362426" y="94238"/>
                  <a:pt x="361384" y="99273"/>
                  <a:pt x="359299" y="103688"/>
                </a:cubicBezTo>
                <a:cubicBezTo>
                  <a:pt x="357215" y="108100"/>
                  <a:pt x="354322" y="111846"/>
                  <a:pt x="350620" y="114924"/>
                </a:cubicBezTo>
                <a:cubicBezTo>
                  <a:pt x="346918" y="118000"/>
                  <a:pt x="342563" y="120315"/>
                  <a:pt x="337555" y="121869"/>
                </a:cubicBezTo>
                <a:cubicBezTo>
                  <a:pt x="332546" y="123423"/>
                  <a:pt x="327149" y="124199"/>
                  <a:pt x="321363" y="124199"/>
                </a:cubicBezTo>
                <a:cubicBezTo>
                  <a:pt x="317319" y="124199"/>
                  <a:pt x="313571" y="123858"/>
                  <a:pt x="310118" y="123175"/>
                </a:cubicBezTo>
                <a:cubicBezTo>
                  <a:pt x="306665" y="122493"/>
                  <a:pt x="303585" y="121655"/>
                  <a:pt x="300879" y="120661"/>
                </a:cubicBezTo>
                <a:cubicBezTo>
                  <a:pt x="298172" y="119668"/>
                  <a:pt x="295901" y="118644"/>
                  <a:pt x="294066" y="117589"/>
                </a:cubicBezTo>
                <a:cubicBezTo>
                  <a:pt x="292231" y="116534"/>
                  <a:pt x="290955" y="115634"/>
                  <a:pt x="290240" y="114889"/>
                </a:cubicBezTo>
                <a:cubicBezTo>
                  <a:pt x="289524" y="114144"/>
                  <a:pt x="288995" y="113198"/>
                  <a:pt x="288653" y="112049"/>
                </a:cubicBezTo>
                <a:cubicBezTo>
                  <a:pt x="288311" y="110901"/>
                  <a:pt x="288140" y="109365"/>
                  <a:pt x="288140" y="107441"/>
                </a:cubicBezTo>
                <a:cubicBezTo>
                  <a:pt x="288140" y="106075"/>
                  <a:pt x="288202" y="104943"/>
                  <a:pt x="288327" y="104043"/>
                </a:cubicBezTo>
                <a:cubicBezTo>
                  <a:pt x="288451" y="103143"/>
                  <a:pt x="288638" y="102413"/>
                  <a:pt x="288887" y="101855"/>
                </a:cubicBezTo>
                <a:cubicBezTo>
                  <a:pt x="289135" y="101296"/>
                  <a:pt x="289446" y="100908"/>
                  <a:pt x="289820" y="100691"/>
                </a:cubicBezTo>
                <a:cubicBezTo>
                  <a:pt x="290193" y="100474"/>
                  <a:pt x="290629" y="100365"/>
                  <a:pt x="291126" y="100365"/>
                </a:cubicBezTo>
                <a:cubicBezTo>
                  <a:pt x="291997" y="100365"/>
                  <a:pt x="293226" y="100893"/>
                  <a:pt x="294813" y="101948"/>
                </a:cubicBezTo>
                <a:cubicBezTo>
                  <a:pt x="296399" y="103003"/>
                  <a:pt x="298437" y="104151"/>
                  <a:pt x="300925" y="105393"/>
                </a:cubicBezTo>
                <a:cubicBezTo>
                  <a:pt x="303414" y="106634"/>
                  <a:pt x="306416" y="107798"/>
                  <a:pt x="309931" y="108884"/>
                </a:cubicBezTo>
                <a:cubicBezTo>
                  <a:pt x="313446" y="109970"/>
                  <a:pt x="317506" y="110513"/>
                  <a:pt x="322110" y="110513"/>
                </a:cubicBezTo>
                <a:cubicBezTo>
                  <a:pt x="325594" y="110513"/>
                  <a:pt x="328782" y="110047"/>
                  <a:pt x="331675" y="109114"/>
                </a:cubicBezTo>
                <a:cubicBezTo>
                  <a:pt x="334569" y="108181"/>
                  <a:pt x="337057" y="106859"/>
                  <a:pt x="339141" y="105148"/>
                </a:cubicBezTo>
                <a:cubicBezTo>
                  <a:pt x="341226" y="103435"/>
                  <a:pt x="342828" y="101335"/>
                  <a:pt x="343948" y="98846"/>
                </a:cubicBezTo>
                <a:cubicBezTo>
                  <a:pt x="345067" y="96358"/>
                  <a:pt x="345627" y="93527"/>
                  <a:pt x="345627" y="90354"/>
                </a:cubicBezTo>
                <a:cubicBezTo>
                  <a:pt x="345627" y="86934"/>
                  <a:pt x="344850" y="84013"/>
                  <a:pt x="343294" y="81590"/>
                </a:cubicBezTo>
                <a:cubicBezTo>
                  <a:pt x="341739" y="79166"/>
                  <a:pt x="339686" y="77037"/>
                  <a:pt x="337135" y="75204"/>
                </a:cubicBezTo>
                <a:cubicBezTo>
                  <a:pt x="334584" y="73369"/>
                  <a:pt x="331675" y="71690"/>
                  <a:pt x="328409" y="70168"/>
                </a:cubicBezTo>
                <a:cubicBezTo>
                  <a:pt x="325143" y="68643"/>
                  <a:pt x="321799" y="67088"/>
                  <a:pt x="318377" y="65504"/>
                </a:cubicBezTo>
                <a:cubicBezTo>
                  <a:pt x="314955" y="63919"/>
                  <a:pt x="311626" y="62164"/>
                  <a:pt x="308391" y="60238"/>
                </a:cubicBezTo>
                <a:cubicBezTo>
                  <a:pt x="305156" y="58310"/>
                  <a:pt x="302263" y="56040"/>
                  <a:pt x="299712" y="53429"/>
                </a:cubicBezTo>
                <a:cubicBezTo>
                  <a:pt x="297161" y="50819"/>
                  <a:pt x="295093" y="47757"/>
                  <a:pt x="293506" y="44244"/>
                </a:cubicBezTo>
                <a:cubicBezTo>
                  <a:pt x="291920" y="40732"/>
                  <a:pt x="291126" y="36520"/>
                  <a:pt x="291126" y="31608"/>
                </a:cubicBezTo>
                <a:cubicBezTo>
                  <a:pt x="291126" y="26575"/>
                  <a:pt x="292044" y="22085"/>
                  <a:pt x="293879" y="18138"/>
                </a:cubicBezTo>
                <a:cubicBezTo>
                  <a:pt x="295715" y="14189"/>
                  <a:pt x="298266" y="10878"/>
                  <a:pt x="301532" y="8205"/>
                </a:cubicBezTo>
                <a:cubicBezTo>
                  <a:pt x="304798" y="5532"/>
                  <a:pt x="308687" y="3496"/>
                  <a:pt x="313197" y="2098"/>
                </a:cubicBezTo>
                <a:cubicBezTo>
                  <a:pt x="317708" y="699"/>
                  <a:pt x="322576" y="0"/>
                  <a:pt x="327803" y="0"/>
                </a:cubicBezTo>
                <a:cubicBezTo>
                  <a:pt x="330478" y="0"/>
                  <a:pt x="333169" y="236"/>
                  <a:pt x="335875" y="707"/>
                </a:cubicBezTo>
                <a:cubicBezTo>
                  <a:pt x="338581" y="1176"/>
                  <a:pt x="341132" y="1804"/>
                  <a:pt x="343528" y="2589"/>
                </a:cubicBezTo>
                <a:cubicBezTo>
                  <a:pt x="345923" y="3373"/>
                  <a:pt x="348054" y="4252"/>
                  <a:pt x="349920" y="5225"/>
                </a:cubicBezTo>
                <a:cubicBezTo>
                  <a:pt x="351787" y="6197"/>
                  <a:pt x="353016" y="6982"/>
                  <a:pt x="353607" y="7579"/>
                </a:cubicBezTo>
                <a:cubicBezTo>
                  <a:pt x="354198" y="8175"/>
                  <a:pt x="354586" y="8643"/>
                  <a:pt x="354773" y="8984"/>
                </a:cubicBezTo>
                <a:cubicBezTo>
                  <a:pt x="354960" y="9326"/>
                  <a:pt x="355115" y="9760"/>
                  <a:pt x="355240" y="10288"/>
                </a:cubicBezTo>
                <a:cubicBezTo>
                  <a:pt x="355364" y="10815"/>
                  <a:pt x="355457" y="11452"/>
                  <a:pt x="355520" y="12197"/>
                </a:cubicBezTo>
                <a:cubicBezTo>
                  <a:pt x="355582" y="12941"/>
                  <a:pt x="355613" y="13903"/>
                  <a:pt x="355613" y="15083"/>
                </a:cubicBezTo>
                <a:cubicBezTo>
                  <a:pt x="355613" y="16200"/>
                  <a:pt x="355566" y="17193"/>
                  <a:pt x="355473" y="18062"/>
                </a:cubicBezTo>
                <a:cubicBezTo>
                  <a:pt x="355380" y="18931"/>
                  <a:pt x="355240" y="19660"/>
                  <a:pt x="355053" y="20250"/>
                </a:cubicBezTo>
                <a:cubicBezTo>
                  <a:pt x="354866" y="20840"/>
                  <a:pt x="354602" y="21274"/>
                  <a:pt x="354260" y="21553"/>
                </a:cubicBezTo>
                <a:cubicBezTo>
                  <a:pt x="353918" y="21833"/>
                  <a:pt x="353529" y="21972"/>
                  <a:pt x="353093" y="21972"/>
                </a:cubicBezTo>
                <a:cubicBezTo>
                  <a:pt x="352409" y="21972"/>
                  <a:pt x="351336" y="21533"/>
                  <a:pt x="349874" y="20654"/>
                </a:cubicBezTo>
                <a:cubicBezTo>
                  <a:pt x="348412" y="19776"/>
                  <a:pt x="346623" y="18787"/>
                  <a:pt x="344507" y="17690"/>
                </a:cubicBezTo>
                <a:cubicBezTo>
                  <a:pt x="342392" y="16592"/>
                  <a:pt x="339888" y="15588"/>
                  <a:pt x="336995" y="14678"/>
                </a:cubicBezTo>
                <a:cubicBezTo>
                  <a:pt x="334102" y="13769"/>
                  <a:pt x="330851" y="13314"/>
                  <a:pt x="327243" y="13314"/>
                </a:cubicBezTo>
                <a:cubicBezTo>
                  <a:pt x="323883" y="13314"/>
                  <a:pt x="320959" y="13766"/>
                  <a:pt x="318470" y="14670"/>
                </a:cubicBezTo>
                <a:cubicBezTo>
                  <a:pt x="315982" y="15571"/>
                  <a:pt x="313928" y="16769"/>
                  <a:pt x="312311" y="18263"/>
                </a:cubicBezTo>
                <a:cubicBezTo>
                  <a:pt x="310693" y="19756"/>
                  <a:pt x="309480" y="21530"/>
                  <a:pt x="308671" y="23584"/>
                </a:cubicBezTo>
                <a:cubicBezTo>
                  <a:pt x="307862" y="25638"/>
                  <a:pt x="307458" y="27816"/>
                  <a:pt x="307458" y="30119"/>
                </a:cubicBezTo>
                <a:cubicBezTo>
                  <a:pt x="307458" y="33476"/>
                  <a:pt x="308236" y="36367"/>
                  <a:pt x="309791" y="38792"/>
                </a:cubicBezTo>
                <a:cubicBezTo>
                  <a:pt x="311346" y="41215"/>
                  <a:pt x="313415" y="43359"/>
                  <a:pt x="315997" y="45225"/>
                </a:cubicBezTo>
                <a:cubicBezTo>
                  <a:pt x="318579" y="47089"/>
                  <a:pt x="321519" y="48799"/>
                  <a:pt x="324816" y="50354"/>
                </a:cubicBezTo>
                <a:cubicBezTo>
                  <a:pt x="328114" y="51908"/>
                  <a:pt x="331473" y="53477"/>
                  <a:pt x="334895" y="55062"/>
                </a:cubicBezTo>
                <a:cubicBezTo>
                  <a:pt x="338317" y="56646"/>
                  <a:pt x="341677" y="58387"/>
                  <a:pt x="344974" y="60284"/>
                </a:cubicBezTo>
                <a:cubicBezTo>
                  <a:pt x="348272" y="62179"/>
                  <a:pt x="351211" y="64417"/>
                  <a:pt x="353793" y="66996"/>
                </a:cubicBezTo>
                <a:cubicBezTo>
                  <a:pt x="356375" y="69576"/>
                  <a:pt x="358459" y="72622"/>
                  <a:pt x="360046" y="76135"/>
                </a:cubicBezTo>
                <a:cubicBezTo>
                  <a:pt x="361632" y="79646"/>
                  <a:pt x="362426" y="83795"/>
                  <a:pt x="362426" y="88582"/>
                </a:cubicBezTo>
                <a:close/>
                <a:moveTo>
                  <a:pt x="474825" y="116658"/>
                </a:moveTo>
                <a:cubicBezTo>
                  <a:pt x="475323" y="118024"/>
                  <a:pt x="475588" y="119125"/>
                  <a:pt x="475619" y="119963"/>
                </a:cubicBezTo>
                <a:cubicBezTo>
                  <a:pt x="475650" y="120801"/>
                  <a:pt x="475417" y="121437"/>
                  <a:pt x="474919" y="121872"/>
                </a:cubicBezTo>
                <a:cubicBezTo>
                  <a:pt x="474421" y="122306"/>
                  <a:pt x="473597" y="122586"/>
                  <a:pt x="472446" y="122710"/>
                </a:cubicBezTo>
                <a:cubicBezTo>
                  <a:pt x="471295" y="122834"/>
                  <a:pt x="469755" y="122896"/>
                  <a:pt x="467826" y="122896"/>
                </a:cubicBezTo>
                <a:cubicBezTo>
                  <a:pt x="465897" y="122896"/>
                  <a:pt x="464358" y="122849"/>
                  <a:pt x="463207" y="122756"/>
                </a:cubicBezTo>
                <a:cubicBezTo>
                  <a:pt x="462056" y="122663"/>
                  <a:pt x="461185" y="122508"/>
                  <a:pt x="460594" y="122291"/>
                </a:cubicBezTo>
                <a:cubicBezTo>
                  <a:pt x="460003" y="122074"/>
                  <a:pt x="459567" y="121779"/>
                  <a:pt x="459287" y="121406"/>
                </a:cubicBezTo>
                <a:cubicBezTo>
                  <a:pt x="459007" y="121034"/>
                  <a:pt x="458743" y="120568"/>
                  <a:pt x="458494" y="120010"/>
                </a:cubicBezTo>
                <a:lnTo>
                  <a:pt x="448135" y="90682"/>
                </a:lnTo>
                <a:lnTo>
                  <a:pt x="397927" y="90682"/>
                </a:lnTo>
                <a:lnTo>
                  <a:pt x="388034" y="119637"/>
                </a:lnTo>
                <a:cubicBezTo>
                  <a:pt x="387848" y="120196"/>
                  <a:pt x="387599" y="120677"/>
                  <a:pt x="387288" y="121080"/>
                </a:cubicBezTo>
                <a:cubicBezTo>
                  <a:pt x="386977" y="121484"/>
                  <a:pt x="386526" y="121825"/>
                  <a:pt x="385935" y="122105"/>
                </a:cubicBezTo>
                <a:cubicBezTo>
                  <a:pt x="385344" y="122384"/>
                  <a:pt x="384504" y="122586"/>
                  <a:pt x="383415" y="122710"/>
                </a:cubicBezTo>
                <a:cubicBezTo>
                  <a:pt x="382326" y="122834"/>
                  <a:pt x="380911" y="122896"/>
                  <a:pt x="379169" y="122896"/>
                </a:cubicBezTo>
                <a:cubicBezTo>
                  <a:pt x="377364" y="122896"/>
                  <a:pt x="375887" y="122818"/>
                  <a:pt x="374736" y="122663"/>
                </a:cubicBezTo>
                <a:cubicBezTo>
                  <a:pt x="373585" y="122508"/>
                  <a:pt x="372776" y="122213"/>
                  <a:pt x="372309" y="121779"/>
                </a:cubicBezTo>
                <a:cubicBezTo>
                  <a:pt x="371843" y="121344"/>
                  <a:pt x="371625" y="120708"/>
                  <a:pt x="371656" y="119870"/>
                </a:cubicBezTo>
                <a:cubicBezTo>
                  <a:pt x="371687" y="119032"/>
                  <a:pt x="371952" y="117930"/>
                  <a:pt x="372449" y="116565"/>
                </a:cubicBezTo>
                <a:lnTo>
                  <a:pt x="412952" y="4655"/>
                </a:lnTo>
                <a:cubicBezTo>
                  <a:pt x="413201" y="3972"/>
                  <a:pt x="413527" y="3414"/>
                  <a:pt x="413932" y="2979"/>
                </a:cubicBezTo>
                <a:cubicBezTo>
                  <a:pt x="414336" y="2545"/>
                  <a:pt x="414927" y="2203"/>
                  <a:pt x="415705" y="1955"/>
                </a:cubicBezTo>
                <a:cubicBezTo>
                  <a:pt x="416483" y="1707"/>
                  <a:pt x="417478" y="1536"/>
                  <a:pt x="418691" y="1443"/>
                </a:cubicBezTo>
                <a:cubicBezTo>
                  <a:pt x="419904" y="1350"/>
                  <a:pt x="421444" y="1303"/>
                  <a:pt x="423311" y="1303"/>
                </a:cubicBezTo>
                <a:cubicBezTo>
                  <a:pt x="425302" y="1303"/>
                  <a:pt x="426950" y="1350"/>
                  <a:pt x="428257" y="1443"/>
                </a:cubicBezTo>
                <a:cubicBezTo>
                  <a:pt x="429563" y="1536"/>
                  <a:pt x="430621" y="1707"/>
                  <a:pt x="431430" y="1955"/>
                </a:cubicBezTo>
                <a:cubicBezTo>
                  <a:pt x="432239" y="2203"/>
                  <a:pt x="432861" y="2560"/>
                  <a:pt x="433296" y="3026"/>
                </a:cubicBezTo>
                <a:cubicBezTo>
                  <a:pt x="433732" y="3491"/>
                  <a:pt x="434074" y="4065"/>
                  <a:pt x="434323" y="4748"/>
                </a:cubicBezTo>
                <a:lnTo>
                  <a:pt x="474825" y="116658"/>
                </a:lnTo>
                <a:moveTo>
                  <a:pt x="422844" y="17876"/>
                </a:moveTo>
                <a:lnTo>
                  <a:pt x="422751" y="17876"/>
                </a:lnTo>
                <a:lnTo>
                  <a:pt x="401940" y="77927"/>
                </a:lnTo>
                <a:lnTo>
                  <a:pt x="443935" y="77927"/>
                </a:lnTo>
                <a:lnTo>
                  <a:pt x="422844" y="17876"/>
                </a:lnTo>
                <a:close/>
                <a:moveTo>
                  <a:pt x="626421" y="119917"/>
                </a:moveTo>
                <a:cubicBezTo>
                  <a:pt x="626421" y="120413"/>
                  <a:pt x="626297" y="120848"/>
                  <a:pt x="626048" y="121220"/>
                </a:cubicBezTo>
                <a:cubicBezTo>
                  <a:pt x="625799" y="121593"/>
                  <a:pt x="625363" y="121887"/>
                  <a:pt x="624741" y="122105"/>
                </a:cubicBezTo>
                <a:cubicBezTo>
                  <a:pt x="624119" y="122322"/>
                  <a:pt x="623326" y="122508"/>
                  <a:pt x="622362" y="122663"/>
                </a:cubicBezTo>
                <a:cubicBezTo>
                  <a:pt x="621397" y="122818"/>
                  <a:pt x="620137" y="122896"/>
                  <a:pt x="618582" y="122896"/>
                </a:cubicBezTo>
                <a:cubicBezTo>
                  <a:pt x="617151" y="122896"/>
                  <a:pt x="615922" y="122818"/>
                  <a:pt x="614896" y="122663"/>
                </a:cubicBezTo>
                <a:cubicBezTo>
                  <a:pt x="613869" y="122508"/>
                  <a:pt x="613060" y="122322"/>
                  <a:pt x="612469" y="122105"/>
                </a:cubicBezTo>
                <a:cubicBezTo>
                  <a:pt x="611878" y="121887"/>
                  <a:pt x="611458" y="121593"/>
                  <a:pt x="611209" y="121220"/>
                </a:cubicBezTo>
                <a:cubicBezTo>
                  <a:pt x="610960" y="120848"/>
                  <a:pt x="610836" y="120413"/>
                  <a:pt x="610836" y="119917"/>
                </a:cubicBezTo>
                <a:lnTo>
                  <a:pt x="610836" y="14990"/>
                </a:lnTo>
                <a:lnTo>
                  <a:pt x="610649" y="14990"/>
                </a:lnTo>
                <a:lnTo>
                  <a:pt x="567627" y="120382"/>
                </a:lnTo>
                <a:cubicBezTo>
                  <a:pt x="567440" y="120817"/>
                  <a:pt x="567176" y="121189"/>
                  <a:pt x="566834" y="121499"/>
                </a:cubicBezTo>
                <a:cubicBezTo>
                  <a:pt x="566492" y="121810"/>
                  <a:pt x="565994" y="122074"/>
                  <a:pt x="565341" y="122291"/>
                </a:cubicBezTo>
                <a:cubicBezTo>
                  <a:pt x="564687" y="122508"/>
                  <a:pt x="563910" y="122663"/>
                  <a:pt x="563008" y="122756"/>
                </a:cubicBezTo>
                <a:cubicBezTo>
                  <a:pt x="562105" y="122849"/>
                  <a:pt x="561032" y="122896"/>
                  <a:pt x="559788" y="122896"/>
                </a:cubicBezTo>
                <a:cubicBezTo>
                  <a:pt x="558481" y="122896"/>
                  <a:pt x="557362" y="122834"/>
                  <a:pt x="556428" y="122710"/>
                </a:cubicBezTo>
                <a:cubicBezTo>
                  <a:pt x="555495" y="122586"/>
                  <a:pt x="554717" y="122415"/>
                  <a:pt x="554095" y="122198"/>
                </a:cubicBezTo>
                <a:cubicBezTo>
                  <a:pt x="553473" y="121980"/>
                  <a:pt x="552991" y="121717"/>
                  <a:pt x="552649" y="121406"/>
                </a:cubicBezTo>
                <a:cubicBezTo>
                  <a:pt x="552306" y="121096"/>
                  <a:pt x="552073" y="120755"/>
                  <a:pt x="551949" y="120382"/>
                </a:cubicBezTo>
                <a:lnTo>
                  <a:pt x="510793" y="14990"/>
                </a:lnTo>
                <a:lnTo>
                  <a:pt x="510700" y="14990"/>
                </a:lnTo>
                <a:lnTo>
                  <a:pt x="510700" y="119917"/>
                </a:lnTo>
                <a:cubicBezTo>
                  <a:pt x="510700" y="120413"/>
                  <a:pt x="510575" y="120848"/>
                  <a:pt x="510326" y="121220"/>
                </a:cubicBezTo>
                <a:cubicBezTo>
                  <a:pt x="510078" y="121593"/>
                  <a:pt x="509642" y="121887"/>
                  <a:pt x="509020" y="122105"/>
                </a:cubicBezTo>
                <a:cubicBezTo>
                  <a:pt x="508398" y="122322"/>
                  <a:pt x="507589" y="122508"/>
                  <a:pt x="506593" y="122663"/>
                </a:cubicBezTo>
                <a:cubicBezTo>
                  <a:pt x="505598" y="122818"/>
                  <a:pt x="504323" y="122896"/>
                  <a:pt x="502767" y="122896"/>
                </a:cubicBezTo>
                <a:cubicBezTo>
                  <a:pt x="501274" y="122896"/>
                  <a:pt x="500030" y="122818"/>
                  <a:pt x="499034" y="122663"/>
                </a:cubicBezTo>
                <a:cubicBezTo>
                  <a:pt x="498039" y="122508"/>
                  <a:pt x="497245" y="122322"/>
                  <a:pt x="496654" y="122105"/>
                </a:cubicBezTo>
                <a:cubicBezTo>
                  <a:pt x="496063" y="121887"/>
                  <a:pt x="495659" y="121593"/>
                  <a:pt x="495441" y="121220"/>
                </a:cubicBezTo>
                <a:cubicBezTo>
                  <a:pt x="495223" y="120848"/>
                  <a:pt x="495115" y="120413"/>
                  <a:pt x="495115" y="119917"/>
                </a:cubicBezTo>
                <a:lnTo>
                  <a:pt x="495115" y="9124"/>
                </a:lnTo>
                <a:cubicBezTo>
                  <a:pt x="495115" y="6517"/>
                  <a:pt x="495799" y="4655"/>
                  <a:pt x="497168" y="3538"/>
                </a:cubicBezTo>
                <a:cubicBezTo>
                  <a:pt x="498536" y="2421"/>
                  <a:pt x="500061" y="1862"/>
                  <a:pt x="501741" y="1862"/>
                </a:cubicBezTo>
                <a:lnTo>
                  <a:pt x="511446" y="1862"/>
                </a:lnTo>
                <a:cubicBezTo>
                  <a:pt x="513437" y="1862"/>
                  <a:pt x="515179" y="2048"/>
                  <a:pt x="516672" y="2421"/>
                </a:cubicBezTo>
                <a:cubicBezTo>
                  <a:pt x="518166" y="2793"/>
                  <a:pt x="519472" y="3383"/>
                  <a:pt x="520592" y="4190"/>
                </a:cubicBezTo>
                <a:cubicBezTo>
                  <a:pt x="521712" y="4997"/>
                  <a:pt x="522645" y="6021"/>
                  <a:pt x="523392" y="7262"/>
                </a:cubicBezTo>
                <a:cubicBezTo>
                  <a:pt x="524138" y="8503"/>
                  <a:pt x="524792" y="9962"/>
                  <a:pt x="525351" y="11638"/>
                </a:cubicBezTo>
                <a:lnTo>
                  <a:pt x="560348" y="98875"/>
                </a:lnTo>
                <a:lnTo>
                  <a:pt x="560815" y="98875"/>
                </a:lnTo>
                <a:lnTo>
                  <a:pt x="597211" y="11917"/>
                </a:lnTo>
                <a:cubicBezTo>
                  <a:pt x="597895" y="10055"/>
                  <a:pt x="598642" y="8472"/>
                  <a:pt x="599451" y="7169"/>
                </a:cubicBezTo>
                <a:cubicBezTo>
                  <a:pt x="600259" y="5865"/>
                  <a:pt x="601146" y="4826"/>
                  <a:pt x="602110" y="4050"/>
                </a:cubicBezTo>
                <a:cubicBezTo>
                  <a:pt x="603075" y="3274"/>
                  <a:pt x="604148" y="2716"/>
                  <a:pt x="605330" y="2374"/>
                </a:cubicBezTo>
                <a:cubicBezTo>
                  <a:pt x="606512" y="2033"/>
                  <a:pt x="607881" y="1862"/>
                  <a:pt x="609436" y="1862"/>
                </a:cubicBezTo>
                <a:lnTo>
                  <a:pt x="619608" y="1862"/>
                </a:lnTo>
                <a:cubicBezTo>
                  <a:pt x="620542" y="1862"/>
                  <a:pt x="621428" y="2002"/>
                  <a:pt x="622268" y="2281"/>
                </a:cubicBezTo>
                <a:cubicBezTo>
                  <a:pt x="623108" y="2560"/>
                  <a:pt x="623824" y="2995"/>
                  <a:pt x="624415" y="3584"/>
                </a:cubicBezTo>
                <a:cubicBezTo>
                  <a:pt x="625006" y="4174"/>
                  <a:pt x="625488" y="4919"/>
                  <a:pt x="625861" y="5819"/>
                </a:cubicBezTo>
                <a:cubicBezTo>
                  <a:pt x="626234" y="6719"/>
                  <a:pt x="626421" y="7821"/>
                  <a:pt x="626421" y="9124"/>
                </a:cubicBezTo>
                <a:lnTo>
                  <a:pt x="626421" y="1199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Archive">
            <a:extLst xmlns:a="http://schemas.openxmlformats.org/drawingml/2006/main">
              <a:ext uri="{FF2B5EF4-FFF2-40B4-BE49-F238E27FC236}">
                <a16:creationId xmlns:a16="http://schemas.microsoft.com/office/drawing/2014/main" id="{40A8DB5E-D3EA-46B5-9309-85423ED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282" y="1601283"/>
            <a:ext cx="571381" cy="131648"/>
          </a:xfrm>
          <a:custGeom xmlns:a="http://schemas.openxmlformats.org/drawingml/2006/main">
            <a:pathLst>
              <a:path w="571381" h="131648">
                <a:moveTo>
                  <a:pt x="103201" y="124106"/>
                </a:moveTo>
                <a:cubicBezTo>
                  <a:pt x="103698" y="125472"/>
                  <a:pt x="103963" y="126574"/>
                  <a:pt x="103994" y="127411"/>
                </a:cubicBezTo>
                <a:cubicBezTo>
                  <a:pt x="104025" y="128249"/>
                  <a:pt x="103792" y="128886"/>
                  <a:pt x="103294" y="129320"/>
                </a:cubicBezTo>
                <a:cubicBezTo>
                  <a:pt x="102796" y="129755"/>
                  <a:pt x="101972" y="130034"/>
                  <a:pt x="100821" y="130158"/>
                </a:cubicBezTo>
                <a:cubicBezTo>
                  <a:pt x="99670" y="130282"/>
                  <a:pt x="98130" y="130344"/>
                  <a:pt x="96201" y="130344"/>
                </a:cubicBezTo>
                <a:cubicBezTo>
                  <a:pt x="94273" y="130344"/>
                  <a:pt x="92733" y="130298"/>
                  <a:pt x="91582" y="130205"/>
                </a:cubicBezTo>
                <a:cubicBezTo>
                  <a:pt x="90431" y="130111"/>
                  <a:pt x="89560" y="129956"/>
                  <a:pt x="88969" y="129739"/>
                </a:cubicBezTo>
                <a:cubicBezTo>
                  <a:pt x="88378" y="129522"/>
                  <a:pt x="87942" y="129227"/>
                  <a:pt x="87662" y="128855"/>
                </a:cubicBezTo>
                <a:cubicBezTo>
                  <a:pt x="87382" y="128482"/>
                  <a:pt x="87118" y="128017"/>
                  <a:pt x="86869" y="127458"/>
                </a:cubicBezTo>
                <a:lnTo>
                  <a:pt x="76510" y="98131"/>
                </a:lnTo>
                <a:lnTo>
                  <a:pt x="26302" y="98131"/>
                </a:lnTo>
                <a:lnTo>
                  <a:pt x="16409" y="127086"/>
                </a:lnTo>
                <a:cubicBezTo>
                  <a:pt x="16223" y="127644"/>
                  <a:pt x="15974" y="128125"/>
                  <a:pt x="15663" y="128529"/>
                </a:cubicBezTo>
                <a:cubicBezTo>
                  <a:pt x="15352" y="128932"/>
                  <a:pt x="14901" y="129274"/>
                  <a:pt x="14310" y="129553"/>
                </a:cubicBezTo>
                <a:cubicBezTo>
                  <a:pt x="13719" y="129832"/>
                  <a:pt x="12879" y="130034"/>
                  <a:pt x="11790" y="130158"/>
                </a:cubicBezTo>
                <a:cubicBezTo>
                  <a:pt x="10701" y="130282"/>
                  <a:pt x="9286" y="130344"/>
                  <a:pt x="7544" y="130344"/>
                </a:cubicBezTo>
                <a:cubicBezTo>
                  <a:pt x="5739" y="130344"/>
                  <a:pt x="4262" y="130267"/>
                  <a:pt x="3111" y="130111"/>
                </a:cubicBezTo>
                <a:cubicBezTo>
                  <a:pt x="1960" y="129956"/>
                  <a:pt x="1151" y="129661"/>
                  <a:pt x="684" y="129227"/>
                </a:cubicBezTo>
                <a:cubicBezTo>
                  <a:pt x="218" y="128792"/>
                  <a:pt x="0" y="128156"/>
                  <a:pt x="31" y="127318"/>
                </a:cubicBezTo>
                <a:cubicBezTo>
                  <a:pt x="62" y="126480"/>
                  <a:pt x="327" y="125379"/>
                  <a:pt x="824" y="124013"/>
                </a:cubicBezTo>
                <a:lnTo>
                  <a:pt x="41327" y="12103"/>
                </a:lnTo>
                <a:cubicBezTo>
                  <a:pt x="41576" y="11421"/>
                  <a:pt x="41902" y="10862"/>
                  <a:pt x="42307" y="10428"/>
                </a:cubicBezTo>
                <a:cubicBezTo>
                  <a:pt x="42711" y="9993"/>
                  <a:pt x="43302" y="9652"/>
                  <a:pt x="44080" y="9403"/>
                </a:cubicBezTo>
                <a:cubicBezTo>
                  <a:pt x="44858" y="9155"/>
                  <a:pt x="45853" y="8984"/>
                  <a:pt x="47066" y="8891"/>
                </a:cubicBezTo>
                <a:cubicBezTo>
                  <a:pt x="48279" y="8798"/>
                  <a:pt x="49819" y="8752"/>
                  <a:pt x="51686" y="8752"/>
                </a:cubicBezTo>
                <a:cubicBezTo>
                  <a:pt x="53677" y="8752"/>
                  <a:pt x="55325" y="8798"/>
                  <a:pt x="56632" y="8891"/>
                </a:cubicBezTo>
                <a:cubicBezTo>
                  <a:pt x="57938" y="8984"/>
                  <a:pt x="58996" y="9155"/>
                  <a:pt x="59805" y="9403"/>
                </a:cubicBezTo>
                <a:cubicBezTo>
                  <a:pt x="60614" y="9652"/>
                  <a:pt x="61236" y="10009"/>
                  <a:pt x="61671" y="10474"/>
                </a:cubicBezTo>
                <a:cubicBezTo>
                  <a:pt x="62107" y="10940"/>
                  <a:pt x="62449" y="11514"/>
                  <a:pt x="62698" y="12197"/>
                </a:cubicBezTo>
                <a:lnTo>
                  <a:pt x="103201" y="124106"/>
                </a:lnTo>
                <a:moveTo>
                  <a:pt x="51219" y="25324"/>
                </a:moveTo>
                <a:lnTo>
                  <a:pt x="51126" y="25324"/>
                </a:lnTo>
                <a:lnTo>
                  <a:pt x="30315" y="85375"/>
                </a:lnTo>
                <a:lnTo>
                  <a:pt x="72310" y="85375"/>
                </a:lnTo>
                <a:lnTo>
                  <a:pt x="51219" y="25324"/>
                </a:lnTo>
                <a:close/>
                <a:moveTo>
                  <a:pt x="170843" y="49158"/>
                </a:moveTo>
                <a:cubicBezTo>
                  <a:pt x="170843" y="50524"/>
                  <a:pt x="170812" y="51672"/>
                  <a:pt x="170750" y="52603"/>
                </a:cubicBezTo>
                <a:cubicBezTo>
                  <a:pt x="170688" y="53534"/>
                  <a:pt x="170563" y="54264"/>
                  <a:pt x="170377" y="54791"/>
                </a:cubicBezTo>
                <a:cubicBezTo>
                  <a:pt x="170190" y="55319"/>
                  <a:pt x="169957" y="55722"/>
                  <a:pt x="169677" y="56001"/>
                </a:cubicBezTo>
                <a:cubicBezTo>
                  <a:pt x="169397" y="56281"/>
                  <a:pt x="169008" y="56420"/>
                  <a:pt x="168510" y="56420"/>
                </a:cubicBezTo>
                <a:cubicBezTo>
                  <a:pt x="168012" y="56420"/>
                  <a:pt x="167406" y="56281"/>
                  <a:pt x="166690" y="56001"/>
                </a:cubicBezTo>
                <a:cubicBezTo>
                  <a:pt x="165975" y="55722"/>
                  <a:pt x="165166" y="55443"/>
                  <a:pt x="164264" y="55164"/>
                </a:cubicBezTo>
                <a:cubicBezTo>
                  <a:pt x="163362" y="54884"/>
                  <a:pt x="162351" y="54620"/>
                  <a:pt x="161231" y="54372"/>
                </a:cubicBezTo>
                <a:cubicBezTo>
                  <a:pt x="160111" y="54124"/>
                  <a:pt x="158898" y="54000"/>
                  <a:pt x="157591" y="54000"/>
                </a:cubicBezTo>
                <a:cubicBezTo>
                  <a:pt x="156036" y="54000"/>
                  <a:pt x="154512" y="54310"/>
                  <a:pt x="153018" y="54931"/>
                </a:cubicBezTo>
                <a:cubicBezTo>
                  <a:pt x="151525" y="55551"/>
                  <a:pt x="149954" y="56576"/>
                  <a:pt x="148305" y="58003"/>
                </a:cubicBezTo>
                <a:cubicBezTo>
                  <a:pt x="146657" y="59431"/>
                  <a:pt x="144930" y="61324"/>
                  <a:pt x="143126" y="63682"/>
                </a:cubicBezTo>
                <a:cubicBezTo>
                  <a:pt x="141322" y="66041"/>
                  <a:pt x="139331" y="68927"/>
                  <a:pt x="137153" y="72341"/>
                </a:cubicBezTo>
                <a:lnTo>
                  <a:pt x="137153" y="127458"/>
                </a:lnTo>
                <a:cubicBezTo>
                  <a:pt x="137153" y="127955"/>
                  <a:pt x="137029" y="128374"/>
                  <a:pt x="136780" y="128715"/>
                </a:cubicBezTo>
                <a:cubicBezTo>
                  <a:pt x="136531" y="129056"/>
                  <a:pt x="136127" y="129351"/>
                  <a:pt x="135567" y="129599"/>
                </a:cubicBezTo>
                <a:cubicBezTo>
                  <a:pt x="135007" y="129848"/>
                  <a:pt x="134229" y="130034"/>
                  <a:pt x="133234" y="130158"/>
                </a:cubicBezTo>
                <a:cubicBezTo>
                  <a:pt x="132238" y="130282"/>
                  <a:pt x="130963" y="130344"/>
                  <a:pt x="129407" y="130344"/>
                </a:cubicBezTo>
                <a:cubicBezTo>
                  <a:pt x="127914" y="130344"/>
                  <a:pt x="126670" y="130282"/>
                  <a:pt x="125674" y="130158"/>
                </a:cubicBezTo>
                <a:cubicBezTo>
                  <a:pt x="124679" y="130034"/>
                  <a:pt x="123886" y="129848"/>
                  <a:pt x="123295" y="129599"/>
                </a:cubicBezTo>
                <a:cubicBezTo>
                  <a:pt x="122704" y="129351"/>
                  <a:pt x="122299" y="129056"/>
                  <a:pt x="122082" y="128715"/>
                </a:cubicBezTo>
                <a:cubicBezTo>
                  <a:pt x="121864" y="128374"/>
                  <a:pt x="121755" y="127955"/>
                  <a:pt x="121755" y="127458"/>
                </a:cubicBezTo>
                <a:lnTo>
                  <a:pt x="121755" y="43665"/>
                </a:lnTo>
                <a:cubicBezTo>
                  <a:pt x="121755" y="43169"/>
                  <a:pt x="121848" y="42750"/>
                  <a:pt x="122035" y="42408"/>
                </a:cubicBezTo>
                <a:cubicBezTo>
                  <a:pt x="122222" y="42067"/>
                  <a:pt x="122595" y="41757"/>
                  <a:pt x="123155" y="41477"/>
                </a:cubicBezTo>
                <a:cubicBezTo>
                  <a:pt x="123715" y="41198"/>
                  <a:pt x="124430" y="41012"/>
                  <a:pt x="125301" y="40919"/>
                </a:cubicBezTo>
                <a:cubicBezTo>
                  <a:pt x="126172" y="40826"/>
                  <a:pt x="127323" y="40779"/>
                  <a:pt x="128754" y="40779"/>
                </a:cubicBezTo>
                <a:cubicBezTo>
                  <a:pt x="130123" y="40779"/>
                  <a:pt x="131258" y="40826"/>
                  <a:pt x="132160" y="40919"/>
                </a:cubicBezTo>
                <a:cubicBezTo>
                  <a:pt x="133063" y="41012"/>
                  <a:pt x="133763" y="41198"/>
                  <a:pt x="134260" y="41477"/>
                </a:cubicBezTo>
                <a:cubicBezTo>
                  <a:pt x="134758" y="41757"/>
                  <a:pt x="135116" y="42067"/>
                  <a:pt x="135333" y="42408"/>
                </a:cubicBezTo>
                <a:cubicBezTo>
                  <a:pt x="135551" y="42750"/>
                  <a:pt x="135660" y="43169"/>
                  <a:pt x="135660" y="43665"/>
                </a:cubicBezTo>
                <a:lnTo>
                  <a:pt x="135660" y="55862"/>
                </a:lnTo>
                <a:cubicBezTo>
                  <a:pt x="137962" y="52510"/>
                  <a:pt x="140124" y="49779"/>
                  <a:pt x="142146" y="47669"/>
                </a:cubicBezTo>
                <a:cubicBezTo>
                  <a:pt x="144168" y="45558"/>
                  <a:pt x="146081" y="43898"/>
                  <a:pt x="147886" y="42688"/>
                </a:cubicBezTo>
                <a:cubicBezTo>
                  <a:pt x="149690" y="41477"/>
                  <a:pt x="151479" y="40639"/>
                  <a:pt x="153252" y="40174"/>
                </a:cubicBezTo>
                <a:cubicBezTo>
                  <a:pt x="155025" y="39708"/>
                  <a:pt x="156814" y="39476"/>
                  <a:pt x="158618" y="39476"/>
                </a:cubicBezTo>
                <a:cubicBezTo>
                  <a:pt x="159427" y="39476"/>
                  <a:pt x="160344" y="39522"/>
                  <a:pt x="161371" y="39615"/>
                </a:cubicBezTo>
                <a:cubicBezTo>
                  <a:pt x="162397" y="39708"/>
                  <a:pt x="163471" y="39879"/>
                  <a:pt x="164590" y="40127"/>
                </a:cubicBezTo>
                <a:cubicBezTo>
                  <a:pt x="165710" y="40376"/>
                  <a:pt x="166721" y="40655"/>
                  <a:pt x="167624" y="40965"/>
                </a:cubicBezTo>
                <a:cubicBezTo>
                  <a:pt x="168526" y="41276"/>
                  <a:pt x="169163" y="41586"/>
                  <a:pt x="169537" y="41896"/>
                </a:cubicBezTo>
                <a:cubicBezTo>
                  <a:pt x="169910" y="42207"/>
                  <a:pt x="170159" y="42502"/>
                  <a:pt x="170283" y="42781"/>
                </a:cubicBezTo>
                <a:cubicBezTo>
                  <a:pt x="170408" y="43060"/>
                  <a:pt x="170517" y="43417"/>
                  <a:pt x="170610" y="43852"/>
                </a:cubicBezTo>
                <a:cubicBezTo>
                  <a:pt x="170703" y="44286"/>
                  <a:pt x="170765" y="44922"/>
                  <a:pt x="170797" y="45760"/>
                </a:cubicBezTo>
                <a:cubicBezTo>
                  <a:pt x="170828" y="46598"/>
                  <a:pt x="170843" y="47731"/>
                  <a:pt x="170843" y="49158"/>
                </a:cubicBezTo>
                <a:close/>
                <a:moveTo>
                  <a:pt x="249508" y="114796"/>
                </a:moveTo>
                <a:cubicBezTo>
                  <a:pt x="249508" y="115851"/>
                  <a:pt x="249476" y="116767"/>
                  <a:pt x="249414" y="117543"/>
                </a:cubicBezTo>
                <a:cubicBezTo>
                  <a:pt x="249352" y="118318"/>
                  <a:pt x="249243" y="118970"/>
                  <a:pt x="249088" y="119498"/>
                </a:cubicBezTo>
                <a:cubicBezTo>
                  <a:pt x="248932" y="120025"/>
                  <a:pt x="248745" y="120491"/>
                  <a:pt x="248528" y="120894"/>
                </a:cubicBezTo>
                <a:cubicBezTo>
                  <a:pt x="248310" y="121298"/>
                  <a:pt x="247812" y="121887"/>
                  <a:pt x="247034" y="122663"/>
                </a:cubicBezTo>
                <a:cubicBezTo>
                  <a:pt x="246257" y="123439"/>
                  <a:pt x="244935" y="124401"/>
                  <a:pt x="243068" y="125549"/>
                </a:cubicBezTo>
                <a:cubicBezTo>
                  <a:pt x="241202" y="126698"/>
                  <a:pt x="239102" y="127722"/>
                  <a:pt x="236769" y="128622"/>
                </a:cubicBezTo>
                <a:cubicBezTo>
                  <a:pt x="234436" y="129522"/>
                  <a:pt x="231900" y="130251"/>
                  <a:pt x="229163" y="130810"/>
                </a:cubicBezTo>
                <a:cubicBezTo>
                  <a:pt x="226425" y="131368"/>
                  <a:pt x="223595" y="131648"/>
                  <a:pt x="220671" y="131648"/>
                </a:cubicBezTo>
                <a:cubicBezTo>
                  <a:pt x="214636" y="131648"/>
                  <a:pt x="209285" y="130653"/>
                  <a:pt x="204619" y="128663"/>
                </a:cubicBezTo>
                <a:cubicBezTo>
                  <a:pt x="199953" y="126672"/>
                  <a:pt x="196049" y="123765"/>
                  <a:pt x="192907" y="119940"/>
                </a:cubicBezTo>
                <a:cubicBezTo>
                  <a:pt x="189765" y="116115"/>
                  <a:pt x="187369" y="111419"/>
                  <a:pt x="185721" y="105852"/>
                </a:cubicBezTo>
                <a:cubicBezTo>
                  <a:pt x="184072" y="100285"/>
                  <a:pt x="183248" y="93864"/>
                  <a:pt x="183248" y="86589"/>
                </a:cubicBezTo>
                <a:cubicBezTo>
                  <a:pt x="183248" y="78316"/>
                  <a:pt x="184259" y="71210"/>
                  <a:pt x="186281" y="65271"/>
                </a:cubicBezTo>
                <a:cubicBezTo>
                  <a:pt x="188303" y="59332"/>
                  <a:pt x="191071" y="54465"/>
                  <a:pt x="194587" y="50671"/>
                </a:cubicBezTo>
                <a:cubicBezTo>
                  <a:pt x="198102" y="46877"/>
                  <a:pt x="202239" y="44063"/>
                  <a:pt x="206999" y="42228"/>
                </a:cubicBezTo>
                <a:cubicBezTo>
                  <a:pt x="211758" y="40393"/>
                  <a:pt x="216906" y="39476"/>
                  <a:pt x="222444" y="39476"/>
                </a:cubicBezTo>
                <a:cubicBezTo>
                  <a:pt x="225119" y="39476"/>
                  <a:pt x="227716" y="39724"/>
                  <a:pt x="230236" y="40220"/>
                </a:cubicBezTo>
                <a:cubicBezTo>
                  <a:pt x="232756" y="40717"/>
                  <a:pt x="235073" y="41369"/>
                  <a:pt x="237189" y="42176"/>
                </a:cubicBezTo>
                <a:cubicBezTo>
                  <a:pt x="239304" y="42983"/>
                  <a:pt x="241186" y="43914"/>
                  <a:pt x="242835" y="44969"/>
                </a:cubicBezTo>
                <a:cubicBezTo>
                  <a:pt x="244484" y="46024"/>
                  <a:pt x="245681" y="46924"/>
                  <a:pt x="246428" y="47669"/>
                </a:cubicBezTo>
                <a:cubicBezTo>
                  <a:pt x="247174" y="48414"/>
                  <a:pt x="247688" y="49003"/>
                  <a:pt x="247968" y="49438"/>
                </a:cubicBezTo>
                <a:cubicBezTo>
                  <a:pt x="248248" y="49872"/>
                  <a:pt x="248481" y="50384"/>
                  <a:pt x="248668" y="50974"/>
                </a:cubicBezTo>
                <a:cubicBezTo>
                  <a:pt x="248854" y="51564"/>
                  <a:pt x="248979" y="52231"/>
                  <a:pt x="249041" y="52976"/>
                </a:cubicBezTo>
                <a:cubicBezTo>
                  <a:pt x="249103" y="53720"/>
                  <a:pt x="249134" y="54651"/>
                  <a:pt x="249134" y="55769"/>
                </a:cubicBezTo>
                <a:cubicBezTo>
                  <a:pt x="249134" y="58189"/>
                  <a:pt x="248854" y="59881"/>
                  <a:pt x="248294" y="60843"/>
                </a:cubicBezTo>
                <a:cubicBezTo>
                  <a:pt x="247734" y="61805"/>
                  <a:pt x="247050" y="62286"/>
                  <a:pt x="246241" y="62286"/>
                </a:cubicBezTo>
                <a:cubicBezTo>
                  <a:pt x="245308" y="62286"/>
                  <a:pt x="244235" y="61774"/>
                  <a:pt x="243022" y="60750"/>
                </a:cubicBezTo>
                <a:cubicBezTo>
                  <a:pt x="241808" y="59726"/>
                  <a:pt x="240268" y="58593"/>
                  <a:pt x="238402" y="57351"/>
                </a:cubicBezTo>
                <a:cubicBezTo>
                  <a:pt x="236536" y="56110"/>
                  <a:pt x="234280" y="54977"/>
                  <a:pt x="231636" y="53953"/>
                </a:cubicBezTo>
                <a:cubicBezTo>
                  <a:pt x="228992" y="52929"/>
                  <a:pt x="225866" y="52417"/>
                  <a:pt x="222257" y="52417"/>
                </a:cubicBezTo>
                <a:cubicBezTo>
                  <a:pt x="214853" y="52417"/>
                  <a:pt x="209176" y="55265"/>
                  <a:pt x="205225" y="60962"/>
                </a:cubicBezTo>
                <a:cubicBezTo>
                  <a:pt x="201275" y="66657"/>
                  <a:pt x="199299" y="74919"/>
                  <a:pt x="199299" y="85748"/>
                </a:cubicBezTo>
                <a:cubicBezTo>
                  <a:pt x="199299" y="91163"/>
                  <a:pt x="199813" y="95910"/>
                  <a:pt x="200839" y="99987"/>
                </a:cubicBezTo>
                <a:cubicBezTo>
                  <a:pt x="201866" y="104064"/>
                  <a:pt x="203375" y="107472"/>
                  <a:pt x="205365" y="110211"/>
                </a:cubicBezTo>
                <a:cubicBezTo>
                  <a:pt x="207356" y="112949"/>
                  <a:pt x="209798" y="114988"/>
                  <a:pt x="212691" y="116326"/>
                </a:cubicBezTo>
                <a:cubicBezTo>
                  <a:pt x="215584" y="117665"/>
                  <a:pt x="218897" y="118334"/>
                  <a:pt x="222630" y="118334"/>
                </a:cubicBezTo>
                <a:cubicBezTo>
                  <a:pt x="226177" y="118334"/>
                  <a:pt x="229287" y="117775"/>
                  <a:pt x="231963" y="116658"/>
                </a:cubicBezTo>
                <a:cubicBezTo>
                  <a:pt x="234638" y="115541"/>
                  <a:pt x="236956" y="114315"/>
                  <a:pt x="238915" y="112980"/>
                </a:cubicBezTo>
                <a:cubicBezTo>
                  <a:pt x="240875" y="111646"/>
                  <a:pt x="242524" y="110436"/>
                  <a:pt x="243861" y="109349"/>
                </a:cubicBezTo>
                <a:cubicBezTo>
                  <a:pt x="245199" y="108263"/>
                  <a:pt x="246241" y="107720"/>
                  <a:pt x="246988" y="107720"/>
                </a:cubicBezTo>
                <a:cubicBezTo>
                  <a:pt x="247423" y="107720"/>
                  <a:pt x="247797" y="107844"/>
                  <a:pt x="248108" y="108093"/>
                </a:cubicBezTo>
                <a:cubicBezTo>
                  <a:pt x="248419" y="108341"/>
                  <a:pt x="248683" y="108760"/>
                  <a:pt x="248901" y="109349"/>
                </a:cubicBezTo>
                <a:cubicBezTo>
                  <a:pt x="249119" y="109939"/>
                  <a:pt x="249274" y="110684"/>
                  <a:pt x="249368" y="111584"/>
                </a:cubicBezTo>
                <a:cubicBezTo>
                  <a:pt x="249461" y="112484"/>
                  <a:pt x="249508" y="113555"/>
                  <a:pt x="249508" y="114796"/>
                </a:cubicBezTo>
                <a:close/>
                <a:moveTo>
                  <a:pt x="341822" y="127458"/>
                </a:moveTo>
                <a:cubicBezTo>
                  <a:pt x="341822" y="127955"/>
                  <a:pt x="341697" y="128374"/>
                  <a:pt x="341449" y="128715"/>
                </a:cubicBezTo>
                <a:cubicBezTo>
                  <a:pt x="341200" y="129056"/>
                  <a:pt x="340795" y="129351"/>
                  <a:pt x="340235" y="129599"/>
                </a:cubicBezTo>
                <a:cubicBezTo>
                  <a:pt x="339675" y="129848"/>
                  <a:pt x="338898" y="130034"/>
                  <a:pt x="337902" y="130158"/>
                </a:cubicBezTo>
                <a:cubicBezTo>
                  <a:pt x="336907" y="130282"/>
                  <a:pt x="335663" y="130344"/>
                  <a:pt x="334169" y="130344"/>
                </a:cubicBezTo>
                <a:cubicBezTo>
                  <a:pt x="332614" y="130344"/>
                  <a:pt x="331339" y="130282"/>
                  <a:pt x="330343" y="130158"/>
                </a:cubicBezTo>
                <a:cubicBezTo>
                  <a:pt x="329348" y="130034"/>
                  <a:pt x="328570" y="129848"/>
                  <a:pt x="328010" y="129599"/>
                </a:cubicBezTo>
                <a:cubicBezTo>
                  <a:pt x="327450" y="129351"/>
                  <a:pt x="327046" y="129056"/>
                  <a:pt x="326797" y="128715"/>
                </a:cubicBezTo>
                <a:cubicBezTo>
                  <a:pt x="326548" y="128374"/>
                  <a:pt x="326423" y="127955"/>
                  <a:pt x="326423" y="127458"/>
                </a:cubicBezTo>
                <a:lnTo>
                  <a:pt x="326423" y="78393"/>
                </a:lnTo>
                <a:cubicBezTo>
                  <a:pt x="326423" y="73613"/>
                  <a:pt x="326050" y="69765"/>
                  <a:pt x="325304" y="66848"/>
                </a:cubicBezTo>
                <a:cubicBezTo>
                  <a:pt x="324557" y="63931"/>
                  <a:pt x="323468" y="61417"/>
                  <a:pt x="322037" y="59307"/>
                </a:cubicBezTo>
                <a:cubicBezTo>
                  <a:pt x="320606" y="57196"/>
                  <a:pt x="318755" y="55582"/>
                  <a:pt x="316484" y="54465"/>
                </a:cubicBezTo>
                <a:cubicBezTo>
                  <a:pt x="314214" y="53348"/>
                  <a:pt x="311585" y="52789"/>
                  <a:pt x="308599" y="52789"/>
                </a:cubicBezTo>
                <a:cubicBezTo>
                  <a:pt x="304741" y="52789"/>
                  <a:pt x="300884" y="54155"/>
                  <a:pt x="297026" y="56886"/>
                </a:cubicBezTo>
                <a:cubicBezTo>
                  <a:pt x="293169" y="59617"/>
                  <a:pt x="289125" y="63620"/>
                  <a:pt x="284894" y="68896"/>
                </a:cubicBezTo>
                <a:lnTo>
                  <a:pt x="284894" y="127458"/>
                </a:lnTo>
                <a:cubicBezTo>
                  <a:pt x="284894" y="127955"/>
                  <a:pt x="284770" y="128374"/>
                  <a:pt x="284521" y="128715"/>
                </a:cubicBezTo>
                <a:cubicBezTo>
                  <a:pt x="284272" y="129056"/>
                  <a:pt x="283868" y="129351"/>
                  <a:pt x="283308" y="129599"/>
                </a:cubicBezTo>
                <a:cubicBezTo>
                  <a:pt x="282748" y="129848"/>
                  <a:pt x="281970" y="130034"/>
                  <a:pt x="280975" y="130158"/>
                </a:cubicBezTo>
                <a:cubicBezTo>
                  <a:pt x="279979" y="130282"/>
                  <a:pt x="278704" y="130344"/>
                  <a:pt x="277149" y="130344"/>
                </a:cubicBezTo>
                <a:cubicBezTo>
                  <a:pt x="275655" y="130344"/>
                  <a:pt x="274411" y="130282"/>
                  <a:pt x="273416" y="130158"/>
                </a:cubicBezTo>
                <a:cubicBezTo>
                  <a:pt x="272420" y="130034"/>
                  <a:pt x="271627" y="129848"/>
                  <a:pt x="271036" y="129599"/>
                </a:cubicBezTo>
                <a:cubicBezTo>
                  <a:pt x="270445" y="129351"/>
                  <a:pt x="270040" y="129056"/>
                  <a:pt x="269823" y="128715"/>
                </a:cubicBezTo>
                <a:cubicBezTo>
                  <a:pt x="269605" y="128372"/>
                  <a:pt x="269496" y="127952"/>
                  <a:pt x="269496" y="127455"/>
                </a:cubicBezTo>
                <a:lnTo>
                  <a:pt x="269496" y="2982"/>
                </a:lnTo>
                <a:cubicBezTo>
                  <a:pt x="269496" y="2486"/>
                  <a:pt x="269605" y="2051"/>
                  <a:pt x="269823" y="1679"/>
                </a:cubicBezTo>
                <a:cubicBezTo>
                  <a:pt x="270040" y="1304"/>
                  <a:pt x="270445" y="993"/>
                  <a:pt x="271036" y="745"/>
                </a:cubicBezTo>
                <a:cubicBezTo>
                  <a:pt x="271627" y="497"/>
                  <a:pt x="272420" y="310"/>
                  <a:pt x="273416" y="186"/>
                </a:cubicBezTo>
                <a:cubicBezTo>
                  <a:pt x="274411" y="62"/>
                  <a:pt x="275655" y="0"/>
                  <a:pt x="277149" y="0"/>
                </a:cubicBezTo>
                <a:cubicBezTo>
                  <a:pt x="278704" y="0"/>
                  <a:pt x="279979" y="62"/>
                  <a:pt x="280975" y="186"/>
                </a:cubicBezTo>
                <a:cubicBezTo>
                  <a:pt x="281970" y="310"/>
                  <a:pt x="282748" y="498"/>
                  <a:pt x="283308" y="748"/>
                </a:cubicBezTo>
                <a:cubicBezTo>
                  <a:pt x="283868" y="996"/>
                  <a:pt x="284272" y="1306"/>
                  <a:pt x="284521" y="1679"/>
                </a:cubicBezTo>
                <a:cubicBezTo>
                  <a:pt x="284770" y="2051"/>
                  <a:pt x="284894" y="2487"/>
                  <a:pt x="284894" y="2985"/>
                </a:cubicBezTo>
                <a:lnTo>
                  <a:pt x="284894" y="53255"/>
                </a:lnTo>
                <a:cubicBezTo>
                  <a:pt x="289312" y="48600"/>
                  <a:pt x="293760" y="45139"/>
                  <a:pt x="298240" y="42874"/>
                </a:cubicBezTo>
                <a:cubicBezTo>
                  <a:pt x="302719" y="40608"/>
                  <a:pt x="307230" y="39476"/>
                  <a:pt x="311772" y="39476"/>
                </a:cubicBezTo>
                <a:cubicBezTo>
                  <a:pt x="317371" y="39476"/>
                  <a:pt x="322084" y="40422"/>
                  <a:pt x="325910" y="42315"/>
                </a:cubicBezTo>
                <a:cubicBezTo>
                  <a:pt x="329736" y="44208"/>
                  <a:pt x="332832" y="46738"/>
                  <a:pt x="335196" y="49903"/>
                </a:cubicBezTo>
                <a:cubicBezTo>
                  <a:pt x="337560" y="53069"/>
                  <a:pt x="339255" y="56777"/>
                  <a:pt x="340282" y="61029"/>
                </a:cubicBezTo>
                <a:cubicBezTo>
                  <a:pt x="341309" y="65281"/>
                  <a:pt x="341822" y="70417"/>
                  <a:pt x="341822" y="76438"/>
                </a:cubicBezTo>
                <a:lnTo>
                  <a:pt x="341822" y="127458"/>
                </a:lnTo>
                <a:close/>
                <a:moveTo>
                  <a:pt x="384758" y="127458"/>
                </a:moveTo>
                <a:cubicBezTo>
                  <a:pt x="384758" y="127955"/>
                  <a:pt x="384634" y="128374"/>
                  <a:pt x="384385" y="128715"/>
                </a:cubicBezTo>
                <a:cubicBezTo>
                  <a:pt x="384136" y="129056"/>
                  <a:pt x="383732" y="129351"/>
                  <a:pt x="383172" y="129599"/>
                </a:cubicBezTo>
                <a:cubicBezTo>
                  <a:pt x="382612" y="129848"/>
                  <a:pt x="381834" y="130034"/>
                  <a:pt x="380839" y="130158"/>
                </a:cubicBezTo>
                <a:cubicBezTo>
                  <a:pt x="379843" y="130282"/>
                  <a:pt x="378568" y="130344"/>
                  <a:pt x="377012" y="130344"/>
                </a:cubicBezTo>
                <a:cubicBezTo>
                  <a:pt x="375519" y="130344"/>
                  <a:pt x="374275" y="130282"/>
                  <a:pt x="373279" y="130158"/>
                </a:cubicBezTo>
                <a:cubicBezTo>
                  <a:pt x="372284" y="130034"/>
                  <a:pt x="371491" y="129848"/>
                  <a:pt x="370900" y="129599"/>
                </a:cubicBezTo>
                <a:cubicBezTo>
                  <a:pt x="370309" y="129351"/>
                  <a:pt x="369904" y="129056"/>
                  <a:pt x="369687" y="128715"/>
                </a:cubicBezTo>
                <a:cubicBezTo>
                  <a:pt x="369469" y="128374"/>
                  <a:pt x="369360" y="127955"/>
                  <a:pt x="369360" y="127458"/>
                </a:cubicBezTo>
                <a:lnTo>
                  <a:pt x="369360" y="43665"/>
                </a:lnTo>
                <a:cubicBezTo>
                  <a:pt x="369360" y="43231"/>
                  <a:pt x="369469" y="42827"/>
                  <a:pt x="369687" y="42455"/>
                </a:cubicBezTo>
                <a:cubicBezTo>
                  <a:pt x="369904" y="42083"/>
                  <a:pt x="370309" y="41772"/>
                  <a:pt x="370900" y="41524"/>
                </a:cubicBezTo>
                <a:cubicBezTo>
                  <a:pt x="371491" y="41276"/>
                  <a:pt x="372284" y="41089"/>
                  <a:pt x="373279" y="40965"/>
                </a:cubicBezTo>
                <a:cubicBezTo>
                  <a:pt x="374275" y="40841"/>
                  <a:pt x="375519" y="40779"/>
                  <a:pt x="377012" y="40779"/>
                </a:cubicBezTo>
                <a:cubicBezTo>
                  <a:pt x="378568" y="40779"/>
                  <a:pt x="379843" y="40841"/>
                  <a:pt x="380839" y="40965"/>
                </a:cubicBezTo>
                <a:cubicBezTo>
                  <a:pt x="381834" y="41089"/>
                  <a:pt x="382612" y="41276"/>
                  <a:pt x="383172" y="41524"/>
                </a:cubicBezTo>
                <a:cubicBezTo>
                  <a:pt x="383732" y="41772"/>
                  <a:pt x="384136" y="42083"/>
                  <a:pt x="384385" y="42455"/>
                </a:cubicBezTo>
                <a:cubicBezTo>
                  <a:pt x="384634" y="42827"/>
                  <a:pt x="384758" y="43231"/>
                  <a:pt x="384758" y="43665"/>
                </a:cubicBezTo>
                <a:lnTo>
                  <a:pt x="384758" y="127458"/>
                </a:lnTo>
                <a:moveTo>
                  <a:pt x="386531" y="15269"/>
                </a:moveTo>
                <a:cubicBezTo>
                  <a:pt x="386531" y="18869"/>
                  <a:pt x="385847" y="21321"/>
                  <a:pt x="384478" y="22624"/>
                </a:cubicBezTo>
                <a:cubicBezTo>
                  <a:pt x="383110" y="23927"/>
                  <a:pt x="380590" y="24579"/>
                  <a:pt x="376919" y="24579"/>
                </a:cubicBezTo>
                <a:cubicBezTo>
                  <a:pt x="373311" y="24579"/>
                  <a:pt x="370838" y="23943"/>
                  <a:pt x="369500" y="22671"/>
                </a:cubicBezTo>
                <a:cubicBezTo>
                  <a:pt x="368162" y="21398"/>
                  <a:pt x="367493" y="18993"/>
                  <a:pt x="367493" y="15455"/>
                </a:cubicBezTo>
                <a:cubicBezTo>
                  <a:pt x="367493" y="11855"/>
                  <a:pt x="368178" y="9403"/>
                  <a:pt x="369547" y="8100"/>
                </a:cubicBezTo>
                <a:cubicBezTo>
                  <a:pt x="370915" y="6797"/>
                  <a:pt x="373435" y="6145"/>
                  <a:pt x="377106" y="6145"/>
                </a:cubicBezTo>
                <a:cubicBezTo>
                  <a:pt x="380714" y="6145"/>
                  <a:pt x="383187" y="6781"/>
                  <a:pt x="384525" y="8053"/>
                </a:cubicBezTo>
                <a:cubicBezTo>
                  <a:pt x="385863" y="9326"/>
                  <a:pt x="386531" y="11731"/>
                  <a:pt x="386531" y="15269"/>
                </a:cubicBezTo>
                <a:close/>
                <a:moveTo>
                  <a:pt x="481714" y="43479"/>
                </a:moveTo>
                <a:cubicBezTo>
                  <a:pt x="481714" y="43727"/>
                  <a:pt x="481699" y="43991"/>
                  <a:pt x="481668" y="44270"/>
                </a:cubicBezTo>
                <a:cubicBezTo>
                  <a:pt x="481636" y="44550"/>
                  <a:pt x="481590" y="44845"/>
                  <a:pt x="481528" y="45155"/>
                </a:cubicBezTo>
                <a:cubicBezTo>
                  <a:pt x="481465" y="45465"/>
                  <a:pt x="481388" y="45807"/>
                  <a:pt x="481294" y="46179"/>
                </a:cubicBezTo>
                <a:cubicBezTo>
                  <a:pt x="481201" y="46551"/>
                  <a:pt x="481092" y="46955"/>
                  <a:pt x="480968" y="47389"/>
                </a:cubicBezTo>
                <a:lnTo>
                  <a:pt x="452317" y="126992"/>
                </a:lnTo>
                <a:cubicBezTo>
                  <a:pt x="452068" y="127675"/>
                  <a:pt x="451742" y="128234"/>
                  <a:pt x="451337" y="128668"/>
                </a:cubicBezTo>
                <a:cubicBezTo>
                  <a:pt x="450933" y="129103"/>
                  <a:pt x="450326" y="129444"/>
                  <a:pt x="449518" y="129692"/>
                </a:cubicBezTo>
                <a:cubicBezTo>
                  <a:pt x="448709" y="129941"/>
                  <a:pt x="447682" y="130111"/>
                  <a:pt x="446438" y="130205"/>
                </a:cubicBezTo>
                <a:cubicBezTo>
                  <a:pt x="445194" y="130298"/>
                  <a:pt x="443638" y="130344"/>
                  <a:pt x="441772" y="130344"/>
                </a:cubicBezTo>
                <a:cubicBezTo>
                  <a:pt x="439905" y="130344"/>
                  <a:pt x="438350" y="130282"/>
                  <a:pt x="437106" y="130158"/>
                </a:cubicBezTo>
                <a:cubicBezTo>
                  <a:pt x="435861" y="130034"/>
                  <a:pt x="434850" y="129848"/>
                  <a:pt x="434072" y="129599"/>
                </a:cubicBezTo>
                <a:cubicBezTo>
                  <a:pt x="433295" y="129351"/>
                  <a:pt x="432688" y="129010"/>
                  <a:pt x="432253" y="128575"/>
                </a:cubicBezTo>
                <a:cubicBezTo>
                  <a:pt x="431817" y="128141"/>
                  <a:pt x="431475" y="127613"/>
                  <a:pt x="431226" y="126992"/>
                </a:cubicBezTo>
                <a:lnTo>
                  <a:pt x="402669" y="47389"/>
                </a:lnTo>
                <a:cubicBezTo>
                  <a:pt x="402420" y="46645"/>
                  <a:pt x="402218" y="45993"/>
                  <a:pt x="402062" y="45434"/>
                </a:cubicBezTo>
                <a:cubicBezTo>
                  <a:pt x="401907" y="44876"/>
                  <a:pt x="401814" y="44457"/>
                  <a:pt x="401782" y="44177"/>
                </a:cubicBezTo>
                <a:cubicBezTo>
                  <a:pt x="401751" y="43898"/>
                  <a:pt x="401736" y="43665"/>
                  <a:pt x="401736" y="43479"/>
                </a:cubicBezTo>
                <a:cubicBezTo>
                  <a:pt x="401736" y="42983"/>
                  <a:pt x="401860" y="42548"/>
                  <a:pt x="402109" y="42176"/>
                </a:cubicBezTo>
                <a:cubicBezTo>
                  <a:pt x="402358" y="41803"/>
                  <a:pt x="402778" y="41508"/>
                  <a:pt x="403369" y="41291"/>
                </a:cubicBezTo>
                <a:cubicBezTo>
                  <a:pt x="403960" y="41074"/>
                  <a:pt x="404738" y="40934"/>
                  <a:pt x="405702" y="40872"/>
                </a:cubicBezTo>
                <a:cubicBezTo>
                  <a:pt x="406666" y="40810"/>
                  <a:pt x="407864" y="40779"/>
                  <a:pt x="409295" y="40779"/>
                </a:cubicBezTo>
                <a:cubicBezTo>
                  <a:pt x="411099" y="40779"/>
                  <a:pt x="412546" y="40826"/>
                  <a:pt x="413635" y="40919"/>
                </a:cubicBezTo>
                <a:cubicBezTo>
                  <a:pt x="414723" y="41012"/>
                  <a:pt x="415563" y="41183"/>
                  <a:pt x="416154" y="41431"/>
                </a:cubicBezTo>
                <a:cubicBezTo>
                  <a:pt x="416745" y="41679"/>
                  <a:pt x="417181" y="41989"/>
                  <a:pt x="417461" y="42362"/>
                </a:cubicBezTo>
                <a:cubicBezTo>
                  <a:pt x="417741" y="42734"/>
                  <a:pt x="418005" y="43200"/>
                  <a:pt x="418254" y="43758"/>
                </a:cubicBezTo>
                <a:lnTo>
                  <a:pt x="441958" y="112841"/>
                </a:lnTo>
                <a:lnTo>
                  <a:pt x="442332" y="113958"/>
                </a:lnTo>
                <a:lnTo>
                  <a:pt x="442612" y="112841"/>
                </a:lnTo>
                <a:lnTo>
                  <a:pt x="466036" y="43758"/>
                </a:lnTo>
                <a:cubicBezTo>
                  <a:pt x="466160" y="43200"/>
                  <a:pt x="466378" y="42734"/>
                  <a:pt x="466689" y="42362"/>
                </a:cubicBezTo>
                <a:cubicBezTo>
                  <a:pt x="467000" y="41989"/>
                  <a:pt x="467451" y="41679"/>
                  <a:pt x="468042" y="41431"/>
                </a:cubicBezTo>
                <a:cubicBezTo>
                  <a:pt x="468633" y="41183"/>
                  <a:pt x="469442" y="41012"/>
                  <a:pt x="470469" y="40919"/>
                </a:cubicBezTo>
                <a:cubicBezTo>
                  <a:pt x="471495" y="40826"/>
                  <a:pt x="472848" y="40779"/>
                  <a:pt x="474528" y="40779"/>
                </a:cubicBezTo>
                <a:cubicBezTo>
                  <a:pt x="475959" y="40779"/>
                  <a:pt x="477141" y="40810"/>
                  <a:pt x="478075" y="40872"/>
                </a:cubicBezTo>
                <a:cubicBezTo>
                  <a:pt x="479008" y="40934"/>
                  <a:pt x="479739" y="41089"/>
                  <a:pt x="480268" y="41338"/>
                </a:cubicBezTo>
                <a:cubicBezTo>
                  <a:pt x="480797" y="41586"/>
                  <a:pt x="481170" y="41881"/>
                  <a:pt x="481388" y="42222"/>
                </a:cubicBezTo>
                <a:cubicBezTo>
                  <a:pt x="481605" y="42564"/>
                  <a:pt x="481714" y="42983"/>
                  <a:pt x="481714" y="43479"/>
                </a:cubicBezTo>
                <a:close/>
                <a:moveTo>
                  <a:pt x="571381" y="81931"/>
                </a:moveTo>
                <a:cubicBezTo>
                  <a:pt x="571381" y="84351"/>
                  <a:pt x="570775" y="86074"/>
                  <a:pt x="569561" y="87098"/>
                </a:cubicBezTo>
                <a:cubicBezTo>
                  <a:pt x="568348" y="88122"/>
                  <a:pt x="566964" y="88634"/>
                  <a:pt x="565408" y="88634"/>
                </a:cubicBezTo>
                <a:lnTo>
                  <a:pt x="510347" y="88634"/>
                </a:lnTo>
                <a:cubicBezTo>
                  <a:pt x="510347" y="93303"/>
                  <a:pt x="510814" y="97505"/>
                  <a:pt x="511747" y="101241"/>
                </a:cubicBezTo>
                <a:cubicBezTo>
                  <a:pt x="512680" y="104977"/>
                  <a:pt x="514236" y="108183"/>
                  <a:pt x="516413" y="110859"/>
                </a:cubicBezTo>
                <a:cubicBezTo>
                  <a:pt x="518591" y="113536"/>
                  <a:pt x="521422" y="115591"/>
                  <a:pt x="524906" y="117025"/>
                </a:cubicBezTo>
                <a:cubicBezTo>
                  <a:pt x="528390" y="118456"/>
                  <a:pt x="532652" y="119172"/>
                  <a:pt x="537691" y="119172"/>
                </a:cubicBezTo>
                <a:cubicBezTo>
                  <a:pt x="541673" y="119172"/>
                  <a:pt x="545219" y="118846"/>
                  <a:pt x="548330" y="118194"/>
                </a:cubicBezTo>
                <a:cubicBezTo>
                  <a:pt x="551441" y="117543"/>
                  <a:pt x="554132" y="116813"/>
                  <a:pt x="556403" y="116006"/>
                </a:cubicBezTo>
                <a:cubicBezTo>
                  <a:pt x="558674" y="115199"/>
                  <a:pt x="560540" y="114470"/>
                  <a:pt x="562002" y="113818"/>
                </a:cubicBezTo>
                <a:cubicBezTo>
                  <a:pt x="563464" y="113167"/>
                  <a:pt x="564568" y="112841"/>
                  <a:pt x="565315" y="112841"/>
                </a:cubicBezTo>
                <a:cubicBezTo>
                  <a:pt x="565751" y="112841"/>
                  <a:pt x="566139" y="112949"/>
                  <a:pt x="566482" y="113167"/>
                </a:cubicBezTo>
                <a:cubicBezTo>
                  <a:pt x="566824" y="113384"/>
                  <a:pt x="567088" y="113710"/>
                  <a:pt x="567275" y="114144"/>
                </a:cubicBezTo>
                <a:cubicBezTo>
                  <a:pt x="567462" y="114579"/>
                  <a:pt x="567601" y="115184"/>
                  <a:pt x="567695" y="115960"/>
                </a:cubicBezTo>
                <a:cubicBezTo>
                  <a:pt x="567788" y="116736"/>
                  <a:pt x="567835" y="117682"/>
                  <a:pt x="567835" y="118799"/>
                </a:cubicBezTo>
                <a:cubicBezTo>
                  <a:pt x="567835" y="119606"/>
                  <a:pt x="567804" y="120305"/>
                  <a:pt x="567741" y="120894"/>
                </a:cubicBezTo>
                <a:cubicBezTo>
                  <a:pt x="567679" y="121484"/>
                  <a:pt x="567601" y="122011"/>
                  <a:pt x="567508" y="122477"/>
                </a:cubicBezTo>
                <a:cubicBezTo>
                  <a:pt x="567415" y="122942"/>
                  <a:pt x="567259" y="123361"/>
                  <a:pt x="567042" y="123734"/>
                </a:cubicBezTo>
                <a:cubicBezTo>
                  <a:pt x="566824" y="124106"/>
                  <a:pt x="566544" y="124463"/>
                  <a:pt x="566202" y="124805"/>
                </a:cubicBezTo>
                <a:cubicBezTo>
                  <a:pt x="565859" y="125146"/>
                  <a:pt x="564848" y="125705"/>
                  <a:pt x="563169" y="126480"/>
                </a:cubicBezTo>
                <a:cubicBezTo>
                  <a:pt x="561489" y="127256"/>
                  <a:pt x="559311" y="128017"/>
                  <a:pt x="556636" y="128761"/>
                </a:cubicBezTo>
                <a:cubicBezTo>
                  <a:pt x="553961" y="129506"/>
                  <a:pt x="550865" y="130173"/>
                  <a:pt x="547350" y="130763"/>
                </a:cubicBezTo>
                <a:cubicBezTo>
                  <a:pt x="543835" y="131353"/>
                  <a:pt x="540087" y="131648"/>
                  <a:pt x="536105" y="131648"/>
                </a:cubicBezTo>
                <a:cubicBezTo>
                  <a:pt x="529199" y="131648"/>
                  <a:pt x="523148" y="130685"/>
                  <a:pt x="517953" y="128759"/>
                </a:cubicBezTo>
                <a:cubicBezTo>
                  <a:pt x="512758" y="126832"/>
                  <a:pt x="508388" y="123974"/>
                  <a:pt x="504841" y="120184"/>
                </a:cubicBezTo>
                <a:cubicBezTo>
                  <a:pt x="501295" y="116394"/>
                  <a:pt x="498620" y="111641"/>
                  <a:pt x="496815" y="105925"/>
                </a:cubicBezTo>
                <a:cubicBezTo>
                  <a:pt x="495011" y="100209"/>
                  <a:pt x="494109" y="93561"/>
                  <a:pt x="494109" y="85981"/>
                </a:cubicBezTo>
                <a:cubicBezTo>
                  <a:pt x="494109" y="78773"/>
                  <a:pt x="495042" y="72295"/>
                  <a:pt x="496909" y="66548"/>
                </a:cubicBezTo>
                <a:cubicBezTo>
                  <a:pt x="498775" y="60801"/>
                  <a:pt x="501466" y="55924"/>
                  <a:pt x="504981" y="51917"/>
                </a:cubicBezTo>
                <a:cubicBezTo>
                  <a:pt x="508496" y="47909"/>
                  <a:pt x="512743" y="44834"/>
                  <a:pt x="517720" y="42691"/>
                </a:cubicBezTo>
                <a:cubicBezTo>
                  <a:pt x="522697" y="40547"/>
                  <a:pt x="528266" y="39476"/>
                  <a:pt x="534425" y="39476"/>
                </a:cubicBezTo>
                <a:cubicBezTo>
                  <a:pt x="541020" y="39476"/>
                  <a:pt x="546635" y="40531"/>
                  <a:pt x="551270" y="42641"/>
                </a:cubicBezTo>
                <a:cubicBezTo>
                  <a:pt x="555905" y="44752"/>
                  <a:pt x="559716" y="47591"/>
                  <a:pt x="562702" y="51160"/>
                </a:cubicBezTo>
                <a:cubicBezTo>
                  <a:pt x="565688" y="54729"/>
                  <a:pt x="567881" y="58919"/>
                  <a:pt x="569281" y="63729"/>
                </a:cubicBezTo>
                <a:cubicBezTo>
                  <a:pt x="570681" y="68539"/>
                  <a:pt x="571381" y="73675"/>
                  <a:pt x="571381" y="79138"/>
                </a:cubicBezTo>
                <a:lnTo>
                  <a:pt x="571381" y="81931"/>
                </a:lnTo>
                <a:moveTo>
                  <a:pt x="555889" y="77369"/>
                </a:moveTo>
                <a:cubicBezTo>
                  <a:pt x="556076" y="69300"/>
                  <a:pt x="554287" y="62969"/>
                  <a:pt x="550523" y="58376"/>
                </a:cubicBezTo>
                <a:cubicBezTo>
                  <a:pt x="546759" y="53782"/>
                  <a:pt x="541175" y="51486"/>
                  <a:pt x="533772" y="51486"/>
                </a:cubicBezTo>
                <a:cubicBezTo>
                  <a:pt x="529976" y="51486"/>
                  <a:pt x="526648" y="52200"/>
                  <a:pt x="523786" y="53627"/>
                </a:cubicBezTo>
                <a:cubicBezTo>
                  <a:pt x="520924" y="55055"/>
                  <a:pt x="518529" y="56948"/>
                  <a:pt x="516600" y="59307"/>
                </a:cubicBezTo>
                <a:cubicBezTo>
                  <a:pt x="514671" y="61665"/>
                  <a:pt x="513178" y="64412"/>
                  <a:pt x="512121" y="67546"/>
                </a:cubicBezTo>
                <a:cubicBezTo>
                  <a:pt x="511063" y="70681"/>
                  <a:pt x="510472" y="73955"/>
                  <a:pt x="510347" y="77369"/>
                </a:cubicBezTo>
                <a:lnTo>
                  <a:pt x="555889" y="77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EF938-CC86-4493-BAF9-3679B0AB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7" y="2077749"/>
            <a:ext cx="1068574" cy="814702"/>
          </a:xfrm>
          <a:custGeom xmlns:a="http://schemas.openxmlformats.org/drawingml/2006/main">
            <a:pathLst>
              <a:path w="1068574" h="814702" fill="none">
                <a:moveTo>
                  <a:pt x="0" y="0"/>
                </a:moveTo>
                <a:lnTo>
                  <a:pt x="1068574" y="0"/>
                </a:lnTo>
                <a:lnTo>
                  <a:pt x="1068574" y="814702"/>
                </a:lnTo>
                <a:lnTo>
                  <a:pt x="0" y="8147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55" cap="flat">
            <a:solidFill>
              <a:srgbClr val="000000"/>
            </a:solidFill>
            <a:miter/>
          </a:ln>
        </p:spPr>
      </p:sp>
      <p:sp>
        <p:nvSpPr>
          <p:cNvPr id="43" name="Text 2.Memory">
            <a:extLst xmlns:a="http://schemas.openxmlformats.org/drawingml/2006/main">
              <a:ext uri="{FF2B5EF4-FFF2-40B4-BE49-F238E27FC236}">
                <a16:creationId xmlns:a16="http://schemas.microsoft.com/office/drawing/2014/main" id="{F7258B40-7912-480C-9C3D-1300390D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49" y="2189423"/>
            <a:ext cx="839243" cy="156227"/>
          </a:xfrm>
          <a:custGeom xmlns:a="http://schemas.openxmlformats.org/drawingml/2006/main">
            <a:pathLst>
              <a:path w="839243" h="156227">
                <a:moveTo>
                  <a:pt x="75592" y="115448"/>
                </a:moveTo>
                <a:cubicBezTo>
                  <a:pt x="75592" y="116565"/>
                  <a:pt x="75514" y="117558"/>
                  <a:pt x="75359" y="118427"/>
                </a:cubicBezTo>
                <a:cubicBezTo>
                  <a:pt x="75203" y="119296"/>
                  <a:pt x="74986" y="120025"/>
                  <a:pt x="74706" y="120615"/>
                </a:cubicBezTo>
                <a:cubicBezTo>
                  <a:pt x="74426" y="121205"/>
                  <a:pt x="74052" y="121639"/>
                  <a:pt x="73586" y="121918"/>
                </a:cubicBezTo>
                <a:cubicBezTo>
                  <a:pt x="73119" y="122198"/>
                  <a:pt x="72606" y="122337"/>
                  <a:pt x="72046" y="122337"/>
                </a:cubicBezTo>
                <a:lnTo>
                  <a:pt x="5319" y="122337"/>
                </a:lnTo>
                <a:cubicBezTo>
                  <a:pt x="4448" y="122337"/>
                  <a:pt x="3686" y="122229"/>
                  <a:pt x="3033" y="122011"/>
                </a:cubicBezTo>
                <a:cubicBezTo>
                  <a:pt x="2380" y="121794"/>
                  <a:pt x="1820" y="121437"/>
                  <a:pt x="1353" y="120941"/>
                </a:cubicBezTo>
                <a:cubicBezTo>
                  <a:pt x="887" y="120444"/>
                  <a:pt x="544" y="119730"/>
                  <a:pt x="327" y="118799"/>
                </a:cubicBezTo>
                <a:cubicBezTo>
                  <a:pt x="109" y="117868"/>
                  <a:pt x="0" y="116720"/>
                  <a:pt x="0" y="115355"/>
                </a:cubicBezTo>
                <a:cubicBezTo>
                  <a:pt x="0" y="114113"/>
                  <a:pt x="47" y="113027"/>
                  <a:pt x="140" y="112096"/>
                </a:cubicBezTo>
                <a:cubicBezTo>
                  <a:pt x="233" y="111165"/>
                  <a:pt x="436" y="110343"/>
                  <a:pt x="747" y="109629"/>
                </a:cubicBezTo>
                <a:cubicBezTo>
                  <a:pt x="1058" y="108915"/>
                  <a:pt x="1447" y="108201"/>
                  <a:pt x="1913" y="107487"/>
                </a:cubicBezTo>
                <a:cubicBezTo>
                  <a:pt x="2380" y="106774"/>
                  <a:pt x="2986" y="106013"/>
                  <a:pt x="3733" y="105206"/>
                </a:cubicBezTo>
                <a:lnTo>
                  <a:pt x="27157" y="80409"/>
                </a:lnTo>
                <a:cubicBezTo>
                  <a:pt x="32570" y="74695"/>
                  <a:pt x="36910" y="69570"/>
                  <a:pt x="40176" y="65035"/>
                </a:cubicBezTo>
                <a:cubicBezTo>
                  <a:pt x="43442" y="60500"/>
                  <a:pt x="45962" y="56370"/>
                  <a:pt x="47735" y="52644"/>
                </a:cubicBezTo>
                <a:cubicBezTo>
                  <a:pt x="49508" y="48916"/>
                  <a:pt x="50675" y="45530"/>
                  <a:pt x="51235" y="42487"/>
                </a:cubicBezTo>
                <a:cubicBezTo>
                  <a:pt x="51795" y="39444"/>
                  <a:pt x="52075" y="36587"/>
                  <a:pt x="52075" y="33916"/>
                </a:cubicBezTo>
                <a:cubicBezTo>
                  <a:pt x="52075" y="31243"/>
                  <a:pt x="51639" y="28711"/>
                  <a:pt x="50768" y="26319"/>
                </a:cubicBezTo>
                <a:cubicBezTo>
                  <a:pt x="49897" y="23926"/>
                  <a:pt x="48637" y="21828"/>
                  <a:pt x="46989" y="20026"/>
                </a:cubicBezTo>
                <a:cubicBezTo>
                  <a:pt x="45340" y="18222"/>
                  <a:pt x="43271" y="16792"/>
                  <a:pt x="40782" y="15737"/>
                </a:cubicBezTo>
                <a:cubicBezTo>
                  <a:pt x="38294" y="14680"/>
                  <a:pt x="35432" y="14152"/>
                  <a:pt x="32197" y="14152"/>
                </a:cubicBezTo>
                <a:cubicBezTo>
                  <a:pt x="28402" y="14152"/>
                  <a:pt x="24995" y="14679"/>
                  <a:pt x="21978" y="15734"/>
                </a:cubicBezTo>
                <a:cubicBezTo>
                  <a:pt x="18960" y="16790"/>
                  <a:pt x="16316" y="17938"/>
                  <a:pt x="14045" y="19179"/>
                </a:cubicBezTo>
                <a:cubicBezTo>
                  <a:pt x="11774" y="20421"/>
                  <a:pt x="9877" y="21569"/>
                  <a:pt x="8352" y="22624"/>
                </a:cubicBezTo>
                <a:cubicBezTo>
                  <a:pt x="6828" y="23679"/>
                  <a:pt x="5693" y="24207"/>
                  <a:pt x="4946" y="24207"/>
                </a:cubicBezTo>
                <a:cubicBezTo>
                  <a:pt x="4511" y="24207"/>
                  <a:pt x="4122" y="24083"/>
                  <a:pt x="3780" y="23834"/>
                </a:cubicBezTo>
                <a:cubicBezTo>
                  <a:pt x="3437" y="23586"/>
                  <a:pt x="3157" y="23183"/>
                  <a:pt x="2940" y="22624"/>
                </a:cubicBezTo>
                <a:cubicBezTo>
                  <a:pt x="2722" y="22065"/>
                  <a:pt x="2551" y="21321"/>
                  <a:pt x="2426" y="20390"/>
                </a:cubicBezTo>
                <a:cubicBezTo>
                  <a:pt x="2302" y="19459"/>
                  <a:pt x="2240" y="18341"/>
                  <a:pt x="2240" y="17038"/>
                </a:cubicBezTo>
                <a:cubicBezTo>
                  <a:pt x="2240" y="16107"/>
                  <a:pt x="2271" y="15300"/>
                  <a:pt x="2333" y="14617"/>
                </a:cubicBezTo>
                <a:cubicBezTo>
                  <a:pt x="2395" y="13934"/>
                  <a:pt x="2504" y="13345"/>
                  <a:pt x="2660" y="12848"/>
                </a:cubicBezTo>
                <a:cubicBezTo>
                  <a:pt x="2815" y="12352"/>
                  <a:pt x="3017" y="11886"/>
                  <a:pt x="3266" y="11452"/>
                </a:cubicBezTo>
                <a:cubicBezTo>
                  <a:pt x="3515" y="11017"/>
                  <a:pt x="4013" y="10474"/>
                  <a:pt x="4760" y="9822"/>
                </a:cubicBezTo>
                <a:cubicBezTo>
                  <a:pt x="5506" y="9171"/>
                  <a:pt x="6797" y="8286"/>
                  <a:pt x="8632" y="7169"/>
                </a:cubicBezTo>
                <a:cubicBezTo>
                  <a:pt x="10468" y="6052"/>
                  <a:pt x="12770" y="4950"/>
                  <a:pt x="15538" y="3864"/>
                </a:cubicBezTo>
                <a:cubicBezTo>
                  <a:pt x="18307" y="2778"/>
                  <a:pt x="21356" y="1862"/>
                  <a:pt x="24684" y="1117"/>
                </a:cubicBezTo>
                <a:cubicBezTo>
                  <a:pt x="28013" y="372"/>
                  <a:pt x="31512" y="0"/>
                  <a:pt x="35183" y="0"/>
                </a:cubicBezTo>
                <a:cubicBezTo>
                  <a:pt x="41031" y="0"/>
                  <a:pt x="46149" y="823"/>
                  <a:pt x="50535" y="2470"/>
                </a:cubicBezTo>
                <a:cubicBezTo>
                  <a:pt x="54921" y="4115"/>
                  <a:pt x="58561" y="6366"/>
                  <a:pt x="61454" y="9223"/>
                </a:cubicBezTo>
                <a:cubicBezTo>
                  <a:pt x="64347" y="12080"/>
                  <a:pt x="66509" y="15404"/>
                  <a:pt x="67940" y="19194"/>
                </a:cubicBezTo>
                <a:cubicBezTo>
                  <a:pt x="69371" y="22982"/>
                  <a:pt x="70086" y="27019"/>
                  <a:pt x="70086" y="31306"/>
                </a:cubicBezTo>
                <a:cubicBezTo>
                  <a:pt x="70086" y="35158"/>
                  <a:pt x="69744" y="38995"/>
                  <a:pt x="69060" y="42816"/>
                </a:cubicBezTo>
                <a:cubicBezTo>
                  <a:pt x="68375" y="46635"/>
                  <a:pt x="66929" y="50765"/>
                  <a:pt x="64720" y="55207"/>
                </a:cubicBezTo>
                <a:cubicBezTo>
                  <a:pt x="62511" y="59649"/>
                  <a:pt x="59323" y="64587"/>
                  <a:pt x="55154" y="70022"/>
                </a:cubicBezTo>
                <a:cubicBezTo>
                  <a:pt x="50986" y="75457"/>
                  <a:pt x="45449" y="81715"/>
                  <a:pt x="38543" y="88797"/>
                </a:cubicBezTo>
                <a:lnTo>
                  <a:pt x="19411" y="108744"/>
                </a:lnTo>
                <a:lnTo>
                  <a:pt x="71953" y="108744"/>
                </a:lnTo>
                <a:cubicBezTo>
                  <a:pt x="72450" y="108744"/>
                  <a:pt x="72933" y="108884"/>
                  <a:pt x="73399" y="109163"/>
                </a:cubicBezTo>
                <a:cubicBezTo>
                  <a:pt x="73866" y="109443"/>
                  <a:pt x="74270" y="109862"/>
                  <a:pt x="74612" y="110420"/>
                </a:cubicBezTo>
                <a:cubicBezTo>
                  <a:pt x="74955" y="110979"/>
                  <a:pt x="75203" y="111677"/>
                  <a:pt x="75359" y="112515"/>
                </a:cubicBezTo>
                <a:cubicBezTo>
                  <a:pt x="75514" y="113353"/>
                  <a:pt x="75592" y="114330"/>
                  <a:pt x="75592" y="115448"/>
                </a:cubicBezTo>
                <a:close/>
                <a:moveTo>
                  <a:pt x="121260" y="112236"/>
                </a:moveTo>
                <a:cubicBezTo>
                  <a:pt x="121260" y="116662"/>
                  <a:pt x="120529" y="119607"/>
                  <a:pt x="119067" y="121072"/>
                </a:cubicBezTo>
                <a:cubicBezTo>
                  <a:pt x="117605" y="122536"/>
                  <a:pt x="114945" y="123268"/>
                  <a:pt x="111088" y="123268"/>
                </a:cubicBezTo>
                <a:cubicBezTo>
                  <a:pt x="107355" y="123268"/>
                  <a:pt x="104773" y="122552"/>
                  <a:pt x="103342" y="121118"/>
                </a:cubicBezTo>
                <a:cubicBezTo>
                  <a:pt x="101911" y="119685"/>
                  <a:pt x="101195" y="116817"/>
                  <a:pt x="101195" y="112515"/>
                </a:cubicBezTo>
                <a:cubicBezTo>
                  <a:pt x="101195" y="108089"/>
                  <a:pt x="101926" y="105143"/>
                  <a:pt x="103388" y="103679"/>
                </a:cubicBezTo>
                <a:cubicBezTo>
                  <a:pt x="104850" y="102214"/>
                  <a:pt x="107510" y="101482"/>
                  <a:pt x="111368" y="101482"/>
                </a:cubicBezTo>
                <a:cubicBezTo>
                  <a:pt x="115101" y="101482"/>
                  <a:pt x="117682" y="102199"/>
                  <a:pt x="119113" y="103632"/>
                </a:cubicBezTo>
                <a:cubicBezTo>
                  <a:pt x="120544" y="105066"/>
                  <a:pt x="121260" y="107934"/>
                  <a:pt x="121260" y="112236"/>
                </a:cubicBezTo>
                <a:close/>
                <a:moveTo>
                  <a:pt x="325675" y="119917"/>
                </a:moveTo>
                <a:cubicBezTo>
                  <a:pt x="325675" y="120413"/>
                  <a:pt x="325550" y="120848"/>
                  <a:pt x="325302" y="121220"/>
                </a:cubicBezTo>
                <a:cubicBezTo>
                  <a:pt x="325053" y="121593"/>
                  <a:pt x="324617" y="121887"/>
                  <a:pt x="323995" y="122105"/>
                </a:cubicBezTo>
                <a:cubicBezTo>
                  <a:pt x="323373" y="122322"/>
                  <a:pt x="322580" y="122508"/>
                  <a:pt x="321615" y="122663"/>
                </a:cubicBezTo>
                <a:cubicBezTo>
                  <a:pt x="320651" y="122818"/>
                  <a:pt x="319391" y="122896"/>
                  <a:pt x="317836" y="122896"/>
                </a:cubicBezTo>
                <a:cubicBezTo>
                  <a:pt x="316405" y="122896"/>
                  <a:pt x="315176" y="122818"/>
                  <a:pt x="314149" y="122663"/>
                </a:cubicBezTo>
                <a:cubicBezTo>
                  <a:pt x="313123" y="122508"/>
                  <a:pt x="312314" y="122322"/>
                  <a:pt x="311723" y="122105"/>
                </a:cubicBezTo>
                <a:cubicBezTo>
                  <a:pt x="311132" y="121887"/>
                  <a:pt x="310712" y="121593"/>
                  <a:pt x="310463" y="121220"/>
                </a:cubicBezTo>
                <a:cubicBezTo>
                  <a:pt x="310214" y="120848"/>
                  <a:pt x="310090" y="120413"/>
                  <a:pt x="310090" y="119917"/>
                </a:cubicBezTo>
                <a:lnTo>
                  <a:pt x="310090" y="14990"/>
                </a:lnTo>
                <a:lnTo>
                  <a:pt x="309903" y="14990"/>
                </a:lnTo>
                <a:lnTo>
                  <a:pt x="266881" y="120382"/>
                </a:lnTo>
                <a:cubicBezTo>
                  <a:pt x="266694" y="120817"/>
                  <a:pt x="266430" y="121189"/>
                  <a:pt x="266088" y="121499"/>
                </a:cubicBezTo>
                <a:cubicBezTo>
                  <a:pt x="265745" y="121810"/>
                  <a:pt x="265248" y="122074"/>
                  <a:pt x="264594" y="122291"/>
                </a:cubicBezTo>
                <a:cubicBezTo>
                  <a:pt x="263941" y="122508"/>
                  <a:pt x="263163" y="122663"/>
                  <a:pt x="262261" y="122756"/>
                </a:cubicBezTo>
                <a:cubicBezTo>
                  <a:pt x="261359" y="122849"/>
                  <a:pt x="260286" y="122896"/>
                  <a:pt x="259042" y="122896"/>
                </a:cubicBezTo>
                <a:cubicBezTo>
                  <a:pt x="257735" y="122896"/>
                  <a:pt x="256615" y="122834"/>
                  <a:pt x="255682" y="122710"/>
                </a:cubicBezTo>
                <a:cubicBezTo>
                  <a:pt x="254749" y="122586"/>
                  <a:pt x="253971" y="122415"/>
                  <a:pt x="253349" y="122198"/>
                </a:cubicBezTo>
                <a:cubicBezTo>
                  <a:pt x="252727" y="121980"/>
                  <a:pt x="252245" y="121717"/>
                  <a:pt x="251902" y="121406"/>
                </a:cubicBezTo>
                <a:cubicBezTo>
                  <a:pt x="251560" y="121096"/>
                  <a:pt x="251327" y="120755"/>
                  <a:pt x="251202" y="120382"/>
                </a:cubicBezTo>
                <a:lnTo>
                  <a:pt x="210047" y="14990"/>
                </a:lnTo>
                <a:lnTo>
                  <a:pt x="209953" y="14990"/>
                </a:lnTo>
                <a:lnTo>
                  <a:pt x="209953" y="119917"/>
                </a:lnTo>
                <a:cubicBezTo>
                  <a:pt x="209953" y="120413"/>
                  <a:pt x="209829" y="120848"/>
                  <a:pt x="209580" y="121220"/>
                </a:cubicBezTo>
                <a:cubicBezTo>
                  <a:pt x="209331" y="121593"/>
                  <a:pt x="208896" y="121887"/>
                  <a:pt x="208274" y="122105"/>
                </a:cubicBezTo>
                <a:cubicBezTo>
                  <a:pt x="207651" y="122322"/>
                  <a:pt x="206843" y="122508"/>
                  <a:pt x="205847" y="122663"/>
                </a:cubicBezTo>
                <a:cubicBezTo>
                  <a:pt x="204852" y="122818"/>
                  <a:pt x="203576" y="122896"/>
                  <a:pt x="202021" y="122896"/>
                </a:cubicBezTo>
                <a:cubicBezTo>
                  <a:pt x="200528" y="122896"/>
                  <a:pt x="199283" y="122818"/>
                  <a:pt x="198288" y="122663"/>
                </a:cubicBezTo>
                <a:cubicBezTo>
                  <a:pt x="197292" y="122508"/>
                  <a:pt x="196499" y="122322"/>
                  <a:pt x="195908" y="122105"/>
                </a:cubicBezTo>
                <a:cubicBezTo>
                  <a:pt x="195317" y="121887"/>
                  <a:pt x="194913" y="121593"/>
                  <a:pt x="194695" y="121220"/>
                </a:cubicBezTo>
                <a:cubicBezTo>
                  <a:pt x="194477" y="120848"/>
                  <a:pt x="194368" y="120413"/>
                  <a:pt x="194368" y="119917"/>
                </a:cubicBezTo>
                <a:lnTo>
                  <a:pt x="194368" y="9124"/>
                </a:lnTo>
                <a:cubicBezTo>
                  <a:pt x="194368" y="6517"/>
                  <a:pt x="195053" y="4655"/>
                  <a:pt x="196421" y="3538"/>
                </a:cubicBezTo>
                <a:cubicBezTo>
                  <a:pt x="197790" y="2421"/>
                  <a:pt x="199314" y="1862"/>
                  <a:pt x="200994" y="1862"/>
                </a:cubicBezTo>
                <a:lnTo>
                  <a:pt x="210700" y="1862"/>
                </a:lnTo>
                <a:cubicBezTo>
                  <a:pt x="212691" y="1862"/>
                  <a:pt x="214433" y="2048"/>
                  <a:pt x="215926" y="2421"/>
                </a:cubicBezTo>
                <a:cubicBezTo>
                  <a:pt x="217419" y="2793"/>
                  <a:pt x="218726" y="3383"/>
                  <a:pt x="219846" y="4190"/>
                </a:cubicBezTo>
                <a:cubicBezTo>
                  <a:pt x="220966" y="4997"/>
                  <a:pt x="221899" y="6021"/>
                  <a:pt x="222645" y="7262"/>
                </a:cubicBezTo>
                <a:cubicBezTo>
                  <a:pt x="223392" y="8503"/>
                  <a:pt x="224045" y="9962"/>
                  <a:pt x="224605" y="11638"/>
                </a:cubicBezTo>
                <a:lnTo>
                  <a:pt x="259602" y="98875"/>
                </a:lnTo>
                <a:lnTo>
                  <a:pt x="260068" y="98875"/>
                </a:lnTo>
                <a:lnTo>
                  <a:pt x="296464" y="11917"/>
                </a:lnTo>
                <a:cubicBezTo>
                  <a:pt x="297149" y="10055"/>
                  <a:pt x="297895" y="8472"/>
                  <a:pt x="298704" y="7169"/>
                </a:cubicBezTo>
                <a:cubicBezTo>
                  <a:pt x="299513" y="5865"/>
                  <a:pt x="300400" y="4826"/>
                  <a:pt x="301364" y="4050"/>
                </a:cubicBezTo>
                <a:cubicBezTo>
                  <a:pt x="302328" y="3274"/>
                  <a:pt x="303402" y="2716"/>
                  <a:pt x="304584" y="2374"/>
                </a:cubicBezTo>
                <a:cubicBezTo>
                  <a:pt x="305766" y="2033"/>
                  <a:pt x="307134" y="1862"/>
                  <a:pt x="308690" y="1862"/>
                </a:cubicBezTo>
                <a:lnTo>
                  <a:pt x="318862" y="1862"/>
                </a:lnTo>
                <a:cubicBezTo>
                  <a:pt x="319795" y="1862"/>
                  <a:pt x="320682" y="2002"/>
                  <a:pt x="321522" y="2281"/>
                </a:cubicBezTo>
                <a:cubicBezTo>
                  <a:pt x="322362" y="2560"/>
                  <a:pt x="323077" y="2995"/>
                  <a:pt x="323668" y="3584"/>
                </a:cubicBezTo>
                <a:cubicBezTo>
                  <a:pt x="324259" y="4174"/>
                  <a:pt x="324742" y="4919"/>
                  <a:pt x="325115" y="5819"/>
                </a:cubicBezTo>
                <a:cubicBezTo>
                  <a:pt x="325488" y="6719"/>
                  <a:pt x="325675" y="7821"/>
                  <a:pt x="325675" y="9124"/>
                </a:cubicBezTo>
                <a:lnTo>
                  <a:pt x="325675" y="119917"/>
                </a:lnTo>
                <a:close/>
                <a:moveTo>
                  <a:pt x="427165" y="74482"/>
                </a:moveTo>
                <a:cubicBezTo>
                  <a:pt x="427165" y="76903"/>
                  <a:pt x="426559" y="78625"/>
                  <a:pt x="425346" y="79650"/>
                </a:cubicBezTo>
                <a:cubicBezTo>
                  <a:pt x="424132" y="80674"/>
                  <a:pt x="422748" y="81186"/>
                  <a:pt x="421193" y="81186"/>
                </a:cubicBezTo>
                <a:lnTo>
                  <a:pt x="366132" y="81186"/>
                </a:lnTo>
                <a:cubicBezTo>
                  <a:pt x="366132" y="85855"/>
                  <a:pt x="366598" y="90057"/>
                  <a:pt x="367532" y="93793"/>
                </a:cubicBezTo>
                <a:cubicBezTo>
                  <a:pt x="368465" y="97528"/>
                  <a:pt x="370020" y="100735"/>
                  <a:pt x="372198" y="103411"/>
                </a:cubicBezTo>
                <a:cubicBezTo>
                  <a:pt x="374375" y="106088"/>
                  <a:pt x="377206" y="108143"/>
                  <a:pt x="380690" y="109576"/>
                </a:cubicBezTo>
                <a:cubicBezTo>
                  <a:pt x="384174" y="111008"/>
                  <a:pt x="388436" y="111724"/>
                  <a:pt x="393476" y="111724"/>
                </a:cubicBezTo>
                <a:cubicBezTo>
                  <a:pt x="397457" y="111724"/>
                  <a:pt x="401004" y="111398"/>
                  <a:pt x="404114" y="110746"/>
                </a:cubicBezTo>
                <a:cubicBezTo>
                  <a:pt x="407225" y="110094"/>
                  <a:pt x="409916" y="109365"/>
                  <a:pt x="412187" y="108558"/>
                </a:cubicBezTo>
                <a:cubicBezTo>
                  <a:pt x="414458" y="107751"/>
                  <a:pt x="416324" y="107022"/>
                  <a:pt x="417786" y="106370"/>
                </a:cubicBezTo>
                <a:cubicBezTo>
                  <a:pt x="419248" y="105718"/>
                  <a:pt x="420353" y="105393"/>
                  <a:pt x="421099" y="105393"/>
                </a:cubicBezTo>
                <a:cubicBezTo>
                  <a:pt x="421535" y="105393"/>
                  <a:pt x="421924" y="105501"/>
                  <a:pt x="422266" y="105718"/>
                </a:cubicBezTo>
                <a:cubicBezTo>
                  <a:pt x="422608" y="105936"/>
                  <a:pt x="422873" y="106262"/>
                  <a:pt x="423059" y="106696"/>
                </a:cubicBezTo>
                <a:cubicBezTo>
                  <a:pt x="423246" y="107131"/>
                  <a:pt x="423386" y="107736"/>
                  <a:pt x="423479" y="108512"/>
                </a:cubicBezTo>
                <a:cubicBezTo>
                  <a:pt x="423572" y="109287"/>
                  <a:pt x="423619" y="110234"/>
                  <a:pt x="423619" y="111351"/>
                </a:cubicBezTo>
                <a:cubicBezTo>
                  <a:pt x="423619" y="112158"/>
                  <a:pt x="423588" y="112856"/>
                  <a:pt x="423526" y="113446"/>
                </a:cubicBezTo>
                <a:cubicBezTo>
                  <a:pt x="423464" y="114036"/>
                  <a:pt x="423386" y="114563"/>
                  <a:pt x="423293" y="115029"/>
                </a:cubicBezTo>
                <a:cubicBezTo>
                  <a:pt x="423199" y="115494"/>
                  <a:pt x="423044" y="115913"/>
                  <a:pt x="422826" y="116286"/>
                </a:cubicBezTo>
                <a:cubicBezTo>
                  <a:pt x="422608" y="116658"/>
                  <a:pt x="422328" y="117015"/>
                  <a:pt x="421986" y="117356"/>
                </a:cubicBezTo>
                <a:cubicBezTo>
                  <a:pt x="421644" y="117698"/>
                  <a:pt x="420633" y="118256"/>
                  <a:pt x="418953" y="119032"/>
                </a:cubicBezTo>
                <a:cubicBezTo>
                  <a:pt x="417273" y="119808"/>
                  <a:pt x="415096" y="120568"/>
                  <a:pt x="412420" y="121313"/>
                </a:cubicBezTo>
                <a:cubicBezTo>
                  <a:pt x="409745" y="122058"/>
                  <a:pt x="406650" y="122725"/>
                  <a:pt x="403135" y="123315"/>
                </a:cubicBezTo>
                <a:cubicBezTo>
                  <a:pt x="399619" y="123905"/>
                  <a:pt x="395871" y="124199"/>
                  <a:pt x="391889" y="124199"/>
                </a:cubicBezTo>
                <a:cubicBezTo>
                  <a:pt x="384983" y="124199"/>
                  <a:pt x="378933" y="123236"/>
                  <a:pt x="373738" y="121310"/>
                </a:cubicBezTo>
                <a:cubicBezTo>
                  <a:pt x="368543" y="119384"/>
                  <a:pt x="364172" y="116526"/>
                  <a:pt x="360626" y="112736"/>
                </a:cubicBezTo>
                <a:cubicBezTo>
                  <a:pt x="357079" y="108946"/>
                  <a:pt x="354404" y="104193"/>
                  <a:pt x="352600" y="98477"/>
                </a:cubicBezTo>
                <a:cubicBezTo>
                  <a:pt x="350796" y="92761"/>
                  <a:pt x="349893" y="86113"/>
                  <a:pt x="349893" y="78532"/>
                </a:cubicBezTo>
                <a:cubicBezTo>
                  <a:pt x="349893" y="71325"/>
                  <a:pt x="350827" y="64847"/>
                  <a:pt x="352693" y="59100"/>
                </a:cubicBezTo>
                <a:cubicBezTo>
                  <a:pt x="354560" y="53353"/>
                  <a:pt x="357250" y="48476"/>
                  <a:pt x="360766" y="44468"/>
                </a:cubicBezTo>
                <a:cubicBezTo>
                  <a:pt x="364281" y="40461"/>
                  <a:pt x="368527" y="37386"/>
                  <a:pt x="373504" y="35242"/>
                </a:cubicBezTo>
                <a:cubicBezTo>
                  <a:pt x="378482" y="33099"/>
                  <a:pt x="384050" y="32027"/>
                  <a:pt x="390209" y="32027"/>
                </a:cubicBezTo>
                <a:cubicBezTo>
                  <a:pt x="396804" y="32027"/>
                  <a:pt x="402419" y="33083"/>
                  <a:pt x="407054" y="35193"/>
                </a:cubicBezTo>
                <a:cubicBezTo>
                  <a:pt x="411689" y="37303"/>
                  <a:pt x="415500" y="40143"/>
                  <a:pt x="418486" y="43712"/>
                </a:cubicBezTo>
                <a:cubicBezTo>
                  <a:pt x="421473" y="47281"/>
                  <a:pt x="423666" y="51470"/>
                  <a:pt x="425066" y="56281"/>
                </a:cubicBezTo>
                <a:cubicBezTo>
                  <a:pt x="426466" y="61091"/>
                  <a:pt x="427165" y="66227"/>
                  <a:pt x="427165" y="71689"/>
                </a:cubicBezTo>
                <a:lnTo>
                  <a:pt x="427165" y="74482"/>
                </a:lnTo>
                <a:moveTo>
                  <a:pt x="411674" y="69920"/>
                </a:moveTo>
                <a:cubicBezTo>
                  <a:pt x="411860" y="61851"/>
                  <a:pt x="410072" y="55520"/>
                  <a:pt x="406308" y="50927"/>
                </a:cubicBezTo>
                <a:cubicBezTo>
                  <a:pt x="402544" y="46334"/>
                  <a:pt x="396960" y="44038"/>
                  <a:pt x="389556" y="44038"/>
                </a:cubicBezTo>
                <a:cubicBezTo>
                  <a:pt x="385761" y="44038"/>
                  <a:pt x="382432" y="44752"/>
                  <a:pt x="379570" y="46179"/>
                </a:cubicBezTo>
                <a:cubicBezTo>
                  <a:pt x="376708" y="47607"/>
                  <a:pt x="374313" y="49500"/>
                  <a:pt x="372384" y="51858"/>
                </a:cubicBezTo>
                <a:cubicBezTo>
                  <a:pt x="370456" y="54217"/>
                  <a:pt x="368963" y="56964"/>
                  <a:pt x="367905" y="60098"/>
                </a:cubicBezTo>
                <a:cubicBezTo>
                  <a:pt x="366847" y="63232"/>
                  <a:pt x="366256" y="66507"/>
                  <a:pt x="366132" y="69920"/>
                </a:cubicBezTo>
                <a:lnTo>
                  <a:pt x="411674" y="69920"/>
                </a:lnTo>
                <a:close/>
                <a:moveTo>
                  <a:pt x="575701" y="120010"/>
                </a:moveTo>
                <a:cubicBezTo>
                  <a:pt x="575701" y="120506"/>
                  <a:pt x="575576" y="120925"/>
                  <a:pt x="575328" y="121267"/>
                </a:cubicBezTo>
                <a:cubicBezTo>
                  <a:pt x="575079" y="121608"/>
                  <a:pt x="574674" y="121903"/>
                  <a:pt x="574114" y="122151"/>
                </a:cubicBezTo>
                <a:cubicBezTo>
                  <a:pt x="573554" y="122399"/>
                  <a:pt x="572777" y="122586"/>
                  <a:pt x="571781" y="122710"/>
                </a:cubicBezTo>
                <a:cubicBezTo>
                  <a:pt x="570786" y="122834"/>
                  <a:pt x="569541" y="122896"/>
                  <a:pt x="568048" y="122896"/>
                </a:cubicBezTo>
                <a:cubicBezTo>
                  <a:pt x="566493" y="122896"/>
                  <a:pt x="565217" y="122834"/>
                  <a:pt x="564222" y="122710"/>
                </a:cubicBezTo>
                <a:cubicBezTo>
                  <a:pt x="563227" y="122586"/>
                  <a:pt x="562433" y="122399"/>
                  <a:pt x="561842" y="122151"/>
                </a:cubicBezTo>
                <a:cubicBezTo>
                  <a:pt x="561251" y="121903"/>
                  <a:pt x="560831" y="121608"/>
                  <a:pt x="560582" y="121267"/>
                </a:cubicBezTo>
                <a:cubicBezTo>
                  <a:pt x="560334" y="120925"/>
                  <a:pt x="560209" y="120506"/>
                  <a:pt x="560209" y="120010"/>
                </a:cubicBezTo>
                <a:lnTo>
                  <a:pt x="560209" y="69082"/>
                </a:lnTo>
                <a:cubicBezTo>
                  <a:pt x="560209" y="65545"/>
                  <a:pt x="559898" y="62317"/>
                  <a:pt x="559276" y="59400"/>
                </a:cubicBezTo>
                <a:cubicBezTo>
                  <a:pt x="558654" y="56482"/>
                  <a:pt x="557658" y="53969"/>
                  <a:pt x="556289" y="51858"/>
                </a:cubicBezTo>
                <a:cubicBezTo>
                  <a:pt x="554921" y="49748"/>
                  <a:pt x="553179" y="48134"/>
                  <a:pt x="551063" y="47017"/>
                </a:cubicBezTo>
                <a:cubicBezTo>
                  <a:pt x="548948" y="45900"/>
                  <a:pt x="546459" y="45341"/>
                  <a:pt x="543597" y="45341"/>
                </a:cubicBezTo>
                <a:cubicBezTo>
                  <a:pt x="540051" y="45341"/>
                  <a:pt x="536489" y="46707"/>
                  <a:pt x="532912" y="49438"/>
                </a:cubicBezTo>
                <a:cubicBezTo>
                  <a:pt x="529334" y="52169"/>
                  <a:pt x="525399" y="56172"/>
                  <a:pt x="521106" y="61448"/>
                </a:cubicBezTo>
                <a:lnTo>
                  <a:pt x="521106" y="120010"/>
                </a:lnTo>
                <a:cubicBezTo>
                  <a:pt x="521106" y="120506"/>
                  <a:pt x="520982" y="120925"/>
                  <a:pt x="520733" y="121267"/>
                </a:cubicBezTo>
                <a:cubicBezTo>
                  <a:pt x="520484" y="121608"/>
                  <a:pt x="520064" y="121903"/>
                  <a:pt x="519473" y="122151"/>
                </a:cubicBezTo>
                <a:cubicBezTo>
                  <a:pt x="518882" y="122399"/>
                  <a:pt x="518089" y="122586"/>
                  <a:pt x="517094" y="122710"/>
                </a:cubicBezTo>
                <a:cubicBezTo>
                  <a:pt x="516098" y="122834"/>
                  <a:pt x="514854" y="122896"/>
                  <a:pt x="513361" y="122896"/>
                </a:cubicBezTo>
                <a:cubicBezTo>
                  <a:pt x="511930" y="122896"/>
                  <a:pt x="510701" y="122834"/>
                  <a:pt x="509674" y="122710"/>
                </a:cubicBezTo>
                <a:cubicBezTo>
                  <a:pt x="508648" y="122586"/>
                  <a:pt x="507839" y="122399"/>
                  <a:pt x="507248" y="122151"/>
                </a:cubicBezTo>
                <a:cubicBezTo>
                  <a:pt x="506657" y="121903"/>
                  <a:pt x="506252" y="121608"/>
                  <a:pt x="506035" y="121267"/>
                </a:cubicBezTo>
                <a:cubicBezTo>
                  <a:pt x="505817" y="120925"/>
                  <a:pt x="505708" y="120506"/>
                  <a:pt x="505708" y="120010"/>
                </a:cubicBezTo>
                <a:lnTo>
                  <a:pt x="505708" y="69082"/>
                </a:lnTo>
                <a:cubicBezTo>
                  <a:pt x="505708" y="65545"/>
                  <a:pt x="505366" y="62317"/>
                  <a:pt x="504681" y="59400"/>
                </a:cubicBezTo>
                <a:cubicBezTo>
                  <a:pt x="503997" y="56482"/>
                  <a:pt x="502971" y="53969"/>
                  <a:pt x="501602" y="51858"/>
                </a:cubicBezTo>
                <a:cubicBezTo>
                  <a:pt x="500233" y="49748"/>
                  <a:pt x="498507" y="48134"/>
                  <a:pt x="496422" y="47017"/>
                </a:cubicBezTo>
                <a:cubicBezTo>
                  <a:pt x="494338" y="45900"/>
                  <a:pt x="491865" y="45341"/>
                  <a:pt x="489003" y="45341"/>
                </a:cubicBezTo>
                <a:cubicBezTo>
                  <a:pt x="485457" y="45341"/>
                  <a:pt x="481879" y="46707"/>
                  <a:pt x="478271" y="49438"/>
                </a:cubicBezTo>
                <a:cubicBezTo>
                  <a:pt x="474662" y="52169"/>
                  <a:pt x="470743" y="56172"/>
                  <a:pt x="466512" y="61448"/>
                </a:cubicBezTo>
                <a:lnTo>
                  <a:pt x="466512" y="120010"/>
                </a:lnTo>
                <a:cubicBezTo>
                  <a:pt x="466512" y="120506"/>
                  <a:pt x="466388" y="120925"/>
                  <a:pt x="466139" y="121267"/>
                </a:cubicBezTo>
                <a:cubicBezTo>
                  <a:pt x="465890" y="121608"/>
                  <a:pt x="465485" y="121903"/>
                  <a:pt x="464926" y="122151"/>
                </a:cubicBezTo>
                <a:cubicBezTo>
                  <a:pt x="464366" y="122399"/>
                  <a:pt x="463588" y="122586"/>
                  <a:pt x="462592" y="122710"/>
                </a:cubicBezTo>
                <a:cubicBezTo>
                  <a:pt x="461597" y="122834"/>
                  <a:pt x="460322" y="122896"/>
                  <a:pt x="458766" y="122896"/>
                </a:cubicBezTo>
                <a:cubicBezTo>
                  <a:pt x="457273" y="122896"/>
                  <a:pt x="456029" y="122834"/>
                  <a:pt x="455033" y="122710"/>
                </a:cubicBezTo>
                <a:cubicBezTo>
                  <a:pt x="454038" y="122586"/>
                  <a:pt x="453245" y="122399"/>
                  <a:pt x="452653" y="122151"/>
                </a:cubicBezTo>
                <a:cubicBezTo>
                  <a:pt x="452062" y="121903"/>
                  <a:pt x="451658" y="121608"/>
                  <a:pt x="451440" y="121267"/>
                </a:cubicBezTo>
                <a:cubicBezTo>
                  <a:pt x="451223" y="120925"/>
                  <a:pt x="451114" y="120506"/>
                  <a:pt x="451114" y="120010"/>
                </a:cubicBezTo>
                <a:lnTo>
                  <a:pt x="451114" y="36217"/>
                </a:lnTo>
                <a:cubicBezTo>
                  <a:pt x="451114" y="35721"/>
                  <a:pt x="451207" y="35302"/>
                  <a:pt x="451394" y="34960"/>
                </a:cubicBezTo>
                <a:cubicBezTo>
                  <a:pt x="451580" y="34619"/>
                  <a:pt x="451954" y="34308"/>
                  <a:pt x="452513" y="34029"/>
                </a:cubicBezTo>
                <a:cubicBezTo>
                  <a:pt x="453073" y="33750"/>
                  <a:pt x="453789" y="33564"/>
                  <a:pt x="454660" y="33471"/>
                </a:cubicBezTo>
                <a:cubicBezTo>
                  <a:pt x="455531" y="33377"/>
                  <a:pt x="456682" y="33331"/>
                  <a:pt x="458113" y="33331"/>
                </a:cubicBezTo>
                <a:cubicBezTo>
                  <a:pt x="459482" y="33331"/>
                  <a:pt x="460617" y="33377"/>
                  <a:pt x="461519" y="33471"/>
                </a:cubicBezTo>
                <a:cubicBezTo>
                  <a:pt x="462421" y="33564"/>
                  <a:pt x="463121" y="33750"/>
                  <a:pt x="463619" y="34029"/>
                </a:cubicBezTo>
                <a:cubicBezTo>
                  <a:pt x="464117" y="34308"/>
                  <a:pt x="464474" y="34619"/>
                  <a:pt x="464692" y="34960"/>
                </a:cubicBezTo>
                <a:cubicBezTo>
                  <a:pt x="464910" y="35302"/>
                  <a:pt x="465019" y="35721"/>
                  <a:pt x="465019" y="36217"/>
                </a:cubicBezTo>
                <a:lnTo>
                  <a:pt x="465019" y="47296"/>
                </a:lnTo>
                <a:cubicBezTo>
                  <a:pt x="469747" y="42020"/>
                  <a:pt x="474336" y="38157"/>
                  <a:pt x="478784" y="35705"/>
                </a:cubicBezTo>
                <a:cubicBezTo>
                  <a:pt x="483233" y="33253"/>
                  <a:pt x="487728" y="32027"/>
                  <a:pt x="492269" y="32027"/>
                </a:cubicBezTo>
                <a:cubicBezTo>
                  <a:pt x="495753" y="32027"/>
                  <a:pt x="498880" y="32431"/>
                  <a:pt x="501648" y="33238"/>
                </a:cubicBezTo>
                <a:cubicBezTo>
                  <a:pt x="504417" y="34045"/>
                  <a:pt x="506859" y="35177"/>
                  <a:pt x="508974" y="36636"/>
                </a:cubicBezTo>
                <a:cubicBezTo>
                  <a:pt x="511090" y="38095"/>
                  <a:pt x="512894" y="39833"/>
                  <a:pt x="514387" y="41850"/>
                </a:cubicBezTo>
                <a:cubicBezTo>
                  <a:pt x="515880" y="43867"/>
                  <a:pt x="517125" y="46117"/>
                  <a:pt x="518120" y="48600"/>
                </a:cubicBezTo>
                <a:cubicBezTo>
                  <a:pt x="520920" y="45558"/>
                  <a:pt x="523580" y="42983"/>
                  <a:pt x="526099" y="40872"/>
                </a:cubicBezTo>
                <a:cubicBezTo>
                  <a:pt x="528619" y="38762"/>
                  <a:pt x="531045" y="37055"/>
                  <a:pt x="533379" y="35752"/>
                </a:cubicBezTo>
                <a:cubicBezTo>
                  <a:pt x="535712" y="34448"/>
                  <a:pt x="537982" y="33502"/>
                  <a:pt x="540191" y="32912"/>
                </a:cubicBezTo>
                <a:cubicBezTo>
                  <a:pt x="542400" y="32322"/>
                  <a:pt x="544624" y="32027"/>
                  <a:pt x="546864" y="32027"/>
                </a:cubicBezTo>
                <a:cubicBezTo>
                  <a:pt x="552277" y="32027"/>
                  <a:pt x="556818" y="32974"/>
                  <a:pt x="560489" y="34867"/>
                </a:cubicBezTo>
                <a:cubicBezTo>
                  <a:pt x="564160" y="36760"/>
                  <a:pt x="567131" y="39289"/>
                  <a:pt x="569401" y="42455"/>
                </a:cubicBezTo>
                <a:cubicBezTo>
                  <a:pt x="571672" y="45620"/>
                  <a:pt x="573290" y="49329"/>
                  <a:pt x="574254" y="53581"/>
                </a:cubicBezTo>
                <a:cubicBezTo>
                  <a:pt x="575219" y="57832"/>
                  <a:pt x="575701" y="62317"/>
                  <a:pt x="575701" y="67034"/>
                </a:cubicBezTo>
                <a:lnTo>
                  <a:pt x="575701" y="120010"/>
                </a:lnTo>
                <a:close/>
                <a:moveTo>
                  <a:pt x="681229" y="77229"/>
                </a:moveTo>
                <a:cubicBezTo>
                  <a:pt x="681229" y="84062"/>
                  <a:pt x="680327" y="90353"/>
                  <a:pt x="678523" y="96100"/>
                </a:cubicBezTo>
                <a:cubicBezTo>
                  <a:pt x="676718" y="101847"/>
                  <a:pt x="674027" y="106803"/>
                  <a:pt x="670450" y="110967"/>
                </a:cubicBezTo>
                <a:cubicBezTo>
                  <a:pt x="666873" y="115130"/>
                  <a:pt x="662393" y="118376"/>
                  <a:pt x="657011" y="120705"/>
                </a:cubicBezTo>
                <a:cubicBezTo>
                  <a:pt x="651630" y="123035"/>
                  <a:pt x="645393" y="124199"/>
                  <a:pt x="638300" y="124199"/>
                </a:cubicBezTo>
                <a:cubicBezTo>
                  <a:pt x="631394" y="124199"/>
                  <a:pt x="625375" y="123174"/>
                  <a:pt x="620242" y="121124"/>
                </a:cubicBezTo>
                <a:cubicBezTo>
                  <a:pt x="615109" y="119074"/>
                  <a:pt x="610832" y="116092"/>
                  <a:pt x="607410" y="112177"/>
                </a:cubicBezTo>
                <a:cubicBezTo>
                  <a:pt x="603988" y="108263"/>
                  <a:pt x="601437" y="103510"/>
                  <a:pt x="599757" y="97918"/>
                </a:cubicBezTo>
                <a:cubicBezTo>
                  <a:pt x="598077" y="92326"/>
                  <a:pt x="597238" y="85988"/>
                  <a:pt x="597238" y="78905"/>
                </a:cubicBezTo>
                <a:cubicBezTo>
                  <a:pt x="597238" y="72071"/>
                  <a:pt x="598124" y="65781"/>
                  <a:pt x="599897" y="60034"/>
                </a:cubicBezTo>
                <a:cubicBezTo>
                  <a:pt x="601670" y="54287"/>
                  <a:pt x="604346" y="49332"/>
                  <a:pt x="607923" y="45169"/>
                </a:cubicBezTo>
                <a:cubicBezTo>
                  <a:pt x="611501" y="41005"/>
                  <a:pt x="615964" y="37774"/>
                  <a:pt x="621315" y="35475"/>
                </a:cubicBezTo>
                <a:cubicBezTo>
                  <a:pt x="626666" y="33177"/>
                  <a:pt x="632918" y="32027"/>
                  <a:pt x="640073" y="32027"/>
                </a:cubicBezTo>
                <a:cubicBezTo>
                  <a:pt x="646979" y="32027"/>
                  <a:pt x="652998" y="33053"/>
                  <a:pt x="658131" y="35103"/>
                </a:cubicBezTo>
                <a:cubicBezTo>
                  <a:pt x="663264" y="37153"/>
                  <a:pt x="667541" y="40135"/>
                  <a:pt x="670963" y="44049"/>
                </a:cubicBezTo>
                <a:cubicBezTo>
                  <a:pt x="674385" y="47964"/>
                  <a:pt x="676952" y="52717"/>
                  <a:pt x="678662" y="58309"/>
                </a:cubicBezTo>
                <a:cubicBezTo>
                  <a:pt x="680373" y="63901"/>
                  <a:pt x="681229" y="70207"/>
                  <a:pt x="681229" y="77229"/>
                </a:cubicBezTo>
                <a:moveTo>
                  <a:pt x="664991" y="78253"/>
                </a:moveTo>
                <a:cubicBezTo>
                  <a:pt x="664991" y="73716"/>
                  <a:pt x="664571" y="69428"/>
                  <a:pt x="663731" y="65387"/>
                </a:cubicBezTo>
                <a:cubicBezTo>
                  <a:pt x="662891" y="61347"/>
                  <a:pt x="661506" y="57804"/>
                  <a:pt x="659578" y="54759"/>
                </a:cubicBezTo>
                <a:cubicBezTo>
                  <a:pt x="657649" y="51714"/>
                  <a:pt x="655036" y="49306"/>
                  <a:pt x="651739" y="47535"/>
                </a:cubicBezTo>
                <a:cubicBezTo>
                  <a:pt x="648441" y="45762"/>
                  <a:pt x="644335" y="44876"/>
                  <a:pt x="639420" y="44876"/>
                </a:cubicBezTo>
                <a:cubicBezTo>
                  <a:pt x="634878" y="44876"/>
                  <a:pt x="630974" y="45684"/>
                  <a:pt x="627708" y="47299"/>
                </a:cubicBezTo>
                <a:cubicBezTo>
                  <a:pt x="624441" y="48915"/>
                  <a:pt x="621751" y="51200"/>
                  <a:pt x="619635" y="54154"/>
                </a:cubicBezTo>
                <a:cubicBezTo>
                  <a:pt x="617520" y="57106"/>
                  <a:pt x="615949" y="60602"/>
                  <a:pt x="614922" y="64643"/>
                </a:cubicBezTo>
                <a:cubicBezTo>
                  <a:pt x="613896" y="68681"/>
                  <a:pt x="613383" y="73094"/>
                  <a:pt x="613383" y="77881"/>
                </a:cubicBezTo>
                <a:cubicBezTo>
                  <a:pt x="613383" y="82480"/>
                  <a:pt x="613802" y="86799"/>
                  <a:pt x="614642" y="90839"/>
                </a:cubicBezTo>
                <a:cubicBezTo>
                  <a:pt x="615482" y="94880"/>
                  <a:pt x="616882" y="98407"/>
                  <a:pt x="618842" y="101421"/>
                </a:cubicBezTo>
                <a:cubicBezTo>
                  <a:pt x="620802" y="104435"/>
                  <a:pt x="623430" y="106829"/>
                  <a:pt x="626728" y="108602"/>
                </a:cubicBezTo>
                <a:cubicBezTo>
                  <a:pt x="630025" y="110373"/>
                  <a:pt x="634132" y="111258"/>
                  <a:pt x="639047" y="111258"/>
                </a:cubicBezTo>
                <a:cubicBezTo>
                  <a:pt x="643526" y="111258"/>
                  <a:pt x="647415" y="110450"/>
                  <a:pt x="650712" y="108834"/>
                </a:cubicBezTo>
                <a:cubicBezTo>
                  <a:pt x="654009" y="107219"/>
                  <a:pt x="656716" y="104950"/>
                  <a:pt x="658831" y="102029"/>
                </a:cubicBezTo>
                <a:cubicBezTo>
                  <a:pt x="660947" y="99106"/>
                  <a:pt x="662502" y="95626"/>
                  <a:pt x="663497" y="91587"/>
                </a:cubicBezTo>
                <a:cubicBezTo>
                  <a:pt x="664493" y="87547"/>
                  <a:pt x="664991" y="83102"/>
                  <a:pt x="664991" y="78253"/>
                </a:cubicBezTo>
                <a:close/>
                <a:moveTo>
                  <a:pt x="752031" y="41710"/>
                </a:moveTo>
                <a:cubicBezTo>
                  <a:pt x="752031" y="43076"/>
                  <a:pt x="752000" y="44224"/>
                  <a:pt x="751938" y="45155"/>
                </a:cubicBezTo>
                <a:cubicBezTo>
                  <a:pt x="751875" y="46086"/>
                  <a:pt x="751751" y="46815"/>
                  <a:pt x="751564" y="47343"/>
                </a:cubicBezTo>
                <a:cubicBezTo>
                  <a:pt x="751378" y="47870"/>
                  <a:pt x="751144" y="48274"/>
                  <a:pt x="750864" y="48553"/>
                </a:cubicBezTo>
                <a:cubicBezTo>
                  <a:pt x="750584" y="48833"/>
                  <a:pt x="750195" y="48972"/>
                  <a:pt x="749698" y="48972"/>
                </a:cubicBezTo>
                <a:cubicBezTo>
                  <a:pt x="749200" y="48972"/>
                  <a:pt x="748593" y="48833"/>
                  <a:pt x="747878" y="48553"/>
                </a:cubicBezTo>
                <a:cubicBezTo>
                  <a:pt x="747162" y="48274"/>
                  <a:pt x="746354" y="47995"/>
                  <a:pt x="745452" y="47715"/>
                </a:cubicBezTo>
                <a:cubicBezTo>
                  <a:pt x="744549" y="47436"/>
                  <a:pt x="743538" y="47172"/>
                  <a:pt x="742418" y="46924"/>
                </a:cubicBezTo>
                <a:cubicBezTo>
                  <a:pt x="741299" y="46676"/>
                  <a:pt x="740085" y="46551"/>
                  <a:pt x="738779" y="46551"/>
                </a:cubicBezTo>
                <a:cubicBezTo>
                  <a:pt x="737223" y="46551"/>
                  <a:pt x="735699" y="46862"/>
                  <a:pt x="734206" y="47483"/>
                </a:cubicBezTo>
                <a:cubicBezTo>
                  <a:pt x="732713" y="48103"/>
                  <a:pt x="731142" y="49127"/>
                  <a:pt x="729493" y="50555"/>
                </a:cubicBezTo>
                <a:cubicBezTo>
                  <a:pt x="727844" y="51983"/>
                  <a:pt x="726118" y="53876"/>
                  <a:pt x="724314" y="56234"/>
                </a:cubicBezTo>
                <a:cubicBezTo>
                  <a:pt x="722509" y="58593"/>
                  <a:pt x="720519" y="61479"/>
                  <a:pt x="718341" y="64893"/>
                </a:cubicBezTo>
                <a:lnTo>
                  <a:pt x="718341" y="120010"/>
                </a:lnTo>
                <a:cubicBezTo>
                  <a:pt x="718341" y="120506"/>
                  <a:pt x="718217" y="120925"/>
                  <a:pt x="717968" y="121267"/>
                </a:cubicBezTo>
                <a:cubicBezTo>
                  <a:pt x="717719" y="121608"/>
                  <a:pt x="717314" y="121903"/>
                  <a:pt x="716754" y="122151"/>
                </a:cubicBezTo>
                <a:cubicBezTo>
                  <a:pt x="716195" y="122399"/>
                  <a:pt x="715417" y="122586"/>
                  <a:pt x="714421" y="122710"/>
                </a:cubicBezTo>
                <a:cubicBezTo>
                  <a:pt x="713426" y="122834"/>
                  <a:pt x="712150" y="122896"/>
                  <a:pt x="710595" y="122896"/>
                </a:cubicBezTo>
                <a:cubicBezTo>
                  <a:pt x="709102" y="122896"/>
                  <a:pt x="707858" y="122834"/>
                  <a:pt x="706862" y="122710"/>
                </a:cubicBezTo>
                <a:cubicBezTo>
                  <a:pt x="705867" y="122586"/>
                  <a:pt x="705073" y="122399"/>
                  <a:pt x="704482" y="122151"/>
                </a:cubicBezTo>
                <a:cubicBezTo>
                  <a:pt x="703891" y="121903"/>
                  <a:pt x="703487" y="121608"/>
                  <a:pt x="703269" y="121267"/>
                </a:cubicBezTo>
                <a:cubicBezTo>
                  <a:pt x="703051" y="120925"/>
                  <a:pt x="702943" y="120506"/>
                  <a:pt x="702943" y="120010"/>
                </a:cubicBezTo>
                <a:lnTo>
                  <a:pt x="702943" y="36217"/>
                </a:lnTo>
                <a:cubicBezTo>
                  <a:pt x="702943" y="35721"/>
                  <a:pt x="703036" y="35302"/>
                  <a:pt x="703223" y="34960"/>
                </a:cubicBezTo>
                <a:cubicBezTo>
                  <a:pt x="703409" y="34619"/>
                  <a:pt x="703782" y="34308"/>
                  <a:pt x="704342" y="34029"/>
                </a:cubicBezTo>
                <a:cubicBezTo>
                  <a:pt x="704902" y="33750"/>
                  <a:pt x="705618" y="33564"/>
                  <a:pt x="706489" y="33471"/>
                </a:cubicBezTo>
                <a:cubicBezTo>
                  <a:pt x="707360" y="33377"/>
                  <a:pt x="708511" y="33331"/>
                  <a:pt x="709942" y="33331"/>
                </a:cubicBezTo>
                <a:cubicBezTo>
                  <a:pt x="711311" y="33331"/>
                  <a:pt x="712446" y="33377"/>
                  <a:pt x="713348" y="33471"/>
                </a:cubicBezTo>
                <a:cubicBezTo>
                  <a:pt x="714250" y="33564"/>
                  <a:pt x="714950" y="33750"/>
                  <a:pt x="715448" y="34029"/>
                </a:cubicBezTo>
                <a:cubicBezTo>
                  <a:pt x="715946" y="34308"/>
                  <a:pt x="716303" y="34619"/>
                  <a:pt x="716521" y="34960"/>
                </a:cubicBezTo>
                <a:cubicBezTo>
                  <a:pt x="716739" y="35302"/>
                  <a:pt x="716848" y="35721"/>
                  <a:pt x="716848" y="36217"/>
                </a:cubicBezTo>
                <a:lnTo>
                  <a:pt x="716848" y="48414"/>
                </a:lnTo>
                <a:cubicBezTo>
                  <a:pt x="719150" y="45062"/>
                  <a:pt x="721312" y="42331"/>
                  <a:pt x="723334" y="40220"/>
                </a:cubicBezTo>
                <a:cubicBezTo>
                  <a:pt x="725356" y="38110"/>
                  <a:pt x="727269" y="36450"/>
                  <a:pt x="729073" y="35239"/>
                </a:cubicBezTo>
                <a:cubicBezTo>
                  <a:pt x="730877" y="34029"/>
                  <a:pt x="732666" y="33191"/>
                  <a:pt x="734439" y="32726"/>
                </a:cubicBezTo>
                <a:cubicBezTo>
                  <a:pt x="736212" y="32260"/>
                  <a:pt x="738001" y="32027"/>
                  <a:pt x="739805" y="32027"/>
                </a:cubicBezTo>
                <a:cubicBezTo>
                  <a:pt x="740614" y="32027"/>
                  <a:pt x="741532" y="32074"/>
                  <a:pt x="742558" y="32167"/>
                </a:cubicBezTo>
                <a:cubicBezTo>
                  <a:pt x="743585" y="32260"/>
                  <a:pt x="744658" y="32431"/>
                  <a:pt x="745778" y="32679"/>
                </a:cubicBezTo>
                <a:cubicBezTo>
                  <a:pt x="746898" y="32927"/>
                  <a:pt x="747909" y="33207"/>
                  <a:pt x="748811" y="33517"/>
                </a:cubicBezTo>
                <a:cubicBezTo>
                  <a:pt x="749713" y="33827"/>
                  <a:pt x="750351" y="34138"/>
                  <a:pt x="750724" y="34448"/>
                </a:cubicBezTo>
                <a:cubicBezTo>
                  <a:pt x="751098" y="34758"/>
                  <a:pt x="751346" y="35053"/>
                  <a:pt x="751471" y="35333"/>
                </a:cubicBezTo>
                <a:cubicBezTo>
                  <a:pt x="751595" y="35612"/>
                  <a:pt x="751704" y="35969"/>
                  <a:pt x="751798" y="36403"/>
                </a:cubicBezTo>
                <a:cubicBezTo>
                  <a:pt x="751891" y="36838"/>
                  <a:pt x="751953" y="37474"/>
                  <a:pt x="751984" y="38312"/>
                </a:cubicBezTo>
                <a:cubicBezTo>
                  <a:pt x="752015" y="39150"/>
                  <a:pt x="752031" y="40283"/>
                  <a:pt x="752031" y="41710"/>
                </a:cubicBezTo>
                <a:close/>
                <a:moveTo>
                  <a:pt x="808539" y="122337"/>
                </a:moveTo>
                <a:lnTo>
                  <a:pt x="797341" y="153154"/>
                </a:lnTo>
                <a:cubicBezTo>
                  <a:pt x="796967" y="154148"/>
                  <a:pt x="796018" y="154908"/>
                  <a:pt x="794494" y="155435"/>
                </a:cubicBezTo>
                <a:cubicBezTo>
                  <a:pt x="792970" y="155963"/>
                  <a:pt x="790652" y="156227"/>
                  <a:pt x="787542" y="156227"/>
                </a:cubicBezTo>
                <a:cubicBezTo>
                  <a:pt x="785924" y="156227"/>
                  <a:pt x="784617" y="156149"/>
                  <a:pt x="783622" y="155994"/>
                </a:cubicBezTo>
                <a:cubicBezTo>
                  <a:pt x="782627" y="155839"/>
                  <a:pt x="781864" y="155575"/>
                  <a:pt x="781336" y="155203"/>
                </a:cubicBezTo>
                <a:cubicBezTo>
                  <a:pt x="780807" y="154830"/>
                  <a:pt x="780511" y="154334"/>
                  <a:pt x="780449" y="153713"/>
                </a:cubicBezTo>
                <a:cubicBezTo>
                  <a:pt x="780387" y="153092"/>
                  <a:pt x="780542" y="152348"/>
                  <a:pt x="780916" y="151479"/>
                </a:cubicBezTo>
                <a:lnTo>
                  <a:pt x="792488" y="122337"/>
                </a:lnTo>
                <a:cubicBezTo>
                  <a:pt x="791928" y="122089"/>
                  <a:pt x="791399" y="121686"/>
                  <a:pt x="790901" y="121127"/>
                </a:cubicBezTo>
                <a:cubicBezTo>
                  <a:pt x="790403" y="120568"/>
                  <a:pt x="790061" y="119979"/>
                  <a:pt x="789875" y="119358"/>
                </a:cubicBezTo>
                <a:lnTo>
                  <a:pt x="759918" y="39289"/>
                </a:lnTo>
                <a:cubicBezTo>
                  <a:pt x="759420" y="37986"/>
                  <a:pt x="759171" y="36962"/>
                  <a:pt x="759171" y="36217"/>
                </a:cubicBezTo>
                <a:cubicBezTo>
                  <a:pt x="759171" y="35472"/>
                  <a:pt x="759420" y="34883"/>
                  <a:pt x="759918" y="34448"/>
                </a:cubicBezTo>
                <a:cubicBezTo>
                  <a:pt x="760415" y="34014"/>
                  <a:pt x="761224" y="33719"/>
                  <a:pt x="762344" y="33564"/>
                </a:cubicBezTo>
                <a:cubicBezTo>
                  <a:pt x="763464" y="33408"/>
                  <a:pt x="764957" y="33331"/>
                  <a:pt x="766824" y="33331"/>
                </a:cubicBezTo>
                <a:cubicBezTo>
                  <a:pt x="768690" y="33331"/>
                  <a:pt x="770152" y="33377"/>
                  <a:pt x="771210" y="33471"/>
                </a:cubicBezTo>
                <a:cubicBezTo>
                  <a:pt x="772268" y="33564"/>
                  <a:pt x="773107" y="33734"/>
                  <a:pt x="773730" y="33983"/>
                </a:cubicBezTo>
                <a:cubicBezTo>
                  <a:pt x="774352" y="34231"/>
                  <a:pt x="774803" y="34588"/>
                  <a:pt x="775083" y="35053"/>
                </a:cubicBezTo>
                <a:cubicBezTo>
                  <a:pt x="775363" y="35519"/>
                  <a:pt x="775658" y="36155"/>
                  <a:pt x="775969" y="36962"/>
                </a:cubicBezTo>
                <a:lnTo>
                  <a:pt x="799954" y="104182"/>
                </a:lnTo>
                <a:lnTo>
                  <a:pt x="800234" y="104182"/>
                </a:lnTo>
                <a:lnTo>
                  <a:pt x="823378" y="36589"/>
                </a:lnTo>
                <a:cubicBezTo>
                  <a:pt x="823751" y="35410"/>
                  <a:pt x="824202" y="34650"/>
                  <a:pt x="824731" y="34308"/>
                </a:cubicBezTo>
                <a:cubicBezTo>
                  <a:pt x="825260" y="33967"/>
                  <a:pt x="826053" y="33719"/>
                  <a:pt x="827111" y="33564"/>
                </a:cubicBezTo>
                <a:cubicBezTo>
                  <a:pt x="828169" y="33408"/>
                  <a:pt x="829693" y="33331"/>
                  <a:pt x="831684" y="33331"/>
                </a:cubicBezTo>
                <a:cubicBezTo>
                  <a:pt x="833426" y="33331"/>
                  <a:pt x="834857" y="33408"/>
                  <a:pt x="835977" y="33564"/>
                </a:cubicBezTo>
                <a:cubicBezTo>
                  <a:pt x="837096" y="33719"/>
                  <a:pt x="837921" y="34014"/>
                  <a:pt x="838450" y="34448"/>
                </a:cubicBezTo>
                <a:cubicBezTo>
                  <a:pt x="838979" y="34883"/>
                  <a:pt x="839243" y="35472"/>
                  <a:pt x="839243" y="36217"/>
                </a:cubicBezTo>
                <a:cubicBezTo>
                  <a:pt x="839243" y="36962"/>
                  <a:pt x="839056" y="37893"/>
                  <a:pt x="838683" y="39010"/>
                </a:cubicBezTo>
                <a:lnTo>
                  <a:pt x="808539" y="122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Aria">
            <a:extLst xmlns:a="http://schemas.openxmlformats.org/drawingml/2006/main">
              <a:ext uri="{FF2B5EF4-FFF2-40B4-BE49-F238E27FC236}">
                <a16:creationId xmlns:a16="http://schemas.microsoft.com/office/drawing/2014/main" id="{9DED482C-DC30-4420-A7FE-70D28FFD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744" y="2430798"/>
            <a:ext cx="295882" cy="125503"/>
          </a:xfrm>
          <a:custGeom xmlns:a="http://schemas.openxmlformats.org/drawingml/2006/main">
            <a:pathLst>
              <a:path w="295882" h="125503">
                <a:moveTo>
                  <a:pt x="103201" y="117961"/>
                </a:moveTo>
                <a:cubicBezTo>
                  <a:pt x="103698" y="119327"/>
                  <a:pt x="103963" y="120429"/>
                  <a:pt x="103994" y="121267"/>
                </a:cubicBezTo>
                <a:cubicBezTo>
                  <a:pt x="104025" y="122105"/>
                  <a:pt x="103792" y="122741"/>
                  <a:pt x="103294" y="123175"/>
                </a:cubicBezTo>
                <a:cubicBezTo>
                  <a:pt x="102796" y="123610"/>
                  <a:pt x="101972" y="123889"/>
                  <a:pt x="100821" y="124013"/>
                </a:cubicBezTo>
                <a:cubicBezTo>
                  <a:pt x="99670" y="124137"/>
                  <a:pt x="98130" y="124199"/>
                  <a:pt x="96201" y="124199"/>
                </a:cubicBezTo>
                <a:cubicBezTo>
                  <a:pt x="94273" y="124199"/>
                  <a:pt x="92733" y="124153"/>
                  <a:pt x="91582" y="124060"/>
                </a:cubicBezTo>
                <a:cubicBezTo>
                  <a:pt x="90431" y="123967"/>
                  <a:pt x="89560" y="123811"/>
                  <a:pt x="88969" y="123594"/>
                </a:cubicBezTo>
                <a:cubicBezTo>
                  <a:pt x="88378" y="123377"/>
                  <a:pt x="87942" y="123082"/>
                  <a:pt x="87662" y="122710"/>
                </a:cubicBezTo>
                <a:cubicBezTo>
                  <a:pt x="87382" y="122337"/>
                  <a:pt x="87118" y="121872"/>
                  <a:pt x="86869" y="121313"/>
                </a:cubicBezTo>
                <a:lnTo>
                  <a:pt x="76510" y="91986"/>
                </a:lnTo>
                <a:lnTo>
                  <a:pt x="26302" y="91986"/>
                </a:lnTo>
                <a:lnTo>
                  <a:pt x="16409" y="120941"/>
                </a:lnTo>
                <a:cubicBezTo>
                  <a:pt x="16223" y="121499"/>
                  <a:pt x="15974" y="121980"/>
                  <a:pt x="15663" y="122384"/>
                </a:cubicBezTo>
                <a:cubicBezTo>
                  <a:pt x="15352" y="122787"/>
                  <a:pt x="14901" y="123129"/>
                  <a:pt x="14310" y="123408"/>
                </a:cubicBezTo>
                <a:cubicBezTo>
                  <a:pt x="13719" y="123687"/>
                  <a:pt x="12879" y="123889"/>
                  <a:pt x="11790" y="124013"/>
                </a:cubicBezTo>
                <a:cubicBezTo>
                  <a:pt x="10701" y="124137"/>
                  <a:pt x="9286" y="124199"/>
                  <a:pt x="7544" y="124199"/>
                </a:cubicBezTo>
                <a:cubicBezTo>
                  <a:pt x="5739" y="124199"/>
                  <a:pt x="4262" y="124122"/>
                  <a:pt x="3111" y="123967"/>
                </a:cubicBezTo>
                <a:cubicBezTo>
                  <a:pt x="1960" y="123811"/>
                  <a:pt x="1151" y="123517"/>
                  <a:pt x="684" y="123082"/>
                </a:cubicBezTo>
                <a:cubicBezTo>
                  <a:pt x="218" y="122648"/>
                  <a:pt x="0" y="122011"/>
                  <a:pt x="31" y="121174"/>
                </a:cubicBezTo>
                <a:cubicBezTo>
                  <a:pt x="62" y="120336"/>
                  <a:pt x="327" y="119234"/>
                  <a:pt x="824" y="117868"/>
                </a:cubicBezTo>
                <a:lnTo>
                  <a:pt x="41327" y="5959"/>
                </a:lnTo>
                <a:cubicBezTo>
                  <a:pt x="41576" y="5276"/>
                  <a:pt x="41902" y="4717"/>
                  <a:pt x="42307" y="4283"/>
                </a:cubicBezTo>
                <a:cubicBezTo>
                  <a:pt x="42711" y="3848"/>
                  <a:pt x="43302" y="3507"/>
                  <a:pt x="44080" y="3259"/>
                </a:cubicBezTo>
                <a:cubicBezTo>
                  <a:pt x="44858" y="3010"/>
                  <a:pt x="45853" y="2840"/>
                  <a:pt x="47066" y="2747"/>
                </a:cubicBezTo>
                <a:cubicBezTo>
                  <a:pt x="48279" y="2653"/>
                  <a:pt x="49819" y="2607"/>
                  <a:pt x="51686" y="2607"/>
                </a:cubicBezTo>
                <a:cubicBezTo>
                  <a:pt x="53677" y="2607"/>
                  <a:pt x="55325" y="2653"/>
                  <a:pt x="56632" y="2747"/>
                </a:cubicBezTo>
                <a:cubicBezTo>
                  <a:pt x="57938" y="2840"/>
                  <a:pt x="58996" y="3010"/>
                  <a:pt x="59805" y="3259"/>
                </a:cubicBezTo>
                <a:cubicBezTo>
                  <a:pt x="60614" y="3507"/>
                  <a:pt x="61236" y="3864"/>
                  <a:pt x="61671" y="4329"/>
                </a:cubicBezTo>
                <a:cubicBezTo>
                  <a:pt x="62107" y="4795"/>
                  <a:pt x="62449" y="5369"/>
                  <a:pt x="62698" y="6052"/>
                </a:cubicBezTo>
                <a:lnTo>
                  <a:pt x="103201" y="117961"/>
                </a:lnTo>
                <a:moveTo>
                  <a:pt x="51219" y="19179"/>
                </a:moveTo>
                <a:lnTo>
                  <a:pt x="51126" y="19179"/>
                </a:lnTo>
                <a:lnTo>
                  <a:pt x="30315" y="79231"/>
                </a:lnTo>
                <a:lnTo>
                  <a:pt x="72310" y="79231"/>
                </a:lnTo>
                <a:lnTo>
                  <a:pt x="51219" y="19179"/>
                </a:lnTo>
                <a:close/>
                <a:moveTo>
                  <a:pt x="170843" y="43014"/>
                </a:moveTo>
                <a:cubicBezTo>
                  <a:pt x="170843" y="44379"/>
                  <a:pt x="170812" y="45527"/>
                  <a:pt x="170750" y="46458"/>
                </a:cubicBezTo>
                <a:cubicBezTo>
                  <a:pt x="170688" y="47389"/>
                  <a:pt x="170563" y="48119"/>
                  <a:pt x="170376" y="48646"/>
                </a:cubicBezTo>
                <a:cubicBezTo>
                  <a:pt x="170190" y="49174"/>
                  <a:pt x="169956" y="49577"/>
                  <a:pt x="169677" y="49857"/>
                </a:cubicBezTo>
                <a:cubicBezTo>
                  <a:pt x="169397" y="50136"/>
                  <a:pt x="169008" y="50276"/>
                  <a:pt x="168510" y="50276"/>
                </a:cubicBezTo>
                <a:cubicBezTo>
                  <a:pt x="168012" y="50276"/>
                  <a:pt x="167406" y="50136"/>
                  <a:pt x="166690" y="49857"/>
                </a:cubicBezTo>
                <a:cubicBezTo>
                  <a:pt x="165975" y="49577"/>
                  <a:pt x="165166" y="49298"/>
                  <a:pt x="164264" y="49019"/>
                </a:cubicBezTo>
                <a:cubicBezTo>
                  <a:pt x="163362" y="48739"/>
                  <a:pt x="162351" y="48476"/>
                  <a:pt x="161231" y="48227"/>
                </a:cubicBezTo>
                <a:cubicBezTo>
                  <a:pt x="160111" y="47979"/>
                  <a:pt x="158898" y="47855"/>
                  <a:pt x="157591" y="47855"/>
                </a:cubicBezTo>
                <a:cubicBezTo>
                  <a:pt x="156036" y="47855"/>
                  <a:pt x="154511" y="48165"/>
                  <a:pt x="153018" y="48786"/>
                </a:cubicBezTo>
                <a:cubicBezTo>
                  <a:pt x="151525" y="49407"/>
                  <a:pt x="149954" y="50431"/>
                  <a:pt x="148305" y="51858"/>
                </a:cubicBezTo>
                <a:cubicBezTo>
                  <a:pt x="146657" y="53286"/>
                  <a:pt x="144930" y="55179"/>
                  <a:pt x="143126" y="57538"/>
                </a:cubicBezTo>
                <a:cubicBezTo>
                  <a:pt x="141322" y="59896"/>
                  <a:pt x="139331" y="62782"/>
                  <a:pt x="137153" y="66196"/>
                </a:cubicBezTo>
                <a:lnTo>
                  <a:pt x="137153" y="121313"/>
                </a:lnTo>
                <a:cubicBezTo>
                  <a:pt x="137153" y="121810"/>
                  <a:pt x="137029" y="122229"/>
                  <a:pt x="136780" y="122570"/>
                </a:cubicBezTo>
                <a:cubicBezTo>
                  <a:pt x="136531" y="122911"/>
                  <a:pt x="136127" y="123206"/>
                  <a:pt x="135567" y="123455"/>
                </a:cubicBezTo>
                <a:cubicBezTo>
                  <a:pt x="135007" y="123703"/>
                  <a:pt x="134229" y="123889"/>
                  <a:pt x="133234" y="124013"/>
                </a:cubicBezTo>
                <a:cubicBezTo>
                  <a:pt x="132238" y="124137"/>
                  <a:pt x="130963" y="124199"/>
                  <a:pt x="129407" y="124199"/>
                </a:cubicBezTo>
                <a:cubicBezTo>
                  <a:pt x="127914" y="124199"/>
                  <a:pt x="126670" y="124137"/>
                  <a:pt x="125674" y="124013"/>
                </a:cubicBezTo>
                <a:cubicBezTo>
                  <a:pt x="124679" y="123889"/>
                  <a:pt x="123886" y="123703"/>
                  <a:pt x="123295" y="123455"/>
                </a:cubicBezTo>
                <a:cubicBezTo>
                  <a:pt x="122704" y="123206"/>
                  <a:pt x="122299" y="122911"/>
                  <a:pt x="122081" y="122570"/>
                </a:cubicBezTo>
                <a:cubicBezTo>
                  <a:pt x="121864" y="122229"/>
                  <a:pt x="121755" y="121810"/>
                  <a:pt x="121755" y="121313"/>
                </a:cubicBezTo>
                <a:lnTo>
                  <a:pt x="121755" y="37521"/>
                </a:lnTo>
                <a:cubicBezTo>
                  <a:pt x="121755" y="37024"/>
                  <a:pt x="121848" y="36605"/>
                  <a:pt x="122035" y="36264"/>
                </a:cubicBezTo>
                <a:cubicBezTo>
                  <a:pt x="122221" y="35922"/>
                  <a:pt x="122595" y="35612"/>
                  <a:pt x="123155" y="35333"/>
                </a:cubicBezTo>
                <a:cubicBezTo>
                  <a:pt x="123715" y="35053"/>
                  <a:pt x="124430" y="34867"/>
                  <a:pt x="125301" y="34774"/>
                </a:cubicBezTo>
                <a:cubicBezTo>
                  <a:pt x="126172" y="34681"/>
                  <a:pt x="127323" y="34634"/>
                  <a:pt x="128754" y="34634"/>
                </a:cubicBezTo>
                <a:cubicBezTo>
                  <a:pt x="130123" y="34634"/>
                  <a:pt x="131258" y="34681"/>
                  <a:pt x="132160" y="34774"/>
                </a:cubicBezTo>
                <a:cubicBezTo>
                  <a:pt x="133063" y="34867"/>
                  <a:pt x="133762" y="35053"/>
                  <a:pt x="134260" y="35333"/>
                </a:cubicBezTo>
                <a:cubicBezTo>
                  <a:pt x="134758" y="35612"/>
                  <a:pt x="135116" y="35922"/>
                  <a:pt x="135333" y="36264"/>
                </a:cubicBezTo>
                <a:cubicBezTo>
                  <a:pt x="135551" y="36605"/>
                  <a:pt x="135660" y="37024"/>
                  <a:pt x="135660" y="37521"/>
                </a:cubicBezTo>
                <a:lnTo>
                  <a:pt x="135660" y="49717"/>
                </a:lnTo>
                <a:cubicBezTo>
                  <a:pt x="137962" y="46365"/>
                  <a:pt x="140124" y="43634"/>
                  <a:pt x="142146" y="41524"/>
                </a:cubicBezTo>
                <a:cubicBezTo>
                  <a:pt x="144168" y="39414"/>
                  <a:pt x="146081" y="37753"/>
                  <a:pt x="147885" y="36543"/>
                </a:cubicBezTo>
                <a:cubicBezTo>
                  <a:pt x="149690" y="35333"/>
                  <a:pt x="151478" y="34495"/>
                  <a:pt x="153252" y="34029"/>
                </a:cubicBezTo>
                <a:cubicBezTo>
                  <a:pt x="155025" y="33564"/>
                  <a:pt x="156813" y="33331"/>
                  <a:pt x="158618" y="33331"/>
                </a:cubicBezTo>
                <a:cubicBezTo>
                  <a:pt x="159426" y="33331"/>
                  <a:pt x="160344" y="33377"/>
                  <a:pt x="161371" y="33471"/>
                </a:cubicBezTo>
                <a:cubicBezTo>
                  <a:pt x="162397" y="33564"/>
                  <a:pt x="163470" y="33734"/>
                  <a:pt x="164590" y="33983"/>
                </a:cubicBezTo>
                <a:cubicBezTo>
                  <a:pt x="165710" y="34231"/>
                  <a:pt x="166721" y="34510"/>
                  <a:pt x="167623" y="34821"/>
                </a:cubicBezTo>
                <a:cubicBezTo>
                  <a:pt x="168526" y="35131"/>
                  <a:pt x="169163" y="35441"/>
                  <a:pt x="169537" y="35752"/>
                </a:cubicBezTo>
                <a:cubicBezTo>
                  <a:pt x="169910" y="36062"/>
                  <a:pt x="170159" y="36357"/>
                  <a:pt x="170283" y="36636"/>
                </a:cubicBezTo>
                <a:cubicBezTo>
                  <a:pt x="170408" y="36915"/>
                  <a:pt x="170516" y="37272"/>
                  <a:pt x="170610" y="37707"/>
                </a:cubicBezTo>
                <a:cubicBezTo>
                  <a:pt x="170703" y="38141"/>
                  <a:pt x="170765" y="38777"/>
                  <a:pt x="170796" y="39615"/>
                </a:cubicBezTo>
                <a:cubicBezTo>
                  <a:pt x="170828" y="40453"/>
                  <a:pt x="170843" y="41586"/>
                  <a:pt x="170843" y="43014"/>
                </a:cubicBezTo>
                <a:close/>
                <a:moveTo>
                  <a:pt x="204525" y="121313"/>
                </a:moveTo>
                <a:cubicBezTo>
                  <a:pt x="204525" y="121810"/>
                  <a:pt x="204401" y="122229"/>
                  <a:pt x="204152" y="122570"/>
                </a:cubicBezTo>
                <a:cubicBezTo>
                  <a:pt x="203903" y="122911"/>
                  <a:pt x="203499" y="123206"/>
                  <a:pt x="202939" y="123455"/>
                </a:cubicBezTo>
                <a:cubicBezTo>
                  <a:pt x="202379" y="123703"/>
                  <a:pt x="201601" y="123889"/>
                  <a:pt x="200606" y="124013"/>
                </a:cubicBezTo>
                <a:cubicBezTo>
                  <a:pt x="199610" y="124137"/>
                  <a:pt x="198335" y="124199"/>
                  <a:pt x="196779" y="124199"/>
                </a:cubicBezTo>
                <a:cubicBezTo>
                  <a:pt x="195286" y="124199"/>
                  <a:pt x="194042" y="124137"/>
                  <a:pt x="193047" y="124013"/>
                </a:cubicBezTo>
                <a:cubicBezTo>
                  <a:pt x="192051" y="123889"/>
                  <a:pt x="191258" y="123703"/>
                  <a:pt x="190667" y="123455"/>
                </a:cubicBezTo>
                <a:cubicBezTo>
                  <a:pt x="190076" y="123206"/>
                  <a:pt x="189671" y="122911"/>
                  <a:pt x="189454" y="122570"/>
                </a:cubicBezTo>
                <a:cubicBezTo>
                  <a:pt x="189236" y="122229"/>
                  <a:pt x="189127" y="121810"/>
                  <a:pt x="189127" y="121313"/>
                </a:cubicBezTo>
                <a:lnTo>
                  <a:pt x="189127" y="37521"/>
                </a:lnTo>
                <a:cubicBezTo>
                  <a:pt x="189127" y="37086"/>
                  <a:pt x="189236" y="36683"/>
                  <a:pt x="189454" y="36310"/>
                </a:cubicBezTo>
                <a:cubicBezTo>
                  <a:pt x="189671" y="35938"/>
                  <a:pt x="190076" y="35627"/>
                  <a:pt x="190667" y="35379"/>
                </a:cubicBezTo>
                <a:cubicBezTo>
                  <a:pt x="191258" y="35131"/>
                  <a:pt x="192051" y="34945"/>
                  <a:pt x="193047" y="34821"/>
                </a:cubicBezTo>
                <a:cubicBezTo>
                  <a:pt x="194042" y="34696"/>
                  <a:pt x="195286" y="34634"/>
                  <a:pt x="196779" y="34634"/>
                </a:cubicBezTo>
                <a:cubicBezTo>
                  <a:pt x="198335" y="34634"/>
                  <a:pt x="199610" y="34696"/>
                  <a:pt x="200606" y="34821"/>
                </a:cubicBezTo>
                <a:cubicBezTo>
                  <a:pt x="201601" y="34945"/>
                  <a:pt x="202379" y="35131"/>
                  <a:pt x="202939" y="35379"/>
                </a:cubicBezTo>
                <a:cubicBezTo>
                  <a:pt x="203499" y="35627"/>
                  <a:pt x="203903" y="35938"/>
                  <a:pt x="204152" y="36310"/>
                </a:cubicBezTo>
                <a:cubicBezTo>
                  <a:pt x="204401" y="36683"/>
                  <a:pt x="204525" y="37086"/>
                  <a:pt x="204525" y="37521"/>
                </a:cubicBezTo>
                <a:lnTo>
                  <a:pt x="204525" y="121313"/>
                </a:lnTo>
                <a:moveTo>
                  <a:pt x="206298" y="9124"/>
                </a:moveTo>
                <a:cubicBezTo>
                  <a:pt x="206298" y="12724"/>
                  <a:pt x="205614" y="15176"/>
                  <a:pt x="204245" y="16479"/>
                </a:cubicBezTo>
                <a:cubicBezTo>
                  <a:pt x="202877" y="17783"/>
                  <a:pt x="200357" y="18434"/>
                  <a:pt x="196686" y="18434"/>
                </a:cubicBezTo>
                <a:cubicBezTo>
                  <a:pt x="193078" y="18434"/>
                  <a:pt x="190605" y="17798"/>
                  <a:pt x="189267" y="16526"/>
                </a:cubicBezTo>
                <a:cubicBezTo>
                  <a:pt x="187929" y="15253"/>
                  <a:pt x="187260" y="12848"/>
                  <a:pt x="187260" y="9310"/>
                </a:cubicBezTo>
                <a:cubicBezTo>
                  <a:pt x="187260" y="5710"/>
                  <a:pt x="187945" y="3259"/>
                  <a:pt x="189314" y="1955"/>
                </a:cubicBezTo>
                <a:cubicBezTo>
                  <a:pt x="190682" y="652"/>
                  <a:pt x="193202" y="0"/>
                  <a:pt x="196873" y="0"/>
                </a:cubicBezTo>
                <a:cubicBezTo>
                  <a:pt x="200481" y="0"/>
                  <a:pt x="202954" y="636"/>
                  <a:pt x="204292" y="1909"/>
                </a:cubicBezTo>
                <a:cubicBezTo>
                  <a:pt x="205630" y="3181"/>
                  <a:pt x="206298" y="5586"/>
                  <a:pt x="206298" y="9124"/>
                </a:cubicBezTo>
                <a:close/>
                <a:moveTo>
                  <a:pt x="295882" y="121406"/>
                </a:moveTo>
                <a:cubicBezTo>
                  <a:pt x="295882" y="122151"/>
                  <a:pt x="295633" y="122710"/>
                  <a:pt x="295135" y="123082"/>
                </a:cubicBezTo>
                <a:cubicBezTo>
                  <a:pt x="294638" y="123455"/>
                  <a:pt x="293953" y="123734"/>
                  <a:pt x="293082" y="123920"/>
                </a:cubicBezTo>
                <a:cubicBezTo>
                  <a:pt x="292211" y="124106"/>
                  <a:pt x="290936" y="124199"/>
                  <a:pt x="289256" y="124199"/>
                </a:cubicBezTo>
                <a:cubicBezTo>
                  <a:pt x="287638" y="124199"/>
                  <a:pt x="286347" y="124106"/>
                  <a:pt x="285383" y="123920"/>
                </a:cubicBezTo>
                <a:cubicBezTo>
                  <a:pt x="284419" y="123734"/>
                  <a:pt x="283719" y="123455"/>
                  <a:pt x="283283" y="123082"/>
                </a:cubicBezTo>
                <a:cubicBezTo>
                  <a:pt x="282848" y="122710"/>
                  <a:pt x="282630" y="122151"/>
                  <a:pt x="282630" y="121406"/>
                </a:cubicBezTo>
                <a:lnTo>
                  <a:pt x="282630" y="113027"/>
                </a:lnTo>
                <a:cubicBezTo>
                  <a:pt x="278959" y="116937"/>
                  <a:pt x="274868" y="119994"/>
                  <a:pt x="270358" y="122198"/>
                </a:cubicBezTo>
                <a:cubicBezTo>
                  <a:pt x="265847" y="124401"/>
                  <a:pt x="261072" y="125503"/>
                  <a:pt x="256033" y="125503"/>
                </a:cubicBezTo>
                <a:cubicBezTo>
                  <a:pt x="251615" y="125503"/>
                  <a:pt x="247618" y="124927"/>
                  <a:pt x="244041" y="123775"/>
                </a:cubicBezTo>
                <a:cubicBezTo>
                  <a:pt x="240463" y="122622"/>
                  <a:pt x="237415" y="120956"/>
                  <a:pt x="234895" y="118776"/>
                </a:cubicBezTo>
                <a:cubicBezTo>
                  <a:pt x="232375" y="116596"/>
                  <a:pt x="230415" y="113918"/>
                  <a:pt x="229015" y="110743"/>
                </a:cubicBezTo>
                <a:cubicBezTo>
                  <a:pt x="227616" y="107566"/>
                  <a:pt x="226916" y="103952"/>
                  <a:pt x="226916" y="99902"/>
                </a:cubicBezTo>
                <a:cubicBezTo>
                  <a:pt x="226916" y="95170"/>
                  <a:pt x="227880" y="91060"/>
                  <a:pt x="229809" y="87572"/>
                </a:cubicBezTo>
                <a:cubicBezTo>
                  <a:pt x="231737" y="84083"/>
                  <a:pt x="234506" y="81186"/>
                  <a:pt x="238114" y="78882"/>
                </a:cubicBezTo>
                <a:cubicBezTo>
                  <a:pt x="241723" y="76577"/>
                  <a:pt x="246140" y="74849"/>
                  <a:pt x="251366" y="73697"/>
                </a:cubicBezTo>
                <a:cubicBezTo>
                  <a:pt x="256593" y="72545"/>
                  <a:pt x="262472" y="71969"/>
                  <a:pt x="269005" y="71969"/>
                </a:cubicBezTo>
                <a:lnTo>
                  <a:pt x="280577" y="71969"/>
                </a:lnTo>
                <a:lnTo>
                  <a:pt x="280577" y="65475"/>
                </a:lnTo>
                <a:cubicBezTo>
                  <a:pt x="280577" y="62259"/>
                  <a:pt x="280235" y="59414"/>
                  <a:pt x="279550" y="56941"/>
                </a:cubicBezTo>
                <a:cubicBezTo>
                  <a:pt x="278866" y="54466"/>
                  <a:pt x="277761" y="52409"/>
                  <a:pt x="276237" y="50770"/>
                </a:cubicBezTo>
                <a:cubicBezTo>
                  <a:pt x="274713" y="49131"/>
                  <a:pt x="272738" y="47895"/>
                  <a:pt x="270311" y="47061"/>
                </a:cubicBezTo>
                <a:cubicBezTo>
                  <a:pt x="267885" y="46225"/>
                  <a:pt x="264898" y="45807"/>
                  <a:pt x="261352" y="45807"/>
                </a:cubicBezTo>
                <a:cubicBezTo>
                  <a:pt x="257557" y="45807"/>
                  <a:pt x="254151" y="46252"/>
                  <a:pt x="251133" y="47142"/>
                </a:cubicBezTo>
                <a:cubicBezTo>
                  <a:pt x="248116" y="48032"/>
                  <a:pt x="245471" y="49015"/>
                  <a:pt x="243201" y="50089"/>
                </a:cubicBezTo>
                <a:cubicBezTo>
                  <a:pt x="240930" y="51164"/>
                  <a:pt x="239032" y="52146"/>
                  <a:pt x="237508" y="53037"/>
                </a:cubicBezTo>
                <a:cubicBezTo>
                  <a:pt x="235984" y="53927"/>
                  <a:pt x="234848" y="54372"/>
                  <a:pt x="234102" y="54372"/>
                </a:cubicBezTo>
                <a:cubicBezTo>
                  <a:pt x="233604" y="54372"/>
                  <a:pt x="233168" y="54248"/>
                  <a:pt x="232795" y="54000"/>
                </a:cubicBezTo>
                <a:cubicBezTo>
                  <a:pt x="232422" y="53751"/>
                  <a:pt x="232095" y="53379"/>
                  <a:pt x="231815" y="52882"/>
                </a:cubicBezTo>
                <a:cubicBezTo>
                  <a:pt x="231535" y="52386"/>
                  <a:pt x="231333" y="51750"/>
                  <a:pt x="231208" y="50974"/>
                </a:cubicBezTo>
                <a:cubicBezTo>
                  <a:pt x="231084" y="50198"/>
                  <a:pt x="231022" y="49345"/>
                  <a:pt x="231022" y="48414"/>
                </a:cubicBezTo>
                <a:cubicBezTo>
                  <a:pt x="231022" y="46862"/>
                  <a:pt x="231131" y="45636"/>
                  <a:pt x="231348" y="44736"/>
                </a:cubicBezTo>
                <a:cubicBezTo>
                  <a:pt x="231566" y="43836"/>
                  <a:pt x="232095" y="42983"/>
                  <a:pt x="232935" y="42176"/>
                </a:cubicBezTo>
                <a:cubicBezTo>
                  <a:pt x="233775" y="41369"/>
                  <a:pt x="235221" y="40429"/>
                  <a:pt x="237275" y="39356"/>
                </a:cubicBezTo>
                <a:cubicBezTo>
                  <a:pt x="239328" y="38282"/>
                  <a:pt x="241692" y="37300"/>
                  <a:pt x="244367" y="36412"/>
                </a:cubicBezTo>
                <a:cubicBezTo>
                  <a:pt x="247042" y="35524"/>
                  <a:pt x="249967" y="34789"/>
                  <a:pt x="253140" y="34207"/>
                </a:cubicBezTo>
                <a:cubicBezTo>
                  <a:pt x="256313" y="33623"/>
                  <a:pt x="259517" y="33331"/>
                  <a:pt x="262752" y="33331"/>
                </a:cubicBezTo>
                <a:cubicBezTo>
                  <a:pt x="268787" y="33331"/>
                  <a:pt x="273920" y="34014"/>
                  <a:pt x="278150" y="35379"/>
                </a:cubicBezTo>
                <a:cubicBezTo>
                  <a:pt x="282381" y="36745"/>
                  <a:pt x="285803" y="38746"/>
                  <a:pt x="288416" y="41384"/>
                </a:cubicBezTo>
                <a:cubicBezTo>
                  <a:pt x="291029" y="44022"/>
                  <a:pt x="292927" y="47296"/>
                  <a:pt x="294109" y="51207"/>
                </a:cubicBezTo>
                <a:cubicBezTo>
                  <a:pt x="295291" y="55117"/>
                  <a:pt x="295882" y="59679"/>
                  <a:pt x="295882" y="64893"/>
                </a:cubicBezTo>
                <a:lnTo>
                  <a:pt x="295882" y="121406"/>
                </a:lnTo>
                <a:moveTo>
                  <a:pt x="280577" y="83048"/>
                </a:moveTo>
                <a:lnTo>
                  <a:pt x="267418" y="83048"/>
                </a:lnTo>
                <a:cubicBezTo>
                  <a:pt x="263187" y="83048"/>
                  <a:pt x="259517" y="83408"/>
                  <a:pt x="256406" y="84127"/>
                </a:cubicBezTo>
                <a:cubicBezTo>
                  <a:pt x="253295" y="84845"/>
                  <a:pt x="250713" y="85906"/>
                  <a:pt x="248660" y="87310"/>
                </a:cubicBezTo>
                <a:cubicBezTo>
                  <a:pt x="246607" y="88715"/>
                  <a:pt x="245098" y="90401"/>
                  <a:pt x="244134" y="92370"/>
                </a:cubicBezTo>
                <a:cubicBezTo>
                  <a:pt x="243169" y="94337"/>
                  <a:pt x="242687" y="96600"/>
                  <a:pt x="242687" y="99161"/>
                </a:cubicBezTo>
                <a:cubicBezTo>
                  <a:pt x="242687" y="103532"/>
                  <a:pt x="244072" y="107014"/>
                  <a:pt x="246840" y="109605"/>
                </a:cubicBezTo>
                <a:cubicBezTo>
                  <a:pt x="249609" y="112197"/>
                  <a:pt x="253482" y="113493"/>
                  <a:pt x="258459" y="113493"/>
                </a:cubicBezTo>
                <a:cubicBezTo>
                  <a:pt x="262503" y="113493"/>
                  <a:pt x="266252" y="112463"/>
                  <a:pt x="269705" y="110403"/>
                </a:cubicBezTo>
                <a:cubicBezTo>
                  <a:pt x="273158" y="108341"/>
                  <a:pt x="276782" y="105187"/>
                  <a:pt x="280577" y="100941"/>
                </a:cubicBezTo>
                <a:lnTo>
                  <a:pt x="280577" y="83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Mroonga">
            <a:extLst xmlns:a="http://schemas.openxmlformats.org/drawingml/2006/main">
              <a:ext uri="{FF2B5EF4-FFF2-40B4-BE49-F238E27FC236}">
                <a16:creationId xmlns:a16="http://schemas.microsoft.com/office/drawing/2014/main" id="{78A09AED-8320-4714-8641-F9ACF438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514" y="2659305"/>
            <a:ext cx="680331" cy="154551"/>
          </a:xfrm>
          <a:custGeom xmlns:a="http://schemas.openxmlformats.org/drawingml/2006/main">
            <a:pathLst>
              <a:path w="680331" h="154551">
                <a:moveTo>
                  <a:pt x="131307" y="118055"/>
                </a:moveTo>
                <a:cubicBezTo>
                  <a:pt x="131307" y="118551"/>
                  <a:pt x="131182" y="118986"/>
                  <a:pt x="130933" y="119358"/>
                </a:cubicBezTo>
                <a:cubicBezTo>
                  <a:pt x="130684" y="119730"/>
                  <a:pt x="130249" y="120025"/>
                  <a:pt x="129627" y="120243"/>
                </a:cubicBezTo>
                <a:cubicBezTo>
                  <a:pt x="129005" y="120460"/>
                  <a:pt x="128211" y="120646"/>
                  <a:pt x="127247" y="120801"/>
                </a:cubicBezTo>
                <a:cubicBezTo>
                  <a:pt x="126283" y="120956"/>
                  <a:pt x="125023" y="121034"/>
                  <a:pt x="123467" y="121034"/>
                </a:cubicBezTo>
                <a:cubicBezTo>
                  <a:pt x="122036" y="121034"/>
                  <a:pt x="120808" y="120956"/>
                  <a:pt x="119781" y="120801"/>
                </a:cubicBezTo>
                <a:cubicBezTo>
                  <a:pt x="118754" y="120646"/>
                  <a:pt x="117946" y="120460"/>
                  <a:pt x="117355" y="120243"/>
                </a:cubicBezTo>
                <a:cubicBezTo>
                  <a:pt x="116764" y="120025"/>
                  <a:pt x="116344" y="119730"/>
                  <a:pt x="116095" y="119358"/>
                </a:cubicBezTo>
                <a:cubicBezTo>
                  <a:pt x="115846" y="118986"/>
                  <a:pt x="115721" y="118551"/>
                  <a:pt x="115721" y="118055"/>
                </a:cubicBezTo>
                <a:lnTo>
                  <a:pt x="115721" y="13128"/>
                </a:lnTo>
                <a:lnTo>
                  <a:pt x="115535" y="13128"/>
                </a:lnTo>
                <a:lnTo>
                  <a:pt x="72513" y="118520"/>
                </a:lnTo>
                <a:cubicBezTo>
                  <a:pt x="72326" y="118955"/>
                  <a:pt x="72061" y="119327"/>
                  <a:pt x="71719" y="119637"/>
                </a:cubicBezTo>
                <a:cubicBezTo>
                  <a:pt x="71377" y="119948"/>
                  <a:pt x="70879" y="120211"/>
                  <a:pt x="70226" y="120429"/>
                </a:cubicBezTo>
                <a:cubicBezTo>
                  <a:pt x="69573" y="120646"/>
                  <a:pt x="68795" y="120801"/>
                  <a:pt x="67893" y="120894"/>
                </a:cubicBezTo>
                <a:cubicBezTo>
                  <a:pt x="66991" y="120987"/>
                  <a:pt x="65918" y="121034"/>
                  <a:pt x="64673" y="121034"/>
                </a:cubicBezTo>
                <a:cubicBezTo>
                  <a:pt x="63367" y="121034"/>
                  <a:pt x="62247" y="120972"/>
                  <a:pt x="61314" y="120848"/>
                </a:cubicBezTo>
                <a:cubicBezTo>
                  <a:pt x="60380" y="120724"/>
                  <a:pt x="59603" y="120553"/>
                  <a:pt x="58981" y="120336"/>
                </a:cubicBezTo>
                <a:cubicBezTo>
                  <a:pt x="58358" y="120118"/>
                  <a:pt x="57876" y="119855"/>
                  <a:pt x="57534" y="119544"/>
                </a:cubicBezTo>
                <a:cubicBezTo>
                  <a:pt x="57192" y="119234"/>
                  <a:pt x="56959" y="118893"/>
                  <a:pt x="56834" y="118520"/>
                </a:cubicBezTo>
                <a:lnTo>
                  <a:pt x="15678" y="13128"/>
                </a:lnTo>
                <a:lnTo>
                  <a:pt x="15585" y="13128"/>
                </a:lnTo>
                <a:lnTo>
                  <a:pt x="15585" y="118055"/>
                </a:lnTo>
                <a:cubicBezTo>
                  <a:pt x="15585" y="118551"/>
                  <a:pt x="15461" y="118986"/>
                  <a:pt x="15212" y="119358"/>
                </a:cubicBezTo>
                <a:cubicBezTo>
                  <a:pt x="14963" y="119730"/>
                  <a:pt x="14527" y="120025"/>
                  <a:pt x="13905" y="120243"/>
                </a:cubicBezTo>
                <a:cubicBezTo>
                  <a:pt x="13283" y="120460"/>
                  <a:pt x="12474" y="120646"/>
                  <a:pt x="11479" y="120801"/>
                </a:cubicBezTo>
                <a:cubicBezTo>
                  <a:pt x="10483" y="120956"/>
                  <a:pt x="9208" y="121034"/>
                  <a:pt x="7653" y="121034"/>
                </a:cubicBezTo>
                <a:cubicBezTo>
                  <a:pt x="6159" y="121034"/>
                  <a:pt x="4915" y="120956"/>
                  <a:pt x="3920" y="120801"/>
                </a:cubicBezTo>
                <a:cubicBezTo>
                  <a:pt x="2924" y="120646"/>
                  <a:pt x="2131" y="120460"/>
                  <a:pt x="1540" y="120243"/>
                </a:cubicBezTo>
                <a:cubicBezTo>
                  <a:pt x="949" y="120025"/>
                  <a:pt x="544" y="119730"/>
                  <a:pt x="327" y="119358"/>
                </a:cubicBezTo>
                <a:cubicBezTo>
                  <a:pt x="109" y="118986"/>
                  <a:pt x="0" y="118551"/>
                  <a:pt x="0" y="118055"/>
                </a:cubicBezTo>
                <a:lnTo>
                  <a:pt x="0" y="7262"/>
                </a:lnTo>
                <a:cubicBezTo>
                  <a:pt x="0" y="4655"/>
                  <a:pt x="684" y="2793"/>
                  <a:pt x="2053" y="1676"/>
                </a:cubicBezTo>
                <a:cubicBezTo>
                  <a:pt x="3422" y="559"/>
                  <a:pt x="4946" y="0"/>
                  <a:pt x="6626" y="0"/>
                </a:cubicBezTo>
                <a:lnTo>
                  <a:pt x="16332" y="0"/>
                </a:lnTo>
                <a:cubicBezTo>
                  <a:pt x="18323" y="0"/>
                  <a:pt x="20065" y="186"/>
                  <a:pt x="21558" y="559"/>
                </a:cubicBezTo>
                <a:cubicBezTo>
                  <a:pt x="23051" y="931"/>
                  <a:pt x="24357" y="1521"/>
                  <a:pt x="25477" y="2328"/>
                </a:cubicBezTo>
                <a:cubicBezTo>
                  <a:pt x="26597" y="3134"/>
                  <a:pt x="27531" y="4159"/>
                  <a:pt x="28277" y="5400"/>
                </a:cubicBezTo>
                <a:cubicBezTo>
                  <a:pt x="29024" y="6641"/>
                  <a:pt x="29677" y="8100"/>
                  <a:pt x="30237" y="9776"/>
                </a:cubicBezTo>
                <a:lnTo>
                  <a:pt x="65233" y="97013"/>
                </a:lnTo>
                <a:lnTo>
                  <a:pt x="65700" y="97013"/>
                </a:lnTo>
                <a:lnTo>
                  <a:pt x="102096" y="10055"/>
                </a:lnTo>
                <a:cubicBezTo>
                  <a:pt x="102781" y="8193"/>
                  <a:pt x="103527" y="6610"/>
                  <a:pt x="104336" y="5307"/>
                </a:cubicBezTo>
                <a:cubicBezTo>
                  <a:pt x="105145" y="4003"/>
                  <a:pt x="106031" y="2964"/>
                  <a:pt x="106996" y="2188"/>
                </a:cubicBezTo>
                <a:cubicBezTo>
                  <a:pt x="107960" y="1412"/>
                  <a:pt x="109033" y="853"/>
                  <a:pt x="110215" y="512"/>
                </a:cubicBezTo>
                <a:cubicBezTo>
                  <a:pt x="111397" y="171"/>
                  <a:pt x="112766" y="0"/>
                  <a:pt x="114322" y="0"/>
                </a:cubicBezTo>
                <a:lnTo>
                  <a:pt x="124494" y="0"/>
                </a:lnTo>
                <a:cubicBezTo>
                  <a:pt x="125427" y="0"/>
                  <a:pt x="126314" y="140"/>
                  <a:pt x="127154" y="419"/>
                </a:cubicBezTo>
                <a:cubicBezTo>
                  <a:pt x="127994" y="698"/>
                  <a:pt x="128709" y="1133"/>
                  <a:pt x="129300" y="1722"/>
                </a:cubicBezTo>
                <a:cubicBezTo>
                  <a:pt x="129891" y="2312"/>
                  <a:pt x="130373" y="3057"/>
                  <a:pt x="130747" y="3957"/>
                </a:cubicBezTo>
                <a:cubicBezTo>
                  <a:pt x="131120" y="4857"/>
                  <a:pt x="131307" y="5959"/>
                  <a:pt x="131307" y="7262"/>
                </a:cubicBezTo>
                <a:lnTo>
                  <a:pt x="131307" y="118055"/>
                </a:lnTo>
                <a:close/>
                <a:moveTo>
                  <a:pt x="210213" y="39848"/>
                </a:moveTo>
                <a:cubicBezTo>
                  <a:pt x="210213" y="41214"/>
                  <a:pt x="210182" y="42362"/>
                  <a:pt x="210119" y="43293"/>
                </a:cubicBezTo>
                <a:cubicBezTo>
                  <a:pt x="210057" y="44224"/>
                  <a:pt x="209933" y="44953"/>
                  <a:pt x="209746" y="45481"/>
                </a:cubicBezTo>
                <a:cubicBezTo>
                  <a:pt x="209559" y="46008"/>
                  <a:pt x="209326" y="46412"/>
                  <a:pt x="209046" y="46691"/>
                </a:cubicBezTo>
                <a:cubicBezTo>
                  <a:pt x="208766" y="46970"/>
                  <a:pt x="208377" y="47110"/>
                  <a:pt x="207880" y="47110"/>
                </a:cubicBezTo>
                <a:cubicBezTo>
                  <a:pt x="207382" y="47110"/>
                  <a:pt x="206775" y="46970"/>
                  <a:pt x="206060" y="46691"/>
                </a:cubicBezTo>
                <a:cubicBezTo>
                  <a:pt x="205344" y="46412"/>
                  <a:pt x="204535" y="46133"/>
                  <a:pt x="203633" y="45853"/>
                </a:cubicBezTo>
                <a:cubicBezTo>
                  <a:pt x="202731" y="45574"/>
                  <a:pt x="201720" y="45310"/>
                  <a:pt x="200600" y="45062"/>
                </a:cubicBezTo>
                <a:cubicBezTo>
                  <a:pt x="199480" y="44814"/>
                  <a:pt x="198267" y="44689"/>
                  <a:pt x="196961" y="44689"/>
                </a:cubicBezTo>
                <a:cubicBezTo>
                  <a:pt x="195405" y="44689"/>
                  <a:pt x="193881" y="45000"/>
                  <a:pt x="192388" y="45620"/>
                </a:cubicBezTo>
                <a:cubicBezTo>
                  <a:pt x="190895" y="46241"/>
                  <a:pt x="189324" y="47265"/>
                  <a:pt x="187675" y="48693"/>
                </a:cubicBezTo>
                <a:cubicBezTo>
                  <a:pt x="186026" y="50120"/>
                  <a:pt x="184300" y="52014"/>
                  <a:pt x="182495" y="54372"/>
                </a:cubicBezTo>
                <a:cubicBezTo>
                  <a:pt x="180691" y="56731"/>
                  <a:pt x="178700" y="59617"/>
                  <a:pt x="176523" y="63031"/>
                </a:cubicBezTo>
                <a:lnTo>
                  <a:pt x="176523" y="118148"/>
                </a:lnTo>
                <a:cubicBezTo>
                  <a:pt x="176523" y="118644"/>
                  <a:pt x="176398" y="119063"/>
                  <a:pt x="176149" y="119405"/>
                </a:cubicBezTo>
                <a:cubicBezTo>
                  <a:pt x="175901" y="119746"/>
                  <a:pt x="175496" y="120041"/>
                  <a:pt x="174936" y="120289"/>
                </a:cubicBezTo>
                <a:cubicBezTo>
                  <a:pt x="174376" y="120537"/>
                  <a:pt x="173599" y="120724"/>
                  <a:pt x="172603" y="120848"/>
                </a:cubicBezTo>
                <a:cubicBezTo>
                  <a:pt x="171608" y="120972"/>
                  <a:pt x="170332" y="121034"/>
                  <a:pt x="168777" y="121034"/>
                </a:cubicBezTo>
                <a:cubicBezTo>
                  <a:pt x="167284" y="121034"/>
                  <a:pt x="166039" y="120972"/>
                  <a:pt x="165044" y="120848"/>
                </a:cubicBezTo>
                <a:cubicBezTo>
                  <a:pt x="164048" y="120724"/>
                  <a:pt x="163255" y="120537"/>
                  <a:pt x="162664" y="120289"/>
                </a:cubicBezTo>
                <a:cubicBezTo>
                  <a:pt x="162073" y="120041"/>
                  <a:pt x="161669" y="119746"/>
                  <a:pt x="161451" y="119405"/>
                </a:cubicBezTo>
                <a:cubicBezTo>
                  <a:pt x="161233" y="119063"/>
                  <a:pt x="161124" y="118644"/>
                  <a:pt x="161124" y="118148"/>
                </a:cubicBezTo>
                <a:lnTo>
                  <a:pt x="161124" y="34355"/>
                </a:lnTo>
                <a:cubicBezTo>
                  <a:pt x="161124" y="33858"/>
                  <a:pt x="161218" y="33439"/>
                  <a:pt x="161404" y="33098"/>
                </a:cubicBezTo>
                <a:cubicBezTo>
                  <a:pt x="161591" y="32757"/>
                  <a:pt x="161964" y="32446"/>
                  <a:pt x="162524" y="32167"/>
                </a:cubicBezTo>
                <a:cubicBezTo>
                  <a:pt x="163084" y="31888"/>
                  <a:pt x="163800" y="31702"/>
                  <a:pt x="164671" y="31608"/>
                </a:cubicBezTo>
                <a:cubicBezTo>
                  <a:pt x="165542" y="31515"/>
                  <a:pt x="166693" y="31469"/>
                  <a:pt x="168124" y="31469"/>
                </a:cubicBezTo>
                <a:cubicBezTo>
                  <a:pt x="169492" y="31469"/>
                  <a:pt x="170628" y="31515"/>
                  <a:pt x="171530" y="31608"/>
                </a:cubicBezTo>
                <a:cubicBezTo>
                  <a:pt x="172432" y="31702"/>
                  <a:pt x="173132" y="31888"/>
                  <a:pt x="173630" y="32167"/>
                </a:cubicBezTo>
                <a:cubicBezTo>
                  <a:pt x="174127" y="32446"/>
                  <a:pt x="174485" y="32757"/>
                  <a:pt x="174703" y="33098"/>
                </a:cubicBezTo>
                <a:cubicBezTo>
                  <a:pt x="174921" y="33439"/>
                  <a:pt x="175030" y="33858"/>
                  <a:pt x="175030" y="34355"/>
                </a:cubicBezTo>
                <a:lnTo>
                  <a:pt x="175030" y="46552"/>
                </a:lnTo>
                <a:cubicBezTo>
                  <a:pt x="177332" y="43200"/>
                  <a:pt x="179494" y="40469"/>
                  <a:pt x="181516" y="38358"/>
                </a:cubicBezTo>
                <a:cubicBezTo>
                  <a:pt x="183538" y="36248"/>
                  <a:pt x="185451" y="34588"/>
                  <a:pt x="187255" y="33377"/>
                </a:cubicBezTo>
                <a:cubicBezTo>
                  <a:pt x="189059" y="32167"/>
                  <a:pt x="190848" y="31329"/>
                  <a:pt x="192621" y="30864"/>
                </a:cubicBezTo>
                <a:cubicBezTo>
                  <a:pt x="194394" y="30398"/>
                  <a:pt x="196183" y="30165"/>
                  <a:pt x="197987" y="30165"/>
                </a:cubicBezTo>
                <a:cubicBezTo>
                  <a:pt x="198796" y="30165"/>
                  <a:pt x="199714" y="30212"/>
                  <a:pt x="200740" y="30305"/>
                </a:cubicBezTo>
                <a:cubicBezTo>
                  <a:pt x="201767" y="30398"/>
                  <a:pt x="202840" y="30569"/>
                  <a:pt x="203960" y="30817"/>
                </a:cubicBezTo>
                <a:cubicBezTo>
                  <a:pt x="205080" y="31065"/>
                  <a:pt x="206091" y="31345"/>
                  <a:pt x="206993" y="31655"/>
                </a:cubicBezTo>
                <a:cubicBezTo>
                  <a:pt x="207895" y="31965"/>
                  <a:pt x="208533" y="32276"/>
                  <a:pt x="208906" y="32586"/>
                </a:cubicBezTo>
                <a:cubicBezTo>
                  <a:pt x="209279" y="32896"/>
                  <a:pt x="209528" y="33191"/>
                  <a:pt x="209653" y="33471"/>
                </a:cubicBezTo>
                <a:cubicBezTo>
                  <a:pt x="209777" y="33750"/>
                  <a:pt x="209886" y="34107"/>
                  <a:pt x="209979" y="34541"/>
                </a:cubicBezTo>
                <a:cubicBezTo>
                  <a:pt x="210073" y="34976"/>
                  <a:pt x="210135" y="35612"/>
                  <a:pt x="210166" y="36450"/>
                </a:cubicBezTo>
                <a:cubicBezTo>
                  <a:pt x="210197" y="37288"/>
                  <a:pt x="210213" y="38421"/>
                  <a:pt x="210213" y="39848"/>
                </a:cubicBezTo>
                <a:close/>
                <a:moveTo>
                  <a:pt x="306570" y="75367"/>
                </a:moveTo>
                <a:cubicBezTo>
                  <a:pt x="306570" y="82200"/>
                  <a:pt x="305668" y="88491"/>
                  <a:pt x="303864" y="94238"/>
                </a:cubicBezTo>
                <a:cubicBezTo>
                  <a:pt x="302060" y="99985"/>
                  <a:pt x="299369" y="104941"/>
                  <a:pt x="295792" y="109105"/>
                </a:cubicBezTo>
                <a:cubicBezTo>
                  <a:pt x="292214" y="113268"/>
                  <a:pt x="287735" y="116514"/>
                  <a:pt x="282353" y="118843"/>
                </a:cubicBezTo>
                <a:cubicBezTo>
                  <a:pt x="276971" y="121173"/>
                  <a:pt x="270734" y="122337"/>
                  <a:pt x="263642" y="122337"/>
                </a:cubicBezTo>
                <a:cubicBezTo>
                  <a:pt x="256736" y="122337"/>
                  <a:pt x="250716" y="121312"/>
                  <a:pt x="245583" y="119262"/>
                </a:cubicBezTo>
                <a:cubicBezTo>
                  <a:pt x="240451" y="117212"/>
                  <a:pt x="236173" y="114230"/>
                  <a:pt x="232751" y="110315"/>
                </a:cubicBezTo>
                <a:cubicBezTo>
                  <a:pt x="229330" y="106401"/>
                  <a:pt x="226779" y="101648"/>
                  <a:pt x="225099" y="96056"/>
                </a:cubicBezTo>
                <a:cubicBezTo>
                  <a:pt x="223419" y="90464"/>
                  <a:pt x="222579" y="84126"/>
                  <a:pt x="222579" y="77043"/>
                </a:cubicBezTo>
                <a:cubicBezTo>
                  <a:pt x="222579" y="70209"/>
                  <a:pt x="223466" y="63919"/>
                  <a:pt x="225239" y="58172"/>
                </a:cubicBezTo>
                <a:cubicBezTo>
                  <a:pt x="227012" y="52425"/>
                  <a:pt x="229687" y="47470"/>
                  <a:pt x="233265" y="43307"/>
                </a:cubicBezTo>
                <a:cubicBezTo>
                  <a:pt x="236842" y="39143"/>
                  <a:pt x="241306" y="35912"/>
                  <a:pt x="246657" y="33613"/>
                </a:cubicBezTo>
                <a:cubicBezTo>
                  <a:pt x="252007" y="31315"/>
                  <a:pt x="258260" y="30165"/>
                  <a:pt x="265415" y="30165"/>
                </a:cubicBezTo>
                <a:cubicBezTo>
                  <a:pt x="272321" y="30165"/>
                  <a:pt x="278340" y="31190"/>
                  <a:pt x="283473" y="33241"/>
                </a:cubicBezTo>
                <a:cubicBezTo>
                  <a:pt x="288606" y="35291"/>
                  <a:pt x="292883" y="38273"/>
                  <a:pt x="296305" y="42187"/>
                </a:cubicBezTo>
                <a:cubicBezTo>
                  <a:pt x="299727" y="46101"/>
                  <a:pt x="302293" y="50855"/>
                  <a:pt x="304004" y="56447"/>
                </a:cubicBezTo>
                <a:cubicBezTo>
                  <a:pt x="305715" y="62039"/>
                  <a:pt x="306570" y="68345"/>
                  <a:pt x="306570" y="75367"/>
                </a:cubicBezTo>
                <a:moveTo>
                  <a:pt x="290332" y="76391"/>
                </a:moveTo>
                <a:cubicBezTo>
                  <a:pt x="290332" y="71854"/>
                  <a:pt x="289912" y="67566"/>
                  <a:pt x="289072" y="63525"/>
                </a:cubicBezTo>
                <a:cubicBezTo>
                  <a:pt x="288232" y="59485"/>
                  <a:pt x="286848" y="55942"/>
                  <a:pt x="284919" y="52897"/>
                </a:cubicBezTo>
                <a:cubicBezTo>
                  <a:pt x="282991" y="49852"/>
                  <a:pt x="280378" y="47444"/>
                  <a:pt x="277080" y="45673"/>
                </a:cubicBezTo>
                <a:cubicBezTo>
                  <a:pt x="273783" y="43900"/>
                  <a:pt x="269676" y="43014"/>
                  <a:pt x="264761" y="43014"/>
                </a:cubicBezTo>
                <a:cubicBezTo>
                  <a:pt x="260220" y="43014"/>
                  <a:pt x="256316" y="43821"/>
                  <a:pt x="253049" y="45437"/>
                </a:cubicBezTo>
                <a:cubicBezTo>
                  <a:pt x="249783" y="47053"/>
                  <a:pt x="247092" y="49338"/>
                  <a:pt x="244977" y="52292"/>
                </a:cubicBezTo>
                <a:cubicBezTo>
                  <a:pt x="242861" y="55244"/>
                  <a:pt x="241290" y="58740"/>
                  <a:pt x="240264" y="62781"/>
                </a:cubicBezTo>
                <a:cubicBezTo>
                  <a:pt x="239237" y="66819"/>
                  <a:pt x="238724" y="71232"/>
                  <a:pt x="238724" y="76019"/>
                </a:cubicBezTo>
                <a:cubicBezTo>
                  <a:pt x="238724" y="80617"/>
                  <a:pt x="239144" y="84937"/>
                  <a:pt x="239984" y="88977"/>
                </a:cubicBezTo>
                <a:cubicBezTo>
                  <a:pt x="240824" y="93018"/>
                  <a:pt x="242224" y="96545"/>
                  <a:pt x="244184" y="99559"/>
                </a:cubicBezTo>
                <a:cubicBezTo>
                  <a:pt x="246143" y="102573"/>
                  <a:pt x="248772" y="104967"/>
                  <a:pt x="252069" y="106740"/>
                </a:cubicBezTo>
                <a:cubicBezTo>
                  <a:pt x="255367" y="108511"/>
                  <a:pt x="259473" y="109396"/>
                  <a:pt x="264388" y="109396"/>
                </a:cubicBezTo>
                <a:cubicBezTo>
                  <a:pt x="268868" y="109396"/>
                  <a:pt x="272756" y="108588"/>
                  <a:pt x="276054" y="106972"/>
                </a:cubicBezTo>
                <a:cubicBezTo>
                  <a:pt x="279351" y="105357"/>
                  <a:pt x="282057" y="103088"/>
                  <a:pt x="284173" y="100167"/>
                </a:cubicBezTo>
                <a:cubicBezTo>
                  <a:pt x="286288" y="97244"/>
                  <a:pt x="287843" y="93763"/>
                  <a:pt x="288839" y="89725"/>
                </a:cubicBezTo>
                <a:cubicBezTo>
                  <a:pt x="289834" y="85685"/>
                  <a:pt x="290332" y="81240"/>
                  <a:pt x="290332" y="76391"/>
                </a:cubicBezTo>
                <a:close/>
                <a:moveTo>
                  <a:pt x="406396" y="75367"/>
                </a:moveTo>
                <a:cubicBezTo>
                  <a:pt x="406396" y="82200"/>
                  <a:pt x="405494" y="88491"/>
                  <a:pt x="403690" y="94238"/>
                </a:cubicBezTo>
                <a:cubicBezTo>
                  <a:pt x="401885" y="99985"/>
                  <a:pt x="399195" y="104941"/>
                  <a:pt x="395617" y="109105"/>
                </a:cubicBezTo>
                <a:cubicBezTo>
                  <a:pt x="392040" y="113268"/>
                  <a:pt x="387560" y="116514"/>
                  <a:pt x="382179" y="118843"/>
                </a:cubicBezTo>
                <a:cubicBezTo>
                  <a:pt x="376797" y="121173"/>
                  <a:pt x="370560" y="122337"/>
                  <a:pt x="363467" y="122337"/>
                </a:cubicBezTo>
                <a:cubicBezTo>
                  <a:pt x="356561" y="122337"/>
                  <a:pt x="350542" y="121312"/>
                  <a:pt x="345409" y="119262"/>
                </a:cubicBezTo>
                <a:cubicBezTo>
                  <a:pt x="340276" y="117212"/>
                  <a:pt x="335999" y="114230"/>
                  <a:pt x="332577" y="110315"/>
                </a:cubicBezTo>
                <a:cubicBezTo>
                  <a:pt x="329155" y="106401"/>
                  <a:pt x="326604" y="101648"/>
                  <a:pt x="324924" y="96056"/>
                </a:cubicBezTo>
                <a:cubicBezTo>
                  <a:pt x="323245" y="90464"/>
                  <a:pt x="322405" y="84126"/>
                  <a:pt x="322405" y="77043"/>
                </a:cubicBezTo>
                <a:cubicBezTo>
                  <a:pt x="322405" y="70209"/>
                  <a:pt x="323291" y="63919"/>
                  <a:pt x="325064" y="58172"/>
                </a:cubicBezTo>
                <a:cubicBezTo>
                  <a:pt x="326838" y="52425"/>
                  <a:pt x="329513" y="47470"/>
                  <a:pt x="333090" y="43307"/>
                </a:cubicBezTo>
                <a:cubicBezTo>
                  <a:pt x="336668" y="39143"/>
                  <a:pt x="341132" y="35912"/>
                  <a:pt x="346482" y="33613"/>
                </a:cubicBezTo>
                <a:cubicBezTo>
                  <a:pt x="351833" y="31315"/>
                  <a:pt x="358085" y="30165"/>
                  <a:pt x="365240" y="30165"/>
                </a:cubicBezTo>
                <a:cubicBezTo>
                  <a:pt x="372146" y="30165"/>
                  <a:pt x="378166" y="31190"/>
                  <a:pt x="383298" y="33241"/>
                </a:cubicBezTo>
                <a:cubicBezTo>
                  <a:pt x="388431" y="35291"/>
                  <a:pt x="392709" y="38273"/>
                  <a:pt x="396130" y="42187"/>
                </a:cubicBezTo>
                <a:cubicBezTo>
                  <a:pt x="399552" y="46101"/>
                  <a:pt x="402119" y="50855"/>
                  <a:pt x="403830" y="56447"/>
                </a:cubicBezTo>
                <a:cubicBezTo>
                  <a:pt x="405541" y="62039"/>
                  <a:pt x="406396" y="68345"/>
                  <a:pt x="406396" y="75367"/>
                </a:cubicBezTo>
                <a:moveTo>
                  <a:pt x="390158" y="76391"/>
                </a:moveTo>
                <a:cubicBezTo>
                  <a:pt x="390158" y="71854"/>
                  <a:pt x="389738" y="67566"/>
                  <a:pt x="388898" y="63525"/>
                </a:cubicBezTo>
                <a:cubicBezTo>
                  <a:pt x="388058" y="59485"/>
                  <a:pt x="386674" y="55942"/>
                  <a:pt x="384745" y="52897"/>
                </a:cubicBezTo>
                <a:cubicBezTo>
                  <a:pt x="382816" y="49852"/>
                  <a:pt x="380203" y="47444"/>
                  <a:pt x="376906" y="45673"/>
                </a:cubicBezTo>
                <a:cubicBezTo>
                  <a:pt x="373608" y="43900"/>
                  <a:pt x="369502" y="43014"/>
                  <a:pt x="364587" y="43014"/>
                </a:cubicBezTo>
                <a:cubicBezTo>
                  <a:pt x="360045" y="43014"/>
                  <a:pt x="356141" y="43821"/>
                  <a:pt x="352875" y="45437"/>
                </a:cubicBezTo>
                <a:cubicBezTo>
                  <a:pt x="349609" y="47053"/>
                  <a:pt x="346918" y="49338"/>
                  <a:pt x="344802" y="52292"/>
                </a:cubicBezTo>
                <a:cubicBezTo>
                  <a:pt x="342687" y="55244"/>
                  <a:pt x="341116" y="58740"/>
                  <a:pt x="340090" y="62781"/>
                </a:cubicBezTo>
                <a:cubicBezTo>
                  <a:pt x="339063" y="66819"/>
                  <a:pt x="338550" y="71232"/>
                  <a:pt x="338550" y="76019"/>
                </a:cubicBezTo>
                <a:cubicBezTo>
                  <a:pt x="338550" y="80617"/>
                  <a:pt x="338970" y="84937"/>
                  <a:pt x="339810" y="88977"/>
                </a:cubicBezTo>
                <a:cubicBezTo>
                  <a:pt x="340649" y="93018"/>
                  <a:pt x="342049" y="96545"/>
                  <a:pt x="344009" y="99559"/>
                </a:cubicBezTo>
                <a:cubicBezTo>
                  <a:pt x="345969" y="102573"/>
                  <a:pt x="348598" y="104967"/>
                  <a:pt x="351895" y="106740"/>
                </a:cubicBezTo>
                <a:cubicBezTo>
                  <a:pt x="355192" y="108511"/>
                  <a:pt x="359299" y="109396"/>
                  <a:pt x="364214" y="109396"/>
                </a:cubicBezTo>
                <a:cubicBezTo>
                  <a:pt x="368693" y="109396"/>
                  <a:pt x="372582" y="108588"/>
                  <a:pt x="375879" y="106972"/>
                </a:cubicBezTo>
                <a:cubicBezTo>
                  <a:pt x="379177" y="105357"/>
                  <a:pt x="381883" y="103088"/>
                  <a:pt x="383998" y="100167"/>
                </a:cubicBezTo>
                <a:cubicBezTo>
                  <a:pt x="386114" y="97244"/>
                  <a:pt x="387669" y="93763"/>
                  <a:pt x="388665" y="89725"/>
                </a:cubicBezTo>
                <a:cubicBezTo>
                  <a:pt x="389660" y="85685"/>
                  <a:pt x="390158" y="81240"/>
                  <a:pt x="390158" y="76391"/>
                </a:cubicBezTo>
                <a:close/>
                <a:moveTo>
                  <a:pt x="500436" y="118148"/>
                </a:moveTo>
                <a:cubicBezTo>
                  <a:pt x="500436" y="118644"/>
                  <a:pt x="500311" y="119063"/>
                  <a:pt x="500063" y="119405"/>
                </a:cubicBezTo>
                <a:cubicBezTo>
                  <a:pt x="499814" y="119746"/>
                  <a:pt x="499409" y="120041"/>
                  <a:pt x="498849" y="120289"/>
                </a:cubicBezTo>
                <a:cubicBezTo>
                  <a:pt x="498289" y="120537"/>
                  <a:pt x="497512" y="120724"/>
                  <a:pt x="496516" y="120848"/>
                </a:cubicBezTo>
                <a:cubicBezTo>
                  <a:pt x="495521" y="120972"/>
                  <a:pt x="494276" y="121034"/>
                  <a:pt x="492783" y="121034"/>
                </a:cubicBezTo>
                <a:cubicBezTo>
                  <a:pt x="491228" y="121034"/>
                  <a:pt x="489952" y="120972"/>
                  <a:pt x="488957" y="120848"/>
                </a:cubicBezTo>
                <a:cubicBezTo>
                  <a:pt x="487962" y="120724"/>
                  <a:pt x="487184" y="120537"/>
                  <a:pt x="486624" y="120289"/>
                </a:cubicBezTo>
                <a:cubicBezTo>
                  <a:pt x="486064" y="120041"/>
                  <a:pt x="485660" y="119746"/>
                  <a:pt x="485411" y="119405"/>
                </a:cubicBezTo>
                <a:cubicBezTo>
                  <a:pt x="485162" y="119063"/>
                  <a:pt x="485037" y="118644"/>
                  <a:pt x="485037" y="118148"/>
                </a:cubicBezTo>
                <a:lnTo>
                  <a:pt x="485037" y="69082"/>
                </a:lnTo>
                <a:cubicBezTo>
                  <a:pt x="485037" y="64303"/>
                  <a:pt x="484664" y="60455"/>
                  <a:pt x="483918" y="57538"/>
                </a:cubicBezTo>
                <a:cubicBezTo>
                  <a:pt x="483171" y="54620"/>
                  <a:pt x="482082" y="52107"/>
                  <a:pt x="480651" y="49996"/>
                </a:cubicBezTo>
                <a:cubicBezTo>
                  <a:pt x="479220" y="47886"/>
                  <a:pt x="477369" y="46272"/>
                  <a:pt x="475098" y="45155"/>
                </a:cubicBezTo>
                <a:cubicBezTo>
                  <a:pt x="472828" y="44038"/>
                  <a:pt x="470199" y="43479"/>
                  <a:pt x="467213" y="43479"/>
                </a:cubicBezTo>
                <a:cubicBezTo>
                  <a:pt x="463355" y="43479"/>
                  <a:pt x="459498" y="44845"/>
                  <a:pt x="455640" y="47576"/>
                </a:cubicBezTo>
                <a:cubicBezTo>
                  <a:pt x="451783" y="50307"/>
                  <a:pt x="447739" y="54310"/>
                  <a:pt x="443508" y="59586"/>
                </a:cubicBezTo>
                <a:lnTo>
                  <a:pt x="443508" y="118148"/>
                </a:lnTo>
                <a:cubicBezTo>
                  <a:pt x="443508" y="118644"/>
                  <a:pt x="443384" y="119063"/>
                  <a:pt x="443135" y="119405"/>
                </a:cubicBezTo>
                <a:cubicBezTo>
                  <a:pt x="442886" y="119746"/>
                  <a:pt x="442482" y="120041"/>
                  <a:pt x="441922" y="120289"/>
                </a:cubicBezTo>
                <a:cubicBezTo>
                  <a:pt x="441362" y="120537"/>
                  <a:pt x="440584" y="120724"/>
                  <a:pt x="439589" y="120848"/>
                </a:cubicBezTo>
                <a:cubicBezTo>
                  <a:pt x="438593" y="120972"/>
                  <a:pt x="437318" y="121034"/>
                  <a:pt x="435762" y="121034"/>
                </a:cubicBezTo>
                <a:cubicBezTo>
                  <a:pt x="434269" y="121034"/>
                  <a:pt x="433025" y="120972"/>
                  <a:pt x="432030" y="120848"/>
                </a:cubicBezTo>
                <a:cubicBezTo>
                  <a:pt x="431034" y="120724"/>
                  <a:pt x="430241" y="120537"/>
                  <a:pt x="429650" y="120289"/>
                </a:cubicBezTo>
                <a:cubicBezTo>
                  <a:pt x="429059" y="120041"/>
                  <a:pt x="428654" y="119746"/>
                  <a:pt x="428437" y="119405"/>
                </a:cubicBezTo>
                <a:cubicBezTo>
                  <a:pt x="428219" y="119063"/>
                  <a:pt x="428110" y="118644"/>
                  <a:pt x="428110" y="118148"/>
                </a:cubicBezTo>
                <a:lnTo>
                  <a:pt x="428110" y="34355"/>
                </a:lnTo>
                <a:cubicBezTo>
                  <a:pt x="428110" y="33858"/>
                  <a:pt x="428203" y="33439"/>
                  <a:pt x="428390" y="33098"/>
                </a:cubicBezTo>
                <a:cubicBezTo>
                  <a:pt x="428577" y="32757"/>
                  <a:pt x="428950" y="32446"/>
                  <a:pt x="429510" y="32167"/>
                </a:cubicBezTo>
                <a:cubicBezTo>
                  <a:pt x="430070" y="31888"/>
                  <a:pt x="430785" y="31702"/>
                  <a:pt x="431656" y="31608"/>
                </a:cubicBezTo>
                <a:cubicBezTo>
                  <a:pt x="432527" y="31515"/>
                  <a:pt x="433678" y="31469"/>
                  <a:pt x="435109" y="31469"/>
                </a:cubicBezTo>
                <a:cubicBezTo>
                  <a:pt x="436478" y="31469"/>
                  <a:pt x="437613" y="31515"/>
                  <a:pt x="438516" y="31608"/>
                </a:cubicBezTo>
                <a:cubicBezTo>
                  <a:pt x="439418" y="31702"/>
                  <a:pt x="440118" y="31888"/>
                  <a:pt x="440615" y="32167"/>
                </a:cubicBezTo>
                <a:cubicBezTo>
                  <a:pt x="441113" y="32446"/>
                  <a:pt x="441471" y="32757"/>
                  <a:pt x="441689" y="33098"/>
                </a:cubicBezTo>
                <a:cubicBezTo>
                  <a:pt x="441906" y="33439"/>
                  <a:pt x="442015" y="33858"/>
                  <a:pt x="442015" y="34355"/>
                </a:cubicBezTo>
                <a:lnTo>
                  <a:pt x="442015" y="45434"/>
                </a:lnTo>
                <a:cubicBezTo>
                  <a:pt x="446744" y="40158"/>
                  <a:pt x="451456" y="36295"/>
                  <a:pt x="456154" y="33843"/>
                </a:cubicBezTo>
                <a:cubicBezTo>
                  <a:pt x="460851" y="31391"/>
                  <a:pt x="465595" y="30165"/>
                  <a:pt x="470386" y="30165"/>
                </a:cubicBezTo>
                <a:cubicBezTo>
                  <a:pt x="475985" y="30165"/>
                  <a:pt x="480698" y="31112"/>
                  <a:pt x="484524" y="33005"/>
                </a:cubicBezTo>
                <a:cubicBezTo>
                  <a:pt x="488350" y="34898"/>
                  <a:pt x="491446" y="37427"/>
                  <a:pt x="493810" y="40593"/>
                </a:cubicBezTo>
                <a:cubicBezTo>
                  <a:pt x="496174" y="43758"/>
                  <a:pt x="497869" y="47467"/>
                  <a:pt x="498896" y="51719"/>
                </a:cubicBezTo>
                <a:cubicBezTo>
                  <a:pt x="499923" y="55970"/>
                  <a:pt x="500436" y="61076"/>
                  <a:pt x="500436" y="67034"/>
                </a:cubicBezTo>
                <a:lnTo>
                  <a:pt x="500436" y="118148"/>
                </a:lnTo>
                <a:close/>
                <a:moveTo>
                  <a:pt x="598115" y="38079"/>
                </a:moveTo>
                <a:cubicBezTo>
                  <a:pt x="598115" y="40252"/>
                  <a:pt x="597820" y="41819"/>
                  <a:pt x="597229" y="42781"/>
                </a:cubicBezTo>
                <a:cubicBezTo>
                  <a:pt x="596637" y="43743"/>
                  <a:pt x="595875" y="44224"/>
                  <a:pt x="594942" y="44224"/>
                </a:cubicBezTo>
                <a:lnTo>
                  <a:pt x="582903" y="44224"/>
                </a:lnTo>
                <a:cubicBezTo>
                  <a:pt x="585081" y="46464"/>
                  <a:pt x="586605" y="48939"/>
                  <a:pt x="587476" y="51649"/>
                </a:cubicBezTo>
                <a:cubicBezTo>
                  <a:pt x="588347" y="54357"/>
                  <a:pt x="588783" y="57173"/>
                  <a:pt x="588783" y="60098"/>
                </a:cubicBezTo>
                <a:cubicBezTo>
                  <a:pt x="588783" y="64932"/>
                  <a:pt x="588005" y="69208"/>
                  <a:pt x="586450" y="72926"/>
                </a:cubicBezTo>
                <a:cubicBezTo>
                  <a:pt x="584894" y="76644"/>
                  <a:pt x="582670" y="79789"/>
                  <a:pt x="579777" y="82361"/>
                </a:cubicBezTo>
                <a:cubicBezTo>
                  <a:pt x="576884" y="84933"/>
                  <a:pt x="573447" y="86901"/>
                  <a:pt x="569465" y="88265"/>
                </a:cubicBezTo>
                <a:cubicBezTo>
                  <a:pt x="565483" y="89628"/>
                  <a:pt x="561066" y="90310"/>
                  <a:pt x="556213" y="90310"/>
                </a:cubicBezTo>
                <a:cubicBezTo>
                  <a:pt x="552791" y="90310"/>
                  <a:pt x="549540" y="89861"/>
                  <a:pt x="546460" y="88963"/>
                </a:cubicBezTo>
                <a:cubicBezTo>
                  <a:pt x="543381" y="88065"/>
                  <a:pt x="541001" y="86934"/>
                  <a:pt x="539321" y="85570"/>
                </a:cubicBezTo>
                <a:cubicBezTo>
                  <a:pt x="538201" y="86688"/>
                  <a:pt x="537284" y="87960"/>
                  <a:pt x="536568" y="89388"/>
                </a:cubicBezTo>
                <a:cubicBezTo>
                  <a:pt x="535853" y="90813"/>
                  <a:pt x="535495" y="92456"/>
                  <a:pt x="535495" y="94316"/>
                </a:cubicBezTo>
                <a:cubicBezTo>
                  <a:pt x="535495" y="96489"/>
                  <a:pt x="536506" y="98289"/>
                  <a:pt x="538528" y="99716"/>
                </a:cubicBezTo>
                <a:cubicBezTo>
                  <a:pt x="540550" y="101142"/>
                  <a:pt x="543241" y="101917"/>
                  <a:pt x="546600" y="102041"/>
                </a:cubicBezTo>
                <a:lnTo>
                  <a:pt x="568531" y="102975"/>
                </a:lnTo>
                <a:cubicBezTo>
                  <a:pt x="572700" y="103099"/>
                  <a:pt x="576526" y="103675"/>
                  <a:pt x="580010" y="104703"/>
                </a:cubicBezTo>
                <a:cubicBezTo>
                  <a:pt x="583494" y="105731"/>
                  <a:pt x="586512" y="107195"/>
                  <a:pt x="589063" y="109096"/>
                </a:cubicBezTo>
                <a:cubicBezTo>
                  <a:pt x="591614" y="110995"/>
                  <a:pt x="593604" y="113331"/>
                  <a:pt x="595035" y="116102"/>
                </a:cubicBezTo>
                <a:cubicBezTo>
                  <a:pt x="596466" y="118874"/>
                  <a:pt x="597182" y="122098"/>
                  <a:pt x="597182" y="125773"/>
                </a:cubicBezTo>
                <a:cubicBezTo>
                  <a:pt x="597182" y="129635"/>
                  <a:pt x="596373" y="133310"/>
                  <a:pt x="594755" y="136797"/>
                </a:cubicBezTo>
                <a:cubicBezTo>
                  <a:pt x="593138" y="140287"/>
                  <a:pt x="590665" y="143354"/>
                  <a:pt x="587336" y="146000"/>
                </a:cubicBezTo>
                <a:cubicBezTo>
                  <a:pt x="584008" y="148648"/>
                  <a:pt x="579761" y="150735"/>
                  <a:pt x="574597" y="152261"/>
                </a:cubicBezTo>
                <a:cubicBezTo>
                  <a:pt x="569434" y="153788"/>
                  <a:pt x="563336" y="154551"/>
                  <a:pt x="556306" y="154551"/>
                </a:cubicBezTo>
                <a:cubicBezTo>
                  <a:pt x="549525" y="154551"/>
                  <a:pt x="543754" y="153976"/>
                  <a:pt x="538994" y="152826"/>
                </a:cubicBezTo>
                <a:cubicBezTo>
                  <a:pt x="534235" y="151677"/>
                  <a:pt x="530331" y="150109"/>
                  <a:pt x="527282" y="148121"/>
                </a:cubicBezTo>
                <a:cubicBezTo>
                  <a:pt x="524234" y="146135"/>
                  <a:pt x="522025" y="143760"/>
                  <a:pt x="520656" y="140996"/>
                </a:cubicBezTo>
                <a:cubicBezTo>
                  <a:pt x="519288" y="138232"/>
                  <a:pt x="518603" y="135234"/>
                  <a:pt x="518603" y="132003"/>
                </a:cubicBezTo>
                <a:cubicBezTo>
                  <a:pt x="518603" y="129954"/>
                  <a:pt x="518852" y="127967"/>
                  <a:pt x="519350" y="126041"/>
                </a:cubicBezTo>
                <a:cubicBezTo>
                  <a:pt x="519848" y="124115"/>
                  <a:pt x="520610" y="122282"/>
                  <a:pt x="521636" y="120542"/>
                </a:cubicBezTo>
                <a:cubicBezTo>
                  <a:pt x="522663" y="118804"/>
                  <a:pt x="523938" y="117144"/>
                  <a:pt x="525463" y="115561"/>
                </a:cubicBezTo>
                <a:cubicBezTo>
                  <a:pt x="526987" y="113976"/>
                  <a:pt x="528744" y="112407"/>
                  <a:pt x="530735" y="110854"/>
                </a:cubicBezTo>
                <a:cubicBezTo>
                  <a:pt x="527687" y="109296"/>
                  <a:pt x="525431" y="107333"/>
                  <a:pt x="523969" y="104965"/>
                </a:cubicBezTo>
                <a:cubicBezTo>
                  <a:pt x="522507" y="102595"/>
                  <a:pt x="521776" y="100038"/>
                  <a:pt x="521776" y="97296"/>
                </a:cubicBezTo>
                <a:cubicBezTo>
                  <a:pt x="521776" y="93494"/>
                  <a:pt x="522554" y="90097"/>
                  <a:pt x="524109" y="87104"/>
                </a:cubicBezTo>
                <a:cubicBezTo>
                  <a:pt x="525665" y="84111"/>
                  <a:pt x="527593" y="81430"/>
                  <a:pt x="529895" y="79062"/>
                </a:cubicBezTo>
                <a:cubicBezTo>
                  <a:pt x="527967" y="76769"/>
                  <a:pt x="526442" y="74182"/>
                  <a:pt x="525323" y="71299"/>
                </a:cubicBezTo>
                <a:cubicBezTo>
                  <a:pt x="524203" y="68417"/>
                  <a:pt x="523643" y="64932"/>
                  <a:pt x="523643" y="60843"/>
                </a:cubicBezTo>
                <a:cubicBezTo>
                  <a:pt x="523643" y="56071"/>
                  <a:pt x="524452" y="51795"/>
                  <a:pt x="526069" y="48015"/>
                </a:cubicBezTo>
                <a:cubicBezTo>
                  <a:pt x="527687" y="44235"/>
                  <a:pt x="529927" y="41043"/>
                  <a:pt x="532788" y="38440"/>
                </a:cubicBezTo>
                <a:cubicBezTo>
                  <a:pt x="535650" y="35837"/>
                  <a:pt x="539088" y="33838"/>
                  <a:pt x="543101" y="32443"/>
                </a:cubicBezTo>
                <a:cubicBezTo>
                  <a:pt x="547114" y="31049"/>
                  <a:pt x="551484" y="30352"/>
                  <a:pt x="556213" y="30352"/>
                </a:cubicBezTo>
                <a:cubicBezTo>
                  <a:pt x="558764" y="30352"/>
                  <a:pt x="561143" y="30483"/>
                  <a:pt x="563352" y="30747"/>
                </a:cubicBezTo>
                <a:cubicBezTo>
                  <a:pt x="565561" y="31009"/>
                  <a:pt x="567629" y="31374"/>
                  <a:pt x="569558" y="31841"/>
                </a:cubicBezTo>
                <a:lnTo>
                  <a:pt x="594942" y="31841"/>
                </a:lnTo>
                <a:cubicBezTo>
                  <a:pt x="596000" y="31841"/>
                  <a:pt x="596793" y="32353"/>
                  <a:pt x="597322" y="33377"/>
                </a:cubicBezTo>
                <a:cubicBezTo>
                  <a:pt x="597851" y="34402"/>
                  <a:pt x="598115" y="35969"/>
                  <a:pt x="598115" y="38079"/>
                </a:cubicBezTo>
                <a:moveTo>
                  <a:pt x="574038" y="60191"/>
                </a:moveTo>
                <a:cubicBezTo>
                  <a:pt x="574038" y="54496"/>
                  <a:pt x="572467" y="50054"/>
                  <a:pt x="569325" y="46866"/>
                </a:cubicBezTo>
                <a:cubicBezTo>
                  <a:pt x="566183" y="43677"/>
                  <a:pt x="561719" y="42083"/>
                  <a:pt x="555933" y="42083"/>
                </a:cubicBezTo>
                <a:cubicBezTo>
                  <a:pt x="552946" y="42083"/>
                  <a:pt x="550349" y="42578"/>
                  <a:pt x="548140" y="43569"/>
                </a:cubicBezTo>
                <a:cubicBezTo>
                  <a:pt x="545932" y="44559"/>
                  <a:pt x="544096" y="45920"/>
                  <a:pt x="542634" y="47654"/>
                </a:cubicBezTo>
                <a:cubicBezTo>
                  <a:pt x="541172" y="49388"/>
                  <a:pt x="540083" y="51385"/>
                  <a:pt x="539368" y="53645"/>
                </a:cubicBezTo>
                <a:cubicBezTo>
                  <a:pt x="538652" y="55904"/>
                  <a:pt x="538295" y="58273"/>
                  <a:pt x="538295" y="60750"/>
                </a:cubicBezTo>
                <a:cubicBezTo>
                  <a:pt x="538295" y="66258"/>
                  <a:pt x="539866" y="70591"/>
                  <a:pt x="543007" y="73749"/>
                </a:cubicBezTo>
                <a:cubicBezTo>
                  <a:pt x="546149" y="76907"/>
                  <a:pt x="550551" y="78486"/>
                  <a:pt x="556213" y="78486"/>
                </a:cubicBezTo>
                <a:cubicBezTo>
                  <a:pt x="559261" y="78486"/>
                  <a:pt x="561905" y="78007"/>
                  <a:pt x="564145" y="77049"/>
                </a:cubicBezTo>
                <a:cubicBezTo>
                  <a:pt x="566385" y="76088"/>
                  <a:pt x="568236" y="74757"/>
                  <a:pt x="569698" y="73054"/>
                </a:cubicBezTo>
                <a:cubicBezTo>
                  <a:pt x="571160" y="71351"/>
                  <a:pt x="572249" y="69385"/>
                  <a:pt x="572964" y="67156"/>
                </a:cubicBezTo>
                <a:cubicBezTo>
                  <a:pt x="573680" y="64928"/>
                  <a:pt x="574038" y="62606"/>
                  <a:pt x="574038" y="60191"/>
                </a:cubicBezTo>
                <a:moveTo>
                  <a:pt x="581783" y="126608"/>
                </a:moveTo>
                <a:cubicBezTo>
                  <a:pt x="581783" y="122983"/>
                  <a:pt x="580306" y="120187"/>
                  <a:pt x="577351" y="118220"/>
                </a:cubicBezTo>
                <a:cubicBezTo>
                  <a:pt x="574395" y="116252"/>
                  <a:pt x="570398" y="115205"/>
                  <a:pt x="565358" y="115081"/>
                </a:cubicBezTo>
                <a:lnTo>
                  <a:pt x="543614" y="114330"/>
                </a:lnTo>
                <a:cubicBezTo>
                  <a:pt x="541623" y="115892"/>
                  <a:pt x="539990" y="117376"/>
                  <a:pt x="538715" y="118782"/>
                </a:cubicBezTo>
                <a:cubicBezTo>
                  <a:pt x="537439" y="120188"/>
                  <a:pt x="536428" y="121531"/>
                  <a:pt x="535681" y="122812"/>
                </a:cubicBezTo>
                <a:cubicBezTo>
                  <a:pt x="534935" y="124092"/>
                  <a:pt x="534422" y="125356"/>
                  <a:pt x="534142" y="126606"/>
                </a:cubicBezTo>
                <a:cubicBezTo>
                  <a:pt x="533862" y="127857"/>
                  <a:pt x="533722" y="129138"/>
                  <a:pt x="533722" y="130449"/>
                </a:cubicBezTo>
                <a:cubicBezTo>
                  <a:pt x="533722" y="134511"/>
                  <a:pt x="535775" y="137588"/>
                  <a:pt x="539881" y="139681"/>
                </a:cubicBezTo>
                <a:cubicBezTo>
                  <a:pt x="543987" y="141774"/>
                  <a:pt x="549711" y="142820"/>
                  <a:pt x="557053" y="142820"/>
                </a:cubicBezTo>
                <a:cubicBezTo>
                  <a:pt x="561719" y="142820"/>
                  <a:pt x="565623" y="142367"/>
                  <a:pt x="568765" y="141461"/>
                </a:cubicBezTo>
                <a:cubicBezTo>
                  <a:pt x="571907" y="140555"/>
                  <a:pt x="574442" y="139353"/>
                  <a:pt x="576371" y="137854"/>
                </a:cubicBezTo>
                <a:cubicBezTo>
                  <a:pt x="578299" y="136354"/>
                  <a:pt x="579684" y="134636"/>
                  <a:pt x="580524" y="132698"/>
                </a:cubicBezTo>
                <a:cubicBezTo>
                  <a:pt x="581363" y="130762"/>
                  <a:pt x="581783" y="128732"/>
                  <a:pt x="581783" y="126608"/>
                </a:cubicBezTo>
                <a:close/>
                <a:moveTo>
                  <a:pt x="680331" y="118241"/>
                </a:moveTo>
                <a:cubicBezTo>
                  <a:pt x="680331" y="118986"/>
                  <a:pt x="680083" y="119544"/>
                  <a:pt x="679585" y="119917"/>
                </a:cubicBezTo>
                <a:cubicBezTo>
                  <a:pt x="679087" y="120289"/>
                  <a:pt x="678403" y="120568"/>
                  <a:pt x="677532" y="120755"/>
                </a:cubicBezTo>
                <a:cubicBezTo>
                  <a:pt x="676661" y="120941"/>
                  <a:pt x="675385" y="121034"/>
                  <a:pt x="673705" y="121034"/>
                </a:cubicBezTo>
                <a:cubicBezTo>
                  <a:pt x="672088" y="121034"/>
                  <a:pt x="670797" y="120941"/>
                  <a:pt x="669832" y="120755"/>
                </a:cubicBezTo>
                <a:cubicBezTo>
                  <a:pt x="668868" y="120568"/>
                  <a:pt x="668168" y="120289"/>
                  <a:pt x="667733" y="119917"/>
                </a:cubicBezTo>
                <a:cubicBezTo>
                  <a:pt x="667297" y="119544"/>
                  <a:pt x="667079" y="118986"/>
                  <a:pt x="667079" y="118241"/>
                </a:cubicBezTo>
                <a:lnTo>
                  <a:pt x="667079" y="109862"/>
                </a:lnTo>
                <a:cubicBezTo>
                  <a:pt x="663409" y="113772"/>
                  <a:pt x="659318" y="116829"/>
                  <a:pt x="654807" y="119032"/>
                </a:cubicBezTo>
                <a:cubicBezTo>
                  <a:pt x="650297" y="121236"/>
                  <a:pt x="645522" y="122337"/>
                  <a:pt x="640482" y="122337"/>
                </a:cubicBezTo>
                <a:cubicBezTo>
                  <a:pt x="636065" y="122337"/>
                  <a:pt x="632067" y="121761"/>
                  <a:pt x="628490" y="120609"/>
                </a:cubicBezTo>
                <a:cubicBezTo>
                  <a:pt x="624913" y="119457"/>
                  <a:pt x="621864" y="117791"/>
                  <a:pt x="619344" y="115611"/>
                </a:cubicBezTo>
                <a:cubicBezTo>
                  <a:pt x="616825" y="113430"/>
                  <a:pt x="614865" y="110753"/>
                  <a:pt x="613465" y="107578"/>
                </a:cubicBezTo>
                <a:cubicBezTo>
                  <a:pt x="612065" y="104400"/>
                  <a:pt x="611365" y="100787"/>
                  <a:pt x="611365" y="96737"/>
                </a:cubicBezTo>
                <a:cubicBezTo>
                  <a:pt x="611365" y="92004"/>
                  <a:pt x="612330" y="87894"/>
                  <a:pt x="614258" y="84407"/>
                </a:cubicBezTo>
                <a:cubicBezTo>
                  <a:pt x="616187" y="80917"/>
                  <a:pt x="618955" y="78020"/>
                  <a:pt x="622564" y="75716"/>
                </a:cubicBezTo>
                <a:cubicBezTo>
                  <a:pt x="626173" y="73412"/>
                  <a:pt x="630590" y="71683"/>
                  <a:pt x="635816" y="70531"/>
                </a:cubicBezTo>
                <a:cubicBezTo>
                  <a:pt x="641042" y="69379"/>
                  <a:pt x="646922" y="68803"/>
                  <a:pt x="653454" y="68803"/>
                </a:cubicBezTo>
                <a:lnTo>
                  <a:pt x="665026" y="68803"/>
                </a:lnTo>
                <a:lnTo>
                  <a:pt x="665026" y="62309"/>
                </a:lnTo>
                <a:cubicBezTo>
                  <a:pt x="665026" y="59093"/>
                  <a:pt x="664684" y="56249"/>
                  <a:pt x="664000" y="53776"/>
                </a:cubicBezTo>
                <a:cubicBezTo>
                  <a:pt x="663315" y="51301"/>
                  <a:pt x="662211" y="49244"/>
                  <a:pt x="660687" y="47605"/>
                </a:cubicBezTo>
                <a:cubicBezTo>
                  <a:pt x="659162" y="45966"/>
                  <a:pt x="657187" y="44729"/>
                  <a:pt x="654761" y="43895"/>
                </a:cubicBezTo>
                <a:cubicBezTo>
                  <a:pt x="652334" y="43059"/>
                  <a:pt x="649348" y="42641"/>
                  <a:pt x="645802" y="42641"/>
                </a:cubicBezTo>
                <a:cubicBezTo>
                  <a:pt x="642006" y="42641"/>
                  <a:pt x="638600" y="43086"/>
                  <a:pt x="635583" y="43977"/>
                </a:cubicBezTo>
                <a:cubicBezTo>
                  <a:pt x="632565" y="44867"/>
                  <a:pt x="629921" y="45849"/>
                  <a:pt x="627650" y="46924"/>
                </a:cubicBezTo>
                <a:cubicBezTo>
                  <a:pt x="625379" y="47998"/>
                  <a:pt x="623482" y="48981"/>
                  <a:pt x="621957" y="49871"/>
                </a:cubicBezTo>
                <a:cubicBezTo>
                  <a:pt x="620433" y="50761"/>
                  <a:pt x="619298" y="51207"/>
                  <a:pt x="618551" y="51207"/>
                </a:cubicBezTo>
                <a:cubicBezTo>
                  <a:pt x="618053" y="51207"/>
                  <a:pt x="617618" y="51083"/>
                  <a:pt x="617245" y="50834"/>
                </a:cubicBezTo>
                <a:cubicBezTo>
                  <a:pt x="616871" y="50586"/>
                  <a:pt x="616545" y="50214"/>
                  <a:pt x="616265" y="49717"/>
                </a:cubicBezTo>
                <a:cubicBezTo>
                  <a:pt x="615985" y="49220"/>
                  <a:pt x="615782" y="48584"/>
                  <a:pt x="615658" y="47808"/>
                </a:cubicBezTo>
                <a:cubicBezTo>
                  <a:pt x="615534" y="47033"/>
                  <a:pt x="615471" y="46179"/>
                  <a:pt x="615471" y="45248"/>
                </a:cubicBezTo>
                <a:cubicBezTo>
                  <a:pt x="615471" y="43696"/>
                  <a:pt x="615580" y="42470"/>
                  <a:pt x="615798" y="41570"/>
                </a:cubicBezTo>
                <a:cubicBezTo>
                  <a:pt x="616016" y="40670"/>
                  <a:pt x="616545" y="39817"/>
                  <a:pt x="617385" y="39010"/>
                </a:cubicBezTo>
                <a:cubicBezTo>
                  <a:pt x="618224" y="38203"/>
                  <a:pt x="619671" y="37264"/>
                  <a:pt x="621724" y="36191"/>
                </a:cubicBezTo>
                <a:cubicBezTo>
                  <a:pt x="623777" y="35116"/>
                  <a:pt x="626141" y="34135"/>
                  <a:pt x="628817" y="33246"/>
                </a:cubicBezTo>
                <a:cubicBezTo>
                  <a:pt x="631492" y="32358"/>
                  <a:pt x="634416" y="31623"/>
                  <a:pt x="637589" y="31041"/>
                </a:cubicBezTo>
                <a:cubicBezTo>
                  <a:pt x="640762" y="30457"/>
                  <a:pt x="643966" y="30165"/>
                  <a:pt x="647201" y="30165"/>
                </a:cubicBezTo>
                <a:cubicBezTo>
                  <a:pt x="653236" y="30165"/>
                  <a:pt x="658369" y="30848"/>
                  <a:pt x="662600" y="32214"/>
                </a:cubicBezTo>
                <a:cubicBezTo>
                  <a:pt x="666831" y="33579"/>
                  <a:pt x="670252" y="35581"/>
                  <a:pt x="672866" y="38219"/>
                </a:cubicBezTo>
                <a:cubicBezTo>
                  <a:pt x="675479" y="40857"/>
                  <a:pt x="677376" y="44131"/>
                  <a:pt x="678558" y="48041"/>
                </a:cubicBezTo>
                <a:cubicBezTo>
                  <a:pt x="679740" y="51951"/>
                  <a:pt x="680331" y="56514"/>
                  <a:pt x="680331" y="61727"/>
                </a:cubicBezTo>
                <a:lnTo>
                  <a:pt x="680331" y="118241"/>
                </a:lnTo>
                <a:moveTo>
                  <a:pt x="665026" y="79882"/>
                </a:moveTo>
                <a:lnTo>
                  <a:pt x="651868" y="79882"/>
                </a:lnTo>
                <a:cubicBezTo>
                  <a:pt x="647637" y="79882"/>
                  <a:pt x="643966" y="80242"/>
                  <a:pt x="640855" y="80962"/>
                </a:cubicBezTo>
                <a:cubicBezTo>
                  <a:pt x="637745" y="81679"/>
                  <a:pt x="635163" y="82740"/>
                  <a:pt x="633110" y="84145"/>
                </a:cubicBezTo>
                <a:cubicBezTo>
                  <a:pt x="631056" y="85549"/>
                  <a:pt x="629548" y="87236"/>
                  <a:pt x="628583" y="89204"/>
                </a:cubicBezTo>
                <a:cubicBezTo>
                  <a:pt x="627619" y="91171"/>
                  <a:pt x="627137" y="93435"/>
                  <a:pt x="627137" y="95995"/>
                </a:cubicBezTo>
                <a:cubicBezTo>
                  <a:pt x="627137" y="100367"/>
                  <a:pt x="628521" y="103849"/>
                  <a:pt x="631290" y="106440"/>
                </a:cubicBezTo>
                <a:cubicBezTo>
                  <a:pt x="634058" y="109031"/>
                  <a:pt x="637931" y="110327"/>
                  <a:pt x="642909" y="110327"/>
                </a:cubicBezTo>
                <a:cubicBezTo>
                  <a:pt x="646953" y="110327"/>
                  <a:pt x="650701" y="109297"/>
                  <a:pt x="654154" y="107237"/>
                </a:cubicBezTo>
                <a:cubicBezTo>
                  <a:pt x="657607" y="105175"/>
                  <a:pt x="661231" y="102021"/>
                  <a:pt x="665026" y="97776"/>
                </a:cubicBezTo>
                <a:lnTo>
                  <a:pt x="665026" y="79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8D60C-84CA-4F21-AFA3-59EEBAE8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570" y="725690"/>
            <a:ext cx="2684466" cy="2426772"/>
          </a:xfrm>
          <a:custGeom xmlns:a="http://schemas.openxmlformats.org/drawingml/2006/main">
            <a:pathLst>
              <a:path w="2684466" h="2426772" fill="none">
                <a:moveTo>
                  <a:pt x="0" y="0"/>
                </a:moveTo>
                <a:lnTo>
                  <a:pt x="2684466" y="0"/>
                </a:lnTo>
                <a:lnTo>
                  <a:pt x="2684466" y="2426772"/>
                </a:lnTo>
                <a:lnTo>
                  <a:pt x="0" y="2426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55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55C93-D1DD-45D1-AD37-F39E48C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181" y="2337761"/>
            <a:ext cx="1259702" cy="164674"/>
          </a:xfrm>
          <a:custGeom xmlns:a="http://schemas.openxmlformats.org/drawingml/2006/main">
            <a:pathLst>
              <a:path w="1259702" h="164674">
                <a:moveTo>
                  <a:pt x="0" y="50258"/>
                </a:moveTo>
                <a:lnTo>
                  <a:pt x="1096212" y="50258"/>
                </a:lnTo>
                <a:lnTo>
                  <a:pt x="1096212" y="0"/>
                </a:lnTo>
                <a:lnTo>
                  <a:pt x="1259702" y="82338"/>
                </a:lnTo>
                <a:lnTo>
                  <a:pt x="1096212" y="164674"/>
                </a:lnTo>
                <a:lnTo>
                  <a:pt x="1096212" y="114416"/>
                </a:lnTo>
                <a:lnTo>
                  <a:pt x="0" y="114416"/>
                </a:lnTo>
                <a:lnTo>
                  <a:pt x="0" y="502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A3DE6-CCCD-4284-8031-F10A876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834" y="2333427"/>
            <a:ext cx="1103325" cy="580692"/>
          </a:xfrm>
          <a:custGeom xmlns:a="http://schemas.openxmlformats.org/drawingml/2006/main">
            <a:pathLst>
              <a:path w="1103325" h="580692">
                <a:moveTo>
                  <a:pt x="0" y="580692"/>
                </a:moveTo>
                <a:lnTo>
                  <a:pt x="1103325" y="580692"/>
                </a:lnTo>
                <a:lnTo>
                  <a:pt x="1103325" y="0"/>
                </a:lnTo>
                <a:lnTo>
                  <a:pt x="0" y="0"/>
                </a:lnTo>
                <a:lnTo>
                  <a:pt x="0" y="580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517A2-49EB-4D0D-A188-891E144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834" y="2333427"/>
            <a:ext cx="1103324" cy="580692"/>
          </a:xfrm>
          <a:custGeom xmlns:a="http://schemas.openxmlformats.org/drawingml/2006/main">
            <a:pathLst>
              <a:path w="1103324" h="580692" fill="none">
                <a:moveTo>
                  <a:pt x="0" y="0"/>
                </a:moveTo>
                <a:lnTo>
                  <a:pt x="1103324" y="0"/>
                </a:lnTo>
                <a:lnTo>
                  <a:pt x="1103324" y="580692"/>
                </a:lnTo>
                <a:lnTo>
                  <a:pt x="0" y="5806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032" cap="flat">
            <a:solidFill>
              <a:srgbClr val="000000"/>
            </a:solidFill>
            <a:miter/>
          </a:ln>
        </p:spPr>
      </p:sp>
      <p:sp>
        <p:nvSpPr>
          <p:cNvPr id="50" name="Text Specif">
            <a:extLst xmlns:a="http://schemas.openxmlformats.org/drawingml/2006/main">
              <a:ext uri="{FF2B5EF4-FFF2-40B4-BE49-F238E27FC236}">
                <a16:creationId xmlns:a16="http://schemas.microsoft.com/office/drawing/2014/main" id="{97BB5803-A132-430F-B304-08090983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769" y="2432946"/>
            <a:ext cx="488752" cy="171682"/>
          </a:xfrm>
          <a:custGeom xmlns:a="http://schemas.openxmlformats.org/drawingml/2006/main">
            <a:pathLst>
              <a:path w="488752" h="171682">
                <a:moveTo>
                  <a:pt x="4386" y="91800"/>
                </a:moveTo>
                <a:cubicBezTo>
                  <a:pt x="7621" y="100435"/>
                  <a:pt x="11417" y="107319"/>
                  <a:pt x="15772" y="112451"/>
                </a:cubicBezTo>
                <a:cubicBezTo>
                  <a:pt x="23362" y="121400"/>
                  <a:pt x="32788" y="125875"/>
                  <a:pt x="44049" y="125875"/>
                </a:cubicBezTo>
                <a:cubicBezTo>
                  <a:pt x="50146" y="125875"/>
                  <a:pt x="55419" y="123948"/>
                  <a:pt x="59867" y="120094"/>
                </a:cubicBezTo>
                <a:cubicBezTo>
                  <a:pt x="64316" y="116240"/>
                  <a:pt x="66540" y="110862"/>
                  <a:pt x="66540" y="103961"/>
                </a:cubicBezTo>
                <a:cubicBezTo>
                  <a:pt x="66540" y="97745"/>
                  <a:pt x="64300" y="92336"/>
                  <a:pt x="59821" y="87735"/>
                </a:cubicBezTo>
                <a:cubicBezTo>
                  <a:pt x="56896" y="84814"/>
                  <a:pt x="50737" y="80431"/>
                  <a:pt x="41342" y="74587"/>
                </a:cubicBezTo>
                <a:lnTo>
                  <a:pt x="25011" y="64424"/>
                </a:lnTo>
                <a:cubicBezTo>
                  <a:pt x="20096" y="61315"/>
                  <a:pt x="16176" y="58173"/>
                  <a:pt x="13252" y="54998"/>
                </a:cubicBezTo>
                <a:cubicBezTo>
                  <a:pt x="7839" y="48960"/>
                  <a:pt x="5133" y="42299"/>
                  <a:pt x="5133" y="35015"/>
                </a:cubicBezTo>
                <a:cubicBezTo>
                  <a:pt x="5133" y="25366"/>
                  <a:pt x="8337" y="17335"/>
                  <a:pt x="14745" y="10922"/>
                </a:cubicBezTo>
                <a:cubicBezTo>
                  <a:pt x="21153" y="4510"/>
                  <a:pt x="29646" y="1303"/>
                  <a:pt x="40223" y="1303"/>
                </a:cubicBezTo>
                <a:cubicBezTo>
                  <a:pt x="44578" y="1303"/>
                  <a:pt x="49819" y="2374"/>
                  <a:pt x="55948" y="4515"/>
                </a:cubicBezTo>
                <a:cubicBezTo>
                  <a:pt x="62076" y="6657"/>
                  <a:pt x="65575" y="7728"/>
                  <a:pt x="66447" y="7728"/>
                </a:cubicBezTo>
                <a:cubicBezTo>
                  <a:pt x="68811" y="7728"/>
                  <a:pt x="70444" y="7169"/>
                  <a:pt x="71346" y="6052"/>
                </a:cubicBezTo>
                <a:cubicBezTo>
                  <a:pt x="72248" y="4934"/>
                  <a:pt x="72948" y="3352"/>
                  <a:pt x="73446" y="1303"/>
                </a:cubicBezTo>
                <a:lnTo>
                  <a:pt x="77365" y="1303"/>
                </a:lnTo>
                <a:lnTo>
                  <a:pt x="81565" y="41896"/>
                </a:lnTo>
                <a:lnTo>
                  <a:pt x="76992" y="41896"/>
                </a:lnTo>
                <a:cubicBezTo>
                  <a:pt x="73881" y="29704"/>
                  <a:pt x="68888" y="21194"/>
                  <a:pt x="62014" y="16366"/>
                </a:cubicBezTo>
                <a:cubicBezTo>
                  <a:pt x="55139" y="11538"/>
                  <a:pt x="48342" y="9124"/>
                  <a:pt x="41622" y="9124"/>
                </a:cubicBezTo>
                <a:cubicBezTo>
                  <a:pt x="36396" y="9124"/>
                  <a:pt x="31839" y="10663"/>
                  <a:pt x="27950" y="13741"/>
                </a:cubicBezTo>
                <a:cubicBezTo>
                  <a:pt x="24062" y="16818"/>
                  <a:pt x="22118" y="21091"/>
                  <a:pt x="22118" y="26561"/>
                </a:cubicBezTo>
                <a:cubicBezTo>
                  <a:pt x="22118" y="31472"/>
                  <a:pt x="23611" y="35668"/>
                  <a:pt x="26597" y="39150"/>
                </a:cubicBezTo>
                <a:cubicBezTo>
                  <a:pt x="29584" y="42694"/>
                  <a:pt x="34219" y="46392"/>
                  <a:pt x="40503" y="50247"/>
                </a:cubicBezTo>
                <a:lnTo>
                  <a:pt x="57301" y="60598"/>
                </a:lnTo>
                <a:cubicBezTo>
                  <a:pt x="67815" y="67065"/>
                  <a:pt x="75219" y="72995"/>
                  <a:pt x="79512" y="78387"/>
                </a:cubicBezTo>
                <a:cubicBezTo>
                  <a:pt x="83743" y="83839"/>
                  <a:pt x="85858" y="90284"/>
                  <a:pt x="85858" y="97720"/>
                </a:cubicBezTo>
                <a:cubicBezTo>
                  <a:pt x="85858" y="107698"/>
                  <a:pt x="82078" y="116033"/>
                  <a:pt x="74519" y="122727"/>
                </a:cubicBezTo>
                <a:cubicBezTo>
                  <a:pt x="66960" y="129419"/>
                  <a:pt x="57301" y="132765"/>
                  <a:pt x="45542" y="132765"/>
                </a:cubicBezTo>
                <a:cubicBezTo>
                  <a:pt x="39631" y="132765"/>
                  <a:pt x="33457" y="131648"/>
                  <a:pt x="27017" y="129413"/>
                </a:cubicBezTo>
                <a:cubicBezTo>
                  <a:pt x="20578" y="127179"/>
                  <a:pt x="16892" y="126061"/>
                  <a:pt x="15958" y="126061"/>
                </a:cubicBezTo>
                <a:cubicBezTo>
                  <a:pt x="13719" y="126061"/>
                  <a:pt x="12210" y="126735"/>
                  <a:pt x="11432" y="128081"/>
                </a:cubicBezTo>
                <a:cubicBezTo>
                  <a:pt x="10654" y="129427"/>
                  <a:pt x="10141" y="130864"/>
                  <a:pt x="9892" y="132392"/>
                </a:cubicBezTo>
                <a:lnTo>
                  <a:pt x="5693" y="132392"/>
                </a:lnTo>
                <a:lnTo>
                  <a:pt x="0" y="91800"/>
                </a:lnTo>
                <a:lnTo>
                  <a:pt x="4386" y="91800"/>
                </a:lnTo>
                <a:moveTo>
                  <a:pt x="45262" y="1303"/>
                </a:moveTo>
                <a:lnTo>
                  <a:pt x="45262" y="1303"/>
                </a:lnTo>
                <a:close/>
                <a:moveTo>
                  <a:pt x="129004" y="112797"/>
                </a:moveTo>
                <a:cubicBezTo>
                  <a:pt x="130622" y="117000"/>
                  <a:pt x="133032" y="120138"/>
                  <a:pt x="136237" y="122209"/>
                </a:cubicBezTo>
                <a:cubicBezTo>
                  <a:pt x="139441" y="124281"/>
                  <a:pt x="143220" y="125317"/>
                  <a:pt x="147575" y="125317"/>
                </a:cubicBezTo>
                <a:cubicBezTo>
                  <a:pt x="154295" y="125317"/>
                  <a:pt x="160034" y="121994"/>
                  <a:pt x="164794" y="115349"/>
                </a:cubicBezTo>
                <a:cubicBezTo>
                  <a:pt x="169553" y="108702"/>
                  <a:pt x="171933" y="99443"/>
                  <a:pt x="171933" y="87572"/>
                </a:cubicBezTo>
                <a:cubicBezTo>
                  <a:pt x="171933" y="76194"/>
                  <a:pt x="169460" y="67693"/>
                  <a:pt x="164514" y="62068"/>
                </a:cubicBezTo>
                <a:cubicBezTo>
                  <a:pt x="159567" y="56441"/>
                  <a:pt x="153828" y="53627"/>
                  <a:pt x="147295" y="53627"/>
                </a:cubicBezTo>
                <a:cubicBezTo>
                  <a:pt x="142691" y="53627"/>
                  <a:pt x="138492" y="55035"/>
                  <a:pt x="134697" y="57849"/>
                </a:cubicBezTo>
                <a:cubicBezTo>
                  <a:pt x="130902" y="60661"/>
                  <a:pt x="129004" y="63428"/>
                  <a:pt x="129004" y="66150"/>
                </a:cubicBezTo>
                <a:lnTo>
                  <a:pt x="129004" y="112797"/>
                </a:lnTo>
                <a:moveTo>
                  <a:pt x="99327" y="168516"/>
                </a:moveTo>
                <a:cubicBezTo>
                  <a:pt x="105175" y="168146"/>
                  <a:pt x="108893" y="166912"/>
                  <a:pt x="110479" y="164816"/>
                </a:cubicBezTo>
                <a:cubicBezTo>
                  <a:pt x="112066" y="162721"/>
                  <a:pt x="112859" y="159423"/>
                  <a:pt x="112859" y="154923"/>
                </a:cubicBezTo>
                <a:lnTo>
                  <a:pt x="112859" y="65545"/>
                </a:lnTo>
                <a:cubicBezTo>
                  <a:pt x="112859" y="60827"/>
                  <a:pt x="112283" y="57801"/>
                  <a:pt x="111132" y="56467"/>
                </a:cubicBezTo>
                <a:cubicBezTo>
                  <a:pt x="109981" y="55132"/>
                  <a:pt x="107819" y="54465"/>
                  <a:pt x="104646" y="54465"/>
                </a:cubicBezTo>
                <a:cubicBezTo>
                  <a:pt x="103962" y="54465"/>
                  <a:pt x="103324" y="54496"/>
                  <a:pt x="102733" y="54558"/>
                </a:cubicBezTo>
                <a:cubicBezTo>
                  <a:pt x="102142" y="54620"/>
                  <a:pt x="101287" y="54745"/>
                  <a:pt x="100167" y="54931"/>
                </a:cubicBezTo>
                <a:lnTo>
                  <a:pt x="100167" y="51765"/>
                </a:lnTo>
                <a:lnTo>
                  <a:pt x="109033" y="48879"/>
                </a:lnTo>
                <a:cubicBezTo>
                  <a:pt x="109344" y="48817"/>
                  <a:pt x="115596" y="46676"/>
                  <a:pt x="127791" y="42455"/>
                </a:cubicBezTo>
                <a:cubicBezTo>
                  <a:pt x="128102" y="42455"/>
                  <a:pt x="128335" y="42596"/>
                  <a:pt x="128491" y="42877"/>
                </a:cubicBezTo>
                <a:cubicBezTo>
                  <a:pt x="128646" y="43158"/>
                  <a:pt x="128724" y="43487"/>
                  <a:pt x="128724" y="43863"/>
                </a:cubicBezTo>
                <a:lnTo>
                  <a:pt x="128724" y="56502"/>
                </a:lnTo>
                <a:cubicBezTo>
                  <a:pt x="132830" y="52382"/>
                  <a:pt x="136439" y="49323"/>
                  <a:pt x="139550" y="47325"/>
                </a:cubicBezTo>
                <a:cubicBezTo>
                  <a:pt x="145149" y="43830"/>
                  <a:pt x="150904" y="42083"/>
                  <a:pt x="156814" y="42083"/>
                </a:cubicBezTo>
                <a:cubicBezTo>
                  <a:pt x="165400" y="42083"/>
                  <a:pt x="172788" y="45725"/>
                  <a:pt x="178979" y="53011"/>
                </a:cubicBezTo>
                <a:cubicBezTo>
                  <a:pt x="185169" y="60296"/>
                  <a:pt x="188265" y="70263"/>
                  <a:pt x="188265" y="82911"/>
                </a:cubicBezTo>
                <a:cubicBezTo>
                  <a:pt x="188265" y="95313"/>
                  <a:pt x="184547" y="106568"/>
                  <a:pt x="177112" y="116676"/>
                </a:cubicBezTo>
                <a:cubicBezTo>
                  <a:pt x="169678" y="126781"/>
                  <a:pt x="160330" y="131834"/>
                  <a:pt x="149069" y="131834"/>
                </a:cubicBezTo>
                <a:cubicBezTo>
                  <a:pt x="145584" y="131834"/>
                  <a:pt x="142567" y="131395"/>
                  <a:pt x="140016" y="130519"/>
                </a:cubicBezTo>
                <a:cubicBezTo>
                  <a:pt x="136034" y="129202"/>
                  <a:pt x="132364" y="126788"/>
                  <a:pt x="129004" y="123277"/>
                </a:cubicBezTo>
                <a:lnTo>
                  <a:pt x="129004" y="153992"/>
                </a:lnTo>
                <a:cubicBezTo>
                  <a:pt x="129004" y="160221"/>
                  <a:pt x="130030" y="164044"/>
                  <a:pt x="132084" y="165461"/>
                </a:cubicBezTo>
                <a:cubicBezTo>
                  <a:pt x="134137" y="166881"/>
                  <a:pt x="138616" y="167838"/>
                  <a:pt x="145522" y="168330"/>
                </a:cubicBezTo>
                <a:lnTo>
                  <a:pt x="145522" y="171682"/>
                </a:lnTo>
                <a:lnTo>
                  <a:pt x="99327" y="171682"/>
                </a:lnTo>
                <a:lnTo>
                  <a:pt x="99327" y="168516"/>
                </a:lnTo>
                <a:close/>
                <a:moveTo>
                  <a:pt x="237819" y="42827"/>
                </a:moveTo>
                <a:cubicBezTo>
                  <a:pt x="246591" y="42827"/>
                  <a:pt x="254275" y="45853"/>
                  <a:pt x="260870" y="51905"/>
                </a:cubicBezTo>
                <a:cubicBezTo>
                  <a:pt x="267465" y="57957"/>
                  <a:pt x="270762" y="66538"/>
                  <a:pt x="270762" y="77648"/>
                </a:cubicBezTo>
                <a:lnTo>
                  <a:pt x="211502" y="77648"/>
                </a:lnTo>
                <a:cubicBezTo>
                  <a:pt x="212124" y="91984"/>
                  <a:pt x="215390" y="102427"/>
                  <a:pt x="221301" y="108977"/>
                </a:cubicBezTo>
                <a:cubicBezTo>
                  <a:pt x="227211" y="115525"/>
                  <a:pt x="234210" y="118799"/>
                  <a:pt x="242299" y="118799"/>
                </a:cubicBezTo>
                <a:cubicBezTo>
                  <a:pt x="248831" y="118799"/>
                  <a:pt x="254337" y="117100"/>
                  <a:pt x="258817" y="113702"/>
                </a:cubicBezTo>
                <a:cubicBezTo>
                  <a:pt x="263296" y="110304"/>
                  <a:pt x="267434" y="105484"/>
                  <a:pt x="271229" y="99242"/>
                </a:cubicBezTo>
                <a:lnTo>
                  <a:pt x="274495" y="100356"/>
                </a:lnTo>
                <a:cubicBezTo>
                  <a:pt x="271944" y="108264"/>
                  <a:pt x="267169" y="115581"/>
                  <a:pt x="260170" y="122305"/>
                </a:cubicBezTo>
                <a:cubicBezTo>
                  <a:pt x="253171" y="129030"/>
                  <a:pt x="244601" y="132392"/>
                  <a:pt x="234459" y="132392"/>
                </a:cubicBezTo>
                <a:cubicBezTo>
                  <a:pt x="222763" y="132392"/>
                  <a:pt x="213726" y="127986"/>
                  <a:pt x="207349" y="119172"/>
                </a:cubicBezTo>
                <a:cubicBezTo>
                  <a:pt x="200972" y="110358"/>
                  <a:pt x="197783" y="100210"/>
                  <a:pt x="197783" y="88727"/>
                </a:cubicBezTo>
                <a:cubicBezTo>
                  <a:pt x="197783" y="76251"/>
                  <a:pt x="201485" y="65482"/>
                  <a:pt x="208889" y="56420"/>
                </a:cubicBezTo>
                <a:cubicBezTo>
                  <a:pt x="216292" y="47358"/>
                  <a:pt x="225936" y="42827"/>
                  <a:pt x="237819" y="42827"/>
                </a:cubicBezTo>
                <a:moveTo>
                  <a:pt x="232406" y="49717"/>
                </a:moveTo>
                <a:cubicBezTo>
                  <a:pt x="225314" y="49717"/>
                  <a:pt x="219901" y="52838"/>
                  <a:pt x="216168" y="59080"/>
                </a:cubicBezTo>
                <a:cubicBezTo>
                  <a:pt x="214177" y="62418"/>
                  <a:pt x="212746" y="66621"/>
                  <a:pt x="211875" y="71689"/>
                </a:cubicBezTo>
                <a:lnTo>
                  <a:pt x="251258" y="71689"/>
                </a:lnTo>
                <a:cubicBezTo>
                  <a:pt x="250573" y="65510"/>
                  <a:pt x="249391" y="60905"/>
                  <a:pt x="247711" y="57875"/>
                </a:cubicBezTo>
                <a:cubicBezTo>
                  <a:pt x="244663" y="52436"/>
                  <a:pt x="239561" y="49717"/>
                  <a:pt x="232406" y="49717"/>
                </a:cubicBezTo>
                <a:moveTo>
                  <a:pt x="236606" y="42827"/>
                </a:moveTo>
                <a:lnTo>
                  <a:pt x="236606" y="42827"/>
                </a:lnTo>
                <a:close/>
                <a:moveTo>
                  <a:pt x="326260" y="42269"/>
                </a:moveTo>
                <a:cubicBezTo>
                  <a:pt x="334037" y="42269"/>
                  <a:pt x="340741" y="44270"/>
                  <a:pt x="346372" y="48274"/>
                </a:cubicBezTo>
                <a:cubicBezTo>
                  <a:pt x="352002" y="52277"/>
                  <a:pt x="354817" y="56669"/>
                  <a:pt x="354817" y="61448"/>
                </a:cubicBezTo>
                <a:cubicBezTo>
                  <a:pt x="354817" y="63496"/>
                  <a:pt x="354102" y="65405"/>
                  <a:pt x="352671" y="67174"/>
                </a:cubicBezTo>
                <a:cubicBezTo>
                  <a:pt x="351240" y="68943"/>
                  <a:pt x="349031" y="69827"/>
                  <a:pt x="346045" y="69827"/>
                </a:cubicBezTo>
                <a:cubicBezTo>
                  <a:pt x="343867" y="69827"/>
                  <a:pt x="341954" y="69082"/>
                  <a:pt x="340305" y="67593"/>
                </a:cubicBezTo>
                <a:cubicBezTo>
                  <a:pt x="338657" y="66103"/>
                  <a:pt x="337459" y="63931"/>
                  <a:pt x="336713" y="61076"/>
                </a:cubicBezTo>
                <a:lnTo>
                  <a:pt x="335593" y="56607"/>
                </a:lnTo>
                <a:cubicBezTo>
                  <a:pt x="334784" y="53317"/>
                  <a:pt x="333384" y="50989"/>
                  <a:pt x="331393" y="49624"/>
                </a:cubicBezTo>
                <a:cubicBezTo>
                  <a:pt x="329340" y="48320"/>
                  <a:pt x="326634" y="47669"/>
                  <a:pt x="323274" y="47669"/>
                </a:cubicBezTo>
                <a:cubicBezTo>
                  <a:pt x="316181" y="47669"/>
                  <a:pt x="310193" y="50753"/>
                  <a:pt x="305309" y="56921"/>
                </a:cubicBezTo>
                <a:cubicBezTo>
                  <a:pt x="300425" y="63089"/>
                  <a:pt x="297983" y="71287"/>
                  <a:pt x="297983" y="81515"/>
                </a:cubicBezTo>
                <a:cubicBezTo>
                  <a:pt x="297983" y="90873"/>
                  <a:pt x="300674" y="99272"/>
                  <a:pt x="306056" y="106711"/>
                </a:cubicBezTo>
                <a:cubicBezTo>
                  <a:pt x="311437" y="114149"/>
                  <a:pt x="318701" y="117868"/>
                  <a:pt x="327847" y="117868"/>
                </a:cubicBezTo>
                <a:cubicBezTo>
                  <a:pt x="334317" y="117868"/>
                  <a:pt x="340072" y="115762"/>
                  <a:pt x="345112" y="111549"/>
                </a:cubicBezTo>
                <a:cubicBezTo>
                  <a:pt x="347974" y="109134"/>
                  <a:pt x="351209" y="105294"/>
                  <a:pt x="354817" y="100028"/>
                </a:cubicBezTo>
                <a:lnTo>
                  <a:pt x="357430" y="101607"/>
                </a:lnTo>
                <a:cubicBezTo>
                  <a:pt x="353884" y="109071"/>
                  <a:pt x="350151" y="114979"/>
                  <a:pt x="346232" y="119332"/>
                </a:cubicBezTo>
                <a:cubicBezTo>
                  <a:pt x="338703" y="127667"/>
                  <a:pt x="329993" y="131834"/>
                  <a:pt x="320101" y="131834"/>
                </a:cubicBezTo>
                <a:cubicBezTo>
                  <a:pt x="310395" y="131834"/>
                  <a:pt x="301809" y="128017"/>
                  <a:pt x="294344" y="120382"/>
                </a:cubicBezTo>
                <a:cubicBezTo>
                  <a:pt x="286878" y="112748"/>
                  <a:pt x="283145" y="102382"/>
                  <a:pt x="283145" y="89286"/>
                </a:cubicBezTo>
                <a:cubicBezTo>
                  <a:pt x="283145" y="76438"/>
                  <a:pt x="287220" y="65389"/>
                  <a:pt x="295370" y="56141"/>
                </a:cubicBezTo>
                <a:cubicBezTo>
                  <a:pt x="303520" y="46893"/>
                  <a:pt x="313817" y="42269"/>
                  <a:pt x="326260" y="42269"/>
                </a:cubicBezTo>
                <a:moveTo>
                  <a:pt x="322154" y="42269"/>
                </a:moveTo>
                <a:lnTo>
                  <a:pt x="322154" y="42269"/>
                </a:lnTo>
                <a:close/>
                <a:moveTo>
                  <a:pt x="379144" y="9915"/>
                </a:moveTo>
                <a:cubicBezTo>
                  <a:pt x="379144" y="7260"/>
                  <a:pt x="380078" y="4975"/>
                  <a:pt x="381944" y="3061"/>
                </a:cubicBezTo>
                <a:cubicBezTo>
                  <a:pt x="383810" y="1144"/>
                  <a:pt x="386112" y="186"/>
                  <a:pt x="388850" y="186"/>
                </a:cubicBezTo>
                <a:cubicBezTo>
                  <a:pt x="391525" y="186"/>
                  <a:pt x="393812" y="1129"/>
                  <a:pt x="395709" y="3014"/>
                </a:cubicBezTo>
                <a:cubicBezTo>
                  <a:pt x="397607" y="4898"/>
                  <a:pt x="398556" y="7198"/>
                  <a:pt x="398556" y="9915"/>
                </a:cubicBezTo>
                <a:cubicBezTo>
                  <a:pt x="398556" y="12571"/>
                  <a:pt x="397607" y="14841"/>
                  <a:pt x="395709" y="16727"/>
                </a:cubicBezTo>
                <a:cubicBezTo>
                  <a:pt x="393812" y="18610"/>
                  <a:pt x="391525" y="19552"/>
                  <a:pt x="388850" y="19552"/>
                </a:cubicBezTo>
                <a:cubicBezTo>
                  <a:pt x="386112" y="19552"/>
                  <a:pt x="383810" y="18610"/>
                  <a:pt x="381944" y="16727"/>
                </a:cubicBezTo>
                <a:cubicBezTo>
                  <a:pt x="380078" y="14841"/>
                  <a:pt x="379144" y="12571"/>
                  <a:pt x="379144" y="9915"/>
                </a:cubicBezTo>
                <a:moveTo>
                  <a:pt x="367199" y="127551"/>
                </a:moveTo>
                <a:cubicBezTo>
                  <a:pt x="373856" y="126930"/>
                  <a:pt x="378056" y="125798"/>
                  <a:pt x="379798" y="124153"/>
                </a:cubicBezTo>
                <a:cubicBezTo>
                  <a:pt x="381540" y="122508"/>
                  <a:pt x="382411" y="118055"/>
                  <a:pt x="382411" y="110793"/>
                </a:cubicBezTo>
                <a:lnTo>
                  <a:pt x="382411" y="66289"/>
                </a:lnTo>
                <a:cubicBezTo>
                  <a:pt x="382411" y="62290"/>
                  <a:pt x="382131" y="59521"/>
                  <a:pt x="381571" y="57983"/>
                </a:cubicBezTo>
                <a:cubicBezTo>
                  <a:pt x="380637" y="55452"/>
                  <a:pt x="378678" y="54186"/>
                  <a:pt x="375691" y="54186"/>
                </a:cubicBezTo>
                <a:cubicBezTo>
                  <a:pt x="375007" y="54186"/>
                  <a:pt x="374338" y="54248"/>
                  <a:pt x="373685" y="54372"/>
                </a:cubicBezTo>
                <a:cubicBezTo>
                  <a:pt x="373032" y="54496"/>
                  <a:pt x="371150" y="54993"/>
                  <a:pt x="368039" y="55862"/>
                </a:cubicBezTo>
                <a:lnTo>
                  <a:pt x="368039" y="52882"/>
                </a:lnTo>
                <a:lnTo>
                  <a:pt x="372052" y="51579"/>
                </a:lnTo>
                <a:cubicBezTo>
                  <a:pt x="382939" y="48041"/>
                  <a:pt x="390530" y="45372"/>
                  <a:pt x="394823" y="43572"/>
                </a:cubicBezTo>
                <a:cubicBezTo>
                  <a:pt x="396565" y="42827"/>
                  <a:pt x="397685" y="42455"/>
                  <a:pt x="398182" y="42455"/>
                </a:cubicBezTo>
                <a:cubicBezTo>
                  <a:pt x="398307" y="42889"/>
                  <a:pt x="398369" y="43356"/>
                  <a:pt x="398369" y="43854"/>
                </a:cubicBezTo>
                <a:lnTo>
                  <a:pt x="398369" y="110772"/>
                </a:lnTo>
                <a:cubicBezTo>
                  <a:pt x="398369" y="117856"/>
                  <a:pt x="399224" y="122300"/>
                  <a:pt x="400935" y="124103"/>
                </a:cubicBezTo>
                <a:cubicBezTo>
                  <a:pt x="402646" y="125905"/>
                  <a:pt x="406519" y="127055"/>
                  <a:pt x="412554" y="127551"/>
                </a:cubicBezTo>
                <a:lnTo>
                  <a:pt x="412554" y="130158"/>
                </a:lnTo>
                <a:lnTo>
                  <a:pt x="367199" y="130158"/>
                </a:lnTo>
                <a:lnTo>
                  <a:pt x="367199" y="127551"/>
                </a:lnTo>
                <a:close/>
                <a:moveTo>
                  <a:pt x="419319" y="127551"/>
                </a:moveTo>
                <a:cubicBezTo>
                  <a:pt x="425914" y="127239"/>
                  <a:pt x="430253" y="126006"/>
                  <a:pt x="432337" y="123853"/>
                </a:cubicBezTo>
                <a:cubicBezTo>
                  <a:pt x="434422" y="121700"/>
                  <a:pt x="435464" y="117160"/>
                  <a:pt x="435464" y="110234"/>
                </a:cubicBezTo>
                <a:lnTo>
                  <a:pt x="435464" y="51020"/>
                </a:lnTo>
                <a:lnTo>
                  <a:pt x="419505" y="51020"/>
                </a:lnTo>
                <a:lnTo>
                  <a:pt x="419505" y="44503"/>
                </a:lnTo>
                <a:lnTo>
                  <a:pt x="435464" y="44503"/>
                </a:lnTo>
                <a:cubicBezTo>
                  <a:pt x="435464" y="34656"/>
                  <a:pt x="436801" y="26335"/>
                  <a:pt x="439477" y="19540"/>
                </a:cubicBezTo>
                <a:cubicBezTo>
                  <a:pt x="444578" y="6513"/>
                  <a:pt x="453942" y="0"/>
                  <a:pt x="467567" y="0"/>
                </a:cubicBezTo>
                <a:cubicBezTo>
                  <a:pt x="473042" y="0"/>
                  <a:pt x="477942" y="1086"/>
                  <a:pt x="482266" y="3259"/>
                </a:cubicBezTo>
                <a:cubicBezTo>
                  <a:pt x="486590" y="5431"/>
                  <a:pt x="488752" y="8348"/>
                  <a:pt x="488752" y="12010"/>
                </a:cubicBezTo>
                <a:cubicBezTo>
                  <a:pt x="488752" y="14059"/>
                  <a:pt x="488005" y="15890"/>
                  <a:pt x="486512" y="17503"/>
                </a:cubicBezTo>
                <a:cubicBezTo>
                  <a:pt x="485019" y="19117"/>
                  <a:pt x="483214" y="19924"/>
                  <a:pt x="481099" y="19924"/>
                </a:cubicBezTo>
                <a:cubicBezTo>
                  <a:pt x="479295" y="19924"/>
                  <a:pt x="477739" y="19378"/>
                  <a:pt x="476433" y="18286"/>
                </a:cubicBezTo>
                <a:cubicBezTo>
                  <a:pt x="475126" y="17192"/>
                  <a:pt x="473571" y="15271"/>
                  <a:pt x="471767" y="12522"/>
                </a:cubicBezTo>
                <a:lnTo>
                  <a:pt x="470180" y="10084"/>
                </a:lnTo>
                <a:cubicBezTo>
                  <a:pt x="469309" y="8773"/>
                  <a:pt x="468283" y="7665"/>
                  <a:pt x="467101" y="6759"/>
                </a:cubicBezTo>
                <a:cubicBezTo>
                  <a:pt x="465918" y="5853"/>
                  <a:pt x="464270" y="5400"/>
                  <a:pt x="462154" y="5400"/>
                </a:cubicBezTo>
                <a:cubicBezTo>
                  <a:pt x="457426" y="5400"/>
                  <a:pt x="454222" y="7744"/>
                  <a:pt x="452542" y="12432"/>
                </a:cubicBezTo>
                <a:cubicBezTo>
                  <a:pt x="451609" y="14932"/>
                  <a:pt x="451142" y="18214"/>
                  <a:pt x="451142" y="22278"/>
                </a:cubicBezTo>
                <a:lnTo>
                  <a:pt x="451142" y="44503"/>
                </a:lnTo>
                <a:lnTo>
                  <a:pt x="474566" y="44503"/>
                </a:lnTo>
                <a:lnTo>
                  <a:pt x="474566" y="51020"/>
                </a:lnTo>
                <a:lnTo>
                  <a:pt x="451329" y="51020"/>
                </a:lnTo>
                <a:lnTo>
                  <a:pt x="451329" y="110234"/>
                </a:lnTo>
                <a:cubicBezTo>
                  <a:pt x="451329" y="117286"/>
                  <a:pt x="452278" y="121795"/>
                  <a:pt x="454175" y="123760"/>
                </a:cubicBezTo>
                <a:cubicBezTo>
                  <a:pt x="456073" y="125725"/>
                  <a:pt x="461035" y="126989"/>
                  <a:pt x="469060" y="127551"/>
                </a:cubicBezTo>
                <a:lnTo>
                  <a:pt x="469060" y="130158"/>
                </a:lnTo>
                <a:lnTo>
                  <a:pt x="419319" y="130158"/>
                </a:lnTo>
                <a:lnTo>
                  <a:pt x="419319" y="127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EE63C0BC-E533-45D4-9AE1-6C5A6694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63" y="2433132"/>
            <a:ext cx="510465" cy="132951"/>
          </a:xfrm>
          <a:custGeom xmlns:a="http://schemas.openxmlformats.org/drawingml/2006/main">
            <a:pathLst>
              <a:path w="510465" h="132951">
                <a:moveTo>
                  <a:pt x="11945" y="9729"/>
                </a:moveTo>
                <a:cubicBezTo>
                  <a:pt x="11945" y="7074"/>
                  <a:pt x="12879" y="4789"/>
                  <a:pt x="14745" y="2875"/>
                </a:cubicBezTo>
                <a:cubicBezTo>
                  <a:pt x="16612" y="958"/>
                  <a:pt x="18914" y="0"/>
                  <a:pt x="21651" y="0"/>
                </a:cubicBezTo>
                <a:cubicBezTo>
                  <a:pt x="24326" y="0"/>
                  <a:pt x="26613" y="943"/>
                  <a:pt x="28510" y="2828"/>
                </a:cubicBezTo>
                <a:cubicBezTo>
                  <a:pt x="30408" y="4711"/>
                  <a:pt x="31357" y="7012"/>
                  <a:pt x="31357" y="9729"/>
                </a:cubicBezTo>
                <a:cubicBezTo>
                  <a:pt x="31357" y="12385"/>
                  <a:pt x="30408" y="14655"/>
                  <a:pt x="28510" y="16540"/>
                </a:cubicBezTo>
                <a:cubicBezTo>
                  <a:pt x="26613" y="18424"/>
                  <a:pt x="24326" y="19365"/>
                  <a:pt x="21651" y="19365"/>
                </a:cubicBezTo>
                <a:cubicBezTo>
                  <a:pt x="18914" y="19365"/>
                  <a:pt x="16612" y="18424"/>
                  <a:pt x="14745" y="16540"/>
                </a:cubicBezTo>
                <a:cubicBezTo>
                  <a:pt x="12879" y="14655"/>
                  <a:pt x="11945" y="12385"/>
                  <a:pt x="11945" y="9729"/>
                </a:cubicBezTo>
                <a:moveTo>
                  <a:pt x="0" y="127365"/>
                </a:moveTo>
                <a:cubicBezTo>
                  <a:pt x="6657" y="126744"/>
                  <a:pt x="10857" y="125611"/>
                  <a:pt x="12599" y="123967"/>
                </a:cubicBezTo>
                <a:cubicBezTo>
                  <a:pt x="14341" y="122322"/>
                  <a:pt x="15212" y="117868"/>
                  <a:pt x="15212" y="110606"/>
                </a:cubicBezTo>
                <a:lnTo>
                  <a:pt x="15212" y="66103"/>
                </a:lnTo>
                <a:cubicBezTo>
                  <a:pt x="15212" y="62104"/>
                  <a:pt x="14932" y="59335"/>
                  <a:pt x="14372" y="57797"/>
                </a:cubicBezTo>
                <a:cubicBezTo>
                  <a:pt x="13439" y="55265"/>
                  <a:pt x="11479" y="54000"/>
                  <a:pt x="8492" y="54000"/>
                </a:cubicBezTo>
                <a:cubicBezTo>
                  <a:pt x="7808" y="54000"/>
                  <a:pt x="7139" y="54062"/>
                  <a:pt x="6486" y="54186"/>
                </a:cubicBezTo>
                <a:cubicBezTo>
                  <a:pt x="5833" y="54310"/>
                  <a:pt x="3951" y="54807"/>
                  <a:pt x="840" y="55676"/>
                </a:cubicBezTo>
                <a:lnTo>
                  <a:pt x="840" y="52696"/>
                </a:lnTo>
                <a:lnTo>
                  <a:pt x="4853" y="51393"/>
                </a:lnTo>
                <a:cubicBezTo>
                  <a:pt x="15741" y="47855"/>
                  <a:pt x="23331" y="45186"/>
                  <a:pt x="27624" y="43386"/>
                </a:cubicBezTo>
                <a:cubicBezTo>
                  <a:pt x="29366" y="42641"/>
                  <a:pt x="30486" y="42269"/>
                  <a:pt x="30983" y="42269"/>
                </a:cubicBezTo>
                <a:cubicBezTo>
                  <a:pt x="31108" y="42703"/>
                  <a:pt x="31170" y="43170"/>
                  <a:pt x="31170" y="43668"/>
                </a:cubicBezTo>
                <a:lnTo>
                  <a:pt x="31170" y="110586"/>
                </a:lnTo>
                <a:cubicBezTo>
                  <a:pt x="31170" y="117670"/>
                  <a:pt x="32026" y="122113"/>
                  <a:pt x="33737" y="123917"/>
                </a:cubicBezTo>
                <a:cubicBezTo>
                  <a:pt x="35447" y="125719"/>
                  <a:pt x="39320" y="126868"/>
                  <a:pt x="45355" y="127365"/>
                </a:cubicBezTo>
                <a:lnTo>
                  <a:pt x="45355" y="129972"/>
                </a:lnTo>
                <a:lnTo>
                  <a:pt x="0" y="129972"/>
                </a:lnTo>
                <a:lnTo>
                  <a:pt x="0" y="127365"/>
                </a:lnTo>
                <a:close/>
                <a:moveTo>
                  <a:pt x="95890" y="42083"/>
                </a:moveTo>
                <a:cubicBezTo>
                  <a:pt x="103667" y="42083"/>
                  <a:pt x="110370" y="44084"/>
                  <a:pt x="116001" y="48088"/>
                </a:cubicBezTo>
                <a:cubicBezTo>
                  <a:pt x="121631" y="52091"/>
                  <a:pt x="124447" y="56482"/>
                  <a:pt x="124447" y="61262"/>
                </a:cubicBezTo>
                <a:cubicBezTo>
                  <a:pt x="124447" y="63310"/>
                  <a:pt x="123731" y="65219"/>
                  <a:pt x="122300" y="66988"/>
                </a:cubicBezTo>
                <a:cubicBezTo>
                  <a:pt x="120869" y="68757"/>
                  <a:pt x="118661" y="69641"/>
                  <a:pt x="115674" y="69641"/>
                </a:cubicBezTo>
                <a:cubicBezTo>
                  <a:pt x="113497" y="69641"/>
                  <a:pt x="111584" y="68896"/>
                  <a:pt x="109935" y="67407"/>
                </a:cubicBezTo>
                <a:cubicBezTo>
                  <a:pt x="108286" y="65917"/>
                  <a:pt x="107088" y="63745"/>
                  <a:pt x="106342" y="60889"/>
                </a:cubicBezTo>
                <a:lnTo>
                  <a:pt x="105222" y="56420"/>
                </a:lnTo>
                <a:cubicBezTo>
                  <a:pt x="104413" y="53131"/>
                  <a:pt x="103013" y="50803"/>
                  <a:pt x="101022" y="49438"/>
                </a:cubicBezTo>
                <a:cubicBezTo>
                  <a:pt x="98969" y="48134"/>
                  <a:pt x="96263" y="47483"/>
                  <a:pt x="92903" y="47483"/>
                </a:cubicBezTo>
                <a:cubicBezTo>
                  <a:pt x="85811" y="47483"/>
                  <a:pt x="79822" y="50567"/>
                  <a:pt x="74938" y="56735"/>
                </a:cubicBezTo>
                <a:cubicBezTo>
                  <a:pt x="70055" y="62903"/>
                  <a:pt x="67613" y="71101"/>
                  <a:pt x="67613" y="81328"/>
                </a:cubicBezTo>
                <a:cubicBezTo>
                  <a:pt x="67613" y="90687"/>
                  <a:pt x="70303" y="99086"/>
                  <a:pt x="75685" y="106524"/>
                </a:cubicBezTo>
                <a:cubicBezTo>
                  <a:pt x="81067" y="113963"/>
                  <a:pt x="88330" y="117682"/>
                  <a:pt x="97476" y="117682"/>
                </a:cubicBezTo>
                <a:cubicBezTo>
                  <a:pt x="103947" y="117682"/>
                  <a:pt x="109702" y="115576"/>
                  <a:pt x="114741" y="111363"/>
                </a:cubicBezTo>
                <a:cubicBezTo>
                  <a:pt x="117603" y="108948"/>
                  <a:pt x="120838" y="105107"/>
                  <a:pt x="124447" y="99841"/>
                </a:cubicBezTo>
                <a:lnTo>
                  <a:pt x="127060" y="101421"/>
                </a:lnTo>
                <a:cubicBezTo>
                  <a:pt x="123513" y="108885"/>
                  <a:pt x="119781" y="114793"/>
                  <a:pt x="115861" y="119146"/>
                </a:cubicBezTo>
                <a:cubicBezTo>
                  <a:pt x="108333" y="127480"/>
                  <a:pt x="99623" y="131648"/>
                  <a:pt x="89730" y="131648"/>
                </a:cubicBezTo>
                <a:cubicBezTo>
                  <a:pt x="80025" y="131648"/>
                  <a:pt x="71439" y="127830"/>
                  <a:pt x="63973" y="120196"/>
                </a:cubicBezTo>
                <a:cubicBezTo>
                  <a:pt x="56507" y="112562"/>
                  <a:pt x="52774" y="102196"/>
                  <a:pt x="52774" y="89100"/>
                </a:cubicBezTo>
                <a:cubicBezTo>
                  <a:pt x="52774" y="76251"/>
                  <a:pt x="56849" y="65203"/>
                  <a:pt x="64999" y="55955"/>
                </a:cubicBezTo>
                <a:cubicBezTo>
                  <a:pt x="73150" y="46707"/>
                  <a:pt x="83446" y="42083"/>
                  <a:pt x="95890" y="42083"/>
                </a:cubicBezTo>
                <a:moveTo>
                  <a:pt x="91783" y="42083"/>
                </a:moveTo>
                <a:lnTo>
                  <a:pt x="91783" y="42083"/>
                </a:lnTo>
                <a:close/>
                <a:moveTo>
                  <a:pt x="187877" y="78393"/>
                </a:moveTo>
                <a:cubicBezTo>
                  <a:pt x="180722" y="80751"/>
                  <a:pt x="174811" y="83358"/>
                  <a:pt x="170145" y="86213"/>
                </a:cubicBezTo>
                <a:cubicBezTo>
                  <a:pt x="161186" y="91737"/>
                  <a:pt x="156706" y="98006"/>
                  <a:pt x="156706" y="105020"/>
                </a:cubicBezTo>
                <a:cubicBezTo>
                  <a:pt x="156706" y="110668"/>
                  <a:pt x="158573" y="114827"/>
                  <a:pt x="162306" y="117496"/>
                </a:cubicBezTo>
                <a:cubicBezTo>
                  <a:pt x="164732" y="119234"/>
                  <a:pt x="167439" y="120103"/>
                  <a:pt x="170425" y="120103"/>
                </a:cubicBezTo>
                <a:cubicBezTo>
                  <a:pt x="174531" y="120103"/>
                  <a:pt x="178466" y="118955"/>
                  <a:pt x="182231" y="116658"/>
                </a:cubicBezTo>
                <a:cubicBezTo>
                  <a:pt x="185995" y="114361"/>
                  <a:pt x="187877" y="111444"/>
                  <a:pt x="187877" y="107906"/>
                </a:cubicBezTo>
                <a:lnTo>
                  <a:pt x="187877" y="78393"/>
                </a:lnTo>
                <a:moveTo>
                  <a:pt x="140095" y="111505"/>
                </a:moveTo>
                <a:cubicBezTo>
                  <a:pt x="140095" y="102490"/>
                  <a:pt x="144606" y="94967"/>
                  <a:pt x="153627" y="88937"/>
                </a:cubicBezTo>
                <a:cubicBezTo>
                  <a:pt x="159351" y="85207"/>
                  <a:pt x="170767" y="80140"/>
                  <a:pt x="187877" y="73738"/>
                </a:cubicBezTo>
                <a:lnTo>
                  <a:pt x="187877" y="65824"/>
                </a:lnTo>
                <a:cubicBezTo>
                  <a:pt x="187877" y="59493"/>
                  <a:pt x="187254" y="55086"/>
                  <a:pt x="186010" y="52603"/>
                </a:cubicBezTo>
                <a:cubicBezTo>
                  <a:pt x="183895" y="48445"/>
                  <a:pt x="179509" y="46365"/>
                  <a:pt x="172851" y="46365"/>
                </a:cubicBezTo>
                <a:cubicBezTo>
                  <a:pt x="169678" y="46365"/>
                  <a:pt x="166661" y="47172"/>
                  <a:pt x="163799" y="48786"/>
                </a:cubicBezTo>
                <a:cubicBezTo>
                  <a:pt x="160937" y="50462"/>
                  <a:pt x="159506" y="52758"/>
                  <a:pt x="159506" y="55676"/>
                </a:cubicBezTo>
                <a:cubicBezTo>
                  <a:pt x="159506" y="56420"/>
                  <a:pt x="159662" y="57677"/>
                  <a:pt x="159973" y="59446"/>
                </a:cubicBezTo>
                <a:cubicBezTo>
                  <a:pt x="160284" y="61215"/>
                  <a:pt x="160439" y="62348"/>
                  <a:pt x="160439" y="62845"/>
                </a:cubicBezTo>
                <a:cubicBezTo>
                  <a:pt x="160439" y="66320"/>
                  <a:pt x="159288" y="68741"/>
                  <a:pt x="156986" y="70107"/>
                </a:cubicBezTo>
                <a:cubicBezTo>
                  <a:pt x="155680" y="70913"/>
                  <a:pt x="154125" y="71317"/>
                  <a:pt x="152320" y="71317"/>
                </a:cubicBezTo>
                <a:cubicBezTo>
                  <a:pt x="149521" y="71317"/>
                  <a:pt x="147374" y="70401"/>
                  <a:pt x="145881" y="68570"/>
                </a:cubicBezTo>
                <a:cubicBezTo>
                  <a:pt x="144388" y="66739"/>
                  <a:pt x="143641" y="64707"/>
                  <a:pt x="143641" y="62472"/>
                </a:cubicBezTo>
                <a:cubicBezTo>
                  <a:pt x="143641" y="58127"/>
                  <a:pt x="146332" y="53581"/>
                  <a:pt x="151714" y="48833"/>
                </a:cubicBezTo>
                <a:cubicBezTo>
                  <a:pt x="157095" y="44084"/>
                  <a:pt x="164981" y="41710"/>
                  <a:pt x="175371" y="41710"/>
                </a:cubicBezTo>
                <a:cubicBezTo>
                  <a:pt x="187441" y="41710"/>
                  <a:pt x="195622" y="45620"/>
                  <a:pt x="199915" y="53441"/>
                </a:cubicBezTo>
                <a:cubicBezTo>
                  <a:pt x="202217" y="57724"/>
                  <a:pt x="203368" y="63962"/>
                  <a:pt x="203368" y="72155"/>
                </a:cubicBezTo>
                <a:lnTo>
                  <a:pt x="203368" y="109489"/>
                </a:lnTo>
                <a:cubicBezTo>
                  <a:pt x="203368" y="113089"/>
                  <a:pt x="203617" y="115572"/>
                  <a:pt x="204115" y="116937"/>
                </a:cubicBezTo>
                <a:cubicBezTo>
                  <a:pt x="204924" y="119420"/>
                  <a:pt x="206604" y="120661"/>
                  <a:pt x="209154" y="120661"/>
                </a:cubicBezTo>
                <a:cubicBezTo>
                  <a:pt x="210585" y="120661"/>
                  <a:pt x="211767" y="120439"/>
                  <a:pt x="212701" y="119995"/>
                </a:cubicBezTo>
                <a:cubicBezTo>
                  <a:pt x="213634" y="119549"/>
                  <a:pt x="215252" y="118468"/>
                  <a:pt x="217554" y="116751"/>
                </a:cubicBezTo>
                <a:lnTo>
                  <a:pt x="217554" y="121677"/>
                </a:lnTo>
                <a:cubicBezTo>
                  <a:pt x="215563" y="124076"/>
                  <a:pt x="213416" y="126045"/>
                  <a:pt x="211114" y="127583"/>
                </a:cubicBezTo>
                <a:cubicBezTo>
                  <a:pt x="207630" y="129920"/>
                  <a:pt x="204084" y="131089"/>
                  <a:pt x="200475" y="131089"/>
                </a:cubicBezTo>
                <a:cubicBezTo>
                  <a:pt x="196245" y="131089"/>
                  <a:pt x="193181" y="129723"/>
                  <a:pt x="191283" y="126992"/>
                </a:cubicBezTo>
                <a:cubicBezTo>
                  <a:pt x="189385" y="124261"/>
                  <a:pt x="188343" y="121003"/>
                  <a:pt x="188157" y="117217"/>
                </a:cubicBezTo>
                <a:cubicBezTo>
                  <a:pt x="183428" y="121340"/>
                  <a:pt x="179384" y="124402"/>
                  <a:pt x="176025" y="126402"/>
                </a:cubicBezTo>
                <a:cubicBezTo>
                  <a:pt x="170363" y="129775"/>
                  <a:pt x="164981" y="131461"/>
                  <a:pt x="159879" y="131461"/>
                </a:cubicBezTo>
                <a:cubicBezTo>
                  <a:pt x="154529" y="131461"/>
                  <a:pt x="149894" y="129581"/>
                  <a:pt x="145974" y="125820"/>
                </a:cubicBezTo>
                <a:cubicBezTo>
                  <a:pt x="142055" y="122059"/>
                  <a:pt x="140095" y="117287"/>
                  <a:pt x="140095" y="111505"/>
                </a:cubicBezTo>
                <a:moveTo>
                  <a:pt x="175651" y="41710"/>
                </a:moveTo>
                <a:lnTo>
                  <a:pt x="175651" y="41710"/>
                </a:lnTo>
                <a:close/>
                <a:moveTo>
                  <a:pt x="266425" y="44317"/>
                </a:moveTo>
                <a:lnTo>
                  <a:pt x="266425" y="51020"/>
                </a:lnTo>
                <a:lnTo>
                  <a:pt x="247387" y="51020"/>
                </a:lnTo>
                <a:lnTo>
                  <a:pt x="247200" y="104223"/>
                </a:lnTo>
                <a:cubicBezTo>
                  <a:pt x="247200" y="108903"/>
                  <a:pt x="247605" y="112444"/>
                  <a:pt x="248413" y="114845"/>
                </a:cubicBezTo>
                <a:cubicBezTo>
                  <a:pt x="249907" y="119095"/>
                  <a:pt x="252831" y="121220"/>
                  <a:pt x="257186" y="121220"/>
                </a:cubicBezTo>
                <a:cubicBezTo>
                  <a:pt x="259426" y="121220"/>
                  <a:pt x="261370" y="120700"/>
                  <a:pt x="263019" y="119661"/>
                </a:cubicBezTo>
                <a:cubicBezTo>
                  <a:pt x="264667" y="118619"/>
                  <a:pt x="266549" y="116966"/>
                  <a:pt x="268665" y="114703"/>
                </a:cubicBezTo>
                <a:lnTo>
                  <a:pt x="271091" y="116751"/>
                </a:lnTo>
                <a:lnTo>
                  <a:pt x="269038" y="119579"/>
                </a:lnTo>
                <a:cubicBezTo>
                  <a:pt x="265803" y="123980"/>
                  <a:pt x="262381" y="127092"/>
                  <a:pt x="258772" y="128916"/>
                </a:cubicBezTo>
                <a:cubicBezTo>
                  <a:pt x="255164" y="130737"/>
                  <a:pt x="251680" y="131648"/>
                  <a:pt x="248320" y="131648"/>
                </a:cubicBezTo>
                <a:cubicBezTo>
                  <a:pt x="240979" y="131648"/>
                  <a:pt x="236001" y="128401"/>
                  <a:pt x="233388" y="121907"/>
                </a:cubicBezTo>
                <a:cubicBezTo>
                  <a:pt x="231957" y="118380"/>
                  <a:pt x="231242" y="113494"/>
                  <a:pt x="231242" y="107246"/>
                </a:cubicBezTo>
                <a:lnTo>
                  <a:pt x="231242" y="51020"/>
                </a:lnTo>
                <a:lnTo>
                  <a:pt x="221070" y="51020"/>
                </a:lnTo>
                <a:cubicBezTo>
                  <a:pt x="220759" y="50834"/>
                  <a:pt x="220525" y="50648"/>
                  <a:pt x="220370" y="50462"/>
                </a:cubicBezTo>
                <a:cubicBezTo>
                  <a:pt x="220214" y="50276"/>
                  <a:pt x="220136" y="50027"/>
                  <a:pt x="220136" y="49717"/>
                </a:cubicBezTo>
                <a:cubicBezTo>
                  <a:pt x="220136" y="49096"/>
                  <a:pt x="220276" y="48615"/>
                  <a:pt x="220556" y="48274"/>
                </a:cubicBezTo>
                <a:cubicBezTo>
                  <a:pt x="220836" y="47933"/>
                  <a:pt x="221723" y="47141"/>
                  <a:pt x="223216" y="45900"/>
                </a:cubicBezTo>
                <a:cubicBezTo>
                  <a:pt x="227509" y="42348"/>
                  <a:pt x="230604" y="39467"/>
                  <a:pt x="232502" y="37256"/>
                </a:cubicBezTo>
                <a:cubicBezTo>
                  <a:pt x="234399" y="35045"/>
                  <a:pt x="238863" y="29205"/>
                  <a:pt x="245894" y="19738"/>
                </a:cubicBezTo>
                <a:cubicBezTo>
                  <a:pt x="246703" y="19738"/>
                  <a:pt x="247185" y="19800"/>
                  <a:pt x="247340" y="19924"/>
                </a:cubicBezTo>
                <a:cubicBezTo>
                  <a:pt x="247496" y="20048"/>
                  <a:pt x="247574" y="20516"/>
                  <a:pt x="247574" y="21326"/>
                </a:cubicBezTo>
                <a:lnTo>
                  <a:pt x="247574" y="44317"/>
                </a:lnTo>
                <a:lnTo>
                  <a:pt x="266425" y="44317"/>
                </a:lnTo>
                <a:close/>
                <a:moveTo>
                  <a:pt x="285602" y="9729"/>
                </a:moveTo>
                <a:cubicBezTo>
                  <a:pt x="285602" y="7074"/>
                  <a:pt x="286535" y="4789"/>
                  <a:pt x="288401" y="2875"/>
                </a:cubicBezTo>
                <a:cubicBezTo>
                  <a:pt x="290268" y="958"/>
                  <a:pt x="292570" y="0"/>
                  <a:pt x="295307" y="0"/>
                </a:cubicBezTo>
                <a:cubicBezTo>
                  <a:pt x="297983" y="0"/>
                  <a:pt x="300269" y="943"/>
                  <a:pt x="302167" y="2828"/>
                </a:cubicBezTo>
                <a:cubicBezTo>
                  <a:pt x="304064" y="4711"/>
                  <a:pt x="305013" y="7012"/>
                  <a:pt x="305013" y="9729"/>
                </a:cubicBezTo>
                <a:cubicBezTo>
                  <a:pt x="305013" y="12385"/>
                  <a:pt x="304064" y="14655"/>
                  <a:pt x="302167" y="16540"/>
                </a:cubicBezTo>
                <a:cubicBezTo>
                  <a:pt x="300269" y="18424"/>
                  <a:pt x="297983" y="19365"/>
                  <a:pt x="295307" y="19365"/>
                </a:cubicBezTo>
                <a:cubicBezTo>
                  <a:pt x="292570" y="19365"/>
                  <a:pt x="290268" y="18424"/>
                  <a:pt x="288401" y="16540"/>
                </a:cubicBezTo>
                <a:cubicBezTo>
                  <a:pt x="286535" y="14655"/>
                  <a:pt x="285602" y="12385"/>
                  <a:pt x="285602" y="9729"/>
                </a:cubicBezTo>
                <a:moveTo>
                  <a:pt x="273656" y="127365"/>
                </a:moveTo>
                <a:cubicBezTo>
                  <a:pt x="280313" y="126744"/>
                  <a:pt x="284513" y="125611"/>
                  <a:pt x="286255" y="123967"/>
                </a:cubicBezTo>
                <a:cubicBezTo>
                  <a:pt x="287997" y="122322"/>
                  <a:pt x="288868" y="117868"/>
                  <a:pt x="288868" y="110606"/>
                </a:cubicBezTo>
                <a:lnTo>
                  <a:pt x="288868" y="66103"/>
                </a:lnTo>
                <a:cubicBezTo>
                  <a:pt x="288868" y="62104"/>
                  <a:pt x="288588" y="59335"/>
                  <a:pt x="288028" y="57797"/>
                </a:cubicBezTo>
                <a:cubicBezTo>
                  <a:pt x="287095" y="55265"/>
                  <a:pt x="285135" y="54000"/>
                  <a:pt x="282149" y="54000"/>
                </a:cubicBezTo>
                <a:cubicBezTo>
                  <a:pt x="281464" y="54000"/>
                  <a:pt x="280795" y="54062"/>
                  <a:pt x="280142" y="54186"/>
                </a:cubicBezTo>
                <a:cubicBezTo>
                  <a:pt x="279489" y="54310"/>
                  <a:pt x="277607" y="54807"/>
                  <a:pt x="274496" y="55676"/>
                </a:cubicBezTo>
                <a:lnTo>
                  <a:pt x="274496" y="52696"/>
                </a:lnTo>
                <a:lnTo>
                  <a:pt x="278509" y="51393"/>
                </a:lnTo>
                <a:cubicBezTo>
                  <a:pt x="289397" y="47855"/>
                  <a:pt x="296987" y="45186"/>
                  <a:pt x="301280" y="43386"/>
                </a:cubicBezTo>
                <a:cubicBezTo>
                  <a:pt x="303022" y="42641"/>
                  <a:pt x="304142" y="42269"/>
                  <a:pt x="304640" y="42269"/>
                </a:cubicBezTo>
                <a:cubicBezTo>
                  <a:pt x="304764" y="42703"/>
                  <a:pt x="304826" y="43170"/>
                  <a:pt x="304826" y="43668"/>
                </a:cubicBezTo>
                <a:lnTo>
                  <a:pt x="304826" y="110586"/>
                </a:lnTo>
                <a:cubicBezTo>
                  <a:pt x="304826" y="117670"/>
                  <a:pt x="305682" y="122113"/>
                  <a:pt x="307393" y="123917"/>
                </a:cubicBezTo>
                <a:cubicBezTo>
                  <a:pt x="309104" y="125719"/>
                  <a:pt x="312977" y="126868"/>
                  <a:pt x="319012" y="127365"/>
                </a:cubicBezTo>
                <a:lnTo>
                  <a:pt x="319012" y="129972"/>
                </a:lnTo>
                <a:lnTo>
                  <a:pt x="273656" y="129972"/>
                </a:lnTo>
                <a:lnTo>
                  <a:pt x="273656" y="127365"/>
                </a:lnTo>
                <a:close/>
                <a:moveTo>
                  <a:pt x="326897" y="86819"/>
                </a:moveTo>
                <a:cubicBezTo>
                  <a:pt x="326897" y="74453"/>
                  <a:pt x="330832" y="64000"/>
                  <a:pt x="338703" y="55457"/>
                </a:cubicBezTo>
                <a:cubicBezTo>
                  <a:pt x="346573" y="46913"/>
                  <a:pt x="356699" y="42641"/>
                  <a:pt x="369080" y="42641"/>
                </a:cubicBezTo>
                <a:cubicBezTo>
                  <a:pt x="381398" y="42641"/>
                  <a:pt x="391602" y="46680"/>
                  <a:pt x="399690" y="54759"/>
                </a:cubicBezTo>
                <a:cubicBezTo>
                  <a:pt x="407778" y="62836"/>
                  <a:pt x="411822" y="73584"/>
                  <a:pt x="411822" y="87005"/>
                </a:cubicBezTo>
                <a:cubicBezTo>
                  <a:pt x="411822" y="99368"/>
                  <a:pt x="407902" y="110117"/>
                  <a:pt x="400063" y="119250"/>
                </a:cubicBezTo>
                <a:cubicBezTo>
                  <a:pt x="392224" y="128384"/>
                  <a:pt x="382083" y="132951"/>
                  <a:pt x="369639" y="132951"/>
                </a:cubicBezTo>
                <a:cubicBezTo>
                  <a:pt x="357694" y="132951"/>
                  <a:pt x="347584" y="128571"/>
                  <a:pt x="339309" y="119812"/>
                </a:cubicBezTo>
                <a:cubicBezTo>
                  <a:pt x="331035" y="111051"/>
                  <a:pt x="326897" y="100053"/>
                  <a:pt x="326897" y="86819"/>
                </a:cubicBezTo>
                <a:moveTo>
                  <a:pt x="366466" y="48227"/>
                </a:moveTo>
                <a:cubicBezTo>
                  <a:pt x="361551" y="48227"/>
                  <a:pt x="357290" y="49841"/>
                  <a:pt x="353681" y="53069"/>
                </a:cubicBezTo>
                <a:cubicBezTo>
                  <a:pt x="347460" y="58717"/>
                  <a:pt x="344349" y="68462"/>
                  <a:pt x="344349" y="82303"/>
                </a:cubicBezTo>
                <a:cubicBezTo>
                  <a:pt x="344349" y="93351"/>
                  <a:pt x="346853" y="103655"/>
                  <a:pt x="351861" y="113213"/>
                </a:cubicBezTo>
                <a:cubicBezTo>
                  <a:pt x="356870" y="122772"/>
                  <a:pt x="363822" y="127551"/>
                  <a:pt x="372719" y="127551"/>
                </a:cubicBezTo>
                <a:cubicBezTo>
                  <a:pt x="379687" y="127551"/>
                  <a:pt x="385053" y="124355"/>
                  <a:pt x="388817" y="117961"/>
                </a:cubicBezTo>
                <a:cubicBezTo>
                  <a:pt x="392582" y="111568"/>
                  <a:pt x="394464" y="103189"/>
                  <a:pt x="394464" y="92824"/>
                </a:cubicBezTo>
                <a:cubicBezTo>
                  <a:pt x="394464" y="82086"/>
                  <a:pt x="392068" y="71969"/>
                  <a:pt x="387278" y="62472"/>
                </a:cubicBezTo>
                <a:cubicBezTo>
                  <a:pt x="382487" y="52976"/>
                  <a:pt x="375550" y="48227"/>
                  <a:pt x="366466" y="48227"/>
                </a:cubicBezTo>
                <a:moveTo>
                  <a:pt x="369919" y="42641"/>
                </a:moveTo>
                <a:lnTo>
                  <a:pt x="369919" y="42641"/>
                </a:lnTo>
                <a:close/>
                <a:moveTo>
                  <a:pt x="421061" y="127365"/>
                </a:moveTo>
                <a:cubicBezTo>
                  <a:pt x="425478" y="126814"/>
                  <a:pt x="428573" y="125727"/>
                  <a:pt x="430346" y="124103"/>
                </a:cubicBezTo>
                <a:cubicBezTo>
                  <a:pt x="432120" y="122480"/>
                  <a:pt x="433006" y="118850"/>
                  <a:pt x="433006" y="113213"/>
                </a:cubicBezTo>
                <a:lnTo>
                  <a:pt x="433006" y="65731"/>
                </a:lnTo>
                <a:cubicBezTo>
                  <a:pt x="433006" y="61822"/>
                  <a:pt x="432633" y="59074"/>
                  <a:pt x="431886" y="57485"/>
                </a:cubicBezTo>
                <a:cubicBezTo>
                  <a:pt x="430704" y="55162"/>
                  <a:pt x="428278" y="54000"/>
                  <a:pt x="424607" y="54000"/>
                </a:cubicBezTo>
                <a:cubicBezTo>
                  <a:pt x="424047" y="54000"/>
                  <a:pt x="423472" y="54031"/>
                  <a:pt x="422881" y="54093"/>
                </a:cubicBezTo>
                <a:cubicBezTo>
                  <a:pt x="422289" y="54155"/>
                  <a:pt x="421558" y="54248"/>
                  <a:pt x="420687" y="54372"/>
                </a:cubicBezTo>
                <a:lnTo>
                  <a:pt x="420687" y="51020"/>
                </a:lnTo>
                <a:cubicBezTo>
                  <a:pt x="423238" y="50268"/>
                  <a:pt x="429273" y="48323"/>
                  <a:pt x="438792" y="45187"/>
                </a:cubicBezTo>
                <a:lnTo>
                  <a:pt x="447565" y="42269"/>
                </a:lnTo>
                <a:cubicBezTo>
                  <a:pt x="448000" y="42269"/>
                  <a:pt x="448265" y="42421"/>
                  <a:pt x="448358" y="42726"/>
                </a:cubicBezTo>
                <a:cubicBezTo>
                  <a:pt x="448451" y="43030"/>
                  <a:pt x="448498" y="43457"/>
                  <a:pt x="448498" y="44006"/>
                </a:cubicBezTo>
                <a:lnTo>
                  <a:pt x="448498" y="57555"/>
                </a:lnTo>
                <a:cubicBezTo>
                  <a:pt x="454222" y="52178"/>
                  <a:pt x="458701" y="48490"/>
                  <a:pt x="461936" y="46490"/>
                </a:cubicBezTo>
                <a:cubicBezTo>
                  <a:pt x="466789" y="43428"/>
                  <a:pt x="471829" y="41896"/>
                  <a:pt x="477055" y="41896"/>
                </a:cubicBezTo>
                <a:cubicBezTo>
                  <a:pt x="481286" y="41896"/>
                  <a:pt x="485143" y="43112"/>
                  <a:pt x="488627" y="45542"/>
                </a:cubicBezTo>
                <a:cubicBezTo>
                  <a:pt x="495346" y="50277"/>
                  <a:pt x="498706" y="58719"/>
                  <a:pt x="498706" y="70869"/>
                </a:cubicBezTo>
                <a:lnTo>
                  <a:pt x="498706" y="114517"/>
                </a:lnTo>
                <a:cubicBezTo>
                  <a:pt x="498706" y="119019"/>
                  <a:pt x="499608" y="122270"/>
                  <a:pt x="501412" y="124272"/>
                </a:cubicBezTo>
                <a:cubicBezTo>
                  <a:pt x="503217" y="126272"/>
                  <a:pt x="506234" y="127303"/>
                  <a:pt x="510465" y="127365"/>
                </a:cubicBezTo>
                <a:lnTo>
                  <a:pt x="510465" y="129972"/>
                </a:lnTo>
                <a:lnTo>
                  <a:pt x="470616" y="129972"/>
                </a:lnTo>
                <a:lnTo>
                  <a:pt x="470616" y="127365"/>
                </a:lnTo>
                <a:cubicBezTo>
                  <a:pt x="475157" y="126740"/>
                  <a:pt x="478330" y="125477"/>
                  <a:pt x="480135" y="123574"/>
                </a:cubicBezTo>
                <a:cubicBezTo>
                  <a:pt x="481939" y="121669"/>
                  <a:pt x="482841" y="117533"/>
                  <a:pt x="482841" y="111165"/>
                </a:cubicBezTo>
                <a:lnTo>
                  <a:pt x="482841" y="71282"/>
                </a:lnTo>
                <a:cubicBezTo>
                  <a:pt x="482841" y="65929"/>
                  <a:pt x="481846" y="61493"/>
                  <a:pt x="479855" y="57974"/>
                </a:cubicBezTo>
                <a:cubicBezTo>
                  <a:pt x="477864" y="54456"/>
                  <a:pt x="474193" y="52696"/>
                  <a:pt x="468842" y="52696"/>
                </a:cubicBezTo>
                <a:cubicBezTo>
                  <a:pt x="465172" y="52696"/>
                  <a:pt x="461439" y="53942"/>
                  <a:pt x="457644" y="56432"/>
                </a:cubicBezTo>
                <a:cubicBezTo>
                  <a:pt x="455528" y="57865"/>
                  <a:pt x="452791" y="60233"/>
                  <a:pt x="449431" y="63534"/>
                </a:cubicBezTo>
                <a:lnTo>
                  <a:pt x="449431" y="115820"/>
                </a:lnTo>
                <a:cubicBezTo>
                  <a:pt x="449431" y="120326"/>
                  <a:pt x="450427" y="123345"/>
                  <a:pt x="452417" y="124877"/>
                </a:cubicBezTo>
                <a:cubicBezTo>
                  <a:pt x="454408" y="126410"/>
                  <a:pt x="457550" y="127239"/>
                  <a:pt x="461843" y="127365"/>
                </a:cubicBezTo>
                <a:lnTo>
                  <a:pt x="461843" y="129972"/>
                </a:lnTo>
                <a:lnTo>
                  <a:pt x="421061" y="129972"/>
                </a:lnTo>
                <a:lnTo>
                  <a:pt x="421061" y="127365"/>
                </a:lnTo>
                <a:moveTo>
                  <a:pt x="465483" y="42269"/>
                </a:moveTo>
                <a:lnTo>
                  <a:pt x="465483" y="42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Analyzer">
            <a:extLst xmlns:a="http://schemas.openxmlformats.org/drawingml/2006/main">
              <a:ext uri="{FF2B5EF4-FFF2-40B4-BE49-F238E27FC236}">
                <a16:creationId xmlns:a16="http://schemas.microsoft.com/office/drawing/2014/main" id="{ED67B603-BF69-4DFC-B34B-AAEC87E0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667" y="2657730"/>
            <a:ext cx="697876" cy="172241"/>
          </a:xfrm>
          <a:custGeom xmlns:a="http://schemas.openxmlformats.org/drawingml/2006/main">
            <a:pathLst>
              <a:path w="697876" h="172241">
                <a:moveTo>
                  <a:pt x="82498" y="81558"/>
                </a:moveTo>
                <a:lnTo>
                  <a:pt x="60380" y="29109"/>
                </a:lnTo>
                <a:lnTo>
                  <a:pt x="38543" y="81558"/>
                </a:lnTo>
                <a:lnTo>
                  <a:pt x="82498" y="81558"/>
                </a:lnTo>
                <a:moveTo>
                  <a:pt x="0" y="130717"/>
                </a:moveTo>
                <a:lnTo>
                  <a:pt x="0" y="127179"/>
                </a:lnTo>
                <a:cubicBezTo>
                  <a:pt x="4915" y="126624"/>
                  <a:pt x="8601" y="124774"/>
                  <a:pt x="11059" y="121627"/>
                </a:cubicBezTo>
                <a:cubicBezTo>
                  <a:pt x="13516" y="118479"/>
                  <a:pt x="17732" y="109900"/>
                  <a:pt x="23704" y="95890"/>
                </a:cubicBezTo>
                <a:lnTo>
                  <a:pt x="63553" y="2234"/>
                </a:lnTo>
                <a:lnTo>
                  <a:pt x="67286" y="2234"/>
                </a:lnTo>
                <a:lnTo>
                  <a:pt x="114882" y="110374"/>
                </a:lnTo>
                <a:cubicBezTo>
                  <a:pt x="118055" y="117554"/>
                  <a:pt x="120590" y="121996"/>
                  <a:pt x="122487" y="123699"/>
                </a:cubicBezTo>
                <a:cubicBezTo>
                  <a:pt x="124385" y="125400"/>
                  <a:pt x="127574" y="126560"/>
                  <a:pt x="132053" y="127179"/>
                </a:cubicBezTo>
                <a:lnTo>
                  <a:pt x="132053" y="130717"/>
                </a:lnTo>
                <a:lnTo>
                  <a:pt x="83431" y="130717"/>
                </a:lnTo>
                <a:lnTo>
                  <a:pt x="83431" y="127179"/>
                </a:lnTo>
                <a:cubicBezTo>
                  <a:pt x="89031" y="126684"/>
                  <a:pt x="92639" y="126081"/>
                  <a:pt x="94257" y="125369"/>
                </a:cubicBezTo>
                <a:cubicBezTo>
                  <a:pt x="95875" y="124655"/>
                  <a:pt x="96683" y="122905"/>
                  <a:pt x="96683" y="120117"/>
                </a:cubicBezTo>
                <a:cubicBezTo>
                  <a:pt x="96683" y="119188"/>
                  <a:pt x="96372" y="117547"/>
                  <a:pt x="95750" y="115195"/>
                </a:cubicBezTo>
                <a:cubicBezTo>
                  <a:pt x="95128" y="112840"/>
                  <a:pt x="94257" y="110362"/>
                  <a:pt x="93137" y="107761"/>
                </a:cubicBezTo>
                <a:lnTo>
                  <a:pt x="85205" y="89379"/>
                </a:lnTo>
                <a:lnTo>
                  <a:pt x="35183" y="89379"/>
                </a:lnTo>
                <a:cubicBezTo>
                  <a:pt x="30206" y="101884"/>
                  <a:pt x="27235" y="109514"/>
                  <a:pt x="26271" y="112271"/>
                </a:cubicBezTo>
                <a:cubicBezTo>
                  <a:pt x="25306" y="115025"/>
                  <a:pt x="24824" y="117208"/>
                  <a:pt x="24824" y="118820"/>
                </a:cubicBezTo>
                <a:cubicBezTo>
                  <a:pt x="24824" y="122040"/>
                  <a:pt x="26131" y="124268"/>
                  <a:pt x="28744" y="125506"/>
                </a:cubicBezTo>
                <a:cubicBezTo>
                  <a:pt x="30361" y="126249"/>
                  <a:pt x="33410" y="126806"/>
                  <a:pt x="37889" y="127179"/>
                </a:cubicBezTo>
                <a:lnTo>
                  <a:pt x="37889" y="130717"/>
                </a:lnTo>
                <a:lnTo>
                  <a:pt x="0" y="130717"/>
                </a:lnTo>
                <a:moveTo>
                  <a:pt x="65420" y="2234"/>
                </a:moveTo>
                <a:lnTo>
                  <a:pt x="65420" y="2234"/>
                </a:lnTo>
                <a:close/>
                <a:moveTo>
                  <a:pt x="139660" y="128110"/>
                </a:moveTo>
                <a:cubicBezTo>
                  <a:pt x="144077" y="127559"/>
                  <a:pt x="147172" y="126472"/>
                  <a:pt x="148945" y="124848"/>
                </a:cubicBezTo>
                <a:cubicBezTo>
                  <a:pt x="150719" y="123225"/>
                  <a:pt x="151605" y="119595"/>
                  <a:pt x="151605" y="113958"/>
                </a:cubicBezTo>
                <a:lnTo>
                  <a:pt x="151605" y="66476"/>
                </a:lnTo>
                <a:cubicBezTo>
                  <a:pt x="151605" y="62567"/>
                  <a:pt x="151232" y="59819"/>
                  <a:pt x="150485" y="58230"/>
                </a:cubicBezTo>
                <a:cubicBezTo>
                  <a:pt x="149303" y="55906"/>
                  <a:pt x="146877" y="54745"/>
                  <a:pt x="143206" y="54745"/>
                </a:cubicBezTo>
                <a:cubicBezTo>
                  <a:pt x="142646" y="54745"/>
                  <a:pt x="142071" y="54776"/>
                  <a:pt x="141480" y="54838"/>
                </a:cubicBezTo>
                <a:cubicBezTo>
                  <a:pt x="140889" y="54900"/>
                  <a:pt x="140158" y="54993"/>
                  <a:pt x="139286" y="55117"/>
                </a:cubicBezTo>
                <a:lnTo>
                  <a:pt x="139286" y="51765"/>
                </a:lnTo>
                <a:cubicBezTo>
                  <a:pt x="141837" y="51013"/>
                  <a:pt x="147872" y="49068"/>
                  <a:pt x="157391" y="45932"/>
                </a:cubicBezTo>
                <a:lnTo>
                  <a:pt x="166164" y="43014"/>
                </a:lnTo>
                <a:cubicBezTo>
                  <a:pt x="166599" y="43014"/>
                  <a:pt x="166864" y="43166"/>
                  <a:pt x="166957" y="43470"/>
                </a:cubicBezTo>
                <a:cubicBezTo>
                  <a:pt x="167050" y="43775"/>
                  <a:pt x="167097" y="44202"/>
                  <a:pt x="167097" y="44751"/>
                </a:cubicBezTo>
                <a:lnTo>
                  <a:pt x="167097" y="58300"/>
                </a:lnTo>
                <a:cubicBezTo>
                  <a:pt x="172821" y="52923"/>
                  <a:pt x="177300" y="49235"/>
                  <a:pt x="180536" y="47235"/>
                </a:cubicBezTo>
                <a:cubicBezTo>
                  <a:pt x="185388" y="44173"/>
                  <a:pt x="190428" y="42641"/>
                  <a:pt x="195654" y="42641"/>
                </a:cubicBezTo>
                <a:cubicBezTo>
                  <a:pt x="199885" y="42641"/>
                  <a:pt x="203742" y="43856"/>
                  <a:pt x="207226" y="46287"/>
                </a:cubicBezTo>
                <a:cubicBezTo>
                  <a:pt x="213945" y="51021"/>
                  <a:pt x="217305" y="59464"/>
                  <a:pt x="217305" y="71614"/>
                </a:cubicBezTo>
                <a:lnTo>
                  <a:pt x="217305" y="115262"/>
                </a:lnTo>
                <a:cubicBezTo>
                  <a:pt x="217305" y="119763"/>
                  <a:pt x="218207" y="123015"/>
                  <a:pt x="220012" y="125017"/>
                </a:cubicBezTo>
                <a:cubicBezTo>
                  <a:pt x="221816" y="127017"/>
                  <a:pt x="224833" y="128048"/>
                  <a:pt x="229064" y="128110"/>
                </a:cubicBezTo>
                <a:lnTo>
                  <a:pt x="229064" y="130717"/>
                </a:lnTo>
                <a:lnTo>
                  <a:pt x="189215" y="130717"/>
                </a:lnTo>
                <a:lnTo>
                  <a:pt x="189215" y="128110"/>
                </a:lnTo>
                <a:cubicBezTo>
                  <a:pt x="193756" y="127485"/>
                  <a:pt x="196929" y="126221"/>
                  <a:pt x="198734" y="124319"/>
                </a:cubicBezTo>
                <a:cubicBezTo>
                  <a:pt x="200538" y="122414"/>
                  <a:pt x="201440" y="118278"/>
                  <a:pt x="201440" y="111910"/>
                </a:cubicBezTo>
                <a:lnTo>
                  <a:pt x="201440" y="72027"/>
                </a:lnTo>
                <a:cubicBezTo>
                  <a:pt x="201440" y="66673"/>
                  <a:pt x="200445" y="62237"/>
                  <a:pt x="198454" y="58719"/>
                </a:cubicBezTo>
                <a:cubicBezTo>
                  <a:pt x="196463" y="55200"/>
                  <a:pt x="192792" y="53441"/>
                  <a:pt x="187442" y="53441"/>
                </a:cubicBezTo>
                <a:cubicBezTo>
                  <a:pt x="183771" y="53441"/>
                  <a:pt x="180038" y="54686"/>
                  <a:pt x="176243" y="57177"/>
                </a:cubicBezTo>
                <a:cubicBezTo>
                  <a:pt x="174127" y="58610"/>
                  <a:pt x="171390" y="60978"/>
                  <a:pt x="168030" y="64279"/>
                </a:cubicBezTo>
                <a:lnTo>
                  <a:pt x="168030" y="116565"/>
                </a:lnTo>
                <a:cubicBezTo>
                  <a:pt x="168030" y="121071"/>
                  <a:pt x="169026" y="124090"/>
                  <a:pt x="171017" y="125622"/>
                </a:cubicBezTo>
                <a:cubicBezTo>
                  <a:pt x="173007" y="127154"/>
                  <a:pt x="176149" y="127984"/>
                  <a:pt x="180442" y="128110"/>
                </a:cubicBezTo>
                <a:lnTo>
                  <a:pt x="180442" y="130717"/>
                </a:lnTo>
                <a:lnTo>
                  <a:pt x="139660" y="130717"/>
                </a:lnTo>
                <a:lnTo>
                  <a:pt x="139660" y="128110"/>
                </a:lnTo>
                <a:moveTo>
                  <a:pt x="184082" y="43014"/>
                </a:moveTo>
                <a:lnTo>
                  <a:pt x="184082" y="43014"/>
                </a:lnTo>
                <a:close/>
                <a:moveTo>
                  <a:pt x="286551" y="79138"/>
                </a:moveTo>
                <a:cubicBezTo>
                  <a:pt x="279396" y="81496"/>
                  <a:pt x="273486" y="84103"/>
                  <a:pt x="268820" y="86958"/>
                </a:cubicBezTo>
                <a:cubicBezTo>
                  <a:pt x="259861" y="92482"/>
                  <a:pt x="255381" y="98751"/>
                  <a:pt x="255381" y="105765"/>
                </a:cubicBezTo>
                <a:cubicBezTo>
                  <a:pt x="255381" y="111413"/>
                  <a:pt x="257248" y="115572"/>
                  <a:pt x="260981" y="118241"/>
                </a:cubicBezTo>
                <a:cubicBezTo>
                  <a:pt x="263407" y="119979"/>
                  <a:pt x="266113" y="120848"/>
                  <a:pt x="269100" y="120848"/>
                </a:cubicBezTo>
                <a:cubicBezTo>
                  <a:pt x="273206" y="120848"/>
                  <a:pt x="277141" y="119699"/>
                  <a:pt x="280905" y="117403"/>
                </a:cubicBezTo>
                <a:cubicBezTo>
                  <a:pt x="284669" y="115106"/>
                  <a:pt x="286551" y="112189"/>
                  <a:pt x="286551" y="108651"/>
                </a:cubicBezTo>
                <a:lnTo>
                  <a:pt x="286551" y="79138"/>
                </a:lnTo>
                <a:moveTo>
                  <a:pt x="238769" y="112250"/>
                </a:moveTo>
                <a:cubicBezTo>
                  <a:pt x="238769" y="103235"/>
                  <a:pt x="243280" y="95712"/>
                  <a:pt x="252301" y="89681"/>
                </a:cubicBezTo>
                <a:cubicBezTo>
                  <a:pt x="258025" y="85952"/>
                  <a:pt x="269442" y="80885"/>
                  <a:pt x="286551" y="74482"/>
                </a:cubicBezTo>
                <a:lnTo>
                  <a:pt x="286551" y="66569"/>
                </a:lnTo>
                <a:cubicBezTo>
                  <a:pt x="286551" y="60238"/>
                  <a:pt x="285929" y="55831"/>
                  <a:pt x="284685" y="53348"/>
                </a:cubicBezTo>
                <a:cubicBezTo>
                  <a:pt x="282569" y="49189"/>
                  <a:pt x="278183" y="47110"/>
                  <a:pt x="271526" y="47110"/>
                </a:cubicBezTo>
                <a:cubicBezTo>
                  <a:pt x="268353" y="47110"/>
                  <a:pt x="265336" y="47917"/>
                  <a:pt x="262474" y="49531"/>
                </a:cubicBezTo>
                <a:cubicBezTo>
                  <a:pt x="259612" y="51207"/>
                  <a:pt x="258181" y="53503"/>
                  <a:pt x="258181" y="56420"/>
                </a:cubicBezTo>
                <a:cubicBezTo>
                  <a:pt x="258181" y="57165"/>
                  <a:pt x="258336" y="58422"/>
                  <a:pt x="258647" y="60191"/>
                </a:cubicBezTo>
                <a:cubicBezTo>
                  <a:pt x="258958" y="61960"/>
                  <a:pt x="259114" y="63093"/>
                  <a:pt x="259114" y="63589"/>
                </a:cubicBezTo>
                <a:cubicBezTo>
                  <a:pt x="259114" y="67065"/>
                  <a:pt x="257963" y="69486"/>
                  <a:pt x="255661" y="70851"/>
                </a:cubicBezTo>
                <a:cubicBezTo>
                  <a:pt x="254355" y="71658"/>
                  <a:pt x="252799" y="72062"/>
                  <a:pt x="250995" y="72062"/>
                </a:cubicBezTo>
                <a:cubicBezTo>
                  <a:pt x="248195" y="72062"/>
                  <a:pt x="246049" y="71146"/>
                  <a:pt x="244556" y="69315"/>
                </a:cubicBezTo>
                <a:cubicBezTo>
                  <a:pt x="243062" y="67484"/>
                  <a:pt x="242316" y="65451"/>
                  <a:pt x="242316" y="63217"/>
                </a:cubicBezTo>
                <a:cubicBezTo>
                  <a:pt x="242316" y="58872"/>
                  <a:pt x="245007" y="54326"/>
                  <a:pt x="250388" y="49577"/>
                </a:cubicBezTo>
                <a:cubicBezTo>
                  <a:pt x="255770" y="44829"/>
                  <a:pt x="263656" y="42455"/>
                  <a:pt x="274046" y="42455"/>
                </a:cubicBezTo>
                <a:cubicBezTo>
                  <a:pt x="286116" y="42455"/>
                  <a:pt x="294297" y="46365"/>
                  <a:pt x="298590" y="54186"/>
                </a:cubicBezTo>
                <a:cubicBezTo>
                  <a:pt x="300892" y="58469"/>
                  <a:pt x="302043" y="64707"/>
                  <a:pt x="302043" y="72900"/>
                </a:cubicBezTo>
                <a:lnTo>
                  <a:pt x="302043" y="110234"/>
                </a:lnTo>
                <a:cubicBezTo>
                  <a:pt x="302043" y="113834"/>
                  <a:pt x="302292" y="116317"/>
                  <a:pt x="302790" y="117682"/>
                </a:cubicBezTo>
                <a:cubicBezTo>
                  <a:pt x="303598" y="120165"/>
                  <a:pt x="305278" y="121406"/>
                  <a:pt x="307829" y="121406"/>
                </a:cubicBezTo>
                <a:cubicBezTo>
                  <a:pt x="309260" y="121406"/>
                  <a:pt x="310442" y="121184"/>
                  <a:pt x="311375" y="120740"/>
                </a:cubicBezTo>
                <a:cubicBezTo>
                  <a:pt x="312309" y="120294"/>
                  <a:pt x="313926" y="119213"/>
                  <a:pt x="316228" y="117496"/>
                </a:cubicBezTo>
                <a:lnTo>
                  <a:pt x="316228" y="122422"/>
                </a:lnTo>
                <a:cubicBezTo>
                  <a:pt x="314237" y="124821"/>
                  <a:pt x="312091" y="126790"/>
                  <a:pt x="309789" y="128328"/>
                </a:cubicBezTo>
                <a:cubicBezTo>
                  <a:pt x="306305" y="130665"/>
                  <a:pt x="302758" y="131834"/>
                  <a:pt x="299150" y="131834"/>
                </a:cubicBezTo>
                <a:cubicBezTo>
                  <a:pt x="294919" y="131834"/>
                  <a:pt x="291855" y="130468"/>
                  <a:pt x="289958" y="127737"/>
                </a:cubicBezTo>
                <a:cubicBezTo>
                  <a:pt x="288060" y="125006"/>
                  <a:pt x="287018" y="121748"/>
                  <a:pt x="286831" y="117961"/>
                </a:cubicBezTo>
                <a:cubicBezTo>
                  <a:pt x="282103" y="122085"/>
                  <a:pt x="278059" y="125147"/>
                  <a:pt x="274699" y="127147"/>
                </a:cubicBezTo>
                <a:cubicBezTo>
                  <a:pt x="269037" y="130520"/>
                  <a:pt x="263656" y="132206"/>
                  <a:pt x="258554" y="132206"/>
                </a:cubicBezTo>
                <a:cubicBezTo>
                  <a:pt x="253204" y="132206"/>
                  <a:pt x="248568" y="130326"/>
                  <a:pt x="244649" y="126565"/>
                </a:cubicBezTo>
                <a:cubicBezTo>
                  <a:pt x="240729" y="122804"/>
                  <a:pt x="238769" y="118032"/>
                  <a:pt x="238769" y="112250"/>
                </a:cubicBezTo>
                <a:moveTo>
                  <a:pt x="274326" y="42455"/>
                </a:moveTo>
                <a:lnTo>
                  <a:pt x="274326" y="42455"/>
                </a:lnTo>
                <a:close/>
                <a:moveTo>
                  <a:pt x="320397" y="128110"/>
                </a:moveTo>
                <a:cubicBezTo>
                  <a:pt x="326183" y="127547"/>
                  <a:pt x="330103" y="126376"/>
                  <a:pt x="332156" y="124595"/>
                </a:cubicBezTo>
                <a:cubicBezTo>
                  <a:pt x="334209" y="122814"/>
                  <a:pt x="335236" y="119331"/>
                  <a:pt x="335236" y="114144"/>
                </a:cubicBezTo>
                <a:lnTo>
                  <a:pt x="335236" y="23276"/>
                </a:lnTo>
                <a:cubicBezTo>
                  <a:pt x="335236" y="19212"/>
                  <a:pt x="334894" y="16411"/>
                  <a:pt x="334209" y="14873"/>
                </a:cubicBezTo>
                <a:cubicBezTo>
                  <a:pt x="332965" y="12282"/>
                  <a:pt x="330445" y="10986"/>
                  <a:pt x="326650" y="10986"/>
                </a:cubicBezTo>
                <a:cubicBezTo>
                  <a:pt x="325779" y="10986"/>
                  <a:pt x="324830" y="11079"/>
                  <a:pt x="323804" y="11265"/>
                </a:cubicBezTo>
                <a:cubicBezTo>
                  <a:pt x="322777" y="11452"/>
                  <a:pt x="321486" y="11731"/>
                  <a:pt x="319931" y="12103"/>
                </a:cubicBezTo>
                <a:lnTo>
                  <a:pt x="319931" y="8938"/>
                </a:lnTo>
                <a:cubicBezTo>
                  <a:pt x="328330" y="6703"/>
                  <a:pt x="338440" y="3724"/>
                  <a:pt x="350261" y="0"/>
                </a:cubicBezTo>
                <a:cubicBezTo>
                  <a:pt x="350696" y="0"/>
                  <a:pt x="350961" y="186"/>
                  <a:pt x="351054" y="559"/>
                </a:cubicBezTo>
                <a:cubicBezTo>
                  <a:pt x="351147" y="931"/>
                  <a:pt x="351194" y="1738"/>
                  <a:pt x="351194" y="2979"/>
                </a:cubicBezTo>
                <a:lnTo>
                  <a:pt x="351194" y="114610"/>
                </a:lnTo>
                <a:cubicBezTo>
                  <a:pt x="351194" y="120010"/>
                  <a:pt x="352127" y="123501"/>
                  <a:pt x="353994" y="125084"/>
                </a:cubicBezTo>
                <a:cubicBezTo>
                  <a:pt x="355860" y="126667"/>
                  <a:pt x="359718" y="127675"/>
                  <a:pt x="365566" y="128110"/>
                </a:cubicBezTo>
                <a:lnTo>
                  <a:pt x="365566" y="130717"/>
                </a:lnTo>
                <a:lnTo>
                  <a:pt x="320397" y="130717"/>
                </a:lnTo>
                <a:lnTo>
                  <a:pt x="320397" y="128110"/>
                </a:lnTo>
                <a:close/>
                <a:moveTo>
                  <a:pt x="371211" y="45062"/>
                </a:moveTo>
                <a:lnTo>
                  <a:pt x="410594" y="45062"/>
                </a:lnTo>
                <a:lnTo>
                  <a:pt x="410594" y="47669"/>
                </a:lnTo>
                <a:cubicBezTo>
                  <a:pt x="407483" y="47733"/>
                  <a:pt x="405181" y="48018"/>
                  <a:pt x="403688" y="48524"/>
                </a:cubicBezTo>
                <a:cubicBezTo>
                  <a:pt x="400826" y="49348"/>
                  <a:pt x="399395" y="50966"/>
                  <a:pt x="399395" y="53377"/>
                </a:cubicBezTo>
                <a:cubicBezTo>
                  <a:pt x="399395" y="54265"/>
                  <a:pt x="399551" y="55169"/>
                  <a:pt x="399862" y="56089"/>
                </a:cubicBezTo>
                <a:cubicBezTo>
                  <a:pt x="400173" y="57008"/>
                  <a:pt x="400733" y="58387"/>
                  <a:pt x="401542" y="60226"/>
                </a:cubicBezTo>
                <a:lnTo>
                  <a:pt x="423379" y="107438"/>
                </a:lnTo>
                <a:lnTo>
                  <a:pt x="440924" y="59854"/>
                </a:lnTo>
                <a:cubicBezTo>
                  <a:pt x="441111" y="59345"/>
                  <a:pt x="441406" y="58203"/>
                  <a:pt x="441811" y="56426"/>
                </a:cubicBezTo>
                <a:cubicBezTo>
                  <a:pt x="442215" y="54650"/>
                  <a:pt x="442418" y="53444"/>
                  <a:pt x="442418" y="52810"/>
                </a:cubicBezTo>
                <a:cubicBezTo>
                  <a:pt x="442418" y="51159"/>
                  <a:pt x="441858" y="49954"/>
                  <a:pt x="440738" y="49193"/>
                </a:cubicBezTo>
                <a:cubicBezTo>
                  <a:pt x="439618" y="48431"/>
                  <a:pt x="438187" y="47986"/>
                  <a:pt x="436445" y="47858"/>
                </a:cubicBezTo>
                <a:lnTo>
                  <a:pt x="433552" y="47669"/>
                </a:lnTo>
                <a:lnTo>
                  <a:pt x="433552" y="45062"/>
                </a:lnTo>
                <a:lnTo>
                  <a:pt x="459216" y="45062"/>
                </a:lnTo>
                <a:lnTo>
                  <a:pt x="459216" y="47669"/>
                </a:lnTo>
                <a:cubicBezTo>
                  <a:pt x="456665" y="47989"/>
                  <a:pt x="454752" y="48886"/>
                  <a:pt x="453476" y="50360"/>
                </a:cubicBezTo>
                <a:cubicBezTo>
                  <a:pt x="452201" y="51832"/>
                  <a:pt x="451097" y="53880"/>
                  <a:pt x="450163" y="56505"/>
                </a:cubicBezTo>
                <a:lnTo>
                  <a:pt x="420766" y="134089"/>
                </a:lnTo>
                <a:cubicBezTo>
                  <a:pt x="415665" y="147488"/>
                  <a:pt x="410781" y="157196"/>
                  <a:pt x="406115" y="163212"/>
                </a:cubicBezTo>
                <a:cubicBezTo>
                  <a:pt x="401448" y="169231"/>
                  <a:pt x="395538" y="172241"/>
                  <a:pt x="388383" y="172241"/>
                </a:cubicBezTo>
                <a:cubicBezTo>
                  <a:pt x="384899" y="172241"/>
                  <a:pt x="381633" y="171372"/>
                  <a:pt x="378584" y="169634"/>
                </a:cubicBezTo>
                <a:cubicBezTo>
                  <a:pt x="375535" y="167896"/>
                  <a:pt x="374011" y="165134"/>
                  <a:pt x="374011" y="161347"/>
                </a:cubicBezTo>
                <a:cubicBezTo>
                  <a:pt x="374011" y="158865"/>
                  <a:pt x="374929" y="156832"/>
                  <a:pt x="376764" y="155249"/>
                </a:cubicBezTo>
                <a:cubicBezTo>
                  <a:pt x="378600" y="153666"/>
                  <a:pt x="380917" y="152875"/>
                  <a:pt x="383717" y="152875"/>
                </a:cubicBezTo>
                <a:cubicBezTo>
                  <a:pt x="385334" y="152875"/>
                  <a:pt x="387745" y="153465"/>
                  <a:pt x="390949" y="154644"/>
                </a:cubicBezTo>
                <a:cubicBezTo>
                  <a:pt x="394154" y="155823"/>
                  <a:pt x="396440" y="156413"/>
                  <a:pt x="397809" y="156413"/>
                </a:cubicBezTo>
                <a:cubicBezTo>
                  <a:pt x="401293" y="156413"/>
                  <a:pt x="404964" y="152298"/>
                  <a:pt x="408821" y="144068"/>
                </a:cubicBezTo>
                <a:cubicBezTo>
                  <a:pt x="412678" y="135840"/>
                  <a:pt x="414607" y="130338"/>
                  <a:pt x="414607" y="127563"/>
                </a:cubicBezTo>
                <a:cubicBezTo>
                  <a:pt x="414607" y="126996"/>
                  <a:pt x="414514" y="126303"/>
                  <a:pt x="414327" y="125482"/>
                </a:cubicBezTo>
                <a:cubicBezTo>
                  <a:pt x="414140" y="124662"/>
                  <a:pt x="413923" y="123937"/>
                  <a:pt x="413674" y="123306"/>
                </a:cubicBezTo>
                <a:lnTo>
                  <a:pt x="383810" y="59574"/>
                </a:lnTo>
                <a:cubicBezTo>
                  <a:pt x="381695" y="54985"/>
                  <a:pt x="379844" y="51962"/>
                  <a:pt x="378257" y="50505"/>
                </a:cubicBezTo>
                <a:cubicBezTo>
                  <a:pt x="376671" y="49049"/>
                  <a:pt x="374322" y="48103"/>
                  <a:pt x="371211" y="47669"/>
                </a:cubicBezTo>
                <a:lnTo>
                  <a:pt x="371211" y="45062"/>
                </a:lnTo>
                <a:moveTo>
                  <a:pt x="415634" y="43386"/>
                </a:moveTo>
                <a:lnTo>
                  <a:pt x="415634" y="43386"/>
                </a:lnTo>
                <a:close/>
                <a:moveTo>
                  <a:pt x="541527" y="45062"/>
                </a:moveTo>
                <a:lnTo>
                  <a:pt x="541527" y="47296"/>
                </a:lnTo>
                <a:lnTo>
                  <a:pt x="489732" y="124758"/>
                </a:lnTo>
                <a:lnTo>
                  <a:pt x="516143" y="124758"/>
                </a:lnTo>
                <a:cubicBezTo>
                  <a:pt x="525289" y="124758"/>
                  <a:pt x="531075" y="123594"/>
                  <a:pt x="533501" y="121267"/>
                </a:cubicBezTo>
                <a:cubicBezTo>
                  <a:pt x="535928" y="118939"/>
                  <a:pt x="538323" y="113244"/>
                  <a:pt x="540687" y="104182"/>
                </a:cubicBezTo>
                <a:lnTo>
                  <a:pt x="543954" y="104834"/>
                </a:lnTo>
                <a:lnTo>
                  <a:pt x="541341" y="130717"/>
                </a:lnTo>
                <a:lnTo>
                  <a:pt x="469015" y="130717"/>
                </a:lnTo>
                <a:lnTo>
                  <a:pt x="469015" y="128575"/>
                </a:lnTo>
                <a:lnTo>
                  <a:pt x="520063" y="50834"/>
                </a:lnTo>
                <a:lnTo>
                  <a:pt x="495052" y="50834"/>
                </a:lnTo>
                <a:cubicBezTo>
                  <a:pt x="488333" y="50834"/>
                  <a:pt x="483946" y="51977"/>
                  <a:pt x="481893" y="54262"/>
                </a:cubicBezTo>
                <a:cubicBezTo>
                  <a:pt x="479840" y="56545"/>
                  <a:pt x="478409" y="60988"/>
                  <a:pt x="477600" y="67593"/>
                </a:cubicBezTo>
                <a:lnTo>
                  <a:pt x="474334" y="67593"/>
                </a:lnTo>
                <a:lnTo>
                  <a:pt x="474707" y="45062"/>
                </a:lnTo>
                <a:lnTo>
                  <a:pt x="541527" y="45062"/>
                </a:lnTo>
                <a:moveTo>
                  <a:pt x="506717" y="43386"/>
                </a:moveTo>
                <a:lnTo>
                  <a:pt x="506717" y="43386"/>
                </a:lnTo>
                <a:close/>
                <a:moveTo>
                  <a:pt x="592638" y="43386"/>
                </a:moveTo>
                <a:cubicBezTo>
                  <a:pt x="601411" y="43386"/>
                  <a:pt x="609094" y="46412"/>
                  <a:pt x="615689" y="52464"/>
                </a:cubicBezTo>
                <a:cubicBezTo>
                  <a:pt x="622284" y="58515"/>
                  <a:pt x="625581" y="67096"/>
                  <a:pt x="625581" y="78207"/>
                </a:cubicBezTo>
                <a:lnTo>
                  <a:pt x="566321" y="78207"/>
                </a:lnTo>
                <a:cubicBezTo>
                  <a:pt x="566943" y="92542"/>
                  <a:pt x="570209" y="102985"/>
                  <a:pt x="576120" y="109536"/>
                </a:cubicBezTo>
                <a:cubicBezTo>
                  <a:pt x="582030" y="116084"/>
                  <a:pt x="589030" y="119358"/>
                  <a:pt x="597118" y="119358"/>
                </a:cubicBezTo>
                <a:cubicBezTo>
                  <a:pt x="603650" y="119358"/>
                  <a:pt x="609156" y="117659"/>
                  <a:pt x="613636" y="114261"/>
                </a:cubicBezTo>
                <a:cubicBezTo>
                  <a:pt x="618115" y="110862"/>
                  <a:pt x="622253" y="106042"/>
                  <a:pt x="626048" y="99801"/>
                </a:cubicBezTo>
                <a:lnTo>
                  <a:pt x="629314" y="100915"/>
                </a:lnTo>
                <a:cubicBezTo>
                  <a:pt x="626763" y="108823"/>
                  <a:pt x="621988" y="116139"/>
                  <a:pt x="614989" y="122864"/>
                </a:cubicBezTo>
                <a:cubicBezTo>
                  <a:pt x="607990" y="129589"/>
                  <a:pt x="599420" y="132951"/>
                  <a:pt x="589278" y="132951"/>
                </a:cubicBezTo>
                <a:cubicBezTo>
                  <a:pt x="577582" y="132951"/>
                  <a:pt x="568545" y="128544"/>
                  <a:pt x="562168" y="119730"/>
                </a:cubicBezTo>
                <a:cubicBezTo>
                  <a:pt x="555791" y="110917"/>
                  <a:pt x="552602" y="100768"/>
                  <a:pt x="552602" y="89286"/>
                </a:cubicBezTo>
                <a:cubicBezTo>
                  <a:pt x="552602" y="76810"/>
                  <a:pt x="556304" y="66041"/>
                  <a:pt x="563708" y="56979"/>
                </a:cubicBezTo>
                <a:cubicBezTo>
                  <a:pt x="571111" y="47917"/>
                  <a:pt x="580755" y="43386"/>
                  <a:pt x="592638" y="43386"/>
                </a:cubicBezTo>
                <a:moveTo>
                  <a:pt x="587225" y="50276"/>
                </a:moveTo>
                <a:cubicBezTo>
                  <a:pt x="580133" y="50276"/>
                  <a:pt x="574720" y="53397"/>
                  <a:pt x="570987" y="59638"/>
                </a:cubicBezTo>
                <a:cubicBezTo>
                  <a:pt x="568996" y="62976"/>
                  <a:pt x="567565" y="67180"/>
                  <a:pt x="566694" y="72248"/>
                </a:cubicBezTo>
                <a:lnTo>
                  <a:pt x="606077" y="72248"/>
                </a:lnTo>
                <a:cubicBezTo>
                  <a:pt x="605392" y="66068"/>
                  <a:pt x="604210" y="61463"/>
                  <a:pt x="602530" y="58434"/>
                </a:cubicBezTo>
                <a:cubicBezTo>
                  <a:pt x="599482" y="52995"/>
                  <a:pt x="594380" y="50276"/>
                  <a:pt x="587225" y="50276"/>
                </a:cubicBezTo>
                <a:moveTo>
                  <a:pt x="591425" y="43386"/>
                </a:moveTo>
                <a:lnTo>
                  <a:pt x="591425" y="43386"/>
                </a:lnTo>
                <a:close/>
                <a:moveTo>
                  <a:pt x="634416" y="127551"/>
                </a:moveTo>
                <a:cubicBezTo>
                  <a:pt x="640140" y="127058"/>
                  <a:pt x="643935" y="126058"/>
                  <a:pt x="645802" y="124549"/>
                </a:cubicBezTo>
                <a:cubicBezTo>
                  <a:pt x="647668" y="123038"/>
                  <a:pt x="648602" y="119818"/>
                  <a:pt x="648602" y="114889"/>
                </a:cubicBezTo>
                <a:lnTo>
                  <a:pt x="648602" y="72620"/>
                </a:lnTo>
                <a:cubicBezTo>
                  <a:pt x="648602" y="66510"/>
                  <a:pt x="648026" y="62143"/>
                  <a:pt x="646875" y="59519"/>
                </a:cubicBezTo>
                <a:cubicBezTo>
                  <a:pt x="645724" y="56895"/>
                  <a:pt x="643624" y="55582"/>
                  <a:pt x="640576" y="55582"/>
                </a:cubicBezTo>
                <a:cubicBezTo>
                  <a:pt x="639954" y="55582"/>
                  <a:pt x="639129" y="55660"/>
                  <a:pt x="638103" y="55815"/>
                </a:cubicBezTo>
                <a:cubicBezTo>
                  <a:pt x="637076" y="55970"/>
                  <a:pt x="636003" y="56172"/>
                  <a:pt x="634883" y="56420"/>
                </a:cubicBezTo>
                <a:lnTo>
                  <a:pt x="634883" y="53255"/>
                </a:lnTo>
                <a:cubicBezTo>
                  <a:pt x="638429" y="52014"/>
                  <a:pt x="642069" y="50741"/>
                  <a:pt x="645802" y="49438"/>
                </a:cubicBezTo>
                <a:cubicBezTo>
                  <a:pt x="649535" y="48134"/>
                  <a:pt x="652117" y="47203"/>
                  <a:pt x="653548" y="46645"/>
                </a:cubicBezTo>
                <a:cubicBezTo>
                  <a:pt x="656658" y="45465"/>
                  <a:pt x="659863" y="44131"/>
                  <a:pt x="663160" y="42641"/>
                </a:cubicBezTo>
                <a:cubicBezTo>
                  <a:pt x="663596" y="42641"/>
                  <a:pt x="663860" y="42815"/>
                  <a:pt x="663953" y="43162"/>
                </a:cubicBezTo>
                <a:cubicBezTo>
                  <a:pt x="664047" y="43507"/>
                  <a:pt x="664093" y="44234"/>
                  <a:pt x="664093" y="45341"/>
                </a:cubicBezTo>
                <a:lnTo>
                  <a:pt x="664093" y="60610"/>
                </a:lnTo>
                <a:cubicBezTo>
                  <a:pt x="668075" y="55086"/>
                  <a:pt x="671917" y="50772"/>
                  <a:pt x="675619" y="47669"/>
                </a:cubicBezTo>
                <a:cubicBezTo>
                  <a:pt x="679321" y="44565"/>
                  <a:pt x="683162" y="43014"/>
                  <a:pt x="687144" y="43014"/>
                </a:cubicBezTo>
                <a:cubicBezTo>
                  <a:pt x="690317" y="43014"/>
                  <a:pt x="692899" y="43960"/>
                  <a:pt x="694890" y="45853"/>
                </a:cubicBezTo>
                <a:cubicBezTo>
                  <a:pt x="696881" y="47746"/>
                  <a:pt x="697876" y="50120"/>
                  <a:pt x="697876" y="52976"/>
                </a:cubicBezTo>
                <a:cubicBezTo>
                  <a:pt x="697876" y="55520"/>
                  <a:pt x="697114" y="57662"/>
                  <a:pt x="695590" y="59400"/>
                </a:cubicBezTo>
                <a:cubicBezTo>
                  <a:pt x="694066" y="61138"/>
                  <a:pt x="692153" y="62007"/>
                  <a:pt x="689851" y="62007"/>
                </a:cubicBezTo>
                <a:cubicBezTo>
                  <a:pt x="687486" y="62007"/>
                  <a:pt x="685107" y="60920"/>
                  <a:pt x="682711" y="58748"/>
                </a:cubicBezTo>
                <a:cubicBezTo>
                  <a:pt x="680316" y="56576"/>
                  <a:pt x="678434" y="55489"/>
                  <a:pt x="677065" y="55489"/>
                </a:cubicBezTo>
                <a:cubicBezTo>
                  <a:pt x="674888" y="55489"/>
                  <a:pt x="672212" y="57243"/>
                  <a:pt x="669039" y="60750"/>
                </a:cubicBezTo>
                <a:cubicBezTo>
                  <a:pt x="665866" y="64257"/>
                  <a:pt x="664280" y="67872"/>
                  <a:pt x="664280" y="71596"/>
                </a:cubicBezTo>
                <a:lnTo>
                  <a:pt x="664280" y="113586"/>
                </a:lnTo>
                <a:cubicBezTo>
                  <a:pt x="664280" y="118889"/>
                  <a:pt x="665524" y="122573"/>
                  <a:pt x="668013" y="124639"/>
                </a:cubicBezTo>
                <a:cubicBezTo>
                  <a:pt x="670501" y="126704"/>
                  <a:pt x="674639" y="127675"/>
                  <a:pt x="680425" y="127551"/>
                </a:cubicBezTo>
                <a:lnTo>
                  <a:pt x="680425" y="130717"/>
                </a:lnTo>
                <a:lnTo>
                  <a:pt x="634416" y="130717"/>
                </a:lnTo>
                <a:lnTo>
                  <a:pt x="634416" y="127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CE903-CD65-4380-B600-A7E2C1A9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21" y="972701"/>
            <a:ext cx="1103324" cy="580692"/>
          </a:xfrm>
          <a:custGeom xmlns:a="http://schemas.openxmlformats.org/drawingml/2006/main">
            <a:pathLst>
              <a:path w="1103324" h="580692">
                <a:moveTo>
                  <a:pt x="0" y="580692"/>
                </a:moveTo>
                <a:lnTo>
                  <a:pt x="1103324" y="580692"/>
                </a:lnTo>
                <a:lnTo>
                  <a:pt x="1103324" y="0"/>
                </a:lnTo>
                <a:lnTo>
                  <a:pt x="0" y="0"/>
                </a:lnTo>
                <a:lnTo>
                  <a:pt x="0" y="580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03DE2-F652-4580-A9AB-816BCDD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21" y="972701"/>
            <a:ext cx="1103324" cy="580692"/>
          </a:xfrm>
          <a:custGeom xmlns:a="http://schemas.openxmlformats.org/drawingml/2006/main">
            <a:pathLst>
              <a:path w="1103324" h="580692" fill="none">
                <a:moveTo>
                  <a:pt x="0" y="0"/>
                </a:moveTo>
                <a:lnTo>
                  <a:pt x="1103324" y="0"/>
                </a:lnTo>
                <a:lnTo>
                  <a:pt x="1103324" y="580692"/>
                </a:lnTo>
                <a:lnTo>
                  <a:pt x="0" y="5806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032" cap="flat">
            <a:solidFill>
              <a:srgbClr val="000000"/>
            </a:solidFill>
            <a:miter/>
          </a:ln>
        </p:spPr>
      </p:sp>
      <p:sp>
        <p:nvSpPr>
          <p:cNvPr id="55" name="Text Metadata">
            <a:extLst xmlns:a="http://schemas.openxmlformats.org/drawingml/2006/main">
              <a:ext uri="{FF2B5EF4-FFF2-40B4-BE49-F238E27FC236}">
                <a16:creationId xmlns:a16="http://schemas.microsoft.com/office/drawing/2014/main" id="{F19FA3DD-95D9-4B82-ADA5-A98A042C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323" y="1072221"/>
            <a:ext cx="705653" cy="132392"/>
          </a:xfrm>
          <a:custGeom xmlns:a="http://schemas.openxmlformats.org/drawingml/2006/main">
            <a:pathLst>
              <a:path w="705653" h="132392">
                <a:moveTo>
                  <a:pt x="0" y="126620"/>
                </a:moveTo>
                <a:cubicBezTo>
                  <a:pt x="7901" y="125813"/>
                  <a:pt x="12972" y="124029"/>
                  <a:pt x="15212" y="121267"/>
                </a:cubicBezTo>
                <a:cubicBezTo>
                  <a:pt x="17452" y="118505"/>
                  <a:pt x="18571" y="112096"/>
                  <a:pt x="18571" y="102041"/>
                </a:cubicBezTo>
                <a:lnTo>
                  <a:pt x="18571" y="24579"/>
                </a:lnTo>
                <a:cubicBezTo>
                  <a:pt x="18571" y="17690"/>
                  <a:pt x="17483" y="13205"/>
                  <a:pt x="15305" y="11126"/>
                </a:cubicBezTo>
                <a:cubicBezTo>
                  <a:pt x="13128" y="9047"/>
                  <a:pt x="8181" y="7821"/>
                  <a:pt x="467" y="7448"/>
                </a:cubicBezTo>
                <a:lnTo>
                  <a:pt x="467" y="3910"/>
                </a:lnTo>
                <a:lnTo>
                  <a:pt x="38263" y="3910"/>
                </a:lnTo>
                <a:lnTo>
                  <a:pt x="82498" y="98835"/>
                </a:lnTo>
                <a:lnTo>
                  <a:pt x="124774" y="3910"/>
                </a:lnTo>
                <a:lnTo>
                  <a:pt x="162850" y="3910"/>
                </a:lnTo>
                <a:lnTo>
                  <a:pt x="162850" y="7448"/>
                </a:lnTo>
                <a:cubicBezTo>
                  <a:pt x="155757" y="7945"/>
                  <a:pt x="151184" y="9233"/>
                  <a:pt x="149131" y="11312"/>
                </a:cubicBezTo>
                <a:cubicBezTo>
                  <a:pt x="147078" y="13391"/>
                  <a:pt x="146052" y="17814"/>
                  <a:pt x="146052" y="24579"/>
                </a:cubicBezTo>
                <a:lnTo>
                  <a:pt x="146052" y="109396"/>
                </a:lnTo>
                <a:cubicBezTo>
                  <a:pt x="146052" y="116348"/>
                  <a:pt x="147078" y="120801"/>
                  <a:pt x="149131" y="122756"/>
                </a:cubicBezTo>
                <a:cubicBezTo>
                  <a:pt x="151184" y="124711"/>
                  <a:pt x="155757" y="125999"/>
                  <a:pt x="162850" y="126620"/>
                </a:cubicBezTo>
                <a:lnTo>
                  <a:pt x="162850" y="130158"/>
                </a:lnTo>
                <a:lnTo>
                  <a:pt x="109282" y="130158"/>
                </a:lnTo>
                <a:lnTo>
                  <a:pt x="109282" y="126620"/>
                </a:lnTo>
                <a:cubicBezTo>
                  <a:pt x="116997" y="125999"/>
                  <a:pt x="121803" y="124618"/>
                  <a:pt x="123701" y="122477"/>
                </a:cubicBezTo>
                <a:cubicBezTo>
                  <a:pt x="125598" y="120336"/>
                  <a:pt x="126547" y="115230"/>
                  <a:pt x="126547" y="107162"/>
                </a:cubicBezTo>
                <a:lnTo>
                  <a:pt x="126547" y="21507"/>
                </a:lnTo>
                <a:lnTo>
                  <a:pt x="77645" y="130158"/>
                </a:lnTo>
                <a:lnTo>
                  <a:pt x="75032" y="130158"/>
                </a:lnTo>
                <a:lnTo>
                  <a:pt x="26971" y="25976"/>
                </a:lnTo>
                <a:lnTo>
                  <a:pt x="26971" y="102041"/>
                </a:lnTo>
                <a:cubicBezTo>
                  <a:pt x="26971" y="112468"/>
                  <a:pt x="28495" y="119265"/>
                  <a:pt x="31543" y="122430"/>
                </a:cubicBezTo>
                <a:cubicBezTo>
                  <a:pt x="33534" y="124479"/>
                  <a:pt x="37983" y="125875"/>
                  <a:pt x="44889" y="126620"/>
                </a:cubicBezTo>
                <a:lnTo>
                  <a:pt x="44889" y="130158"/>
                </a:lnTo>
                <a:lnTo>
                  <a:pt x="0" y="130158"/>
                </a:lnTo>
                <a:lnTo>
                  <a:pt x="0" y="126620"/>
                </a:lnTo>
                <a:close/>
                <a:moveTo>
                  <a:pt x="211036" y="42827"/>
                </a:moveTo>
                <a:cubicBezTo>
                  <a:pt x="219809" y="42827"/>
                  <a:pt x="227493" y="45853"/>
                  <a:pt x="234087" y="51905"/>
                </a:cubicBezTo>
                <a:cubicBezTo>
                  <a:pt x="240682" y="57957"/>
                  <a:pt x="243980" y="66538"/>
                  <a:pt x="243980" y="77648"/>
                </a:cubicBezTo>
                <a:lnTo>
                  <a:pt x="184719" y="77648"/>
                </a:lnTo>
                <a:cubicBezTo>
                  <a:pt x="185341" y="91984"/>
                  <a:pt x="188608" y="102427"/>
                  <a:pt x="194518" y="108977"/>
                </a:cubicBezTo>
                <a:cubicBezTo>
                  <a:pt x="200429" y="115525"/>
                  <a:pt x="207428" y="118799"/>
                  <a:pt x="215516" y="118799"/>
                </a:cubicBezTo>
                <a:cubicBezTo>
                  <a:pt x="222049" y="118799"/>
                  <a:pt x="227555" y="117100"/>
                  <a:pt x="232034" y="113702"/>
                </a:cubicBezTo>
                <a:cubicBezTo>
                  <a:pt x="236514" y="110304"/>
                  <a:pt x="240651" y="105484"/>
                  <a:pt x="244446" y="99242"/>
                </a:cubicBezTo>
                <a:lnTo>
                  <a:pt x="247713" y="100356"/>
                </a:lnTo>
                <a:cubicBezTo>
                  <a:pt x="245162" y="108264"/>
                  <a:pt x="240387" y="115581"/>
                  <a:pt x="233387" y="122305"/>
                </a:cubicBezTo>
                <a:cubicBezTo>
                  <a:pt x="226388" y="129030"/>
                  <a:pt x="217818" y="132392"/>
                  <a:pt x="207677" y="132392"/>
                </a:cubicBezTo>
                <a:cubicBezTo>
                  <a:pt x="195980" y="132392"/>
                  <a:pt x="186943" y="127986"/>
                  <a:pt x="180566" y="119172"/>
                </a:cubicBezTo>
                <a:cubicBezTo>
                  <a:pt x="174189" y="110358"/>
                  <a:pt x="171001" y="100210"/>
                  <a:pt x="171001" y="88727"/>
                </a:cubicBezTo>
                <a:cubicBezTo>
                  <a:pt x="171001" y="76251"/>
                  <a:pt x="174702" y="65482"/>
                  <a:pt x="182106" y="56420"/>
                </a:cubicBezTo>
                <a:cubicBezTo>
                  <a:pt x="189510" y="47358"/>
                  <a:pt x="199153" y="42827"/>
                  <a:pt x="211036" y="42827"/>
                </a:cubicBezTo>
                <a:moveTo>
                  <a:pt x="205624" y="49717"/>
                </a:moveTo>
                <a:cubicBezTo>
                  <a:pt x="198531" y="49717"/>
                  <a:pt x="193118" y="52838"/>
                  <a:pt x="189385" y="59080"/>
                </a:cubicBezTo>
                <a:cubicBezTo>
                  <a:pt x="187394" y="62418"/>
                  <a:pt x="185963" y="66621"/>
                  <a:pt x="185092" y="71689"/>
                </a:cubicBezTo>
                <a:lnTo>
                  <a:pt x="224475" y="71689"/>
                </a:lnTo>
                <a:cubicBezTo>
                  <a:pt x="223791" y="65510"/>
                  <a:pt x="222609" y="60905"/>
                  <a:pt x="220929" y="57875"/>
                </a:cubicBezTo>
                <a:cubicBezTo>
                  <a:pt x="217880" y="52436"/>
                  <a:pt x="212778" y="49717"/>
                  <a:pt x="205624" y="49717"/>
                </a:cubicBezTo>
                <a:moveTo>
                  <a:pt x="209823" y="42827"/>
                </a:moveTo>
                <a:lnTo>
                  <a:pt x="209823" y="42827"/>
                </a:lnTo>
                <a:close/>
                <a:moveTo>
                  <a:pt x="300598" y="44503"/>
                </a:moveTo>
                <a:lnTo>
                  <a:pt x="300598" y="51207"/>
                </a:lnTo>
                <a:lnTo>
                  <a:pt x="281560" y="51207"/>
                </a:lnTo>
                <a:lnTo>
                  <a:pt x="281373" y="104409"/>
                </a:lnTo>
                <a:cubicBezTo>
                  <a:pt x="281373" y="109090"/>
                  <a:pt x="281778" y="112630"/>
                  <a:pt x="282587" y="115032"/>
                </a:cubicBezTo>
                <a:cubicBezTo>
                  <a:pt x="284080" y="119281"/>
                  <a:pt x="287004" y="121406"/>
                  <a:pt x="291359" y="121406"/>
                </a:cubicBezTo>
                <a:cubicBezTo>
                  <a:pt x="293599" y="121406"/>
                  <a:pt x="295543" y="120886"/>
                  <a:pt x="297192" y="119847"/>
                </a:cubicBezTo>
                <a:cubicBezTo>
                  <a:pt x="298841" y="118805"/>
                  <a:pt x="300723" y="117153"/>
                  <a:pt x="302838" y="114889"/>
                </a:cubicBezTo>
                <a:lnTo>
                  <a:pt x="305264" y="116937"/>
                </a:lnTo>
                <a:lnTo>
                  <a:pt x="303211" y="119765"/>
                </a:lnTo>
                <a:cubicBezTo>
                  <a:pt x="299976" y="124166"/>
                  <a:pt x="296554" y="127279"/>
                  <a:pt x="292946" y="129102"/>
                </a:cubicBezTo>
                <a:cubicBezTo>
                  <a:pt x="289337" y="130923"/>
                  <a:pt x="285853" y="131834"/>
                  <a:pt x="282493" y="131834"/>
                </a:cubicBezTo>
                <a:cubicBezTo>
                  <a:pt x="275152" y="131834"/>
                  <a:pt x="270175" y="128587"/>
                  <a:pt x="267562" y="122093"/>
                </a:cubicBezTo>
                <a:cubicBezTo>
                  <a:pt x="266131" y="118567"/>
                  <a:pt x="265415" y="113680"/>
                  <a:pt x="265415" y="107432"/>
                </a:cubicBezTo>
                <a:lnTo>
                  <a:pt x="265415" y="51207"/>
                </a:lnTo>
                <a:lnTo>
                  <a:pt x="255243" y="51207"/>
                </a:lnTo>
                <a:cubicBezTo>
                  <a:pt x="254932" y="51020"/>
                  <a:pt x="254698" y="50834"/>
                  <a:pt x="254543" y="50648"/>
                </a:cubicBezTo>
                <a:cubicBezTo>
                  <a:pt x="254387" y="50462"/>
                  <a:pt x="254310" y="50214"/>
                  <a:pt x="254310" y="49903"/>
                </a:cubicBezTo>
                <a:cubicBezTo>
                  <a:pt x="254310" y="49283"/>
                  <a:pt x="254450" y="48801"/>
                  <a:pt x="254730" y="48460"/>
                </a:cubicBezTo>
                <a:cubicBezTo>
                  <a:pt x="255009" y="48119"/>
                  <a:pt x="255896" y="47327"/>
                  <a:pt x="257389" y="46086"/>
                </a:cubicBezTo>
                <a:cubicBezTo>
                  <a:pt x="261682" y="42534"/>
                  <a:pt x="264777" y="39653"/>
                  <a:pt x="266675" y="37442"/>
                </a:cubicBezTo>
                <a:cubicBezTo>
                  <a:pt x="268573" y="35231"/>
                  <a:pt x="273037" y="29391"/>
                  <a:pt x="280067" y="19924"/>
                </a:cubicBezTo>
                <a:cubicBezTo>
                  <a:pt x="280876" y="19924"/>
                  <a:pt x="281358" y="19986"/>
                  <a:pt x="281513" y="20110"/>
                </a:cubicBezTo>
                <a:cubicBezTo>
                  <a:pt x="281669" y="20234"/>
                  <a:pt x="281747" y="20702"/>
                  <a:pt x="281747" y="21513"/>
                </a:cubicBezTo>
                <a:lnTo>
                  <a:pt x="281747" y="44503"/>
                </a:lnTo>
                <a:lnTo>
                  <a:pt x="300598" y="44503"/>
                </a:lnTo>
                <a:close/>
                <a:moveTo>
                  <a:pt x="358877" y="78579"/>
                </a:moveTo>
                <a:cubicBezTo>
                  <a:pt x="351722" y="80938"/>
                  <a:pt x="345812" y="83544"/>
                  <a:pt x="341146" y="86400"/>
                </a:cubicBezTo>
                <a:cubicBezTo>
                  <a:pt x="332187" y="91924"/>
                  <a:pt x="327707" y="98193"/>
                  <a:pt x="327707" y="105206"/>
                </a:cubicBezTo>
                <a:cubicBezTo>
                  <a:pt x="327707" y="110855"/>
                  <a:pt x="329573" y="115013"/>
                  <a:pt x="333306" y="117682"/>
                </a:cubicBezTo>
                <a:cubicBezTo>
                  <a:pt x="335733" y="119420"/>
                  <a:pt x="338439" y="120289"/>
                  <a:pt x="341426" y="120289"/>
                </a:cubicBezTo>
                <a:cubicBezTo>
                  <a:pt x="345532" y="120289"/>
                  <a:pt x="349467" y="119141"/>
                  <a:pt x="353231" y="116844"/>
                </a:cubicBezTo>
                <a:cubicBezTo>
                  <a:pt x="356995" y="114548"/>
                  <a:pt x="358877" y="111630"/>
                  <a:pt x="358877" y="108093"/>
                </a:cubicBezTo>
                <a:lnTo>
                  <a:pt x="358877" y="78579"/>
                </a:lnTo>
                <a:moveTo>
                  <a:pt x="311095" y="111692"/>
                </a:moveTo>
                <a:cubicBezTo>
                  <a:pt x="311095" y="102676"/>
                  <a:pt x="315606" y="95153"/>
                  <a:pt x="324627" y="89123"/>
                </a:cubicBezTo>
                <a:cubicBezTo>
                  <a:pt x="330351" y="85393"/>
                  <a:pt x="341768" y="80327"/>
                  <a:pt x="358877" y="73924"/>
                </a:cubicBezTo>
                <a:lnTo>
                  <a:pt x="358877" y="66010"/>
                </a:lnTo>
                <a:cubicBezTo>
                  <a:pt x="358877" y="59679"/>
                  <a:pt x="358255" y="55272"/>
                  <a:pt x="357011" y="52789"/>
                </a:cubicBezTo>
                <a:cubicBezTo>
                  <a:pt x="354895" y="48631"/>
                  <a:pt x="350509" y="46551"/>
                  <a:pt x="343852" y="46551"/>
                </a:cubicBezTo>
                <a:cubicBezTo>
                  <a:pt x="340679" y="46551"/>
                  <a:pt x="337662" y="47358"/>
                  <a:pt x="334800" y="48972"/>
                </a:cubicBezTo>
                <a:cubicBezTo>
                  <a:pt x="331938" y="50648"/>
                  <a:pt x="330507" y="52945"/>
                  <a:pt x="330507" y="55862"/>
                </a:cubicBezTo>
                <a:cubicBezTo>
                  <a:pt x="330507" y="56607"/>
                  <a:pt x="330662" y="57864"/>
                  <a:pt x="330973" y="59632"/>
                </a:cubicBezTo>
                <a:cubicBezTo>
                  <a:pt x="331284" y="61401"/>
                  <a:pt x="331440" y="62534"/>
                  <a:pt x="331440" y="63031"/>
                </a:cubicBezTo>
                <a:cubicBezTo>
                  <a:pt x="331440" y="66507"/>
                  <a:pt x="330289" y="68927"/>
                  <a:pt x="327987" y="70293"/>
                </a:cubicBezTo>
                <a:cubicBezTo>
                  <a:pt x="326680" y="71100"/>
                  <a:pt x="325125" y="71503"/>
                  <a:pt x="323321" y="71503"/>
                </a:cubicBezTo>
                <a:cubicBezTo>
                  <a:pt x="320521" y="71503"/>
                  <a:pt x="318375" y="70588"/>
                  <a:pt x="316881" y="68757"/>
                </a:cubicBezTo>
                <a:cubicBezTo>
                  <a:pt x="315388" y="66926"/>
                  <a:pt x="314642" y="64893"/>
                  <a:pt x="314642" y="62658"/>
                </a:cubicBezTo>
                <a:cubicBezTo>
                  <a:pt x="314642" y="58314"/>
                  <a:pt x="317333" y="53767"/>
                  <a:pt x="322714" y="49019"/>
                </a:cubicBezTo>
                <a:cubicBezTo>
                  <a:pt x="328096" y="44270"/>
                  <a:pt x="335982" y="41896"/>
                  <a:pt x="346372" y="41896"/>
                </a:cubicBezTo>
                <a:cubicBezTo>
                  <a:pt x="358442" y="41896"/>
                  <a:pt x="366623" y="45807"/>
                  <a:pt x="370916" y="53627"/>
                </a:cubicBezTo>
                <a:cubicBezTo>
                  <a:pt x="373218" y="57910"/>
                  <a:pt x="374369" y="64148"/>
                  <a:pt x="374369" y="72341"/>
                </a:cubicBezTo>
                <a:lnTo>
                  <a:pt x="374369" y="109675"/>
                </a:lnTo>
                <a:cubicBezTo>
                  <a:pt x="374369" y="113275"/>
                  <a:pt x="374618" y="115758"/>
                  <a:pt x="375115" y="117124"/>
                </a:cubicBezTo>
                <a:cubicBezTo>
                  <a:pt x="375924" y="119606"/>
                  <a:pt x="377604" y="120848"/>
                  <a:pt x="380155" y="120848"/>
                </a:cubicBezTo>
                <a:cubicBezTo>
                  <a:pt x="381586" y="120848"/>
                  <a:pt x="382768" y="120626"/>
                  <a:pt x="383701" y="120181"/>
                </a:cubicBezTo>
                <a:cubicBezTo>
                  <a:pt x="384635" y="119735"/>
                  <a:pt x="386252" y="118654"/>
                  <a:pt x="388554" y="116937"/>
                </a:cubicBezTo>
                <a:lnTo>
                  <a:pt x="388554" y="121863"/>
                </a:lnTo>
                <a:cubicBezTo>
                  <a:pt x="386563" y="124262"/>
                  <a:pt x="384417" y="126231"/>
                  <a:pt x="382115" y="127769"/>
                </a:cubicBezTo>
                <a:cubicBezTo>
                  <a:pt x="378631" y="130107"/>
                  <a:pt x="375084" y="131275"/>
                  <a:pt x="371476" y="131275"/>
                </a:cubicBezTo>
                <a:cubicBezTo>
                  <a:pt x="367245" y="131275"/>
                  <a:pt x="364181" y="129910"/>
                  <a:pt x="362283" y="127179"/>
                </a:cubicBezTo>
                <a:cubicBezTo>
                  <a:pt x="360386" y="124448"/>
                  <a:pt x="359344" y="121189"/>
                  <a:pt x="359157" y="117403"/>
                </a:cubicBezTo>
                <a:cubicBezTo>
                  <a:pt x="354429" y="121527"/>
                  <a:pt x="350385" y="124588"/>
                  <a:pt x="347025" y="126588"/>
                </a:cubicBezTo>
                <a:cubicBezTo>
                  <a:pt x="341363" y="129961"/>
                  <a:pt x="335982" y="131648"/>
                  <a:pt x="330880" y="131648"/>
                </a:cubicBezTo>
                <a:cubicBezTo>
                  <a:pt x="325529" y="131648"/>
                  <a:pt x="320894" y="129767"/>
                  <a:pt x="316975" y="126006"/>
                </a:cubicBezTo>
                <a:cubicBezTo>
                  <a:pt x="313055" y="122245"/>
                  <a:pt x="311095" y="117474"/>
                  <a:pt x="311095" y="111692"/>
                </a:cubicBezTo>
                <a:moveTo>
                  <a:pt x="346652" y="41896"/>
                </a:moveTo>
                <a:lnTo>
                  <a:pt x="346652" y="41896"/>
                </a:lnTo>
                <a:close/>
                <a:moveTo>
                  <a:pt x="434066" y="42083"/>
                </a:moveTo>
                <a:cubicBezTo>
                  <a:pt x="438608" y="42083"/>
                  <a:pt x="442776" y="43086"/>
                  <a:pt x="446571" y="45094"/>
                </a:cubicBezTo>
                <a:cubicBezTo>
                  <a:pt x="449060" y="46411"/>
                  <a:pt x="451455" y="48230"/>
                  <a:pt x="453757" y="50552"/>
                </a:cubicBezTo>
                <a:lnTo>
                  <a:pt x="453757" y="21041"/>
                </a:lnTo>
                <a:cubicBezTo>
                  <a:pt x="453757" y="17255"/>
                  <a:pt x="453337" y="14648"/>
                  <a:pt x="452497" y="13221"/>
                </a:cubicBezTo>
                <a:cubicBezTo>
                  <a:pt x="451657" y="11793"/>
                  <a:pt x="449651" y="11079"/>
                  <a:pt x="446478" y="11079"/>
                </a:cubicBezTo>
                <a:cubicBezTo>
                  <a:pt x="445731" y="11079"/>
                  <a:pt x="445078" y="11110"/>
                  <a:pt x="444518" y="11172"/>
                </a:cubicBezTo>
                <a:cubicBezTo>
                  <a:pt x="443958" y="11234"/>
                  <a:pt x="442714" y="11359"/>
                  <a:pt x="440785" y="11545"/>
                </a:cubicBezTo>
                <a:lnTo>
                  <a:pt x="440785" y="8379"/>
                </a:lnTo>
                <a:lnTo>
                  <a:pt x="448438" y="6424"/>
                </a:lnTo>
                <a:cubicBezTo>
                  <a:pt x="451237" y="5679"/>
                  <a:pt x="454037" y="4903"/>
                  <a:pt x="456837" y="4097"/>
                </a:cubicBezTo>
                <a:cubicBezTo>
                  <a:pt x="459637" y="3290"/>
                  <a:pt x="462094" y="2514"/>
                  <a:pt x="464209" y="1769"/>
                </a:cubicBezTo>
                <a:cubicBezTo>
                  <a:pt x="465205" y="1459"/>
                  <a:pt x="466854" y="869"/>
                  <a:pt x="469156" y="0"/>
                </a:cubicBezTo>
                <a:lnTo>
                  <a:pt x="469716" y="186"/>
                </a:lnTo>
                <a:lnTo>
                  <a:pt x="469529" y="9953"/>
                </a:lnTo>
                <a:cubicBezTo>
                  <a:pt x="469467" y="13489"/>
                  <a:pt x="469404" y="17133"/>
                  <a:pt x="469342" y="20884"/>
                </a:cubicBezTo>
                <a:cubicBezTo>
                  <a:pt x="469280" y="24635"/>
                  <a:pt x="469249" y="28341"/>
                  <a:pt x="469249" y="32001"/>
                </a:cubicBezTo>
                <a:lnTo>
                  <a:pt x="469062" y="107999"/>
                </a:lnTo>
                <a:cubicBezTo>
                  <a:pt x="469062" y="112034"/>
                  <a:pt x="469560" y="114858"/>
                  <a:pt x="470555" y="116472"/>
                </a:cubicBezTo>
                <a:cubicBezTo>
                  <a:pt x="471551" y="118086"/>
                  <a:pt x="474195" y="118893"/>
                  <a:pt x="478488" y="118893"/>
                </a:cubicBezTo>
                <a:cubicBezTo>
                  <a:pt x="479172" y="118893"/>
                  <a:pt x="479857" y="118877"/>
                  <a:pt x="480541" y="118846"/>
                </a:cubicBezTo>
                <a:cubicBezTo>
                  <a:pt x="481225" y="118815"/>
                  <a:pt x="481910" y="118737"/>
                  <a:pt x="482594" y="118613"/>
                </a:cubicBezTo>
                <a:lnTo>
                  <a:pt x="482594" y="121779"/>
                </a:lnTo>
                <a:cubicBezTo>
                  <a:pt x="482221" y="121901"/>
                  <a:pt x="477710" y="123438"/>
                  <a:pt x="469062" y="126390"/>
                </a:cubicBezTo>
                <a:lnTo>
                  <a:pt x="454410" y="131834"/>
                </a:lnTo>
                <a:lnTo>
                  <a:pt x="453757" y="130996"/>
                </a:lnTo>
                <a:lnTo>
                  <a:pt x="453757" y="119547"/>
                </a:lnTo>
                <a:cubicBezTo>
                  <a:pt x="450273" y="123333"/>
                  <a:pt x="447256" y="126032"/>
                  <a:pt x="444705" y="127644"/>
                </a:cubicBezTo>
                <a:cubicBezTo>
                  <a:pt x="440163" y="130437"/>
                  <a:pt x="434906" y="131834"/>
                  <a:pt x="428933" y="131834"/>
                </a:cubicBezTo>
                <a:cubicBezTo>
                  <a:pt x="418356" y="131834"/>
                  <a:pt x="409786" y="127753"/>
                  <a:pt x="403222" y="119591"/>
                </a:cubicBezTo>
                <a:cubicBezTo>
                  <a:pt x="396659" y="111429"/>
                  <a:pt x="393377" y="101979"/>
                  <a:pt x="393377" y="91241"/>
                </a:cubicBezTo>
                <a:cubicBezTo>
                  <a:pt x="393377" y="77772"/>
                  <a:pt x="397312" y="66212"/>
                  <a:pt x="405182" y="56560"/>
                </a:cubicBezTo>
                <a:cubicBezTo>
                  <a:pt x="413052" y="46908"/>
                  <a:pt x="422680" y="42083"/>
                  <a:pt x="434066" y="42083"/>
                </a:cubicBezTo>
                <a:moveTo>
                  <a:pt x="437519" y="121779"/>
                </a:moveTo>
                <a:cubicBezTo>
                  <a:pt x="442372" y="121779"/>
                  <a:pt x="446291" y="120353"/>
                  <a:pt x="449278" y="117502"/>
                </a:cubicBezTo>
                <a:cubicBezTo>
                  <a:pt x="452264" y="114651"/>
                  <a:pt x="453757" y="111954"/>
                  <a:pt x="453757" y="109413"/>
                </a:cubicBezTo>
                <a:lnTo>
                  <a:pt x="453757" y="69522"/>
                </a:lnTo>
                <a:cubicBezTo>
                  <a:pt x="453757" y="61463"/>
                  <a:pt x="451595" y="55775"/>
                  <a:pt x="447271" y="52458"/>
                </a:cubicBezTo>
                <a:cubicBezTo>
                  <a:pt x="442947" y="49141"/>
                  <a:pt x="438732" y="47483"/>
                  <a:pt x="434626" y="47483"/>
                </a:cubicBezTo>
                <a:cubicBezTo>
                  <a:pt x="426787" y="47483"/>
                  <a:pt x="420689" y="50939"/>
                  <a:pt x="416334" y="57852"/>
                </a:cubicBezTo>
                <a:cubicBezTo>
                  <a:pt x="411979" y="64763"/>
                  <a:pt x="409802" y="73271"/>
                  <a:pt x="409802" y="83377"/>
                </a:cubicBezTo>
                <a:cubicBezTo>
                  <a:pt x="409802" y="93356"/>
                  <a:pt x="412119" y="102251"/>
                  <a:pt x="416754" y="110062"/>
                </a:cubicBezTo>
                <a:cubicBezTo>
                  <a:pt x="421389" y="117873"/>
                  <a:pt x="428311" y="121779"/>
                  <a:pt x="437519" y="121779"/>
                </a:cubicBezTo>
                <a:close/>
                <a:moveTo>
                  <a:pt x="539148" y="78579"/>
                </a:moveTo>
                <a:cubicBezTo>
                  <a:pt x="531993" y="80938"/>
                  <a:pt x="526083" y="83544"/>
                  <a:pt x="521417" y="86400"/>
                </a:cubicBezTo>
                <a:cubicBezTo>
                  <a:pt x="512458" y="91924"/>
                  <a:pt x="507978" y="98193"/>
                  <a:pt x="507978" y="105206"/>
                </a:cubicBezTo>
                <a:cubicBezTo>
                  <a:pt x="507978" y="110855"/>
                  <a:pt x="509845" y="115013"/>
                  <a:pt x="513578" y="117682"/>
                </a:cubicBezTo>
                <a:cubicBezTo>
                  <a:pt x="516004" y="119420"/>
                  <a:pt x="518710" y="120289"/>
                  <a:pt x="521697" y="120289"/>
                </a:cubicBezTo>
                <a:cubicBezTo>
                  <a:pt x="525803" y="120289"/>
                  <a:pt x="529738" y="119141"/>
                  <a:pt x="533502" y="116844"/>
                </a:cubicBezTo>
                <a:cubicBezTo>
                  <a:pt x="537266" y="114548"/>
                  <a:pt x="539148" y="111630"/>
                  <a:pt x="539148" y="108093"/>
                </a:cubicBezTo>
                <a:lnTo>
                  <a:pt x="539148" y="78579"/>
                </a:lnTo>
                <a:moveTo>
                  <a:pt x="491366" y="111692"/>
                </a:moveTo>
                <a:cubicBezTo>
                  <a:pt x="491366" y="102676"/>
                  <a:pt x="495877" y="95153"/>
                  <a:pt x="504898" y="89123"/>
                </a:cubicBezTo>
                <a:cubicBezTo>
                  <a:pt x="510622" y="85393"/>
                  <a:pt x="522039" y="80327"/>
                  <a:pt x="539148" y="73924"/>
                </a:cubicBezTo>
                <a:lnTo>
                  <a:pt x="539148" y="66010"/>
                </a:lnTo>
                <a:cubicBezTo>
                  <a:pt x="539148" y="59679"/>
                  <a:pt x="538526" y="55272"/>
                  <a:pt x="537282" y="52789"/>
                </a:cubicBezTo>
                <a:cubicBezTo>
                  <a:pt x="535166" y="48631"/>
                  <a:pt x="530780" y="46551"/>
                  <a:pt x="524123" y="46551"/>
                </a:cubicBezTo>
                <a:cubicBezTo>
                  <a:pt x="520950" y="46551"/>
                  <a:pt x="517933" y="47358"/>
                  <a:pt x="515071" y="48972"/>
                </a:cubicBezTo>
                <a:cubicBezTo>
                  <a:pt x="512209" y="50648"/>
                  <a:pt x="510778" y="52945"/>
                  <a:pt x="510778" y="55862"/>
                </a:cubicBezTo>
                <a:cubicBezTo>
                  <a:pt x="510778" y="56607"/>
                  <a:pt x="510933" y="57864"/>
                  <a:pt x="511244" y="59632"/>
                </a:cubicBezTo>
                <a:cubicBezTo>
                  <a:pt x="511556" y="61401"/>
                  <a:pt x="511711" y="62534"/>
                  <a:pt x="511711" y="63031"/>
                </a:cubicBezTo>
                <a:cubicBezTo>
                  <a:pt x="511711" y="66507"/>
                  <a:pt x="510560" y="68927"/>
                  <a:pt x="508258" y="70293"/>
                </a:cubicBezTo>
                <a:cubicBezTo>
                  <a:pt x="506952" y="71100"/>
                  <a:pt x="505396" y="71503"/>
                  <a:pt x="503592" y="71503"/>
                </a:cubicBezTo>
                <a:cubicBezTo>
                  <a:pt x="500792" y="71503"/>
                  <a:pt x="498646" y="70588"/>
                  <a:pt x="497153" y="68757"/>
                </a:cubicBezTo>
                <a:cubicBezTo>
                  <a:pt x="495659" y="66926"/>
                  <a:pt x="494913" y="64893"/>
                  <a:pt x="494913" y="62658"/>
                </a:cubicBezTo>
                <a:cubicBezTo>
                  <a:pt x="494913" y="58314"/>
                  <a:pt x="497604" y="53767"/>
                  <a:pt x="502985" y="49019"/>
                </a:cubicBezTo>
                <a:cubicBezTo>
                  <a:pt x="508367" y="44270"/>
                  <a:pt x="516253" y="41896"/>
                  <a:pt x="526643" y="41896"/>
                </a:cubicBezTo>
                <a:cubicBezTo>
                  <a:pt x="538713" y="41896"/>
                  <a:pt x="546894" y="45807"/>
                  <a:pt x="551187" y="53627"/>
                </a:cubicBezTo>
                <a:cubicBezTo>
                  <a:pt x="553489" y="57910"/>
                  <a:pt x="554640" y="64148"/>
                  <a:pt x="554640" y="72341"/>
                </a:cubicBezTo>
                <a:lnTo>
                  <a:pt x="554640" y="109675"/>
                </a:lnTo>
                <a:cubicBezTo>
                  <a:pt x="554640" y="113275"/>
                  <a:pt x="554889" y="115758"/>
                  <a:pt x="555387" y="117124"/>
                </a:cubicBezTo>
                <a:cubicBezTo>
                  <a:pt x="556195" y="119606"/>
                  <a:pt x="557875" y="120848"/>
                  <a:pt x="560426" y="120848"/>
                </a:cubicBezTo>
                <a:cubicBezTo>
                  <a:pt x="561857" y="120848"/>
                  <a:pt x="563039" y="120626"/>
                  <a:pt x="563972" y="120181"/>
                </a:cubicBezTo>
                <a:cubicBezTo>
                  <a:pt x="564906" y="119735"/>
                  <a:pt x="566523" y="118654"/>
                  <a:pt x="568825" y="116937"/>
                </a:cubicBezTo>
                <a:lnTo>
                  <a:pt x="568825" y="121863"/>
                </a:lnTo>
                <a:cubicBezTo>
                  <a:pt x="566834" y="124262"/>
                  <a:pt x="564688" y="126231"/>
                  <a:pt x="562386" y="127769"/>
                </a:cubicBezTo>
                <a:cubicBezTo>
                  <a:pt x="558902" y="130107"/>
                  <a:pt x="555355" y="131275"/>
                  <a:pt x="551747" y="131275"/>
                </a:cubicBezTo>
                <a:cubicBezTo>
                  <a:pt x="547516" y="131275"/>
                  <a:pt x="544452" y="129910"/>
                  <a:pt x="542555" y="127179"/>
                </a:cubicBezTo>
                <a:cubicBezTo>
                  <a:pt x="540657" y="124448"/>
                  <a:pt x="539615" y="121189"/>
                  <a:pt x="539428" y="117403"/>
                </a:cubicBezTo>
                <a:cubicBezTo>
                  <a:pt x="534700" y="121527"/>
                  <a:pt x="530656" y="124588"/>
                  <a:pt x="527296" y="126588"/>
                </a:cubicBezTo>
                <a:cubicBezTo>
                  <a:pt x="521635" y="129961"/>
                  <a:pt x="516253" y="131648"/>
                  <a:pt x="511151" y="131648"/>
                </a:cubicBezTo>
                <a:cubicBezTo>
                  <a:pt x="505801" y="131648"/>
                  <a:pt x="501165" y="129767"/>
                  <a:pt x="497246" y="126006"/>
                </a:cubicBezTo>
                <a:cubicBezTo>
                  <a:pt x="493326" y="122245"/>
                  <a:pt x="491366" y="117474"/>
                  <a:pt x="491366" y="111692"/>
                </a:cubicBezTo>
                <a:moveTo>
                  <a:pt x="526923" y="41896"/>
                </a:moveTo>
                <a:lnTo>
                  <a:pt x="526923" y="41896"/>
                </a:lnTo>
                <a:close/>
                <a:moveTo>
                  <a:pt x="617696" y="44503"/>
                </a:moveTo>
                <a:lnTo>
                  <a:pt x="617696" y="51207"/>
                </a:lnTo>
                <a:lnTo>
                  <a:pt x="598658" y="51207"/>
                </a:lnTo>
                <a:lnTo>
                  <a:pt x="598472" y="104409"/>
                </a:lnTo>
                <a:cubicBezTo>
                  <a:pt x="598472" y="109090"/>
                  <a:pt x="598876" y="112630"/>
                  <a:pt x="599685" y="115032"/>
                </a:cubicBezTo>
                <a:cubicBezTo>
                  <a:pt x="601178" y="119281"/>
                  <a:pt x="604102" y="121406"/>
                  <a:pt x="608457" y="121406"/>
                </a:cubicBezTo>
                <a:cubicBezTo>
                  <a:pt x="610697" y="121406"/>
                  <a:pt x="612641" y="120886"/>
                  <a:pt x="614290" y="119847"/>
                </a:cubicBezTo>
                <a:cubicBezTo>
                  <a:pt x="615939" y="118805"/>
                  <a:pt x="617821" y="117153"/>
                  <a:pt x="619936" y="114889"/>
                </a:cubicBezTo>
                <a:lnTo>
                  <a:pt x="622363" y="116937"/>
                </a:lnTo>
                <a:lnTo>
                  <a:pt x="620309" y="119765"/>
                </a:lnTo>
                <a:cubicBezTo>
                  <a:pt x="617074" y="124166"/>
                  <a:pt x="613652" y="127279"/>
                  <a:pt x="610044" y="129102"/>
                </a:cubicBezTo>
                <a:cubicBezTo>
                  <a:pt x="606435" y="130923"/>
                  <a:pt x="602951" y="131834"/>
                  <a:pt x="599592" y="131834"/>
                </a:cubicBezTo>
                <a:cubicBezTo>
                  <a:pt x="592250" y="131834"/>
                  <a:pt x="587273" y="128587"/>
                  <a:pt x="584660" y="122093"/>
                </a:cubicBezTo>
                <a:cubicBezTo>
                  <a:pt x="583229" y="118567"/>
                  <a:pt x="582513" y="113680"/>
                  <a:pt x="582513" y="107432"/>
                </a:cubicBezTo>
                <a:lnTo>
                  <a:pt x="582513" y="51207"/>
                </a:lnTo>
                <a:lnTo>
                  <a:pt x="572341" y="51207"/>
                </a:lnTo>
                <a:cubicBezTo>
                  <a:pt x="572030" y="51020"/>
                  <a:pt x="571797" y="50834"/>
                  <a:pt x="571641" y="50648"/>
                </a:cubicBezTo>
                <a:cubicBezTo>
                  <a:pt x="571486" y="50462"/>
                  <a:pt x="571408" y="50214"/>
                  <a:pt x="571408" y="49903"/>
                </a:cubicBezTo>
                <a:cubicBezTo>
                  <a:pt x="571408" y="49283"/>
                  <a:pt x="571548" y="48801"/>
                  <a:pt x="571828" y="48460"/>
                </a:cubicBezTo>
                <a:cubicBezTo>
                  <a:pt x="572108" y="48119"/>
                  <a:pt x="572994" y="47327"/>
                  <a:pt x="574487" y="46086"/>
                </a:cubicBezTo>
                <a:cubicBezTo>
                  <a:pt x="578780" y="42534"/>
                  <a:pt x="581876" y="39653"/>
                  <a:pt x="583773" y="37442"/>
                </a:cubicBezTo>
                <a:cubicBezTo>
                  <a:pt x="585671" y="35231"/>
                  <a:pt x="590135" y="29391"/>
                  <a:pt x="597165" y="19924"/>
                </a:cubicBezTo>
                <a:cubicBezTo>
                  <a:pt x="597974" y="19924"/>
                  <a:pt x="598456" y="19986"/>
                  <a:pt x="598612" y="20110"/>
                </a:cubicBezTo>
                <a:cubicBezTo>
                  <a:pt x="598767" y="20234"/>
                  <a:pt x="598845" y="20702"/>
                  <a:pt x="598845" y="21513"/>
                </a:cubicBezTo>
                <a:lnTo>
                  <a:pt x="598845" y="44503"/>
                </a:lnTo>
                <a:lnTo>
                  <a:pt x="617696" y="44503"/>
                </a:lnTo>
                <a:close/>
                <a:moveTo>
                  <a:pt x="675977" y="78579"/>
                </a:moveTo>
                <a:cubicBezTo>
                  <a:pt x="668822" y="80938"/>
                  <a:pt x="662911" y="83544"/>
                  <a:pt x="658245" y="86400"/>
                </a:cubicBezTo>
                <a:cubicBezTo>
                  <a:pt x="649286" y="91924"/>
                  <a:pt x="644806" y="98193"/>
                  <a:pt x="644806" y="105206"/>
                </a:cubicBezTo>
                <a:cubicBezTo>
                  <a:pt x="644806" y="110855"/>
                  <a:pt x="646673" y="115013"/>
                  <a:pt x="650406" y="117682"/>
                </a:cubicBezTo>
                <a:cubicBezTo>
                  <a:pt x="652832" y="119420"/>
                  <a:pt x="655539" y="120289"/>
                  <a:pt x="658525" y="120289"/>
                </a:cubicBezTo>
                <a:cubicBezTo>
                  <a:pt x="662631" y="120289"/>
                  <a:pt x="666566" y="119141"/>
                  <a:pt x="670330" y="116844"/>
                </a:cubicBezTo>
                <a:cubicBezTo>
                  <a:pt x="674094" y="114548"/>
                  <a:pt x="675977" y="111630"/>
                  <a:pt x="675977" y="108093"/>
                </a:cubicBezTo>
                <a:lnTo>
                  <a:pt x="675977" y="78579"/>
                </a:lnTo>
                <a:moveTo>
                  <a:pt x="628195" y="111692"/>
                </a:moveTo>
                <a:cubicBezTo>
                  <a:pt x="628195" y="102676"/>
                  <a:pt x="632705" y="95153"/>
                  <a:pt x="641727" y="89123"/>
                </a:cubicBezTo>
                <a:cubicBezTo>
                  <a:pt x="647451" y="85393"/>
                  <a:pt x="658867" y="80327"/>
                  <a:pt x="675977" y="73924"/>
                </a:cubicBezTo>
                <a:lnTo>
                  <a:pt x="675977" y="66010"/>
                </a:lnTo>
                <a:cubicBezTo>
                  <a:pt x="675977" y="59679"/>
                  <a:pt x="675354" y="55272"/>
                  <a:pt x="674110" y="52789"/>
                </a:cubicBezTo>
                <a:cubicBezTo>
                  <a:pt x="671995" y="48631"/>
                  <a:pt x="667608" y="46551"/>
                  <a:pt x="660951" y="46551"/>
                </a:cubicBezTo>
                <a:cubicBezTo>
                  <a:pt x="657778" y="46551"/>
                  <a:pt x="654761" y="47358"/>
                  <a:pt x="651899" y="48972"/>
                </a:cubicBezTo>
                <a:cubicBezTo>
                  <a:pt x="649037" y="50648"/>
                  <a:pt x="647606" y="52945"/>
                  <a:pt x="647606" y="55862"/>
                </a:cubicBezTo>
                <a:cubicBezTo>
                  <a:pt x="647606" y="56607"/>
                  <a:pt x="647762" y="57864"/>
                  <a:pt x="648073" y="59632"/>
                </a:cubicBezTo>
                <a:cubicBezTo>
                  <a:pt x="648384" y="61401"/>
                  <a:pt x="648539" y="62534"/>
                  <a:pt x="648539" y="63031"/>
                </a:cubicBezTo>
                <a:cubicBezTo>
                  <a:pt x="648539" y="66507"/>
                  <a:pt x="647388" y="68927"/>
                  <a:pt x="645086" y="70293"/>
                </a:cubicBezTo>
                <a:cubicBezTo>
                  <a:pt x="643780" y="71100"/>
                  <a:pt x="642224" y="71503"/>
                  <a:pt x="640420" y="71503"/>
                </a:cubicBezTo>
                <a:cubicBezTo>
                  <a:pt x="637620" y="71503"/>
                  <a:pt x="635474" y="70588"/>
                  <a:pt x="633981" y="68757"/>
                </a:cubicBezTo>
                <a:cubicBezTo>
                  <a:pt x="632488" y="66926"/>
                  <a:pt x="631741" y="64893"/>
                  <a:pt x="631741" y="62658"/>
                </a:cubicBezTo>
                <a:cubicBezTo>
                  <a:pt x="631741" y="58314"/>
                  <a:pt x="634432" y="53767"/>
                  <a:pt x="639814" y="49019"/>
                </a:cubicBezTo>
                <a:cubicBezTo>
                  <a:pt x="645195" y="44270"/>
                  <a:pt x="653081" y="41896"/>
                  <a:pt x="663471" y="41896"/>
                </a:cubicBezTo>
                <a:cubicBezTo>
                  <a:pt x="675541" y="41896"/>
                  <a:pt x="683722" y="45807"/>
                  <a:pt x="688015" y="53627"/>
                </a:cubicBezTo>
                <a:cubicBezTo>
                  <a:pt x="690317" y="57910"/>
                  <a:pt x="691468" y="64148"/>
                  <a:pt x="691468" y="72341"/>
                </a:cubicBezTo>
                <a:lnTo>
                  <a:pt x="691468" y="109675"/>
                </a:lnTo>
                <a:cubicBezTo>
                  <a:pt x="691468" y="113275"/>
                  <a:pt x="691717" y="115758"/>
                  <a:pt x="692215" y="117124"/>
                </a:cubicBezTo>
                <a:cubicBezTo>
                  <a:pt x="693024" y="119606"/>
                  <a:pt x="694703" y="120848"/>
                  <a:pt x="697254" y="120848"/>
                </a:cubicBezTo>
                <a:cubicBezTo>
                  <a:pt x="698685" y="120848"/>
                  <a:pt x="699867" y="120626"/>
                  <a:pt x="700801" y="120181"/>
                </a:cubicBezTo>
                <a:cubicBezTo>
                  <a:pt x="701734" y="119735"/>
                  <a:pt x="703351" y="118654"/>
                  <a:pt x="705653" y="116937"/>
                </a:cubicBezTo>
                <a:lnTo>
                  <a:pt x="705653" y="121863"/>
                </a:lnTo>
                <a:cubicBezTo>
                  <a:pt x="703663" y="124262"/>
                  <a:pt x="701516" y="126231"/>
                  <a:pt x="699214" y="127769"/>
                </a:cubicBezTo>
                <a:cubicBezTo>
                  <a:pt x="695730" y="130107"/>
                  <a:pt x="692184" y="131275"/>
                  <a:pt x="688575" y="131275"/>
                </a:cubicBezTo>
                <a:cubicBezTo>
                  <a:pt x="684345" y="131275"/>
                  <a:pt x="681280" y="129910"/>
                  <a:pt x="679383" y="127179"/>
                </a:cubicBezTo>
                <a:cubicBezTo>
                  <a:pt x="677485" y="124448"/>
                  <a:pt x="676443" y="121189"/>
                  <a:pt x="676256" y="117403"/>
                </a:cubicBezTo>
                <a:cubicBezTo>
                  <a:pt x="671528" y="121527"/>
                  <a:pt x="667484" y="124588"/>
                  <a:pt x="664124" y="126588"/>
                </a:cubicBezTo>
                <a:cubicBezTo>
                  <a:pt x="658463" y="129961"/>
                  <a:pt x="653081" y="131648"/>
                  <a:pt x="647979" y="131648"/>
                </a:cubicBezTo>
                <a:cubicBezTo>
                  <a:pt x="642629" y="131648"/>
                  <a:pt x="637994" y="129767"/>
                  <a:pt x="634074" y="126006"/>
                </a:cubicBezTo>
                <a:cubicBezTo>
                  <a:pt x="630155" y="122245"/>
                  <a:pt x="628195" y="117474"/>
                  <a:pt x="628195" y="111692"/>
                </a:cubicBezTo>
                <a:moveTo>
                  <a:pt x="663751" y="41896"/>
                </a:moveTo>
                <a:lnTo>
                  <a:pt x="663751" y="41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Recorder">
            <a:extLst xmlns:a="http://schemas.openxmlformats.org/drawingml/2006/main">
              <a:ext uri="{FF2B5EF4-FFF2-40B4-BE49-F238E27FC236}">
                <a16:creationId xmlns:a16="http://schemas.microsoft.com/office/drawing/2014/main" id="{1955487F-0E59-451C-B7E3-FF89C487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665" y="1297564"/>
            <a:ext cx="698530" cy="133137"/>
          </a:xfrm>
          <a:custGeom xmlns:a="http://schemas.openxmlformats.org/drawingml/2006/main">
            <a:pathLst>
              <a:path w="698530" h="133137">
                <a:moveTo>
                  <a:pt x="35836" y="64986"/>
                </a:moveTo>
                <a:cubicBezTo>
                  <a:pt x="49586" y="64489"/>
                  <a:pt x="59416" y="63062"/>
                  <a:pt x="65327" y="60703"/>
                </a:cubicBezTo>
                <a:cubicBezTo>
                  <a:pt x="75468" y="56529"/>
                  <a:pt x="80538" y="48679"/>
                  <a:pt x="80538" y="37154"/>
                </a:cubicBezTo>
                <a:cubicBezTo>
                  <a:pt x="80538" y="26063"/>
                  <a:pt x="75997" y="18493"/>
                  <a:pt x="66913" y="14443"/>
                </a:cubicBezTo>
                <a:cubicBezTo>
                  <a:pt x="62060" y="12262"/>
                  <a:pt x="55621" y="11172"/>
                  <a:pt x="47595" y="11172"/>
                </a:cubicBezTo>
                <a:cubicBezTo>
                  <a:pt x="42182" y="11172"/>
                  <a:pt x="38869" y="11562"/>
                  <a:pt x="37656" y="12342"/>
                </a:cubicBezTo>
                <a:cubicBezTo>
                  <a:pt x="36443" y="13120"/>
                  <a:pt x="35836" y="14941"/>
                  <a:pt x="35836" y="17806"/>
                </a:cubicBezTo>
                <a:lnTo>
                  <a:pt x="35836" y="64986"/>
                </a:lnTo>
                <a:moveTo>
                  <a:pt x="0" y="126620"/>
                </a:moveTo>
                <a:cubicBezTo>
                  <a:pt x="7341" y="125941"/>
                  <a:pt x="11914" y="124520"/>
                  <a:pt x="13719" y="122358"/>
                </a:cubicBezTo>
                <a:cubicBezTo>
                  <a:pt x="15523" y="120195"/>
                  <a:pt x="16425" y="115161"/>
                  <a:pt x="16425" y="107255"/>
                </a:cubicBezTo>
                <a:lnTo>
                  <a:pt x="16425" y="24579"/>
                </a:lnTo>
                <a:cubicBezTo>
                  <a:pt x="16425" y="17876"/>
                  <a:pt x="15414" y="13484"/>
                  <a:pt x="13392" y="11405"/>
                </a:cubicBezTo>
                <a:cubicBezTo>
                  <a:pt x="11370" y="9326"/>
                  <a:pt x="6906" y="8007"/>
                  <a:pt x="0" y="7448"/>
                </a:cubicBezTo>
                <a:lnTo>
                  <a:pt x="0" y="3910"/>
                </a:lnTo>
                <a:lnTo>
                  <a:pt x="52915" y="3910"/>
                </a:lnTo>
                <a:cubicBezTo>
                  <a:pt x="63927" y="3910"/>
                  <a:pt x="73104" y="5309"/>
                  <a:pt x="80445" y="8106"/>
                </a:cubicBezTo>
                <a:cubicBezTo>
                  <a:pt x="94381" y="13389"/>
                  <a:pt x="101350" y="23117"/>
                  <a:pt x="101350" y="37288"/>
                </a:cubicBezTo>
                <a:cubicBezTo>
                  <a:pt x="101350" y="46798"/>
                  <a:pt x="98254" y="54102"/>
                  <a:pt x="92064" y="59199"/>
                </a:cubicBezTo>
                <a:cubicBezTo>
                  <a:pt x="85873" y="64296"/>
                  <a:pt x="77459" y="67653"/>
                  <a:pt x="66820" y="69269"/>
                </a:cubicBezTo>
                <a:lnTo>
                  <a:pt x="106202" y="117569"/>
                </a:lnTo>
                <a:cubicBezTo>
                  <a:pt x="108629" y="120525"/>
                  <a:pt x="111055" y="122681"/>
                  <a:pt x="113482" y="124036"/>
                </a:cubicBezTo>
                <a:cubicBezTo>
                  <a:pt x="115908" y="125390"/>
                  <a:pt x="119019" y="126252"/>
                  <a:pt x="122814" y="126620"/>
                </a:cubicBezTo>
                <a:lnTo>
                  <a:pt x="122814" y="130158"/>
                </a:lnTo>
                <a:lnTo>
                  <a:pt x="92017" y="130158"/>
                </a:lnTo>
                <a:lnTo>
                  <a:pt x="46475" y="71317"/>
                </a:lnTo>
                <a:lnTo>
                  <a:pt x="35836" y="71876"/>
                </a:lnTo>
                <a:lnTo>
                  <a:pt x="35836" y="109457"/>
                </a:lnTo>
                <a:cubicBezTo>
                  <a:pt x="35836" y="116508"/>
                  <a:pt x="36910" y="120977"/>
                  <a:pt x="39056" y="122864"/>
                </a:cubicBezTo>
                <a:cubicBezTo>
                  <a:pt x="41202" y="124749"/>
                  <a:pt x="45884" y="126001"/>
                  <a:pt x="53101" y="126620"/>
                </a:cubicBezTo>
                <a:lnTo>
                  <a:pt x="53101" y="130158"/>
                </a:lnTo>
                <a:lnTo>
                  <a:pt x="0" y="130158"/>
                </a:lnTo>
                <a:lnTo>
                  <a:pt x="0" y="126620"/>
                </a:lnTo>
                <a:close/>
                <a:moveTo>
                  <a:pt x="169773" y="42827"/>
                </a:moveTo>
                <a:cubicBezTo>
                  <a:pt x="178545" y="42827"/>
                  <a:pt x="186229" y="45853"/>
                  <a:pt x="192824" y="51905"/>
                </a:cubicBezTo>
                <a:cubicBezTo>
                  <a:pt x="199419" y="57957"/>
                  <a:pt x="202716" y="66538"/>
                  <a:pt x="202716" y="77648"/>
                </a:cubicBezTo>
                <a:lnTo>
                  <a:pt x="143455" y="77648"/>
                </a:lnTo>
                <a:cubicBezTo>
                  <a:pt x="144078" y="91984"/>
                  <a:pt x="147344" y="102427"/>
                  <a:pt x="153254" y="108977"/>
                </a:cubicBezTo>
                <a:cubicBezTo>
                  <a:pt x="159165" y="115525"/>
                  <a:pt x="166164" y="118799"/>
                  <a:pt x="174252" y="118799"/>
                </a:cubicBezTo>
                <a:cubicBezTo>
                  <a:pt x="180785" y="118799"/>
                  <a:pt x="186291" y="117100"/>
                  <a:pt x="190771" y="113702"/>
                </a:cubicBezTo>
                <a:cubicBezTo>
                  <a:pt x="195250" y="110304"/>
                  <a:pt x="199387" y="105484"/>
                  <a:pt x="203183" y="99242"/>
                </a:cubicBezTo>
                <a:lnTo>
                  <a:pt x="206449" y="100356"/>
                </a:lnTo>
                <a:cubicBezTo>
                  <a:pt x="203898" y="108264"/>
                  <a:pt x="199123" y="115581"/>
                  <a:pt x="192124" y="122305"/>
                </a:cubicBezTo>
                <a:cubicBezTo>
                  <a:pt x="185124" y="129030"/>
                  <a:pt x="176554" y="132392"/>
                  <a:pt x="166413" y="132392"/>
                </a:cubicBezTo>
                <a:cubicBezTo>
                  <a:pt x="154716" y="132392"/>
                  <a:pt x="145680" y="127986"/>
                  <a:pt x="139302" y="119172"/>
                </a:cubicBezTo>
                <a:cubicBezTo>
                  <a:pt x="132925" y="110358"/>
                  <a:pt x="129737" y="100210"/>
                  <a:pt x="129737" y="88727"/>
                </a:cubicBezTo>
                <a:cubicBezTo>
                  <a:pt x="129737" y="76251"/>
                  <a:pt x="133439" y="65482"/>
                  <a:pt x="140842" y="56420"/>
                </a:cubicBezTo>
                <a:cubicBezTo>
                  <a:pt x="148246" y="47358"/>
                  <a:pt x="157889" y="42827"/>
                  <a:pt x="169773" y="42827"/>
                </a:cubicBezTo>
                <a:moveTo>
                  <a:pt x="164360" y="49717"/>
                </a:moveTo>
                <a:cubicBezTo>
                  <a:pt x="157267" y="49717"/>
                  <a:pt x="151855" y="52838"/>
                  <a:pt x="148122" y="59080"/>
                </a:cubicBezTo>
                <a:cubicBezTo>
                  <a:pt x="146131" y="62418"/>
                  <a:pt x="144700" y="66621"/>
                  <a:pt x="143829" y="71689"/>
                </a:cubicBezTo>
                <a:lnTo>
                  <a:pt x="183211" y="71689"/>
                </a:lnTo>
                <a:cubicBezTo>
                  <a:pt x="182527" y="65510"/>
                  <a:pt x="181345" y="60905"/>
                  <a:pt x="179665" y="57875"/>
                </a:cubicBezTo>
                <a:cubicBezTo>
                  <a:pt x="176616" y="52436"/>
                  <a:pt x="171515" y="49717"/>
                  <a:pt x="164360" y="49717"/>
                </a:cubicBezTo>
                <a:moveTo>
                  <a:pt x="168559" y="42827"/>
                </a:moveTo>
                <a:lnTo>
                  <a:pt x="168559" y="42827"/>
                </a:lnTo>
                <a:close/>
                <a:moveTo>
                  <a:pt x="258213" y="42269"/>
                </a:moveTo>
                <a:cubicBezTo>
                  <a:pt x="265990" y="42269"/>
                  <a:pt x="272694" y="44270"/>
                  <a:pt x="278325" y="48274"/>
                </a:cubicBezTo>
                <a:cubicBezTo>
                  <a:pt x="283955" y="52277"/>
                  <a:pt x="286770" y="56669"/>
                  <a:pt x="286770" y="61448"/>
                </a:cubicBezTo>
                <a:cubicBezTo>
                  <a:pt x="286770" y="63496"/>
                  <a:pt x="286055" y="65405"/>
                  <a:pt x="284624" y="67174"/>
                </a:cubicBezTo>
                <a:cubicBezTo>
                  <a:pt x="283193" y="68943"/>
                  <a:pt x="280984" y="69827"/>
                  <a:pt x="277998" y="69827"/>
                </a:cubicBezTo>
                <a:cubicBezTo>
                  <a:pt x="275820" y="69827"/>
                  <a:pt x="273907" y="69082"/>
                  <a:pt x="272259" y="67593"/>
                </a:cubicBezTo>
                <a:cubicBezTo>
                  <a:pt x="270610" y="66103"/>
                  <a:pt x="269412" y="63931"/>
                  <a:pt x="268666" y="61076"/>
                </a:cubicBezTo>
                <a:lnTo>
                  <a:pt x="267546" y="56607"/>
                </a:lnTo>
                <a:cubicBezTo>
                  <a:pt x="266737" y="53317"/>
                  <a:pt x="265337" y="50989"/>
                  <a:pt x="263346" y="49624"/>
                </a:cubicBezTo>
                <a:cubicBezTo>
                  <a:pt x="261293" y="48320"/>
                  <a:pt x="258587" y="47669"/>
                  <a:pt x="255227" y="47669"/>
                </a:cubicBezTo>
                <a:cubicBezTo>
                  <a:pt x="248134" y="47669"/>
                  <a:pt x="242146" y="50753"/>
                  <a:pt x="237262" y="56921"/>
                </a:cubicBezTo>
                <a:cubicBezTo>
                  <a:pt x="232378" y="63089"/>
                  <a:pt x="229936" y="71287"/>
                  <a:pt x="229936" y="81515"/>
                </a:cubicBezTo>
                <a:cubicBezTo>
                  <a:pt x="229936" y="90873"/>
                  <a:pt x="232627" y="99272"/>
                  <a:pt x="238009" y="106711"/>
                </a:cubicBezTo>
                <a:cubicBezTo>
                  <a:pt x="243390" y="114149"/>
                  <a:pt x="250654" y="117868"/>
                  <a:pt x="259800" y="117868"/>
                </a:cubicBezTo>
                <a:cubicBezTo>
                  <a:pt x="266270" y="117868"/>
                  <a:pt x="272025" y="115762"/>
                  <a:pt x="277065" y="111549"/>
                </a:cubicBezTo>
                <a:cubicBezTo>
                  <a:pt x="279927" y="109134"/>
                  <a:pt x="283162" y="105294"/>
                  <a:pt x="286770" y="100028"/>
                </a:cubicBezTo>
                <a:lnTo>
                  <a:pt x="289384" y="101607"/>
                </a:lnTo>
                <a:cubicBezTo>
                  <a:pt x="285837" y="109071"/>
                  <a:pt x="282104" y="114979"/>
                  <a:pt x="278185" y="119332"/>
                </a:cubicBezTo>
                <a:cubicBezTo>
                  <a:pt x="270657" y="127667"/>
                  <a:pt x="261946" y="131834"/>
                  <a:pt x="252054" y="131834"/>
                </a:cubicBezTo>
                <a:cubicBezTo>
                  <a:pt x="242348" y="131834"/>
                  <a:pt x="233763" y="128017"/>
                  <a:pt x="226297" y="120382"/>
                </a:cubicBezTo>
                <a:cubicBezTo>
                  <a:pt x="218831" y="112748"/>
                  <a:pt x="215098" y="102382"/>
                  <a:pt x="215098" y="89286"/>
                </a:cubicBezTo>
                <a:cubicBezTo>
                  <a:pt x="215098" y="76438"/>
                  <a:pt x="219173" y="65389"/>
                  <a:pt x="227323" y="56141"/>
                </a:cubicBezTo>
                <a:cubicBezTo>
                  <a:pt x="235473" y="46893"/>
                  <a:pt x="245770" y="42269"/>
                  <a:pt x="258213" y="42269"/>
                </a:cubicBezTo>
                <a:moveTo>
                  <a:pt x="254107" y="42269"/>
                </a:moveTo>
                <a:lnTo>
                  <a:pt x="254107" y="42269"/>
                </a:lnTo>
                <a:close/>
                <a:moveTo>
                  <a:pt x="300272" y="87005"/>
                </a:moveTo>
                <a:cubicBezTo>
                  <a:pt x="300272" y="74640"/>
                  <a:pt x="304207" y="64186"/>
                  <a:pt x="312077" y="55644"/>
                </a:cubicBezTo>
                <a:cubicBezTo>
                  <a:pt x="319947" y="47099"/>
                  <a:pt x="330073" y="42827"/>
                  <a:pt x="342454" y="42827"/>
                </a:cubicBezTo>
                <a:cubicBezTo>
                  <a:pt x="354773" y="42827"/>
                  <a:pt x="364976" y="46867"/>
                  <a:pt x="373064" y="54945"/>
                </a:cubicBezTo>
                <a:cubicBezTo>
                  <a:pt x="381152" y="63022"/>
                  <a:pt x="385196" y="73771"/>
                  <a:pt x="385196" y="87191"/>
                </a:cubicBezTo>
                <a:cubicBezTo>
                  <a:pt x="385196" y="99554"/>
                  <a:pt x="381277" y="110303"/>
                  <a:pt x="373437" y="119437"/>
                </a:cubicBezTo>
                <a:cubicBezTo>
                  <a:pt x="365598" y="128570"/>
                  <a:pt x="355457" y="133137"/>
                  <a:pt x="343014" y="133137"/>
                </a:cubicBezTo>
                <a:cubicBezTo>
                  <a:pt x="331068" y="133137"/>
                  <a:pt x="320958" y="128758"/>
                  <a:pt x="312684" y="119998"/>
                </a:cubicBezTo>
                <a:cubicBezTo>
                  <a:pt x="304409" y="111237"/>
                  <a:pt x="300272" y="100239"/>
                  <a:pt x="300272" y="87005"/>
                </a:cubicBezTo>
                <a:moveTo>
                  <a:pt x="339841" y="48414"/>
                </a:moveTo>
                <a:cubicBezTo>
                  <a:pt x="334926" y="48414"/>
                  <a:pt x="330664" y="50027"/>
                  <a:pt x="327055" y="53255"/>
                </a:cubicBezTo>
                <a:cubicBezTo>
                  <a:pt x="320834" y="58903"/>
                  <a:pt x="317723" y="68648"/>
                  <a:pt x="317723" y="82489"/>
                </a:cubicBezTo>
                <a:cubicBezTo>
                  <a:pt x="317723" y="93537"/>
                  <a:pt x="320227" y="103841"/>
                  <a:pt x="325236" y="113399"/>
                </a:cubicBezTo>
                <a:cubicBezTo>
                  <a:pt x="330244" y="122958"/>
                  <a:pt x="337197" y="127737"/>
                  <a:pt x="346094" y="127737"/>
                </a:cubicBezTo>
                <a:cubicBezTo>
                  <a:pt x="353062" y="127737"/>
                  <a:pt x="358428" y="124541"/>
                  <a:pt x="362192" y="118148"/>
                </a:cubicBezTo>
                <a:cubicBezTo>
                  <a:pt x="365956" y="111755"/>
                  <a:pt x="367838" y="103375"/>
                  <a:pt x="367838" y="93010"/>
                </a:cubicBezTo>
                <a:cubicBezTo>
                  <a:pt x="367838" y="82272"/>
                  <a:pt x="365443" y="72155"/>
                  <a:pt x="360652" y="62658"/>
                </a:cubicBezTo>
                <a:cubicBezTo>
                  <a:pt x="355861" y="53162"/>
                  <a:pt x="348924" y="48414"/>
                  <a:pt x="339841" y="48414"/>
                </a:cubicBezTo>
                <a:moveTo>
                  <a:pt x="343294" y="42827"/>
                </a:moveTo>
                <a:lnTo>
                  <a:pt x="343294" y="42827"/>
                </a:lnTo>
                <a:close/>
                <a:moveTo>
                  <a:pt x="391823" y="126992"/>
                </a:moveTo>
                <a:cubicBezTo>
                  <a:pt x="397546" y="126500"/>
                  <a:pt x="401342" y="125499"/>
                  <a:pt x="403208" y="123990"/>
                </a:cubicBezTo>
                <a:cubicBezTo>
                  <a:pt x="405075" y="122479"/>
                  <a:pt x="406008" y="119259"/>
                  <a:pt x="406008" y="114330"/>
                </a:cubicBezTo>
                <a:lnTo>
                  <a:pt x="406008" y="72062"/>
                </a:lnTo>
                <a:cubicBezTo>
                  <a:pt x="406008" y="65952"/>
                  <a:pt x="405432" y="61585"/>
                  <a:pt x="404281" y="58960"/>
                </a:cubicBezTo>
                <a:cubicBezTo>
                  <a:pt x="403130" y="56336"/>
                  <a:pt x="401031" y="55024"/>
                  <a:pt x="397982" y="55024"/>
                </a:cubicBezTo>
                <a:cubicBezTo>
                  <a:pt x="397360" y="55024"/>
                  <a:pt x="396535" y="55101"/>
                  <a:pt x="395509" y="55257"/>
                </a:cubicBezTo>
                <a:cubicBezTo>
                  <a:pt x="394482" y="55412"/>
                  <a:pt x="393409" y="55614"/>
                  <a:pt x="392289" y="55862"/>
                </a:cubicBezTo>
                <a:lnTo>
                  <a:pt x="392289" y="52696"/>
                </a:lnTo>
                <a:cubicBezTo>
                  <a:pt x="395836" y="51455"/>
                  <a:pt x="399475" y="50183"/>
                  <a:pt x="403208" y="48879"/>
                </a:cubicBezTo>
                <a:cubicBezTo>
                  <a:pt x="406941" y="47576"/>
                  <a:pt x="409523" y="46645"/>
                  <a:pt x="410954" y="46086"/>
                </a:cubicBezTo>
                <a:cubicBezTo>
                  <a:pt x="414065" y="44907"/>
                  <a:pt x="417269" y="43572"/>
                  <a:pt x="420566" y="42083"/>
                </a:cubicBezTo>
                <a:cubicBezTo>
                  <a:pt x="421002" y="42083"/>
                  <a:pt x="421266" y="42256"/>
                  <a:pt x="421360" y="42603"/>
                </a:cubicBezTo>
                <a:cubicBezTo>
                  <a:pt x="421453" y="42949"/>
                  <a:pt x="421500" y="43675"/>
                  <a:pt x="421500" y="44783"/>
                </a:cubicBezTo>
                <a:lnTo>
                  <a:pt x="421500" y="60051"/>
                </a:lnTo>
                <a:cubicBezTo>
                  <a:pt x="425481" y="54527"/>
                  <a:pt x="429323" y="50214"/>
                  <a:pt x="433025" y="47110"/>
                </a:cubicBezTo>
                <a:cubicBezTo>
                  <a:pt x="436727" y="44007"/>
                  <a:pt x="440569" y="42455"/>
                  <a:pt x="444551" y="42455"/>
                </a:cubicBezTo>
                <a:cubicBezTo>
                  <a:pt x="447724" y="42455"/>
                  <a:pt x="450305" y="43402"/>
                  <a:pt x="452296" y="45295"/>
                </a:cubicBezTo>
                <a:cubicBezTo>
                  <a:pt x="454287" y="47188"/>
                  <a:pt x="455283" y="49562"/>
                  <a:pt x="455283" y="52417"/>
                </a:cubicBezTo>
                <a:cubicBezTo>
                  <a:pt x="455283" y="54962"/>
                  <a:pt x="454521" y="57103"/>
                  <a:pt x="452996" y="58841"/>
                </a:cubicBezTo>
                <a:cubicBezTo>
                  <a:pt x="451472" y="60579"/>
                  <a:pt x="449559" y="61448"/>
                  <a:pt x="447257" y="61448"/>
                </a:cubicBezTo>
                <a:cubicBezTo>
                  <a:pt x="444893" y="61448"/>
                  <a:pt x="442513" y="60362"/>
                  <a:pt x="440118" y="58189"/>
                </a:cubicBezTo>
                <a:cubicBezTo>
                  <a:pt x="437722" y="56017"/>
                  <a:pt x="435840" y="54931"/>
                  <a:pt x="434472" y="54931"/>
                </a:cubicBezTo>
                <a:cubicBezTo>
                  <a:pt x="432294" y="54931"/>
                  <a:pt x="429619" y="56684"/>
                  <a:pt x="426446" y="60191"/>
                </a:cubicBezTo>
                <a:cubicBezTo>
                  <a:pt x="423273" y="63698"/>
                  <a:pt x="421686" y="67313"/>
                  <a:pt x="421686" y="71038"/>
                </a:cubicBezTo>
                <a:lnTo>
                  <a:pt x="421686" y="113027"/>
                </a:lnTo>
                <a:cubicBezTo>
                  <a:pt x="421686" y="118330"/>
                  <a:pt x="422931" y="122014"/>
                  <a:pt x="425419" y="124080"/>
                </a:cubicBezTo>
                <a:cubicBezTo>
                  <a:pt x="427908" y="126146"/>
                  <a:pt x="432045" y="127117"/>
                  <a:pt x="437831" y="126992"/>
                </a:cubicBezTo>
                <a:lnTo>
                  <a:pt x="437831" y="130158"/>
                </a:lnTo>
                <a:lnTo>
                  <a:pt x="391823" y="130158"/>
                </a:lnTo>
                <a:lnTo>
                  <a:pt x="391823" y="126992"/>
                </a:lnTo>
                <a:close/>
                <a:moveTo>
                  <a:pt x="499221" y="42083"/>
                </a:moveTo>
                <a:cubicBezTo>
                  <a:pt x="503763" y="42083"/>
                  <a:pt x="507931" y="43086"/>
                  <a:pt x="511727" y="45094"/>
                </a:cubicBezTo>
                <a:cubicBezTo>
                  <a:pt x="514215" y="46411"/>
                  <a:pt x="516610" y="48230"/>
                  <a:pt x="518912" y="50552"/>
                </a:cubicBezTo>
                <a:lnTo>
                  <a:pt x="518912" y="21041"/>
                </a:lnTo>
                <a:cubicBezTo>
                  <a:pt x="518912" y="17255"/>
                  <a:pt x="518493" y="14648"/>
                  <a:pt x="517653" y="13221"/>
                </a:cubicBezTo>
                <a:cubicBezTo>
                  <a:pt x="516813" y="11793"/>
                  <a:pt x="514806" y="11079"/>
                  <a:pt x="511633" y="11079"/>
                </a:cubicBezTo>
                <a:cubicBezTo>
                  <a:pt x="510887" y="11079"/>
                  <a:pt x="510233" y="11110"/>
                  <a:pt x="509673" y="11172"/>
                </a:cubicBezTo>
                <a:cubicBezTo>
                  <a:pt x="509113" y="11234"/>
                  <a:pt x="507869" y="11359"/>
                  <a:pt x="505940" y="11545"/>
                </a:cubicBezTo>
                <a:lnTo>
                  <a:pt x="505940" y="8379"/>
                </a:lnTo>
                <a:lnTo>
                  <a:pt x="513593" y="6424"/>
                </a:lnTo>
                <a:cubicBezTo>
                  <a:pt x="516393" y="5679"/>
                  <a:pt x="519192" y="4903"/>
                  <a:pt x="521992" y="4097"/>
                </a:cubicBezTo>
                <a:cubicBezTo>
                  <a:pt x="524792" y="3290"/>
                  <a:pt x="527249" y="2514"/>
                  <a:pt x="529365" y="1769"/>
                </a:cubicBezTo>
                <a:cubicBezTo>
                  <a:pt x="530360" y="1459"/>
                  <a:pt x="532009" y="869"/>
                  <a:pt x="534311" y="0"/>
                </a:cubicBezTo>
                <a:lnTo>
                  <a:pt x="534871" y="186"/>
                </a:lnTo>
                <a:lnTo>
                  <a:pt x="534684" y="9953"/>
                </a:lnTo>
                <a:cubicBezTo>
                  <a:pt x="534622" y="13489"/>
                  <a:pt x="534560" y="17133"/>
                  <a:pt x="534498" y="20884"/>
                </a:cubicBezTo>
                <a:cubicBezTo>
                  <a:pt x="534435" y="24635"/>
                  <a:pt x="534404" y="28341"/>
                  <a:pt x="534404" y="32001"/>
                </a:cubicBezTo>
                <a:lnTo>
                  <a:pt x="534218" y="107999"/>
                </a:lnTo>
                <a:cubicBezTo>
                  <a:pt x="534218" y="112034"/>
                  <a:pt x="534715" y="114858"/>
                  <a:pt x="535711" y="116472"/>
                </a:cubicBezTo>
                <a:cubicBezTo>
                  <a:pt x="536706" y="118086"/>
                  <a:pt x="539350" y="118893"/>
                  <a:pt x="543643" y="118893"/>
                </a:cubicBezTo>
                <a:cubicBezTo>
                  <a:pt x="544328" y="118893"/>
                  <a:pt x="545012" y="118877"/>
                  <a:pt x="545696" y="118846"/>
                </a:cubicBezTo>
                <a:cubicBezTo>
                  <a:pt x="546381" y="118815"/>
                  <a:pt x="547065" y="118737"/>
                  <a:pt x="547749" y="118613"/>
                </a:cubicBezTo>
                <a:lnTo>
                  <a:pt x="547749" y="121779"/>
                </a:lnTo>
                <a:cubicBezTo>
                  <a:pt x="547376" y="121901"/>
                  <a:pt x="542866" y="123438"/>
                  <a:pt x="534218" y="126390"/>
                </a:cubicBezTo>
                <a:lnTo>
                  <a:pt x="519566" y="131834"/>
                </a:lnTo>
                <a:lnTo>
                  <a:pt x="518912" y="130996"/>
                </a:lnTo>
                <a:lnTo>
                  <a:pt x="518912" y="119547"/>
                </a:lnTo>
                <a:cubicBezTo>
                  <a:pt x="515428" y="123333"/>
                  <a:pt x="512411" y="126032"/>
                  <a:pt x="509860" y="127644"/>
                </a:cubicBezTo>
                <a:cubicBezTo>
                  <a:pt x="505318" y="130437"/>
                  <a:pt x="500061" y="131834"/>
                  <a:pt x="494088" y="131834"/>
                </a:cubicBezTo>
                <a:cubicBezTo>
                  <a:pt x="483512" y="131834"/>
                  <a:pt x="474941" y="127753"/>
                  <a:pt x="468378" y="119591"/>
                </a:cubicBezTo>
                <a:cubicBezTo>
                  <a:pt x="461814" y="111429"/>
                  <a:pt x="458532" y="101979"/>
                  <a:pt x="458532" y="91241"/>
                </a:cubicBezTo>
                <a:cubicBezTo>
                  <a:pt x="458532" y="77772"/>
                  <a:pt x="462467" y="66212"/>
                  <a:pt x="470337" y="56560"/>
                </a:cubicBezTo>
                <a:cubicBezTo>
                  <a:pt x="478208" y="46908"/>
                  <a:pt x="487836" y="42083"/>
                  <a:pt x="499221" y="42083"/>
                </a:cubicBezTo>
                <a:moveTo>
                  <a:pt x="502674" y="121779"/>
                </a:moveTo>
                <a:cubicBezTo>
                  <a:pt x="507527" y="121779"/>
                  <a:pt x="511447" y="120353"/>
                  <a:pt x="514433" y="117502"/>
                </a:cubicBezTo>
                <a:cubicBezTo>
                  <a:pt x="517419" y="114651"/>
                  <a:pt x="518912" y="111954"/>
                  <a:pt x="518912" y="109413"/>
                </a:cubicBezTo>
                <a:lnTo>
                  <a:pt x="518912" y="69522"/>
                </a:lnTo>
                <a:cubicBezTo>
                  <a:pt x="518912" y="61463"/>
                  <a:pt x="516750" y="55775"/>
                  <a:pt x="512426" y="52458"/>
                </a:cubicBezTo>
                <a:cubicBezTo>
                  <a:pt x="508102" y="49141"/>
                  <a:pt x="503887" y="47483"/>
                  <a:pt x="499781" y="47483"/>
                </a:cubicBezTo>
                <a:cubicBezTo>
                  <a:pt x="491942" y="47483"/>
                  <a:pt x="485845" y="50939"/>
                  <a:pt x="481490" y="57852"/>
                </a:cubicBezTo>
                <a:cubicBezTo>
                  <a:pt x="477135" y="64763"/>
                  <a:pt x="474957" y="73271"/>
                  <a:pt x="474957" y="83377"/>
                </a:cubicBezTo>
                <a:cubicBezTo>
                  <a:pt x="474957" y="93356"/>
                  <a:pt x="477275" y="102251"/>
                  <a:pt x="481910" y="110062"/>
                </a:cubicBezTo>
                <a:cubicBezTo>
                  <a:pt x="486545" y="117873"/>
                  <a:pt x="493466" y="121779"/>
                  <a:pt x="502674" y="121779"/>
                </a:cubicBezTo>
                <a:close/>
                <a:moveTo>
                  <a:pt x="593291" y="42827"/>
                </a:moveTo>
                <a:cubicBezTo>
                  <a:pt x="602064" y="42827"/>
                  <a:pt x="609747" y="45853"/>
                  <a:pt x="616342" y="51905"/>
                </a:cubicBezTo>
                <a:cubicBezTo>
                  <a:pt x="622937" y="57957"/>
                  <a:pt x="626235" y="66538"/>
                  <a:pt x="626235" y="77648"/>
                </a:cubicBezTo>
                <a:lnTo>
                  <a:pt x="566974" y="77648"/>
                </a:lnTo>
                <a:cubicBezTo>
                  <a:pt x="567596" y="91984"/>
                  <a:pt x="570863" y="102427"/>
                  <a:pt x="576773" y="108977"/>
                </a:cubicBezTo>
                <a:cubicBezTo>
                  <a:pt x="582684" y="115525"/>
                  <a:pt x="589683" y="118799"/>
                  <a:pt x="597771" y="118799"/>
                </a:cubicBezTo>
                <a:cubicBezTo>
                  <a:pt x="604304" y="118799"/>
                  <a:pt x="609810" y="117100"/>
                  <a:pt x="614289" y="113702"/>
                </a:cubicBezTo>
                <a:cubicBezTo>
                  <a:pt x="618769" y="110304"/>
                  <a:pt x="622906" y="105484"/>
                  <a:pt x="626701" y="99242"/>
                </a:cubicBezTo>
                <a:lnTo>
                  <a:pt x="629968" y="100356"/>
                </a:lnTo>
                <a:cubicBezTo>
                  <a:pt x="627417" y="108264"/>
                  <a:pt x="622642" y="115581"/>
                  <a:pt x="615642" y="122305"/>
                </a:cubicBezTo>
                <a:cubicBezTo>
                  <a:pt x="608643" y="129030"/>
                  <a:pt x="600073" y="132392"/>
                  <a:pt x="589932" y="132392"/>
                </a:cubicBezTo>
                <a:cubicBezTo>
                  <a:pt x="578235" y="132392"/>
                  <a:pt x="569198" y="127986"/>
                  <a:pt x="562821" y="119172"/>
                </a:cubicBezTo>
                <a:cubicBezTo>
                  <a:pt x="556444" y="110358"/>
                  <a:pt x="553255" y="100210"/>
                  <a:pt x="553255" y="88727"/>
                </a:cubicBezTo>
                <a:cubicBezTo>
                  <a:pt x="553255" y="76251"/>
                  <a:pt x="556957" y="65482"/>
                  <a:pt x="564361" y="56420"/>
                </a:cubicBezTo>
                <a:cubicBezTo>
                  <a:pt x="571765" y="47358"/>
                  <a:pt x="581408" y="42827"/>
                  <a:pt x="593291" y="42827"/>
                </a:cubicBezTo>
                <a:moveTo>
                  <a:pt x="587879" y="49717"/>
                </a:moveTo>
                <a:cubicBezTo>
                  <a:pt x="580786" y="49717"/>
                  <a:pt x="575373" y="52838"/>
                  <a:pt x="571640" y="59080"/>
                </a:cubicBezTo>
                <a:cubicBezTo>
                  <a:pt x="569649" y="62418"/>
                  <a:pt x="568218" y="66621"/>
                  <a:pt x="567347" y="71689"/>
                </a:cubicBezTo>
                <a:lnTo>
                  <a:pt x="606730" y="71689"/>
                </a:lnTo>
                <a:cubicBezTo>
                  <a:pt x="606046" y="65510"/>
                  <a:pt x="604863" y="60905"/>
                  <a:pt x="603184" y="57875"/>
                </a:cubicBezTo>
                <a:cubicBezTo>
                  <a:pt x="600135" y="52436"/>
                  <a:pt x="595033" y="49717"/>
                  <a:pt x="587879" y="49717"/>
                </a:cubicBezTo>
                <a:moveTo>
                  <a:pt x="592078" y="42827"/>
                </a:moveTo>
                <a:lnTo>
                  <a:pt x="592078" y="42827"/>
                </a:lnTo>
                <a:close/>
                <a:moveTo>
                  <a:pt x="635070" y="126992"/>
                </a:moveTo>
                <a:cubicBezTo>
                  <a:pt x="640794" y="126500"/>
                  <a:pt x="644589" y="125499"/>
                  <a:pt x="646455" y="123990"/>
                </a:cubicBezTo>
                <a:cubicBezTo>
                  <a:pt x="648322" y="122479"/>
                  <a:pt x="649255" y="119259"/>
                  <a:pt x="649255" y="114330"/>
                </a:cubicBezTo>
                <a:lnTo>
                  <a:pt x="649255" y="72062"/>
                </a:lnTo>
                <a:cubicBezTo>
                  <a:pt x="649255" y="65952"/>
                  <a:pt x="648680" y="61585"/>
                  <a:pt x="647529" y="58960"/>
                </a:cubicBezTo>
                <a:cubicBezTo>
                  <a:pt x="646378" y="56336"/>
                  <a:pt x="644278" y="55024"/>
                  <a:pt x="641229" y="55024"/>
                </a:cubicBezTo>
                <a:cubicBezTo>
                  <a:pt x="640607" y="55024"/>
                  <a:pt x="639783" y="55101"/>
                  <a:pt x="638756" y="55257"/>
                </a:cubicBezTo>
                <a:cubicBezTo>
                  <a:pt x="637730" y="55412"/>
                  <a:pt x="636656" y="55614"/>
                  <a:pt x="635536" y="55862"/>
                </a:cubicBezTo>
                <a:lnTo>
                  <a:pt x="635536" y="52696"/>
                </a:lnTo>
                <a:cubicBezTo>
                  <a:pt x="639083" y="51455"/>
                  <a:pt x="642722" y="50183"/>
                  <a:pt x="646455" y="48879"/>
                </a:cubicBezTo>
                <a:cubicBezTo>
                  <a:pt x="650188" y="47576"/>
                  <a:pt x="652770" y="46645"/>
                  <a:pt x="654201" y="46086"/>
                </a:cubicBezTo>
                <a:cubicBezTo>
                  <a:pt x="657312" y="44907"/>
                  <a:pt x="660516" y="43572"/>
                  <a:pt x="663814" y="42083"/>
                </a:cubicBezTo>
                <a:cubicBezTo>
                  <a:pt x="664249" y="42083"/>
                  <a:pt x="664514" y="42256"/>
                  <a:pt x="664607" y="42603"/>
                </a:cubicBezTo>
                <a:cubicBezTo>
                  <a:pt x="664700" y="42949"/>
                  <a:pt x="664747" y="43675"/>
                  <a:pt x="664747" y="44783"/>
                </a:cubicBezTo>
                <a:lnTo>
                  <a:pt x="664747" y="60051"/>
                </a:lnTo>
                <a:cubicBezTo>
                  <a:pt x="668729" y="54527"/>
                  <a:pt x="672570" y="50214"/>
                  <a:pt x="676272" y="47110"/>
                </a:cubicBezTo>
                <a:cubicBezTo>
                  <a:pt x="679974" y="44007"/>
                  <a:pt x="683816" y="42455"/>
                  <a:pt x="687798" y="42455"/>
                </a:cubicBezTo>
                <a:cubicBezTo>
                  <a:pt x="690971" y="42455"/>
                  <a:pt x="693553" y="43402"/>
                  <a:pt x="695544" y="45295"/>
                </a:cubicBezTo>
                <a:cubicBezTo>
                  <a:pt x="697535" y="47188"/>
                  <a:pt x="698530" y="49562"/>
                  <a:pt x="698530" y="52417"/>
                </a:cubicBezTo>
                <a:cubicBezTo>
                  <a:pt x="698530" y="54962"/>
                  <a:pt x="697768" y="57103"/>
                  <a:pt x="696244" y="58841"/>
                </a:cubicBezTo>
                <a:cubicBezTo>
                  <a:pt x="694719" y="60579"/>
                  <a:pt x="692806" y="61448"/>
                  <a:pt x="690504" y="61448"/>
                </a:cubicBezTo>
                <a:cubicBezTo>
                  <a:pt x="688140" y="61448"/>
                  <a:pt x="685760" y="60362"/>
                  <a:pt x="683365" y="58189"/>
                </a:cubicBezTo>
                <a:cubicBezTo>
                  <a:pt x="680970" y="56017"/>
                  <a:pt x="679088" y="54931"/>
                  <a:pt x="677719" y="54931"/>
                </a:cubicBezTo>
                <a:cubicBezTo>
                  <a:pt x="675541" y="54931"/>
                  <a:pt x="672866" y="56684"/>
                  <a:pt x="669693" y="60191"/>
                </a:cubicBezTo>
                <a:cubicBezTo>
                  <a:pt x="666520" y="63698"/>
                  <a:pt x="664933" y="67313"/>
                  <a:pt x="664933" y="71038"/>
                </a:cubicBezTo>
                <a:lnTo>
                  <a:pt x="664933" y="113027"/>
                </a:lnTo>
                <a:cubicBezTo>
                  <a:pt x="664933" y="118330"/>
                  <a:pt x="666178" y="122014"/>
                  <a:pt x="668666" y="124080"/>
                </a:cubicBezTo>
                <a:cubicBezTo>
                  <a:pt x="671155" y="126146"/>
                  <a:pt x="675292" y="127117"/>
                  <a:pt x="681078" y="126992"/>
                </a:cubicBezTo>
                <a:lnTo>
                  <a:pt x="681078" y="130158"/>
                </a:lnTo>
                <a:lnTo>
                  <a:pt x="635070" y="130158"/>
                </a:lnTo>
                <a:lnTo>
                  <a:pt x="635070" y="126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A6E9D-F4E1-4C8D-84E9-A9BE2C5E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347" y="1657398"/>
            <a:ext cx="1025137" cy="580692"/>
          </a:xfrm>
          <a:custGeom xmlns:a="http://schemas.openxmlformats.org/drawingml/2006/main">
            <a:pathLst>
              <a:path w="1025137" h="580692">
                <a:moveTo>
                  <a:pt x="0" y="580692"/>
                </a:moveTo>
                <a:lnTo>
                  <a:pt x="1025137" y="580692"/>
                </a:lnTo>
                <a:lnTo>
                  <a:pt x="1025137" y="0"/>
                </a:lnTo>
                <a:lnTo>
                  <a:pt x="0" y="0"/>
                </a:lnTo>
                <a:lnTo>
                  <a:pt x="0" y="580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F5F38-DAA3-4814-B4D1-DFDE59D5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346" y="1657398"/>
            <a:ext cx="1025136" cy="580692"/>
          </a:xfrm>
          <a:custGeom xmlns:a="http://schemas.openxmlformats.org/drawingml/2006/main">
            <a:pathLst>
              <a:path w="1025136" h="580692" fill="none">
                <a:moveTo>
                  <a:pt x="0" y="0"/>
                </a:moveTo>
                <a:lnTo>
                  <a:pt x="1025136" y="0"/>
                </a:lnTo>
                <a:lnTo>
                  <a:pt x="1025136" y="580692"/>
                </a:lnTo>
                <a:lnTo>
                  <a:pt x="0" y="5806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032" cap="flat">
            <a:solidFill>
              <a:srgbClr val="000000"/>
            </a:solidFill>
            <a:miter/>
          </a:ln>
        </p:spPr>
      </p:sp>
      <p:sp>
        <p:nvSpPr>
          <p:cNvPr id="59" name="Text TestCase">
            <a:extLst xmlns:a="http://schemas.openxmlformats.org/drawingml/2006/main">
              <a:ext uri="{FF2B5EF4-FFF2-40B4-BE49-F238E27FC236}">
                <a16:creationId xmlns:a16="http://schemas.microsoft.com/office/drawing/2014/main" id="{4E6ACF5D-7BC7-4749-8E30-5C94DC02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991" y="1758593"/>
            <a:ext cx="740278" cy="131648"/>
          </a:xfrm>
          <a:custGeom xmlns:a="http://schemas.openxmlformats.org/drawingml/2006/main">
            <a:pathLst>
              <a:path w="740278" h="131648">
                <a:moveTo>
                  <a:pt x="1120" y="2234"/>
                </a:moveTo>
                <a:lnTo>
                  <a:pt x="109095" y="2234"/>
                </a:lnTo>
                <a:lnTo>
                  <a:pt x="110122" y="34821"/>
                </a:lnTo>
                <a:lnTo>
                  <a:pt x="105549" y="34821"/>
                </a:lnTo>
                <a:cubicBezTo>
                  <a:pt x="103309" y="24602"/>
                  <a:pt x="100463" y="17951"/>
                  <a:pt x="97010" y="14867"/>
                </a:cubicBezTo>
                <a:cubicBezTo>
                  <a:pt x="93557" y="11783"/>
                  <a:pt x="86293" y="10241"/>
                  <a:pt x="75219" y="10241"/>
                </a:cubicBezTo>
                <a:lnTo>
                  <a:pt x="64580" y="10241"/>
                </a:lnTo>
                <a:lnTo>
                  <a:pt x="64580" y="107813"/>
                </a:lnTo>
                <a:cubicBezTo>
                  <a:pt x="64580" y="115159"/>
                  <a:pt x="65731" y="119712"/>
                  <a:pt x="68033" y="121473"/>
                </a:cubicBezTo>
                <a:cubicBezTo>
                  <a:pt x="70335" y="123232"/>
                  <a:pt x="75374" y="124389"/>
                  <a:pt x="83151" y="124944"/>
                </a:cubicBezTo>
                <a:lnTo>
                  <a:pt x="83151" y="128482"/>
                </a:lnTo>
                <a:lnTo>
                  <a:pt x="27437" y="128482"/>
                </a:lnTo>
                <a:lnTo>
                  <a:pt x="27437" y="124944"/>
                </a:lnTo>
                <a:cubicBezTo>
                  <a:pt x="35525" y="124327"/>
                  <a:pt x="40565" y="123000"/>
                  <a:pt x="42556" y="120961"/>
                </a:cubicBezTo>
                <a:cubicBezTo>
                  <a:pt x="44547" y="118923"/>
                  <a:pt x="45542" y="113795"/>
                  <a:pt x="45542" y="105579"/>
                </a:cubicBezTo>
                <a:lnTo>
                  <a:pt x="45542" y="10241"/>
                </a:lnTo>
                <a:lnTo>
                  <a:pt x="34903" y="10241"/>
                </a:lnTo>
                <a:cubicBezTo>
                  <a:pt x="24326" y="10241"/>
                  <a:pt x="17125" y="11768"/>
                  <a:pt x="13299" y="14821"/>
                </a:cubicBezTo>
                <a:cubicBezTo>
                  <a:pt x="9472" y="17874"/>
                  <a:pt x="6595" y="24540"/>
                  <a:pt x="4666" y="34821"/>
                </a:cubicBezTo>
                <a:lnTo>
                  <a:pt x="0" y="34821"/>
                </a:lnTo>
                <a:lnTo>
                  <a:pt x="1120" y="2234"/>
                </a:lnTo>
                <a:close/>
                <a:moveTo>
                  <a:pt x="158431" y="41152"/>
                </a:moveTo>
                <a:cubicBezTo>
                  <a:pt x="167203" y="41152"/>
                  <a:pt x="174887" y="44177"/>
                  <a:pt x="181482" y="50229"/>
                </a:cubicBezTo>
                <a:cubicBezTo>
                  <a:pt x="188077" y="56281"/>
                  <a:pt x="191374" y="64862"/>
                  <a:pt x="191374" y="75972"/>
                </a:cubicBezTo>
                <a:lnTo>
                  <a:pt x="132114" y="75972"/>
                </a:lnTo>
                <a:cubicBezTo>
                  <a:pt x="132736" y="90308"/>
                  <a:pt x="136002" y="100751"/>
                  <a:pt x="141913" y="107301"/>
                </a:cubicBezTo>
                <a:cubicBezTo>
                  <a:pt x="147823" y="113849"/>
                  <a:pt x="154822" y="117124"/>
                  <a:pt x="162911" y="117124"/>
                </a:cubicBezTo>
                <a:cubicBezTo>
                  <a:pt x="169443" y="117124"/>
                  <a:pt x="174949" y="115424"/>
                  <a:pt x="179429" y="112026"/>
                </a:cubicBezTo>
                <a:cubicBezTo>
                  <a:pt x="183908" y="108628"/>
                  <a:pt x="188046" y="103808"/>
                  <a:pt x="191841" y="97566"/>
                </a:cubicBezTo>
                <a:lnTo>
                  <a:pt x="195107" y="98680"/>
                </a:lnTo>
                <a:cubicBezTo>
                  <a:pt x="192556" y="106588"/>
                  <a:pt x="187781" y="113905"/>
                  <a:pt x="180782" y="120629"/>
                </a:cubicBezTo>
                <a:cubicBezTo>
                  <a:pt x="173783" y="127354"/>
                  <a:pt x="165213" y="130717"/>
                  <a:pt x="155071" y="130717"/>
                </a:cubicBezTo>
                <a:cubicBezTo>
                  <a:pt x="143375" y="130717"/>
                  <a:pt x="134338" y="126310"/>
                  <a:pt x="127961" y="117496"/>
                </a:cubicBezTo>
                <a:cubicBezTo>
                  <a:pt x="121584" y="108682"/>
                  <a:pt x="118395" y="98534"/>
                  <a:pt x="118395" y="87051"/>
                </a:cubicBezTo>
                <a:cubicBezTo>
                  <a:pt x="118395" y="74575"/>
                  <a:pt x="122097" y="63807"/>
                  <a:pt x="129501" y="54745"/>
                </a:cubicBezTo>
                <a:cubicBezTo>
                  <a:pt x="136904" y="45683"/>
                  <a:pt x="146548" y="41152"/>
                  <a:pt x="158431" y="41152"/>
                </a:cubicBezTo>
                <a:moveTo>
                  <a:pt x="153018" y="48041"/>
                </a:moveTo>
                <a:cubicBezTo>
                  <a:pt x="145926" y="48041"/>
                  <a:pt x="140513" y="51162"/>
                  <a:pt x="136780" y="57404"/>
                </a:cubicBezTo>
                <a:cubicBezTo>
                  <a:pt x="134789" y="60742"/>
                  <a:pt x="133358" y="64945"/>
                  <a:pt x="132487" y="70013"/>
                </a:cubicBezTo>
                <a:lnTo>
                  <a:pt x="171870" y="70013"/>
                </a:lnTo>
                <a:cubicBezTo>
                  <a:pt x="171185" y="63834"/>
                  <a:pt x="170003" y="59229"/>
                  <a:pt x="168323" y="56199"/>
                </a:cubicBezTo>
                <a:cubicBezTo>
                  <a:pt x="165275" y="50761"/>
                  <a:pt x="160173" y="48041"/>
                  <a:pt x="153018" y="48041"/>
                </a:cubicBezTo>
                <a:moveTo>
                  <a:pt x="157218" y="41152"/>
                </a:moveTo>
                <a:lnTo>
                  <a:pt x="157218" y="41152"/>
                </a:lnTo>
                <a:close/>
                <a:moveTo>
                  <a:pt x="209262" y="98875"/>
                </a:moveTo>
                <a:lnTo>
                  <a:pt x="212342" y="98875"/>
                </a:lnTo>
                <a:cubicBezTo>
                  <a:pt x="213773" y="105976"/>
                  <a:pt x="215701" y="111427"/>
                  <a:pt x="218128" y="115227"/>
                </a:cubicBezTo>
                <a:cubicBezTo>
                  <a:pt x="222483" y="122202"/>
                  <a:pt x="228860" y="125689"/>
                  <a:pt x="237259" y="125689"/>
                </a:cubicBezTo>
                <a:cubicBezTo>
                  <a:pt x="241925" y="125689"/>
                  <a:pt x="245612" y="124404"/>
                  <a:pt x="248318" y="121834"/>
                </a:cubicBezTo>
                <a:cubicBezTo>
                  <a:pt x="251024" y="119264"/>
                  <a:pt x="252377" y="115936"/>
                  <a:pt x="252377" y="111849"/>
                </a:cubicBezTo>
                <a:cubicBezTo>
                  <a:pt x="252377" y="109248"/>
                  <a:pt x="251600" y="106740"/>
                  <a:pt x="250044" y="104325"/>
                </a:cubicBezTo>
                <a:cubicBezTo>
                  <a:pt x="248489" y="101910"/>
                  <a:pt x="245752" y="99557"/>
                  <a:pt x="241832" y="97266"/>
                </a:cubicBezTo>
                <a:lnTo>
                  <a:pt x="231380" y="91319"/>
                </a:lnTo>
                <a:cubicBezTo>
                  <a:pt x="223727" y="87233"/>
                  <a:pt x="218097" y="83110"/>
                  <a:pt x="214488" y="78951"/>
                </a:cubicBezTo>
                <a:cubicBezTo>
                  <a:pt x="210880" y="74793"/>
                  <a:pt x="209075" y="69889"/>
                  <a:pt x="209075" y="64241"/>
                </a:cubicBezTo>
                <a:cubicBezTo>
                  <a:pt x="209075" y="57289"/>
                  <a:pt x="211564" y="51579"/>
                  <a:pt x="216541" y="47110"/>
                </a:cubicBezTo>
                <a:cubicBezTo>
                  <a:pt x="221518" y="42641"/>
                  <a:pt x="227771" y="40407"/>
                  <a:pt x="235299" y="40407"/>
                </a:cubicBezTo>
                <a:cubicBezTo>
                  <a:pt x="238597" y="40407"/>
                  <a:pt x="242221" y="41027"/>
                  <a:pt x="246171" y="42269"/>
                </a:cubicBezTo>
                <a:cubicBezTo>
                  <a:pt x="250122" y="43510"/>
                  <a:pt x="252346" y="44131"/>
                  <a:pt x="252844" y="44131"/>
                </a:cubicBezTo>
                <a:cubicBezTo>
                  <a:pt x="253964" y="44131"/>
                  <a:pt x="254773" y="43983"/>
                  <a:pt x="255271" y="43689"/>
                </a:cubicBezTo>
                <a:cubicBezTo>
                  <a:pt x="255768" y="43392"/>
                  <a:pt x="256204" y="42919"/>
                  <a:pt x="256577" y="42269"/>
                </a:cubicBezTo>
                <a:lnTo>
                  <a:pt x="258817" y="42269"/>
                </a:lnTo>
                <a:lnTo>
                  <a:pt x="259470" y="68338"/>
                </a:lnTo>
                <a:lnTo>
                  <a:pt x="256577" y="68338"/>
                </a:lnTo>
                <a:cubicBezTo>
                  <a:pt x="255333" y="62294"/>
                  <a:pt x="253653" y="57589"/>
                  <a:pt x="251538" y="54224"/>
                </a:cubicBezTo>
                <a:cubicBezTo>
                  <a:pt x="247680" y="47992"/>
                  <a:pt x="242112" y="44876"/>
                  <a:pt x="234833" y="44876"/>
                </a:cubicBezTo>
                <a:cubicBezTo>
                  <a:pt x="230478" y="44876"/>
                  <a:pt x="227056" y="46207"/>
                  <a:pt x="224567" y="48870"/>
                </a:cubicBezTo>
                <a:cubicBezTo>
                  <a:pt x="222078" y="51533"/>
                  <a:pt x="220834" y="54661"/>
                  <a:pt x="220834" y="58253"/>
                </a:cubicBezTo>
                <a:cubicBezTo>
                  <a:pt x="220834" y="63950"/>
                  <a:pt x="225127" y="69028"/>
                  <a:pt x="233713" y="73487"/>
                </a:cubicBezTo>
                <a:lnTo>
                  <a:pt x="246031" y="80083"/>
                </a:lnTo>
                <a:cubicBezTo>
                  <a:pt x="259283" y="87266"/>
                  <a:pt x="265909" y="95637"/>
                  <a:pt x="265909" y="105198"/>
                </a:cubicBezTo>
                <a:cubicBezTo>
                  <a:pt x="265909" y="112526"/>
                  <a:pt x="263156" y="118518"/>
                  <a:pt x="257650" y="123175"/>
                </a:cubicBezTo>
                <a:cubicBezTo>
                  <a:pt x="252144" y="127830"/>
                  <a:pt x="244943" y="130158"/>
                  <a:pt x="236046" y="130158"/>
                </a:cubicBezTo>
                <a:cubicBezTo>
                  <a:pt x="232313" y="130158"/>
                  <a:pt x="228082" y="129537"/>
                  <a:pt x="223354" y="128296"/>
                </a:cubicBezTo>
                <a:cubicBezTo>
                  <a:pt x="218625" y="127055"/>
                  <a:pt x="215826" y="126434"/>
                  <a:pt x="214955" y="126434"/>
                </a:cubicBezTo>
                <a:cubicBezTo>
                  <a:pt x="214208" y="126434"/>
                  <a:pt x="213555" y="126689"/>
                  <a:pt x="212995" y="127199"/>
                </a:cubicBezTo>
                <a:cubicBezTo>
                  <a:pt x="212435" y="127707"/>
                  <a:pt x="211999" y="128321"/>
                  <a:pt x="211688" y="129041"/>
                </a:cubicBezTo>
                <a:lnTo>
                  <a:pt x="209262" y="129041"/>
                </a:lnTo>
                <a:lnTo>
                  <a:pt x="209262" y="98875"/>
                </a:lnTo>
                <a:moveTo>
                  <a:pt x="236606" y="40407"/>
                </a:moveTo>
                <a:lnTo>
                  <a:pt x="236606" y="40407"/>
                </a:lnTo>
                <a:close/>
                <a:moveTo>
                  <a:pt x="321843" y="42827"/>
                </a:moveTo>
                <a:lnTo>
                  <a:pt x="321843" y="49531"/>
                </a:lnTo>
                <a:lnTo>
                  <a:pt x="302805" y="49531"/>
                </a:lnTo>
                <a:lnTo>
                  <a:pt x="302619" y="102733"/>
                </a:lnTo>
                <a:cubicBezTo>
                  <a:pt x="302619" y="107414"/>
                  <a:pt x="303023" y="110955"/>
                  <a:pt x="303832" y="113356"/>
                </a:cubicBezTo>
                <a:cubicBezTo>
                  <a:pt x="305325" y="117606"/>
                  <a:pt x="308249" y="119730"/>
                  <a:pt x="312604" y="119730"/>
                </a:cubicBezTo>
                <a:cubicBezTo>
                  <a:pt x="314844" y="119730"/>
                  <a:pt x="316788" y="119211"/>
                  <a:pt x="318437" y="118171"/>
                </a:cubicBezTo>
                <a:cubicBezTo>
                  <a:pt x="320086" y="117129"/>
                  <a:pt x="321968" y="115477"/>
                  <a:pt x="324083" y="113213"/>
                </a:cubicBezTo>
                <a:lnTo>
                  <a:pt x="326510" y="115261"/>
                </a:lnTo>
                <a:lnTo>
                  <a:pt x="324456" y="118089"/>
                </a:lnTo>
                <a:cubicBezTo>
                  <a:pt x="321221" y="122491"/>
                  <a:pt x="317799" y="125603"/>
                  <a:pt x="314191" y="127426"/>
                </a:cubicBezTo>
                <a:cubicBezTo>
                  <a:pt x="310582" y="129247"/>
                  <a:pt x="307098" y="130158"/>
                  <a:pt x="303739" y="130158"/>
                </a:cubicBezTo>
                <a:cubicBezTo>
                  <a:pt x="296397" y="130158"/>
                  <a:pt x="291420" y="126911"/>
                  <a:pt x="288807" y="120417"/>
                </a:cubicBezTo>
                <a:cubicBezTo>
                  <a:pt x="287376" y="116891"/>
                  <a:pt x="286660" y="112004"/>
                  <a:pt x="286660" y="105756"/>
                </a:cubicBezTo>
                <a:lnTo>
                  <a:pt x="286660" y="49531"/>
                </a:lnTo>
                <a:lnTo>
                  <a:pt x="276488" y="49531"/>
                </a:lnTo>
                <a:cubicBezTo>
                  <a:pt x="276177" y="49345"/>
                  <a:pt x="275944" y="49158"/>
                  <a:pt x="275788" y="48972"/>
                </a:cubicBezTo>
                <a:cubicBezTo>
                  <a:pt x="275633" y="48786"/>
                  <a:pt x="275555" y="48538"/>
                  <a:pt x="275555" y="48227"/>
                </a:cubicBezTo>
                <a:cubicBezTo>
                  <a:pt x="275555" y="47607"/>
                  <a:pt x="275695" y="47126"/>
                  <a:pt x="275975" y="46784"/>
                </a:cubicBezTo>
                <a:cubicBezTo>
                  <a:pt x="276255" y="46443"/>
                  <a:pt x="277141" y="45651"/>
                  <a:pt x="278634" y="44410"/>
                </a:cubicBezTo>
                <a:cubicBezTo>
                  <a:pt x="282927" y="40859"/>
                  <a:pt x="286023" y="37977"/>
                  <a:pt x="287920" y="35766"/>
                </a:cubicBezTo>
                <a:cubicBezTo>
                  <a:pt x="289818" y="33555"/>
                  <a:pt x="294282" y="27716"/>
                  <a:pt x="301312" y="18248"/>
                </a:cubicBezTo>
                <a:cubicBezTo>
                  <a:pt x="302121" y="18248"/>
                  <a:pt x="302603" y="18310"/>
                  <a:pt x="302759" y="18434"/>
                </a:cubicBezTo>
                <a:cubicBezTo>
                  <a:pt x="302914" y="18559"/>
                  <a:pt x="302992" y="19026"/>
                  <a:pt x="302992" y="19837"/>
                </a:cubicBezTo>
                <a:lnTo>
                  <a:pt x="302992" y="42827"/>
                </a:lnTo>
                <a:lnTo>
                  <a:pt x="321843" y="42827"/>
                </a:lnTo>
                <a:close/>
                <a:moveTo>
                  <a:pt x="443863" y="0"/>
                </a:moveTo>
                <a:cubicBezTo>
                  <a:pt x="450769" y="0"/>
                  <a:pt x="457862" y="1024"/>
                  <a:pt x="465141" y="3072"/>
                </a:cubicBezTo>
                <a:cubicBezTo>
                  <a:pt x="472420" y="5121"/>
                  <a:pt x="476495" y="6145"/>
                  <a:pt x="477366" y="6145"/>
                </a:cubicBezTo>
                <a:cubicBezTo>
                  <a:pt x="479170" y="6145"/>
                  <a:pt x="480881" y="5648"/>
                  <a:pt x="482499" y="4655"/>
                </a:cubicBezTo>
                <a:cubicBezTo>
                  <a:pt x="484117" y="3662"/>
                  <a:pt x="485237" y="2110"/>
                  <a:pt x="485859" y="0"/>
                </a:cubicBezTo>
                <a:lnTo>
                  <a:pt x="489872" y="0"/>
                </a:lnTo>
                <a:lnTo>
                  <a:pt x="491645" y="42827"/>
                </a:lnTo>
                <a:lnTo>
                  <a:pt x="487259" y="42827"/>
                </a:lnTo>
                <a:cubicBezTo>
                  <a:pt x="484708" y="34347"/>
                  <a:pt x="481379" y="27507"/>
                  <a:pt x="477273" y="22307"/>
                </a:cubicBezTo>
                <a:cubicBezTo>
                  <a:pt x="469434" y="12525"/>
                  <a:pt x="458888" y="7634"/>
                  <a:pt x="445636" y="7634"/>
                </a:cubicBezTo>
                <a:cubicBezTo>
                  <a:pt x="432260" y="7634"/>
                  <a:pt x="421325" y="12906"/>
                  <a:pt x="412833" y="23450"/>
                </a:cubicBezTo>
                <a:cubicBezTo>
                  <a:pt x="404340" y="33992"/>
                  <a:pt x="400094" y="48505"/>
                  <a:pt x="400094" y="66988"/>
                </a:cubicBezTo>
                <a:cubicBezTo>
                  <a:pt x="400094" y="83979"/>
                  <a:pt x="404558" y="97545"/>
                  <a:pt x="413486" y="107685"/>
                </a:cubicBezTo>
                <a:cubicBezTo>
                  <a:pt x="422414" y="117826"/>
                  <a:pt x="433722" y="122896"/>
                  <a:pt x="447409" y="122896"/>
                </a:cubicBezTo>
                <a:cubicBezTo>
                  <a:pt x="457302" y="122896"/>
                  <a:pt x="466416" y="120538"/>
                  <a:pt x="474753" y="115823"/>
                </a:cubicBezTo>
                <a:cubicBezTo>
                  <a:pt x="479544" y="113156"/>
                  <a:pt x="484801" y="109124"/>
                  <a:pt x="490525" y="103728"/>
                </a:cubicBezTo>
                <a:lnTo>
                  <a:pt x="494071" y="107266"/>
                </a:lnTo>
                <a:cubicBezTo>
                  <a:pt x="489841" y="112622"/>
                  <a:pt x="484583" y="117323"/>
                  <a:pt x="478299" y="121371"/>
                </a:cubicBezTo>
                <a:cubicBezTo>
                  <a:pt x="467598" y="128222"/>
                  <a:pt x="455995" y="131648"/>
                  <a:pt x="443490" y="131648"/>
                </a:cubicBezTo>
                <a:cubicBezTo>
                  <a:pt x="422958" y="131648"/>
                  <a:pt x="406658" y="125095"/>
                  <a:pt x="394588" y="111988"/>
                </a:cubicBezTo>
                <a:cubicBezTo>
                  <a:pt x="383451" y="99877"/>
                  <a:pt x="377883" y="84753"/>
                  <a:pt x="377883" y="66615"/>
                </a:cubicBezTo>
                <a:cubicBezTo>
                  <a:pt x="377883" y="48043"/>
                  <a:pt x="383763" y="32453"/>
                  <a:pt x="395521" y="19845"/>
                </a:cubicBezTo>
                <a:cubicBezTo>
                  <a:pt x="407902" y="6615"/>
                  <a:pt x="424016" y="0"/>
                  <a:pt x="443863" y="0"/>
                </a:cubicBezTo>
                <a:moveTo>
                  <a:pt x="443210" y="0"/>
                </a:moveTo>
                <a:lnTo>
                  <a:pt x="443210" y="0"/>
                </a:lnTo>
                <a:close/>
                <a:moveTo>
                  <a:pt x="556055" y="76903"/>
                </a:moveTo>
                <a:cubicBezTo>
                  <a:pt x="548900" y="79262"/>
                  <a:pt x="542990" y="81869"/>
                  <a:pt x="538324" y="84724"/>
                </a:cubicBezTo>
                <a:cubicBezTo>
                  <a:pt x="529365" y="90248"/>
                  <a:pt x="524885" y="96517"/>
                  <a:pt x="524885" y="103531"/>
                </a:cubicBezTo>
                <a:cubicBezTo>
                  <a:pt x="524885" y="109179"/>
                  <a:pt x="526752" y="113337"/>
                  <a:pt x="530485" y="116006"/>
                </a:cubicBezTo>
                <a:cubicBezTo>
                  <a:pt x="532911" y="117744"/>
                  <a:pt x="535617" y="118613"/>
                  <a:pt x="538604" y="118613"/>
                </a:cubicBezTo>
                <a:cubicBezTo>
                  <a:pt x="542710" y="118613"/>
                  <a:pt x="546645" y="117465"/>
                  <a:pt x="550409" y="115168"/>
                </a:cubicBezTo>
                <a:cubicBezTo>
                  <a:pt x="554173" y="112872"/>
                  <a:pt x="556055" y="109955"/>
                  <a:pt x="556055" y="106417"/>
                </a:cubicBezTo>
                <a:lnTo>
                  <a:pt x="556055" y="76903"/>
                </a:lnTo>
                <a:moveTo>
                  <a:pt x="508273" y="110016"/>
                </a:moveTo>
                <a:cubicBezTo>
                  <a:pt x="508273" y="101000"/>
                  <a:pt x="512784" y="93477"/>
                  <a:pt x="521805" y="87447"/>
                </a:cubicBezTo>
                <a:cubicBezTo>
                  <a:pt x="527529" y="83717"/>
                  <a:pt x="538946" y="78651"/>
                  <a:pt x="556055" y="72248"/>
                </a:cubicBezTo>
                <a:lnTo>
                  <a:pt x="556055" y="64334"/>
                </a:lnTo>
                <a:cubicBezTo>
                  <a:pt x="556055" y="58003"/>
                  <a:pt x="555433" y="53596"/>
                  <a:pt x="554189" y="51114"/>
                </a:cubicBezTo>
                <a:cubicBezTo>
                  <a:pt x="552073" y="46955"/>
                  <a:pt x="547687" y="44876"/>
                  <a:pt x="541030" y="44876"/>
                </a:cubicBezTo>
                <a:cubicBezTo>
                  <a:pt x="537857" y="44876"/>
                  <a:pt x="534840" y="45683"/>
                  <a:pt x="531978" y="47296"/>
                </a:cubicBezTo>
                <a:cubicBezTo>
                  <a:pt x="529116" y="48972"/>
                  <a:pt x="527685" y="51269"/>
                  <a:pt x="527685" y="54186"/>
                </a:cubicBezTo>
                <a:cubicBezTo>
                  <a:pt x="527685" y="54931"/>
                  <a:pt x="527840" y="56188"/>
                  <a:pt x="528151" y="57957"/>
                </a:cubicBezTo>
                <a:cubicBezTo>
                  <a:pt x="528463" y="59726"/>
                  <a:pt x="528618" y="60858"/>
                  <a:pt x="528618" y="61355"/>
                </a:cubicBezTo>
                <a:cubicBezTo>
                  <a:pt x="528618" y="64831"/>
                  <a:pt x="527467" y="67251"/>
                  <a:pt x="525165" y="68617"/>
                </a:cubicBezTo>
                <a:cubicBezTo>
                  <a:pt x="523859" y="69424"/>
                  <a:pt x="522303" y="69827"/>
                  <a:pt x="520499" y="69827"/>
                </a:cubicBezTo>
                <a:cubicBezTo>
                  <a:pt x="517699" y="69827"/>
                  <a:pt x="515553" y="68912"/>
                  <a:pt x="514060" y="67081"/>
                </a:cubicBezTo>
                <a:cubicBezTo>
                  <a:pt x="512566" y="65250"/>
                  <a:pt x="511820" y="63217"/>
                  <a:pt x="511820" y="60982"/>
                </a:cubicBezTo>
                <a:cubicBezTo>
                  <a:pt x="511820" y="56638"/>
                  <a:pt x="514511" y="52091"/>
                  <a:pt x="519892" y="47343"/>
                </a:cubicBezTo>
                <a:cubicBezTo>
                  <a:pt x="525274" y="42595"/>
                  <a:pt x="533160" y="40220"/>
                  <a:pt x="543550" y="40220"/>
                </a:cubicBezTo>
                <a:cubicBezTo>
                  <a:pt x="555620" y="40220"/>
                  <a:pt x="563801" y="44131"/>
                  <a:pt x="568094" y="51951"/>
                </a:cubicBezTo>
                <a:cubicBezTo>
                  <a:pt x="570396" y="56234"/>
                  <a:pt x="571547" y="62472"/>
                  <a:pt x="571547" y="70665"/>
                </a:cubicBezTo>
                <a:lnTo>
                  <a:pt x="571547" y="107999"/>
                </a:lnTo>
                <a:cubicBezTo>
                  <a:pt x="571547" y="111599"/>
                  <a:pt x="571796" y="114082"/>
                  <a:pt x="572294" y="115448"/>
                </a:cubicBezTo>
                <a:cubicBezTo>
                  <a:pt x="573102" y="117930"/>
                  <a:pt x="574782" y="119172"/>
                  <a:pt x="577333" y="119172"/>
                </a:cubicBezTo>
                <a:cubicBezTo>
                  <a:pt x="578764" y="119172"/>
                  <a:pt x="579946" y="118950"/>
                  <a:pt x="580879" y="118506"/>
                </a:cubicBezTo>
                <a:cubicBezTo>
                  <a:pt x="581813" y="118059"/>
                  <a:pt x="583430" y="116978"/>
                  <a:pt x="585732" y="115261"/>
                </a:cubicBezTo>
                <a:lnTo>
                  <a:pt x="585732" y="120187"/>
                </a:lnTo>
                <a:cubicBezTo>
                  <a:pt x="583741" y="122587"/>
                  <a:pt x="581595" y="124555"/>
                  <a:pt x="579293" y="126093"/>
                </a:cubicBezTo>
                <a:cubicBezTo>
                  <a:pt x="575809" y="128431"/>
                  <a:pt x="572262" y="129599"/>
                  <a:pt x="568654" y="129599"/>
                </a:cubicBezTo>
                <a:cubicBezTo>
                  <a:pt x="564423" y="129599"/>
                  <a:pt x="561359" y="128234"/>
                  <a:pt x="559462" y="125503"/>
                </a:cubicBezTo>
                <a:cubicBezTo>
                  <a:pt x="557564" y="122772"/>
                  <a:pt x="556522" y="119513"/>
                  <a:pt x="556335" y="115727"/>
                </a:cubicBezTo>
                <a:cubicBezTo>
                  <a:pt x="551607" y="119851"/>
                  <a:pt x="547563" y="122912"/>
                  <a:pt x="544203" y="124912"/>
                </a:cubicBezTo>
                <a:cubicBezTo>
                  <a:pt x="538541" y="128285"/>
                  <a:pt x="533160" y="129972"/>
                  <a:pt x="528058" y="129972"/>
                </a:cubicBezTo>
                <a:cubicBezTo>
                  <a:pt x="522708" y="129972"/>
                  <a:pt x="518072" y="128091"/>
                  <a:pt x="514153" y="124330"/>
                </a:cubicBezTo>
                <a:cubicBezTo>
                  <a:pt x="510233" y="120569"/>
                  <a:pt x="508273" y="115798"/>
                  <a:pt x="508273" y="110016"/>
                </a:cubicBezTo>
                <a:moveTo>
                  <a:pt x="543830" y="40220"/>
                </a:moveTo>
                <a:lnTo>
                  <a:pt x="543830" y="40220"/>
                </a:lnTo>
                <a:close/>
                <a:moveTo>
                  <a:pt x="595874" y="98875"/>
                </a:moveTo>
                <a:lnTo>
                  <a:pt x="598953" y="98875"/>
                </a:lnTo>
                <a:cubicBezTo>
                  <a:pt x="600384" y="105976"/>
                  <a:pt x="602313" y="111427"/>
                  <a:pt x="604739" y="115227"/>
                </a:cubicBezTo>
                <a:cubicBezTo>
                  <a:pt x="609095" y="122202"/>
                  <a:pt x="615472" y="125689"/>
                  <a:pt x="623871" y="125689"/>
                </a:cubicBezTo>
                <a:cubicBezTo>
                  <a:pt x="628537" y="125689"/>
                  <a:pt x="632223" y="124404"/>
                  <a:pt x="634930" y="121834"/>
                </a:cubicBezTo>
                <a:cubicBezTo>
                  <a:pt x="637636" y="119264"/>
                  <a:pt x="638989" y="115936"/>
                  <a:pt x="638989" y="111849"/>
                </a:cubicBezTo>
                <a:cubicBezTo>
                  <a:pt x="638989" y="109248"/>
                  <a:pt x="638212" y="106740"/>
                  <a:pt x="636656" y="104325"/>
                </a:cubicBezTo>
                <a:cubicBezTo>
                  <a:pt x="635101" y="101910"/>
                  <a:pt x="632363" y="99557"/>
                  <a:pt x="628444" y="97266"/>
                </a:cubicBezTo>
                <a:lnTo>
                  <a:pt x="617991" y="91319"/>
                </a:lnTo>
                <a:cubicBezTo>
                  <a:pt x="610339" y="87233"/>
                  <a:pt x="604708" y="83110"/>
                  <a:pt x="601100" y="78951"/>
                </a:cubicBezTo>
                <a:cubicBezTo>
                  <a:pt x="597491" y="74793"/>
                  <a:pt x="595687" y="69889"/>
                  <a:pt x="595687" y="64241"/>
                </a:cubicBezTo>
                <a:cubicBezTo>
                  <a:pt x="595687" y="57289"/>
                  <a:pt x="598176" y="51579"/>
                  <a:pt x="603153" y="47110"/>
                </a:cubicBezTo>
                <a:cubicBezTo>
                  <a:pt x="608130" y="42641"/>
                  <a:pt x="614383" y="40407"/>
                  <a:pt x="621911" y="40407"/>
                </a:cubicBezTo>
                <a:cubicBezTo>
                  <a:pt x="625208" y="40407"/>
                  <a:pt x="628833" y="41027"/>
                  <a:pt x="632783" y="42269"/>
                </a:cubicBezTo>
                <a:cubicBezTo>
                  <a:pt x="636734" y="43510"/>
                  <a:pt x="638958" y="44131"/>
                  <a:pt x="639456" y="44131"/>
                </a:cubicBezTo>
                <a:cubicBezTo>
                  <a:pt x="640576" y="44131"/>
                  <a:pt x="641385" y="43983"/>
                  <a:pt x="641882" y="43689"/>
                </a:cubicBezTo>
                <a:cubicBezTo>
                  <a:pt x="642380" y="43392"/>
                  <a:pt x="642816" y="42919"/>
                  <a:pt x="643189" y="42269"/>
                </a:cubicBezTo>
                <a:lnTo>
                  <a:pt x="645429" y="42269"/>
                </a:lnTo>
                <a:lnTo>
                  <a:pt x="646082" y="68338"/>
                </a:lnTo>
                <a:lnTo>
                  <a:pt x="643189" y="68338"/>
                </a:lnTo>
                <a:cubicBezTo>
                  <a:pt x="641944" y="62294"/>
                  <a:pt x="640265" y="57589"/>
                  <a:pt x="638149" y="54224"/>
                </a:cubicBezTo>
                <a:cubicBezTo>
                  <a:pt x="634292" y="47992"/>
                  <a:pt x="628724" y="44876"/>
                  <a:pt x="621444" y="44876"/>
                </a:cubicBezTo>
                <a:cubicBezTo>
                  <a:pt x="617089" y="44876"/>
                  <a:pt x="613667" y="46207"/>
                  <a:pt x="611179" y="48870"/>
                </a:cubicBezTo>
                <a:cubicBezTo>
                  <a:pt x="608690" y="51533"/>
                  <a:pt x="607446" y="54661"/>
                  <a:pt x="607446" y="58253"/>
                </a:cubicBezTo>
                <a:cubicBezTo>
                  <a:pt x="607446" y="63950"/>
                  <a:pt x="611739" y="69028"/>
                  <a:pt x="620324" y="73487"/>
                </a:cubicBezTo>
                <a:lnTo>
                  <a:pt x="632643" y="80083"/>
                </a:lnTo>
                <a:cubicBezTo>
                  <a:pt x="645895" y="87266"/>
                  <a:pt x="652521" y="95637"/>
                  <a:pt x="652521" y="105198"/>
                </a:cubicBezTo>
                <a:cubicBezTo>
                  <a:pt x="652521" y="112526"/>
                  <a:pt x="649768" y="118518"/>
                  <a:pt x="644262" y="123175"/>
                </a:cubicBezTo>
                <a:cubicBezTo>
                  <a:pt x="638756" y="127830"/>
                  <a:pt x="631554" y="130158"/>
                  <a:pt x="622658" y="130158"/>
                </a:cubicBezTo>
                <a:cubicBezTo>
                  <a:pt x="618925" y="130158"/>
                  <a:pt x="614694" y="129537"/>
                  <a:pt x="609966" y="128296"/>
                </a:cubicBezTo>
                <a:cubicBezTo>
                  <a:pt x="605237" y="127055"/>
                  <a:pt x="602437" y="126434"/>
                  <a:pt x="601566" y="126434"/>
                </a:cubicBezTo>
                <a:cubicBezTo>
                  <a:pt x="600820" y="126434"/>
                  <a:pt x="600167" y="126689"/>
                  <a:pt x="599607" y="127199"/>
                </a:cubicBezTo>
                <a:cubicBezTo>
                  <a:pt x="599047" y="127707"/>
                  <a:pt x="598611" y="128321"/>
                  <a:pt x="598300" y="129041"/>
                </a:cubicBezTo>
                <a:lnTo>
                  <a:pt x="595874" y="129041"/>
                </a:lnTo>
                <a:lnTo>
                  <a:pt x="595874" y="98875"/>
                </a:lnTo>
                <a:moveTo>
                  <a:pt x="623218" y="40407"/>
                </a:moveTo>
                <a:lnTo>
                  <a:pt x="623218" y="40407"/>
                </a:lnTo>
                <a:close/>
                <a:moveTo>
                  <a:pt x="703601" y="41152"/>
                </a:moveTo>
                <a:cubicBezTo>
                  <a:pt x="712374" y="41152"/>
                  <a:pt x="720058" y="44177"/>
                  <a:pt x="726652" y="50229"/>
                </a:cubicBezTo>
                <a:cubicBezTo>
                  <a:pt x="733247" y="56281"/>
                  <a:pt x="736545" y="64862"/>
                  <a:pt x="736545" y="75972"/>
                </a:cubicBezTo>
                <a:lnTo>
                  <a:pt x="677284" y="75972"/>
                </a:lnTo>
                <a:cubicBezTo>
                  <a:pt x="677906" y="90308"/>
                  <a:pt x="681173" y="100751"/>
                  <a:pt x="687083" y="107301"/>
                </a:cubicBezTo>
                <a:cubicBezTo>
                  <a:pt x="692994" y="113849"/>
                  <a:pt x="699993" y="117124"/>
                  <a:pt x="708081" y="117124"/>
                </a:cubicBezTo>
                <a:cubicBezTo>
                  <a:pt x="714614" y="117124"/>
                  <a:pt x="720120" y="115424"/>
                  <a:pt x="724599" y="112026"/>
                </a:cubicBezTo>
                <a:cubicBezTo>
                  <a:pt x="729079" y="108628"/>
                  <a:pt x="733216" y="103808"/>
                  <a:pt x="737011" y="97566"/>
                </a:cubicBezTo>
                <a:lnTo>
                  <a:pt x="740278" y="98680"/>
                </a:lnTo>
                <a:cubicBezTo>
                  <a:pt x="737727" y="106588"/>
                  <a:pt x="732952" y="113905"/>
                  <a:pt x="725952" y="120629"/>
                </a:cubicBezTo>
                <a:cubicBezTo>
                  <a:pt x="718953" y="127354"/>
                  <a:pt x="710383" y="130717"/>
                  <a:pt x="700242" y="130717"/>
                </a:cubicBezTo>
                <a:cubicBezTo>
                  <a:pt x="688545" y="130717"/>
                  <a:pt x="679508" y="126310"/>
                  <a:pt x="673131" y="117496"/>
                </a:cubicBezTo>
                <a:cubicBezTo>
                  <a:pt x="666754" y="108682"/>
                  <a:pt x="663566" y="98534"/>
                  <a:pt x="663566" y="87051"/>
                </a:cubicBezTo>
                <a:cubicBezTo>
                  <a:pt x="663566" y="74575"/>
                  <a:pt x="667267" y="63807"/>
                  <a:pt x="674671" y="54745"/>
                </a:cubicBezTo>
                <a:cubicBezTo>
                  <a:pt x="682075" y="45683"/>
                  <a:pt x="691718" y="41152"/>
                  <a:pt x="703601" y="41152"/>
                </a:cubicBezTo>
                <a:moveTo>
                  <a:pt x="698189" y="48041"/>
                </a:moveTo>
                <a:cubicBezTo>
                  <a:pt x="691096" y="48041"/>
                  <a:pt x="685683" y="51162"/>
                  <a:pt x="681950" y="57404"/>
                </a:cubicBezTo>
                <a:cubicBezTo>
                  <a:pt x="679959" y="60742"/>
                  <a:pt x="678528" y="64945"/>
                  <a:pt x="677657" y="70013"/>
                </a:cubicBezTo>
                <a:lnTo>
                  <a:pt x="717040" y="70013"/>
                </a:lnTo>
                <a:cubicBezTo>
                  <a:pt x="716356" y="63834"/>
                  <a:pt x="715174" y="59229"/>
                  <a:pt x="713494" y="56199"/>
                </a:cubicBezTo>
                <a:cubicBezTo>
                  <a:pt x="710445" y="50761"/>
                  <a:pt x="705343" y="48041"/>
                  <a:pt x="698189" y="48041"/>
                </a:cubicBezTo>
                <a:moveTo>
                  <a:pt x="702388" y="41152"/>
                </a:moveTo>
                <a:lnTo>
                  <a:pt x="702388" y="41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Synthesizer">
            <a:extLst xmlns:a="http://schemas.openxmlformats.org/drawingml/2006/main">
              <a:ext uri="{FF2B5EF4-FFF2-40B4-BE49-F238E27FC236}">
                <a16:creationId xmlns:a16="http://schemas.microsoft.com/office/drawing/2014/main" id="{6AF0B852-CEA7-4C0E-A057-BCE535B0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768" y="1982446"/>
            <a:ext cx="881692" cy="171496"/>
          </a:xfrm>
          <a:custGeom xmlns:a="http://schemas.openxmlformats.org/drawingml/2006/main">
            <a:pathLst>
              <a:path w="881692" h="171496">
                <a:moveTo>
                  <a:pt x="4386" y="91613"/>
                </a:moveTo>
                <a:cubicBezTo>
                  <a:pt x="7621" y="100249"/>
                  <a:pt x="11417" y="107132"/>
                  <a:pt x="15772" y="112265"/>
                </a:cubicBezTo>
                <a:cubicBezTo>
                  <a:pt x="23362" y="121214"/>
                  <a:pt x="32788" y="125689"/>
                  <a:pt x="44049" y="125689"/>
                </a:cubicBezTo>
                <a:cubicBezTo>
                  <a:pt x="50146" y="125689"/>
                  <a:pt x="55419" y="123762"/>
                  <a:pt x="59867" y="119908"/>
                </a:cubicBezTo>
                <a:cubicBezTo>
                  <a:pt x="64316" y="116054"/>
                  <a:pt x="66540" y="110676"/>
                  <a:pt x="66540" y="103775"/>
                </a:cubicBezTo>
                <a:cubicBezTo>
                  <a:pt x="66540" y="97558"/>
                  <a:pt x="64300" y="92150"/>
                  <a:pt x="59821" y="87549"/>
                </a:cubicBezTo>
                <a:cubicBezTo>
                  <a:pt x="56896" y="84628"/>
                  <a:pt x="50737" y="80245"/>
                  <a:pt x="41342" y="74401"/>
                </a:cubicBezTo>
                <a:lnTo>
                  <a:pt x="25011" y="64238"/>
                </a:lnTo>
                <a:cubicBezTo>
                  <a:pt x="20096" y="61129"/>
                  <a:pt x="16176" y="57987"/>
                  <a:pt x="13252" y="54811"/>
                </a:cubicBezTo>
                <a:cubicBezTo>
                  <a:pt x="7839" y="48773"/>
                  <a:pt x="5133" y="42113"/>
                  <a:pt x="5133" y="34829"/>
                </a:cubicBezTo>
                <a:cubicBezTo>
                  <a:pt x="5133" y="25179"/>
                  <a:pt x="8337" y="17148"/>
                  <a:pt x="14745" y="10736"/>
                </a:cubicBezTo>
                <a:cubicBezTo>
                  <a:pt x="21153" y="4323"/>
                  <a:pt x="29646" y="1117"/>
                  <a:pt x="40223" y="1117"/>
                </a:cubicBezTo>
                <a:cubicBezTo>
                  <a:pt x="44578" y="1117"/>
                  <a:pt x="49819" y="2188"/>
                  <a:pt x="55948" y="4329"/>
                </a:cubicBezTo>
                <a:cubicBezTo>
                  <a:pt x="62076" y="6471"/>
                  <a:pt x="65575" y="7541"/>
                  <a:pt x="66447" y="7541"/>
                </a:cubicBezTo>
                <a:cubicBezTo>
                  <a:pt x="68811" y="7541"/>
                  <a:pt x="70444" y="6983"/>
                  <a:pt x="71346" y="5865"/>
                </a:cubicBezTo>
                <a:cubicBezTo>
                  <a:pt x="72248" y="4748"/>
                  <a:pt x="72948" y="3165"/>
                  <a:pt x="73446" y="1117"/>
                </a:cubicBezTo>
                <a:lnTo>
                  <a:pt x="77365" y="1117"/>
                </a:lnTo>
                <a:lnTo>
                  <a:pt x="81565" y="41710"/>
                </a:lnTo>
                <a:lnTo>
                  <a:pt x="76992" y="41710"/>
                </a:lnTo>
                <a:cubicBezTo>
                  <a:pt x="73881" y="29518"/>
                  <a:pt x="68888" y="21007"/>
                  <a:pt x="62014" y="16180"/>
                </a:cubicBezTo>
                <a:cubicBezTo>
                  <a:pt x="55139" y="11352"/>
                  <a:pt x="48342" y="8938"/>
                  <a:pt x="41622" y="8938"/>
                </a:cubicBezTo>
                <a:cubicBezTo>
                  <a:pt x="36396" y="8938"/>
                  <a:pt x="31839" y="10477"/>
                  <a:pt x="27950" y="13555"/>
                </a:cubicBezTo>
                <a:cubicBezTo>
                  <a:pt x="24062" y="16631"/>
                  <a:pt x="22118" y="20905"/>
                  <a:pt x="22118" y="26374"/>
                </a:cubicBezTo>
                <a:cubicBezTo>
                  <a:pt x="22118" y="31286"/>
                  <a:pt x="23611" y="35482"/>
                  <a:pt x="26597" y="38964"/>
                </a:cubicBezTo>
                <a:cubicBezTo>
                  <a:pt x="29584" y="42507"/>
                  <a:pt x="34219" y="46206"/>
                  <a:pt x="40503" y="50060"/>
                </a:cubicBezTo>
                <a:lnTo>
                  <a:pt x="57301" y="60412"/>
                </a:lnTo>
                <a:cubicBezTo>
                  <a:pt x="67815" y="66879"/>
                  <a:pt x="75219" y="72808"/>
                  <a:pt x="79512" y="78201"/>
                </a:cubicBezTo>
                <a:cubicBezTo>
                  <a:pt x="83743" y="83653"/>
                  <a:pt x="85858" y="90098"/>
                  <a:pt x="85858" y="97534"/>
                </a:cubicBezTo>
                <a:cubicBezTo>
                  <a:pt x="85858" y="107512"/>
                  <a:pt x="82078" y="115847"/>
                  <a:pt x="74519" y="122541"/>
                </a:cubicBezTo>
                <a:cubicBezTo>
                  <a:pt x="66960" y="129233"/>
                  <a:pt x="57301" y="132579"/>
                  <a:pt x="45542" y="132579"/>
                </a:cubicBezTo>
                <a:cubicBezTo>
                  <a:pt x="39631" y="132579"/>
                  <a:pt x="33457" y="131461"/>
                  <a:pt x="27017" y="129227"/>
                </a:cubicBezTo>
                <a:cubicBezTo>
                  <a:pt x="20578" y="126992"/>
                  <a:pt x="16892" y="125875"/>
                  <a:pt x="15958" y="125875"/>
                </a:cubicBezTo>
                <a:cubicBezTo>
                  <a:pt x="13719" y="125875"/>
                  <a:pt x="12210" y="126548"/>
                  <a:pt x="11432" y="127894"/>
                </a:cubicBezTo>
                <a:cubicBezTo>
                  <a:pt x="10654" y="129241"/>
                  <a:pt x="10141" y="130678"/>
                  <a:pt x="9892" y="132206"/>
                </a:cubicBezTo>
                <a:lnTo>
                  <a:pt x="5693" y="132206"/>
                </a:lnTo>
                <a:lnTo>
                  <a:pt x="0" y="91613"/>
                </a:lnTo>
                <a:lnTo>
                  <a:pt x="4386" y="91613"/>
                </a:lnTo>
                <a:moveTo>
                  <a:pt x="45262" y="1117"/>
                </a:moveTo>
                <a:lnTo>
                  <a:pt x="45262" y="1117"/>
                </a:lnTo>
                <a:close/>
                <a:moveTo>
                  <a:pt x="101100" y="44317"/>
                </a:moveTo>
                <a:lnTo>
                  <a:pt x="140482" y="44317"/>
                </a:lnTo>
                <a:lnTo>
                  <a:pt x="140482" y="46924"/>
                </a:lnTo>
                <a:cubicBezTo>
                  <a:pt x="137372" y="46988"/>
                  <a:pt x="135070" y="47273"/>
                  <a:pt x="133577" y="47779"/>
                </a:cubicBezTo>
                <a:cubicBezTo>
                  <a:pt x="130715" y="48604"/>
                  <a:pt x="129284" y="50221"/>
                  <a:pt x="129284" y="52632"/>
                </a:cubicBezTo>
                <a:cubicBezTo>
                  <a:pt x="129284" y="53521"/>
                  <a:pt x="129439" y="54425"/>
                  <a:pt x="129750" y="55344"/>
                </a:cubicBezTo>
                <a:cubicBezTo>
                  <a:pt x="130061" y="56263"/>
                  <a:pt x="130621" y="57642"/>
                  <a:pt x="131430" y="59481"/>
                </a:cubicBezTo>
                <a:lnTo>
                  <a:pt x="153268" y="106693"/>
                </a:lnTo>
                <a:lnTo>
                  <a:pt x="170813" y="59109"/>
                </a:lnTo>
                <a:cubicBezTo>
                  <a:pt x="170999" y="58601"/>
                  <a:pt x="171295" y="57458"/>
                  <a:pt x="171699" y="55681"/>
                </a:cubicBezTo>
                <a:cubicBezTo>
                  <a:pt x="172104" y="53905"/>
                  <a:pt x="172306" y="52699"/>
                  <a:pt x="172306" y="52065"/>
                </a:cubicBezTo>
                <a:cubicBezTo>
                  <a:pt x="172306" y="50414"/>
                  <a:pt x="171746" y="49209"/>
                  <a:pt x="170626" y="48448"/>
                </a:cubicBezTo>
                <a:cubicBezTo>
                  <a:pt x="169506" y="47686"/>
                  <a:pt x="168075" y="47241"/>
                  <a:pt x="166333" y="47113"/>
                </a:cubicBezTo>
                <a:lnTo>
                  <a:pt x="163440" y="46924"/>
                </a:lnTo>
                <a:lnTo>
                  <a:pt x="163440" y="44317"/>
                </a:lnTo>
                <a:lnTo>
                  <a:pt x="189104" y="44317"/>
                </a:lnTo>
                <a:lnTo>
                  <a:pt x="189104" y="46924"/>
                </a:lnTo>
                <a:cubicBezTo>
                  <a:pt x="186553" y="47244"/>
                  <a:pt x="184640" y="48141"/>
                  <a:pt x="183365" y="49615"/>
                </a:cubicBezTo>
                <a:cubicBezTo>
                  <a:pt x="182089" y="51087"/>
                  <a:pt x="180985" y="53136"/>
                  <a:pt x="180052" y="55760"/>
                </a:cubicBezTo>
                <a:lnTo>
                  <a:pt x="150655" y="133344"/>
                </a:lnTo>
                <a:cubicBezTo>
                  <a:pt x="145553" y="146743"/>
                  <a:pt x="140669" y="156451"/>
                  <a:pt x="136003" y="162468"/>
                </a:cubicBezTo>
                <a:cubicBezTo>
                  <a:pt x="131337" y="168486"/>
                  <a:pt x="125426" y="171496"/>
                  <a:pt x="118271" y="171496"/>
                </a:cubicBezTo>
                <a:cubicBezTo>
                  <a:pt x="114787" y="171496"/>
                  <a:pt x="111521" y="170627"/>
                  <a:pt x="108472" y="168889"/>
                </a:cubicBezTo>
                <a:cubicBezTo>
                  <a:pt x="105424" y="167151"/>
                  <a:pt x="103900" y="164389"/>
                  <a:pt x="103900" y="160603"/>
                </a:cubicBezTo>
                <a:cubicBezTo>
                  <a:pt x="103900" y="158120"/>
                  <a:pt x="104817" y="156087"/>
                  <a:pt x="106653" y="154504"/>
                </a:cubicBezTo>
                <a:cubicBezTo>
                  <a:pt x="108488" y="152922"/>
                  <a:pt x="110806" y="152130"/>
                  <a:pt x="113605" y="152130"/>
                </a:cubicBezTo>
                <a:cubicBezTo>
                  <a:pt x="115223" y="152130"/>
                  <a:pt x="117634" y="152720"/>
                  <a:pt x="120838" y="153899"/>
                </a:cubicBezTo>
                <a:cubicBezTo>
                  <a:pt x="124042" y="155079"/>
                  <a:pt x="126328" y="155668"/>
                  <a:pt x="127697" y="155668"/>
                </a:cubicBezTo>
                <a:cubicBezTo>
                  <a:pt x="131181" y="155668"/>
                  <a:pt x="134852" y="151553"/>
                  <a:pt x="138709" y="143323"/>
                </a:cubicBezTo>
                <a:cubicBezTo>
                  <a:pt x="142567" y="135095"/>
                  <a:pt x="144495" y="129594"/>
                  <a:pt x="144495" y="126818"/>
                </a:cubicBezTo>
                <a:cubicBezTo>
                  <a:pt x="144495" y="126252"/>
                  <a:pt x="144402" y="125558"/>
                  <a:pt x="144215" y="124738"/>
                </a:cubicBezTo>
                <a:cubicBezTo>
                  <a:pt x="144029" y="123917"/>
                  <a:pt x="143811" y="123192"/>
                  <a:pt x="143562" y="122561"/>
                </a:cubicBezTo>
                <a:lnTo>
                  <a:pt x="113699" y="58829"/>
                </a:lnTo>
                <a:cubicBezTo>
                  <a:pt x="111583" y="54240"/>
                  <a:pt x="109732" y="51217"/>
                  <a:pt x="108146" y="49761"/>
                </a:cubicBezTo>
                <a:cubicBezTo>
                  <a:pt x="106559" y="48304"/>
                  <a:pt x="104211" y="47358"/>
                  <a:pt x="101100" y="46924"/>
                </a:cubicBezTo>
                <a:lnTo>
                  <a:pt x="101100" y="44317"/>
                </a:lnTo>
                <a:moveTo>
                  <a:pt x="145522" y="42641"/>
                </a:moveTo>
                <a:lnTo>
                  <a:pt x="145522" y="42641"/>
                </a:lnTo>
                <a:close/>
                <a:moveTo>
                  <a:pt x="197503" y="127365"/>
                </a:moveTo>
                <a:cubicBezTo>
                  <a:pt x="201920" y="126814"/>
                  <a:pt x="205016" y="125727"/>
                  <a:pt x="206789" y="124103"/>
                </a:cubicBezTo>
                <a:cubicBezTo>
                  <a:pt x="208562" y="122480"/>
                  <a:pt x="209449" y="118850"/>
                  <a:pt x="209449" y="113213"/>
                </a:cubicBezTo>
                <a:lnTo>
                  <a:pt x="209449" y="65731"/>
                </a:lnTo>
                <a:cubicBezTo>
                  <a:pt x="209449" y="61822"/>
                  <a:pt x="209075" y="59074"/>
                  <a:pt x="208329" y="57485"/>
                </a:cubicBezTo>
                <a:cubicBezTo>
                  <a:pt x="207147" y="55162"/>
                  <a:pt x="204720" y="54000"/>
                  <a:pt x="201049" y="54000"/>
                </a:cubicBezTo>
                <a:cubicBezTo>
                  <a:pt x="200489" y="54000"/>
                  <a:pt x="199914" y="54031"/>
                  <a:pt x="199323" y="54093"/>
                </a:cubicBezTo>
                <a:cubicBezTo>
                  <a:pt x="198732" y="54155"/>
                  <a:pt x="198001" y="54248"/>
                  <a:pt x="197130" y="54372"/>
                </a:cubicBezTo>
                <a:lnTo>
                  <a:pt x="197130" y="51020"/>
                </a:lnTo>
                <a:cubicBezTo>
                  <a:pt x="199681" y="50268"/>
                  <a:pt x="205716" y="48323"/>
                  <a:pt x="215235" y="45187"/>
                </a:cubicBezTo>
                <a:lnTo>
                  <a:pt x="224007" y="42269"/>
                </a:lnTo>
                <a:cubicBezTo>
                  <a:pt x="224443" y="42269"/>
                  <a:pt x="224707" y="42421"/>
                  <a:pt x="224800" y="42726"/>
                </a:cubicBezTo>
                <a:cubicBezTo>
                  <a:pt x="224894" y="43030"/>
                  <a:pt x="224940" y="43457"/>
                  <a:pt x="224940" y="44006"/>
                </a:cubicBezTo>
                <a:lnTo>
                  <a:pt x="224940" y="57555"/>
                </a:lnTo>
                <a:cubicBezTo>
                  <a:pt x="230664" y="52178"/>
                  <a:pt x="235144" y="48490"/>
                  <a:pt x="238379" y="46490"/>
                </a:cubicBezTo>
                <a:cubicBezTo>
                  <a:pt x="243232" y="43428"/>
                  <a:pt x="248271" y="41896"/>
                  <a:pt x="253497" y="41896"/>
                </a:cubicBezTo>
                <a:cubicBezTo>
                  <a:pt x="257728" y="41896"/>
                  <a:pt x="261585" y="43112"/>
                  <a:pt x="265070" y="45542"/>
                </a:cubicBezTo>
                <a:cubicBezTo>
                  <a:pt x="271789" y="50277"/>
                  <a:pt x="275148" y="58719"/>
                  <a:pt x="275148" y="70869"/>
                </a:cubicBezTo>
                <a:lnTo>
                  <a:pt x="275148" y="114517"/>
                </a:lnTo>
                <a:cubicBezTo>
                  <a:pt x="275148" y="119019"/>
                  <a:pt x="276051" y="122270"/>
                  <a:pt x="277855" y="124272"/>
                </a:cubicBezTo>
                <a:cubicBezTo>
                  <a:pt x="279659" y="126272"/>
                  <a:pt x="282677" y="127303"/>
                  <a:pt x="286907" y="127365"/>
                </a:cubicBezTo>
                <a:lnTo>
                  <a:pt x="286907" y="129972"/>
                </a:lnTo>
                <a:lnTo>
                  <a:pt x="247058" y="129972"/>
                </a:lnTo>
                <a:lnTo>
                  <a:pt x="247058" y="127365"/>
                </a:lnTo>
                <a:cubicBezTo>
                  <a:pt x="251600" y="126740"/>
                  <a:pt x="254773" y="125477"/>
                  <a:pt x="256577" y="123574"/>
                </a:cubicBezTo>
                <a:cubicBezTo>
                  <a:pt x="258381" y="121669"/>
                  <a:pt x="259283" y="117533"/>
                  <a:pt x="259283" y="111165"/>
                </a:cubicBezTo>
                <a:lnTo>
                  <a:pt x="259283" y="71282"/>
                </a:lnTo>
                <a:cubicBezTo>
                  <a:pt x="259283" y="65929"/>
                  <a:pt x="258288" y="61493"/>
                  <a:pt x="256297" y="57974"/>
                </a:cubicBezTo>
                <a:cubicBezTo>
                  <a:pt x="254306" y="54456"/>
                  <a:pt x="250635" y="52696"/>
                  <a:pt x="245285" y="52696"/>
                </a:cubicBezTo>
                <a:cubicBezTo>
                  <a:pt x="241614" y="52696"/>
                  <a:pt x="237881" y="53942"/>
                  <a:pt x="234086" y="56432"/>
                </a:cubicBezTo>
                <a:cubicBezTo>
                  <a:pt x="231971" y="57865"/>
                  <a:pt x="229233" y="60233"/>
                  <a:pt x="225874" y="63534"/>
                </a:cubicBezTo>
                <a:lnTo>
                  <a:pt x="225874" y="115820"/>
                </a:lnTo>
                <a:cubicBezTo>
                  <a:pt x="225874" y="120326"/>
                  <a:pt x="226869" y="123345"/>
                  <a:pt x="228860" y="124877"/>
                </a:cubicBezTo>
                <a:cubicBezTo>
                  <a:pt x="230851" y="126410"/>
                  <a:pt x="233993" y="127239"/>
                  <a:pt x="238286" y="127365"/>
                </a:cubicBezTo>
                <a:lnTo>
                  <a:pt x="238286" y="129972"/>
                </a:lnTo>
                <a:lnTo>
                  <a:pt x="197503" y="129972"/>
                </a:lnTo>
                <a:lnTo>
                  <a:pt x="197503" y="127365"/>
                </a:lnTo>
                <a:moveTo>
                  <a:pt x="241925" y="42269"/>
                </a:moveTo>
                <a:lnTo>
                  <a:pt x="241925" y="42269"/>
                </a:lnTo>
                <a:close/>
                <a:moveTo>
                  <a:pt x="338236" y="44317"/>
                </a:moveTo>
                <a:lnTo>
                  <a:pt x="338236" y="51020"/>
                </a:lnTo>
                <a:lnTo>
                  <a:pt x="319198" y="51020"/>
                </a:lnTo>
                <a:lnTo>
                  <a:pt x="319011" y="104223"/>
                </a:lnTo>
                <a:cubicBezTo>
                  <a:pt x="319011" y="108903"/>
                  <a:pt x="319416" y="112444"/>
                  <a:pt x="320225" y="114845"/>
                </a:cubicBezTo>
                <a:cubicBezTo>
                  <a:pt x="321718" y="119095"/>
                  <a:pt x="324642" y="121220"/>
                  <a:pt x="328997" y="121220"/>
                </a:cubicBezTo>
                <a:cubicBezTo>
                  <a:pt x="331237" y="121220"/>
                  <a:pt x="333181" y="120700"/>
                  <a:pt x="334830" y="119661"/>
                </a:cubicBezTo>
                <a:cubicBezTo>
                  <a:pt x="336478" y="118619"/>
                  <a:pt x="338360" y="116966"/>
                  <a:pt x="340476" y="114703"/>
                </a:cubicBezTo>
                <a:lnTo>
                  <a:pt x="342902" y="116751"/>
                </a:lnTo>
                <a:lnTo>
                  <a:pt x="340849" y="119579"/>
                </a:lnTo>
                <a:cubicBezTo>
                  <a:pt x="337614" y="123980"/>
                  <a:pt x="334192" y="127092"/>
                  <a:pt x="330584" y="128916"/>
                </a:cubicBezTo>
                <a:cubicBezTo>
                  <a:pt x="326975" y="130737"/>
                  <a:pt x="323491" y="131648"/>
                  <a:pt x="320131" y="131648"/>
                </a:cubicBezTo>
                <a:cubicBezTo>
                  <a:pt x="312790" y="131648"/>
                  <a:pt x="307813" y="128401"/>
                  <a:pt x="305199" y="121907"/>
                </a:cubicBezTo>
                <a:cubicBezTo>
                  <a:pt x="303768" y="118380"/>
                  <a:pt x="303053" y="113494"/>
                  <a:pt x="303053" y="107246"/>
                </a:cubicBezTo>
                <a:lnTo>
                  <a:pt x="303053" y="51020"/>
                </a:lnTo>
                <a:lnTo>
                  <a:pt x="292881" y="51020"/>
                </a:lnTo>
                <a:cubicBezTo>
                  <a:pt x="292570" y="50834"/>
                  <a:pt x="292336" y="50648"/>
                  <a:pt x="292181" y="50462"/>
                </a:cubicBezTo>
                <a:cubicBezTo>
                  <a:pt x="292025" y="50276"/>
                  <a:pt x="291947" y="50027"/>
                  <a:pt x="291947" y="49717"/>
                </a:cubicBezTo>
                <a:cubicBezTo>
                  <a:pt x="291947" y="49096"/>
                  <a:pt x="292087" y="48615"/>
                  <a:pt x="292367" y="48274"/>
                </a:cubicBezTo>
                <a:cubicBezTo>
                  <a:pt x="292647" y="47933"/>
                  <a:pt x="293534" y="47141"/>
                  <a:pt x="295027" y="45900"/>
                </a:cubicBezTo>
                <a:cubicBezTo>
                  <a:pt x="299320" y="42348"/>
                  <a:pt x="302415" y="39467"/>
                  <a:pt x="304313" y="37256"/>
                </a:cubicBezTo>
                <a:cubicBezTo>
                  <a:pt x="306210" y="35045"/>
                  <a:pt x="310674" y="29205"/>
                  <a:pt x="317705" y="19738"/>
                </a:cubicBezTo>
                <a:cubicBezTo>
                  <a:pt x="318514" y="19738"/>
                  <a:pt x="318996" y="19800"/>
                  <a:pt x="319151" y="19924"/>
                </a:cubicBezTo>
                <a:cubicBezTo>
                  <a:pt x="319307" y="20048"/>
                  <a:pt x="319385" y="20516"/>
                  <a:pt x="319385" y="21326"/>
                </a:cubicBezTo>
                <a:lnTo>
                  <a:pt x="319385" y="44317"/>
                </a:lnTo>
                <a:lnTo>
                  <a:pt x="338236" y="44317"/>
                </a:lnTo>
                <a:close/>
                <a:moveTo>
                  <a:pt x="343414" y="127365"/>
                </a:moveTo>
                <a:cubicBezTo>
                  <a:pt x="348516" y="126682"/>
                  <a:pt x="351860" y="125425"/>
                  <a:pt x="353446" y="123594"/>
                </a:cubicBezTo>
                <a:cubicBezTo>
                  <a:pt x="355033" y="121763"/>
                  <a:pt x="355826" y="117434"/>
                  <a:pt x="355826" y="110606"/>
                </a:cubicBezTo>
                <a:lnTo>
                  <a:pt x="355826" y="21414"/>
                </a:lnTo>
                <a:cubicBezTo>
                  <a:pt x="355826" y="17938"/>
                  <a:pt x="355375" y="15377"/>
                  <a:pt x="354473" y="13733"/>
                </a:cubicBezTo>
                <a:cubicBezTo>
                  <a:pt x="353571" y="12088"/>
                  <a:pt x="351378" y="11265"/>
                  <a:pt x="347894" y="11265"/>
                </a:cubicBezTo>
                <a:cubicBezTo>
                  <a:pt x="347209" y="11265"/>
                  <a:pt x="346541" y="11312"/>
                  <a:pt x="345887" y="11405"/>
                </a:cubicBezTo>
                <a:cubicBezTo>
                  <a:pt x="345234" y="11498"/>
                  <a:pt x="344503" y="11607"/>
                  <a:pt x="343694" y="11731"/>
                </a:cubicBezTo>
                <a:lnTo>
                  <a:pt x="343694" y="8379"/>
                </a:lnTo>
                <a:cubicBezTo>
                  <a:pt x="346432" y="7555"/>
                  <a:pt x="349807" y="6556"/>
                  <a:pt x="353820" y="5383"/>
                </a:cubicBezTo>
                <a:cubicBezTo>
                  <a:pt x="357833" y="4207"/>
                  <a:pt x="360617" y="3365"/>
                  <a:pt x="362172" y="2857"/>
                </a:cubicBezTo>
                <a:lnTo>
                  <a:pt x="371131" y="0"/>
                </a:lnTo>
                <a:lnTo>
                  <a:pt x="371318" y="652"/>
                </a:lnTo>
                <a:lnTo>
                  <a:pt x="371318" y="57817"/>
                </a:lnTo>
                <a:cubicBezTo>
                  <a:pt x="375238" y="53321"/>
                  <a:pt x="378722" y="50012"/>
                  <a:pt x="381770" y="47890"/>
                </a:cubicBezTo>
                <a:cubicBezTo>
                  <a:pt x="387245" y="44142"/>
                  <a:pt x="393156" y="42269"/>
                  <a:pt x="399502" y="42269"/>
                </a:cubicBezTo>
                <a:cubicBezTo>
                  <a:pt x="409581" y="42269"/>
                  <a:pt x="416456" y="46495"/>
                  <a:pt x="420126" y="54948"/>
                </a:cubicBezTo>
                <a:cubicBezTo>
                  <a:pt x="422117" y="59423"/>
                  <a:pt x="423113" y="65296"/>
                  <a:pt x="423113" y="72568"/>
                </a:cubicBezTo>
                <a:lnTo>
                  <a:pt x="423113" y="110606"/>
                </a:lnTo>
                <a:cubicBezTo>
                  <a:pt x="423113" y="117186"/>
                  <a:pt x="423875" y="121468"/>
                  <a:pt x="425399" y="123455"/>
                </a:cubicBezTo>
                <a:cubicBezTo>
                  <a:pt x="426923" y="125441"/>
                  <a:pt x="430050" y="126744"/>
                  <a:pt x="434778" y="127365"/>
                </a:cubicBezTo>
                <a:lnTo>
                  <a:pt x="434778" y="129972"/>
                </a:lnTo>
                <a:lnTo>
                  <a:pt x="394369" y="129972"/>
                </a:lnTo>
                <a:lnTo>
                  <a:pt x="394369" y="127365"/>
                </a:lnTo>
                <a:cubicBezTo>
                  <a:pt x="399782" y="126620"/>
                  <a:pt x="403266" y="125348"/>
                  <a:pt x="404821" y="123548"/>
                </a:cubicBezTo>
                <a:cubicBezTo>
                  <a:pt x="406377" y="121748"/>
                  <a:pt x="407154" y="117434"/>
                  <a:pt x="407154" y="110606"/>
                </a:cubicBezTo>
                <a:lnTo>
                  <a:pt x="407154" y="72900"/>
                </a:lnTo>
                <a:cubicBezTo>
                  <a:pt x="407154" y="66879"/>
                  <a:pt x="406143" y="62007"/>
                  <a:pt x="404121" y="58282"/>
                </a:cubicBezTo>
                <a:cubicBezTo>
                  <a:pt x="402099" y="54558"/>
                  <a:pt x="398289" y="52696"/>
                  <a:pt x="392689" y="52696"/>
                </a:cubicBezTo>
                <a:cubicBezTo>
                  <a:pt x="387836" y="52696"/>
                  <a:pt x="383139" y="54434"/>
                  <a:pt x="378597" y="57910"/>
                </a:cubicBezTo>
                <a:cubicBezTo>
                  <a:pt x="374055" y="61386"/>
                  <a:pt x="371785" y="63651"/>
                  <a:pt x="371785" y="64707"/>
                </a:cubicBezTo>
                <a:lnTo>
                  <a:pt x="371785" y="110606"/>
                </a:lnTo>
                <a:cubicBezTo>
                  <a:pt x="371785" y="117558"/>
                  <a:pt x="372593" y="121903"/>
                  <a:pt x="374211" y="123641"/>
                </a:cubicBezTo>
                <a:cubicBezTo>
                  <a:pt x="375829" y="125379"/>
                  <a:pt x="379282" y="126620"/>
                  <a:pt x="384570" y="127365"/>
                </a:cubicBezTo>
                <a:lnTo>
                  <a:pt x="384570" y="129972"/>
                </a:lnTo>
                <a:lnTo>
                  <a:pt x="343414" y="129972"/>
                </a:lnTo>
                <a:lnTo>
                  <a:pt x="343414" y="127365"/>
                </a:lnTo>
                <a:close/>
                <a:moveTo>
                  <a:pt x="481067" y="42641"/>
                </a:moveTo>
                <a:cubicBezTo>
                  <a:pt x="489839" y="42641"/>
                  <a:pt x="497523" y="45667"/>
                  <a:pt x="504118" y="51719"/>
                </a:cubicBezTo>
                <a:cubicBezTo>
                  <a:pt x="510712" y="57770"/>
                  <a:pt x="514010" y="66351"/>
                  <a:pt x="514010" y="77462"/>
                </a:cubicBezTo>
                <a:lnTo>
                  <a:pt x="454749" y="77462"/>
                </a:lnTo>
                <a:cubicBezTo>
                  <a:pt x="455371" y="91798"/>
                  <a:pt x="458638" y="102241"/>
                  <a:pt x="464548" y="108791"/>
                </a:cubicBezTo>
                <a:cubicBezTo>
                  <a:pt x="470459" y="115339"/>
                  <a:pt x="477458" y="118613"/>
                  <a:pt x="485546" y="118613"/>
                </a:cubicBezTo>
                <a:cubicBezTo>
                  <a:pt x="492079" y="118613"/>
                  <a:pt x="497585" y="116914"/>
                  <a:pt x="502064" y="113516"/>
                </a:cubicBezTo>
                <a:cubicBezTo>
                  <a:pt x="506544" y="110118"/>
                  <a:pt x="510681" y="105298"/>
                  <a:pt x="514476" y="99056"/>
                </a:cubicBezTo>
                <a:lnTo>
                  <a:pt x="517743" y="100170"/>
                </a:lnTo>
                <a:cubicBezTo>
                  <a:pt x="515192" y="108078"/>
                  <a:pt x="510417" y="115394"/>
                  <a:pt x="503418" y="122119"/>
                </a:cubicBezTo>
                <a:cubicBezTo>
                  <a:pt x="496418" y="128844"/>
                  <a:pt x="487848" y="132206"/>
                  <a:pt x="477707" y="132206"/>
                </a:cubicBezTo>
                <a:cubicBezTo>
                  <a:pt x="466010" y="132206"/>
                  <a:pt x="456973" y="127799"/>
                  <a:pt x="450596" y="118986"/>
                </a:cubicBezTo>
                <a:cubicBezTo>
                  <a:pt x="444219" y="110172"/>
                  <a:pt x="441031" y="100024"/>
                  <a:pt x="441031" y="88541"/>
                </a:cubicBezTo>
                <a:cubicBezTo>
                  <a:pt x="441031" y="76065"/>
                  <a:pt x="444732" y="65296"/>
                  <a:pt x="452136" y="56234"/>
                </a:cubicBezTo>
                <a:cubicBezTo>
                  <a:pt x="459540" y="47172"/>
                  <a:pt x="469183" y="42641"/>
                  <a:pt x="481067" y="42641"/>
                </a:cubicBezTo>
                <a:moveTo>
                  <a:pt x="475654" y="49531"/>
                </a:moveTo>
                <a:cubicBezTo>
                  <a:pt x="468561" y="49531"/>
                  <a:pt x="463148" y="52652"/>
                  <a:pt x="459415" y="58893"/>
                </a:cubicBezTo>
                <a:cubicBezTo>
                  <a:pt x="457425" y="62232"/>
                  <a:pt x="455994" y="66435"/>
                  <a:pt x="455123" y="71503"/>
                </a:cubicBezTo>
                <a:lnTo>
                  <a:pt x="494505" y="71503"/>
                </a:lnTo>
                <a:cubicBezTo>
                  <a:pt x="493821" y="65323"/>
                  <a:pt x="492639" y="60719"/>
                  <a:pt x="490959" y="57689"/>
                </a:cubicBezTo>
                <a:cubicBezTo>
                  <a:pt x="487910" y="52250"/>
                  <a:pt x="482809" y="49531"/>
                  <a:pt x="475654" y="49531"/>
                </a:cubicBezTo>
                <a:moveTo>
                  <a:pt x="479853" y="42641"/>
                </a:moveTo>
                <a:lnTo>
                  <a:pt x="479853" y="42641"/>
                </a:lnTo>
                <a:close/>
                <a:moveTo>
                  <a:pt x="531897" y="100365"/>
                </a:moveTo>
                <a:lnTo>
                  <a:pt x="534977" y="100365"/>
                </a:lnTo>
                <a:cubicBezTo>
                  <a:pt x="536408" y="107466"/>
                  <a:pt x="538337" y="112916"/>
                  <a:pt x="540763" y="116716"/>
                </a:cubicBezTo>
                <a:cubicBezTo>
                  <a:pt x="545118" y="123691"/>
                  <a:pt x="551495" y="127179"/>
                  <a:pt x="559895" y="127179"/>
                </a:cubicBezTo>
                <a:cubicBezTo>
                  <a:pt x="564561" y="127179"/>
                  <a:pt x="568247" y="125894"/>
                  <a:pt x="570953" y="123324"/>
                </a:cubicBezTo>
                <a:cubicBezTo>
                  <a:pt x="573660" y="120754"/>
                  <a:pt x="575013" y="117425"/>
                  <a:pt x="575013" y="113338"/>
                </a:cubicBezTo>
                <a:cubicBezTo>
                  <a:pt x="575013" y="110737"/>
                  <a:pt x="574235" y="108229"/>
                  <a:pt x="572680" y="105814"/>
                </a:cubicBezTo>
                <a:cubicBezTo>
                  <a:pt x="571125" y="103400"/>
                  <a:pt x="568387" y="101047"/>
                  <a:pt x="564467" y="98756"/>
                </a:cubicBezTo>
                <a:lnTo>
                  <a:pt x="554015" y="92809"/>
                </a:lnTo>
                <a:cubicBezTo>
                  <a:pt x="546363" y="88722"/>
                  <a:pt x="540732" y="84600"/>
                  <a:pt x="537124" y="80441"/>
                </a:cubicBezTo>
                <a:cubicBezTo>
                  <a:pt x="533515" y="76282"/>
                  <a:pt x="531711" y="71379"/>
                  <a:pt x="531711" y="65731"/>
                </a:cubicBezTo>
                <a:cubicBezTo>
                  <a:pt x="531711" y="58779"/>
                  <a:pt x="534199" y="53069"/>
                  <a:pt x="539177" y="48600"/>
                </a:cubicBezTo>
                <a:cubicBezTo>
                  <a:pt x="544154" y="44131"/>
                  <a:pt x="550407" y="41896"/>
                  <a:pt x="557935" y="41896"/>
                </a:cubicBezTo>
                <a:cubicBezTo>
                  <a:pt x="561232" y="41896"/>
                  <a:pt x="564856" y="42517"/>
                  <a:pt x="568807" y="43758"/>
                </a:cubicBezTo>
                <a:cubicBezTo>
                  <a:pt x="572758" y="45000"/>
                  <a:pt x="574982" y="45620"/>
                  <a:pt x="575480" y="45620"/>
                </a:cubicBezTo>
                <a:cubicBezTo>
                  <a:pt x="576600" y="45620"/>
                  <a:pt x="577408" y="45473"/>
                  <a:pt x="577906" y="45178"/>
                </a:cubicBezTo>
                <a:cubicBezTo>
                  <a:pt x="578404" y="44881"/>
                  <a:pt x="578839" y="44408"/>
                  <a:pt x="579213" y="43758"/>
                </a:cubicBezTo>
                <a:lnTo>
                  <a:pt x="581452" y="43758"/>
                </a:lnTo>
                <a:lnTo>
                  <a:pt x="582106" y="69827"/>
                </a:lnTo>
                <a:lnTo>
                  <a:pt x="579213" y="69827"/>
                </a:lnTo>
                <a:cubicBezTo>
                  <a:pt x="577968" y="63783"/>
                  <a:pt x="576288" y="59079"/>
                  <a:pt x="574173" y="55713"/>
                </a:cubicBezTo>
                <a:cubicBezTo>
                  <a:pt x="570316" y="49481"/>
                  <a:pt x="564747" y="46365"/>
                  <a:pt x="557468" y="46365"/>
                </a:cubicBezTo>
                <a:cubicBezTo>
                  <a:pt x="553113" y="46365"/>
                  <a:pt x="549691" y="47697"/>
                  <a:pt x="547203" y="50360"/>
                </a:cubicBezTo>
                <a:cubicBezTo>
                  <a:pt x="544714" y="53023"/>
                  <a:pt x="543470" y="56151"/>
                  <a:pt x="543470" y="59743"/>
                </a:cubicBezTo>
                <a:cubicBezTo>
                  <a:pt x="543470" y="65440"/>
                  <a:pt x="547762" y="70518"/>
                  <a:pt x="556348" y="74977"/>
                </a:cubicBezTo>
                <a:lnTo>
                  <a:pt x="568667" y="81573"/>
                </a:lnTo>
                <a:cubicBezTo>
                  <a:pt x="581919" y="88755"/>
                  <a:pt x="588545" y="97127"/>
                  <a:pt x="588545" y="106687"/>
                </a:cubicBezTo>
                <a:cubicBezTo>
                  <a:pt x="588545" y="114015"/>
                  <a:pt x="585792" y="120008"/>
                  <a:pt x="580286" y="124665"/>
                </a:cubicBezTo>
                <a:cubicBezTo>
                  <a:pt x="574780" y="129320"/>
                  <a:pt x="567578" y="131648"/>
                  <a:pt x="558681" y="131648"/>
                </a:cubicBezTo>
                <a:cubicBezTo>
                  <a:pt x="554948" y="131648"/>
                  <a:pt x="550718" y="131027"/>
                  <a:pt x="545989" y="129786"/>
                </a:cubicBezTo>
                <a:cubicBezTo>
                  <a:pt x="541261" y="128544"/>
                  <a:pt x="538461" y="127923"/>
                  <a:pt x="537590" y="127923"/>
                </a:cubicBezTo>
                <a:cubicBezTo>
                  <a:pt x="536844" y="127923"/>
                  <a:pt x="536190" y="128179"/>
                  <a:pt x="535630" y="128689"/>
                </a:cubicBezTo>
                <a:cubicBezTo>
                  <a:pt x="535070" y="129197"/>
                  <a:pt x="534635" y="129811"/>
                  <a:pt x="534324" y="130530"/>
                </a:cubicBezTo>
                <a:lnTo>
                  <a:pt x="531897" y="130530"/>
                </a:lnTo>
                <a:lnTo>
                  <a:pt x="531897" y="100365"/>
                </a:lnTo>
                <a:moveTo>
                  <a:pt x="559241" y="41896"/>
                </a:moveTo>
                <a:lnTo>
                  <a:pt x="559241" y="41896"/>
                </a:lnTo>
                <a:close/>
                <a:moveTo>
                  <a:pt x="611534" y="9729"/>
                </a:moveTo>
                <a:cubicBezTo>
                  <a:pt x="611534" y="7074"/>
                  <a:pt x="612467" y="4789"/>
                  <a:pt x="614334" y="2875"/>
                </a:cubicBezTo>
                <a:cubicBezTo>
                  <a:pt x="616200" y="958"/>
                  <a:pt x="618502" y="0"/>
                  <a:pt x="621240" y="0"/>
                </a:cubicBezTo>
                <a:cubicBezTo>
                  <a:pt x="623915" y="0"/>
                  <a:pt x="626202" y="943"/>
                  <a:pt x="628099" y="2828"/>
                </a:cubicBezTo>
                <a:cubicBezTo>
                  <a:pt x="629997" y="4711"/>
                  <a:pt x="630946" y="7012"/>
                  <a:pt x="630946" y="9729"/>
                </a:cubicBezTo>
                <a:cubicBezTo>
                  <a:pt x="630946" y="12385"/>
                  <a:pt x="629997" y="14655"/>
                  <a:pt x="628099" y="16540"/>
                </a:cubicBezTo>
                <a:cubicBezTo>
                  <a:pt x="626202" y="18424"/>
                  <a:pt x="623915" y="19365"/>
                  <a:pt x="621240" y="19365"/>
                </a:cubicBezTo>
                <a:cubicBezTo>
                  <a:pt x="618502" y="19365"/>
                  <a:pt x="616200" y="18424"/>
                  <a:pt x="614334" y="16540"/>
                </a:cubicBezTo>
                <a:cubicBezTo>
                  <a:pt x="612467" y="14655"/>
                  <a:pt x="611534" y="12385"/>
                  <a:pt x="611534" y="9729"/>
                </a:cubicBezTo>
                <a:moveTo>
                  <a:pt x="599589" y="127365"/>
                </a:moveTo>
                <a:cubicBezTo>
                  <a:pt x="606246" y="126744"/>
                  <a:pt x="610445" y="125611"/>
                  <a:pt x="612187" y="123967"/>
                </a:cubicBezTo>
                <a:cubicBezTo>
                  <a:pt x="613930" y="122322"/>
                  <a:pt x="614801" y="117868"/>
                  <a:pt x="614801" y="110606"/>
                </a:cubicBezTo>
                <a:lnTo>
                  <a:pt x="614801" y="66103"/>
                </a:lnTo>
                <a:cubicBezTo>
                  <a:pt x="614801" y="62104"/>
                  <a:pt x="614521" y="59335"/>
                  <a:pt x="613961" y="57797"/>
                </a:cubicBezTo>
                <a:cubicBezTo>
                  <a:pt x="613027" y="55265"/>
                  <a:pt x="611068" y="54000"/>
                  <a:pt x="608081" y="54000"/>
                </a:cubicBezTo>
                <a:cubicBezTo>
                  <a:pt x="607397" y="54000"/>
                  <a:pt x="606728" y="54062"/>
                  <a:pt x="606075" y="54186"/>
                </a:cubicBezTo>
                <a:cubicBezTo>
                  <a:pt x="605421" y="54310"/>
                  <a:pt x="603539" y="54807"/>
                  <a:pt x="600429" y="55676"/>
                </a:cubicBezTo>
                <a:lnTo>
                  <a:pt x="600429" y="52696"/>
                </a:lnTo>
                <a:lnTo>
                  <a:pt x="604442" y="51393"/>
                </a:lnTo>
                <a:cubicBezTo>
                  <a:pt x="615329" y="47855"/>
                  <a:pt x="622920" y="45186"/>
                  <a:pt x="627213" y="43386"/>
                </a:cubicBezTo>
                <a:cubicBezTo>
                  <a:pt x="628955" y="42641"/>
                  <a:pt x="630075" y="42269"/>
                  <a:pt x="630572" y="42269"/>
                </a:cubicBezTo>
                <a:cubicBezTo>
                  <a:pt x="630697" y="42703"/>
                  <a:pt x="630759" y="43170"/>
                  <a:pt x="630759" y="43668"/>
                </a:cubicBezTo>
                <a:lnTo>
                  <a:pt x="630759" y="110586"/>
                </a:lnTo>
                <a:cubicBezTo>
                  <a:pt x="630759" y="117670"/>
                  <a:pt x="631614" y="122113"/>
                  <a:pt x="633325" y="123917"/>
                </a:cubicBezTo>
                <a:cubicBezTo>
                  <a:pt x="635036" y="125719"/>
                  <a:pt x="638909" y="126868"/>
                  <a:pt x="644944" y="127365"/>
                </a:cubicBezTo>
                <a:lnTo>
                  <a:pt x="644944" y="129972"/>
                </a:lnTo>
                <a:lnTo>
                  <a:pt x="599589" y="129972"/>
                </a:lnTo>
                <a:lnTo>
                  <a:pt x="599589" y="127365"/>
                </a:lnTo>
                <a:close/>
                <a:moveTo>
                  <a:pt x="725343" y="44317"/>
                </a:moveTo>
                <a:lnTo>
                  <a:pt x="725343" y="46551"/>
                </a:lnTo>
                <a:lnTo>
                  <a:pt x="673548" y="124013"/>
                </a:lnTo>
                <a:lnTo>
                  <a:pt x="699959" y="124013"/>
                </a:lnTo>
                <a:cubicBezTo>
                  <a:pt x="709105" y="124013"/>
                  <a:pt x="714891" y="122849"/>
                  <a:pt x="717317" y="120522"/>
                </a:cubicBezTo>
                <a:cubicBezTo>
                  <a:pt x="719743" y="118194"/>
                  <a:pt x="722139" y="112499"/>
                  <a:pt x="724503" y="103437"/>
                </a:cubicBezTo>
                <a:lnTo>
                  <a:pt x="727769" y="104089"/>
                </a:lnTo>
                <a:lnTo>
                  <a:pt x="725156" y="129972"/>
                </a:lnTo>
                <a:lnTo>
                  <a:pt x="652830" y="129972"/>
                </a:lnTo>
                <a:lnTo>
                  <a:pt x="652830" y="127830"/>
                </a:lnTo>
                <a:lnTo>
                  <a:pt x="703878" y="50089"/>
                </a:lnTo>
                <a:lnTo>
                  <a:pt x="678868" y="50089"/>
                </a:lnTo>
                <a:cubicBezTo>
                  <a:pt x="672148" y="50089"/>
                  <a:pt x="667762" y="51232"/>
                  <a:pt x="665709" y="53517"/>
                </a:cubicBezTo>
                <a:cubicBezTo>
                  <a:pt x="663656" y="55800"/>
                  <a:pt x="662225" y="60243"/>
                  <a:pt x="661416" y="66848"/>
                </a:cubicBezTo>
                <a:lnTo>
                  <a:pt x="658150" y="66848"/>
                </a:lnTo>
                <a:lnTo>
                  <a:pt x="658523" y="44317"/>
                </a:lnTo>
                <a:lnTo>
                  <a:pt x="725343" y="44317"/>
                </a:lnTo>
                <a:moveTo>
                  <a:pt x="690533" y="42641"/>
                </a:moveTo>
                <a:lnTo>
                  <a:pt x="690533" y="42641"/>
                </a:lnTo>
                <a:close/>
                <a:moveTo>
                  <a:pt x="776453" y="42641"/>
                </a:moveTo>
                <a:cubicBezTo>
                  <a:pt x="785226" y="42641"/>
                  <a:pt x="792909" y="45667"/>
                  <a:pt x="799504" y="51719"/>
                </a:cubicBezTo>
                <a:cubicBezTo>
                  <a:pt x="806099" y="57770"/>
                  <a:pt x="809396" y="66351"/>
                  <a:pt x="809396" y="77462"/>
                </a:cubicBezTo>
                <a:lnTo>
                  <a:pt x="750136" y="77462"/>
                </a:lnTo>
                <a:cubicBezTo>
                  <a:pt x="750758" y="91798"/>
                  <a:pt x="754024" y="102241"/>
                  <a:pt x="759935" y="108791"/>
                </a:cubicBezTo>
                <a:cubicBezTo>
                  <a:pt x="765845" y="115339"/>
                  <a:pt x="772845" y="118613"/>
                  <a:pt x="780933" y="118613"/>
                </a:cubicBezTo>
                <a:cubicBezTo>
                  <a:pt x="787465" y="118613"/>
                  <a:pt x="792971" y="116914"/>
                  <a:pt x="797451" y="113516"/>
                </a:cubicBezTo>
                <a:cubicBezTo>
                  <a:pt x="801931" y="110118"/>
                  <a:pt x="806068" y="105298"/>
                  <a:pt x="809863" y="99056"/>
                </a:cubicBezTo>
                <a:lnTo>
                  <a:pt x="813129" y="100170"/>
                </a:lnTo>
                <a:cubicBezTo>
                  <a:pt x="810579" y="108078"/>
                  <a:pt x="805803" y="115394"/>
                  <a:pt x="798804" y="122119"/>
                </a:cubicBezTo>
                <a:cubicBezTo>
                  <a:pt x="791805" y="128844"/>
                  <a:pt x="783235" y="132206"/>
                  <a:pt x="773094" y="132206"/>
                </a:cubicBezTo>
                <a:cubicBezTo>
                  <a:pt x="761397" y="132206"/>
                  <a:pt x="752360" y="127799"/>
                  <a:pt x="745983" y="118986"/>
                </a:cubicBezTo>
                <a:cubicBezTo>
                  <a:pt x="739606" y="110172"/>
                  <a:pt x="736417" y="100024"/>
                  <a:pt x="736417" y="88541"/>
                </a:cubicBezTo>
                <a:cubicBezTo>
                  <a:pt x="736417" y="76065"/>
                  <a:pt x="740119" y="65296"/>
                  <a:pt x="747523" y="56234"/>
                </a:cubicBezTo>
                <a:cubicBezTo>
                  <a:pt x="754926" y="47172"/>
                  <a:pt x="764570" y="42641"/>
                  <a:pt x="776453" y="42641"/>
                </a:cubicBezTo>
                <a:moveTo>
                  <a:pt x="771040" y="49531"/>
                </a:moveTo>
                <a:cubicBezTo>
                  <a:pt x="763948" y="49531"/>
                  <a:pt x="758535" y="52652"/>
                  <a:pt x="754802" y="58893"/>
                </a:cubicBezTo>
                <a:cubicBezTo>
                  <a:pt x="752811" y="62232"/>
                  <a:pt x="751380" y="66435"/>
                  <a:pt x="750509" y="71503"/>
                </a:cubicBezTo>
                <a:lnTo>
                  <a:pt x="789892" y="71503"/>
                </a:lnTo>
                <a:cubicBezTo>
                  <a:pt x="789207" y="65323"/>
                  <a:pt x="788025" y="60719"/>
                  <a:pt x="786345" y="57689"/>
                </a:cubicBezTo>
                <a:cubicBezTo>
                  <a:pt x="783297" y="52250"/>
                  <a:pt x="778195" y="49531"/>
                  <a:pt x="771040" y="49531"/>
                </a:cubicBezTo>
                <a:moveTo>
                  <a:pt x="775240" y="42641"/>
                </a:moveTo>
                <a:lnTo>
                  <a:pt x="775240" y="42641"/>
                </a:lnTo>
                <a:close/>
                <a:moveTo>
                  <a:pt x="818232" y="126806"/>
                </a:moveTo>
                <a:cubicBezTo>
                  <a:pt x="823956" y="126314"/>
                  <a:pt x="827751" y="125313"/>
                  <a:pt x="829617" y="123804"/>
                </a:cubicBezTo>
                <a:cubicBezTo>
                  <a:pt x="831484" y="122293"/>
                  <a:pt x="832417" y="119073"/>
                  <a:pt x="832417" y="114144"/>
                </a:cubicBezTo>
                <a:lnTo>
                  <a:pt x="832417" y="71876"/>
                </a:lnTo>
                <a:cubicBezTo>
                  <a:pt x="832417" y="65766"/>
                  <a:pt x="831842" y="61399"/>
                  <a:pt x="830691" y="58774"/>
                </a:cubicBezTo>
                <a:cubicBezTo>
                  <a:pt x="829540" y="56150"/>
                  <a:pt x="827440" y="54838"/>
                  <a:pt x="824391" y="54838"/>
                </a:cubicBezTo>
                <a:cubicBezTo>
                  <a:pt x="823769" y="54838"/>
                  <a:pt x="822945" y="54915"/>
                  <a:pt x="821918" y="55070"/>
                </a:cubicBezTo>
                <a:cubicBezTo>
                  <a:pt x="820892" y="55226"/>
                  <a:pt x="819818" y="55427"/>
                  <a:pt x="818699" y="55676"/>
                </a:cubicBezTo>
                <a:lnTo>
                  <a:pt x="818699" y="52510"/>
                </a:lnTo>
                <a:cubicBezTo>
                  <a:pt x="822245" y="51269"/>
                  <a:pt x="825885" y="49996"/>
                  <a:pt x="829617" y="48693"/>
                </a:cubicBezTo>
                <a:cubicBezTo>
                  <a:pt x="833350" y="47389"/>
                  <a:pt x="835932" y="46458"/>
                  <a:pt x="837363" y="45900"/>
                </a:cubicBezTo>
                <a:cubicBezTo>
                  <a:pt x="840474" y="44720"/>
                  <a:pt x="843678" y="43386"/>
                  <a:pt x="846976" y="41896"/>
                </a:cubicBezTo>
                <a:cubicBezTo>
                  <a:pt x="847411" y="41896"/>
                  <a:pt x="847676" y="42070"/>
                  <a:pt x="847769" y="42417"/>
                </a:cubicBezTo>
                <a:cubicBezTo>
                  <a:pt x="847862" y="42762"/>
                  <a:pt x="847909" y="43489"/>
                  <a:pt x="847909" y="44596"/>
                </a:cubicBezTo>
                <a:lnTo>
                  <a:pt x="847909" y="59865"/>
                </a:lnTo>
                <a:cubicBezTo>
                  <a:pt x="851891" y="54341"/>
                  <a:pt x="855733" y="50027"/>
                  <a:pt x="859434" y="46924"/>
                </a:cubicBezTo>
                <a:cubicBezTo>
                  <a:pt x="863136" y="43820"/>
                  <a:pt x="866978" y="42269"/>
                  <a:pt x="870960" y="42269"/>
                </a:cubicBezTo>
                <a:cubicBezTo>
                  <a:pt x="874133" y="42269"/>
                  <a:pt x="876715" y="43215"/>
                  <a:pt x="878706" y="45108"/>
                </a:cubicBezTo>
                <a:cubicBezTo>
                  <a:pt x="880697" y="47001"/>
                  <a:pt x="881692" y="49376"/>
                  <a:pt x="881692" y="52231"/>
                </a:cubicBezTo>
                <a:cubicBezTo>
                  <a:pt x="881692" y="54776"/>
                  <a:pt x="880930" y="56917"/>
                  <a:pt x="879406" y="58655"/>
                </a:cubicBezTo>
                <a:cubicBezTo>
                  <a:pt x="877881" y="60393"/>
                  <a:pt x="875968" y="61262"/>
                  <a:pt x="873666" y="61262"/>
                </a:cubicBezTo>
                <a:cubicBezTo>
                  <a:pt x="871302" y="61262"/>
                  <a:pt x="868922" y="60176"/>
                  <a:pt x="866527" y="58003"/>
                </a:cubicBezTo>
                <a:cubicBezTo>
                  <a:pt x="864132" y="55831"/>
                  <a:pt x="862250" y="54745"/>
                  <a:pt x="860881" y="54745"/>
                </a:cubicBezTo>
                <a:cubicBezTo>
                  <a:pt x="858703" y="54745"/>
                  <a:pt x="856028" y="56498"/>
                  <a:pt x="852855" y="60005"/>
                </a:cubicBezTo>
                <a:cubicBezTo>
                  <a:pt x="849682" y="63512"/>
                  <a:pt x="848096" y="67127"/>
                  <a:pt x="848096" y="70851"/>
                </a:cubicBezTo>
                <a:lnTo>
                  <a:pt x="848096" y="112841"/>
                </a:lnTo>
                <a:cubicBezTo>
                  <a:pt x="848096" y="118144"/>
                  <a:pt x="849340" y="121828"/>
                  <a:pt x="851829" y="123894"/>
                </a:cubicBezTo>
                <a:cubicBezTo>
                  <a:pt x="854317" y="125960"/>
                  <a:pt x="858455" y="126930"/>
                  <a:pt x="864241" y="126806"/>
                </a:cubicBezTo>
                <a:lnTo>
                  <a:pt x="864241" y="129972"/>
                </a:lnTo>
                <a:lnTo>
                  <a:pt x="818232" y="129972"/>
                </a:lnTo>
                <a:lnTo>
                  <a:pt x="818232" y="1268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5E403-AD50-4334-B2E8-E6A260F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736" y="717024"/>
            <a:ext cx="2693154" cy="2426772"/>
          </a:xfrm>
          <a:custGeom xmlns:a="http://schemas.openxmlformats.org/drawingml/2006/main">
            <a:pathLst>
              <a:path w="2693154" h="2426772" fill="none">
                <a:moveTo>
                  <a:pt x="0" y="0"/>
                </a:moveTo>
                <a:lnTo>
                  <a:pt x="2693154" y="0"/>
                </a:lnTo>
                <a:lnTo>
                  <a:pt x="2693154" y="2426772"/>
                </a:lnTo>
                <a:lnTo>
                  <a:pt x="0" y="2426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55" cap="flat">
            <a:solidFill>
              <a:srgbClr val="0000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A6234-36BD-4EFE-ACD1-25715DAC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591" y="734358"/>
            <a:ext cx="2684466" cy="2426772"/>
          </a:xfrm>
          <a:custGeom xmlns:a="http://schemas.openxmlformats.org/drawingml/2006/main">
            <a:pathLst>
              <a:path w="2684466" h="2426772" fill="none">
                <a:moveTo>
                  <a:pt x="0" y="0"/>
                </a:moveTo>
                <a:lnTo>
                  <a:pt x="2684466" y="0"/>
                </a:lnTo>
                <a:lnTo>
                  <a:pt x="2684466" y="2426772"/>
                </a:lnTo>
                <a:lnTo>
                  <a:pt x="0" y="2426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55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4FA7C-BE4F-47F4-8DE2-9C52C77F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295" y="1246797"/>
            <a:ext cx="722160" cy="403913"/>
          </a:xfrm>
          <a:custGeom xmlns:a="http://schemas.openxmlformats.org/drawingml/2006/main">
            <a:pathLst>
              <a:path w="722160" h="403913">
                <a:moveTo>
                  <a:pt x="8413" y="0"/>
                </a:moveTo>
                <a:lnTo>
                  <a:pt x="0" y="15167"/>
                </a:lnTo>
                <a:lnTo>
                  <a:pt x="626737" y="361143"/>
                </a:lnTo>
                <a:lnTo>
                  <a:pt x="614119" y="383893"/>
                </a:lnTo>
                <a:lnTo>
                  <a:pt x="722160" y="403913"/>
                </a:lnTo>
                <a:lnTo>
                  <a:pt x="647768" y="323225"/>
                </a:lnTo>
                <a:lnTo>
                  <a:pt x="635149" y="345976"/>
                </a:lnTo>
                <a:lnTo>
                  <a:pt x="84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09643-4464-4F32-AE93-9BF30B3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736" y="2233756"/>
            <a:ext cx="735684" cy="395443"/>
          </a:xfrm>
          <a:custGeom xmlns:a="http://schemas.openxmlformats.org/drawingml/2006/main">
            <a:pathLst>
              <a:path w="735684" h="395443">
                <a:moveTo>
                  <a:pt x="659927" y="79414"/>
                </a:moveTo>
                <a:lnTo>
                  <a:pt x="735684" y="0"/>
                </a:lnTo>
                <a:lnTo>
                  <a:pt x="627318" y="18183"/>
                </a:lnTo>
                <a:lnTo>
                  <a:pt x="639546" y="41144"/>
                </a:lnTo>
                <a:lnTo>
                  <a:pt x="0" y="380135"/>
                </a:lnTo>
                <a:lnTo>
                  <a:pt x="8153" y="395443"/>
                </a:lnTo>
                <a:lnTo>
                  <a:pt x="647698" y="56452"/>
                </a:lnTo>
                <a:lnTo>
                  <a:pt x="659927" y="79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F2160-6B9D-4175-A301-98266C0D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892" y="2346428"/>
            <a:ext cx="1259699" cy="164674"/>
          </a:xfrm>
          <a:custGeom xmlns:a="http://schemas.openxmlformats.org/drawingml/2006/main">
            <a:pathLst>
              <a:path w="1259699" h="164674">
                <a:moveTo>
                  <a:pt x="0" y="50258"/>
                </a:moveTo>
                <a:lnTo>
                  <a:pt x="1096210" y="50258"/>
                </a:lnTo>
                <a:lnTo>
                  <a:pt x="1096210" y="0"/>
                </a:lnTo>
                <a:lnTo>
                  <a:pt x="1259699" y="82337"/>
                </a:lnTo>
                <a:lnTo>
                  <a:pt x="1096210" y="164674"/>
                </a:lnTo>
                <a:lnTo>
                  <a:pt x="1096210" y="114415"/>
                </a:lnTo>
                <a:lnTo>
                  <a:pt x="0" y="114415"/>
                </a:lnTo>
                <a:lnTo>
                  <a:pt x="0" y="502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E5BA0-7206-42F1-8252-67A112BB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6" y="725690"/>
            <a:ext cx="2693154" cy="2426772"/>
          </a:xfrm>
          <a:custGeom xmlns:a="http://schemas.openxmlformats.org/drawingml/2006/main">
            <a:pathLst>
              <a:path w="2693154" h="2426772" fill="none">
                <a:moveTo>
                  <a:pt x="0" y="0"/>
                </a:moveTo>
                <a:lnTo>
                  <a:pt x="2693154" y="0"/>
                </a:lnTo>
                <a:lnTo>
                  <a:pt x="2693154" y="2426772"/>
                </a:lnTo>
                <a:lnTo>
                  <a:pt x="0" y="2426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55" cap="flat">
            <a:solidFill>
              <a:srgbClr val="000000"/>
            </a:solidFill>
            <a:miter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83ccb1bcb4434"/>
          <a:stretch xmlns:a="http://schemas.openxmlformats.org/drawingml/2006/main"/>
        </p:blipFill>
        <p:spPr>
          <a:xfrm xmlns:a="http://schemas.openxmlformats.org/drawingml/2006/main">
            <a:off x="3079434" y="1020370"/>
            <a:ext cx="684696" cy="684696"/>
          </a:xfrm>
          <a:prstGeom xmlns:a="http://schemas.openxmlformats.org/drawingml/2006/main" prst="rect">
            <a:avLst/>
          </a:prstGeom>
        </p:spPr>
      </p:pic>
      <p:sp>
        <p:nvSpPr>
          <p:cNvPr id="68" name="Text Selected">
            <a:extLst xmlns:a="http://schemas.openxmlformats.org/drawingml/2006/main">
              <a:ext uri="{FF2B5EF4-FFF2-40B4-BE49-F238E27FC236}">
                <a16:creationId xmlns:a16="http://schemas.microsoft.com/office/drawing/2014/main" id="{BEA4B357-AC36-4AE8-AA93-577971B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223" y="1865813"/>
            <a:ext cx="699716" cy="145444"/>
          </a:xfrm>
          <a:custGeom xmlns:a="http://schemas.openxmlformats.org/drawingml/2006/main">
            <a:pathLst>
              <a:path w="699716" h="145444">
                <a:moveTo>
                  <a:pt x="4785" y="100754"/>
                </a:moveTo>
                <a:cubicBezTo>
                  <a:pt x="8314" y="110175"/>
                  <a:pt x="12454" y="117684"/>
                  <a:pt x="17206" y="123283"/>
                </a:cubicBezTo>
                <a:cubicBezTo>
                  <a:pt x="25486" y="133046"/>
                  <a:pt x="35768" y="137928"/>
                  <a:pt x="48053" y="137928"/>
                </a:cubicBezTo>
                <a:cubicBezTo>
                  <a:pt x="54705" y="137928"/>
                  <a:pt x="60457" y="135826"/>
                  <a:pt x="65310" y="131621"/>
                </a:cubicBezTo>
                <a:cubicBezTo>
                  <a:pt x="70162" y="127417"/>
                  <a:pt x="72589" y="121550"/>
                  <a:pt x="72589" y="114022"/>
                </a:cubicBezTo>
                <a:cubicBezTo>
                  <a:pt x="72589" y="107240"/>
                  <a:pt x="70146" y="101339"/>
                  <a:pt x="65259" y="96320"/>
                </a:cubicBezTo>
                <a:cubicBezTo>
                  <a:pt x="62069" y="93134"/>
                  <a:pt x="55349" y="88353"/>
                  <a:pt x="45101" y="81977"/>
                </a:cubicBezTo>
                <a:lnTo>
                  <a:pt x="27284" y="70891"/>
                </a:lnTo>
                <a:cubicBezTo>
                  <a:pt x="21923" y="67499"/>
                  <a:pt x="17647" y="64071"/>
                  <a:pt x="14457" y="60607"/>
                </a:cubicBezTo>
                <a:cubicBezTo>
                  <a:pt x="8552" y="54020"/>
                  <a:pt x="5599" y="46754"/>
                  <a:pt x="5599" y="38808"/>
                </a:cubicBezTo>
                <a:cubicBezTo>
                  <a:pt x="5599" y="28281"/>
                  <a:pt x="9095" y="19520"/>
                  <a:pt x="16086" y="12524"/>
                </a:cubicBezTo>
                <a:cubicBezTo>
                  <a:pt x="23076" y="5529"/>
                  <a:pt x="32341" y="2031"/>
                  <a:pt x="43879" y="2031"/>
                </a:cubicBezTo>
                <a:cubicBezTo>
                  <a:pt x="48630" y="2031"/>
                  <a:pt x="54348" y="3199"/>
                  <a:pt x="61034" y="5535"/>
                </a:cubicBezTo>
                <a:cubicBezTo>
                  <a:pt x="67719" y="7871"/>
                  <a:pt x="71537" y="9039"/>
                  <a:pt x="72487" y="9039"/>
                </a:cubicBezTo>
                <a:cubicBezTo>
                  <a:pt x="75066" y="9039"/>
                  <a:pt x="76848" y="8430"/>
                  <a:pt x="77832" y="7211"/>
                </a:cubicBezTo>
                <a:cubicBezTo>
                  <a:pt x="78816" y="5992"/>
                  <a:pt x="79580" y="4266"/>
                  <a:pt x="80123" y="2031"/>
                </a:cubicBezTo>
                <a:lnTo>
                  <a:pt x="84399" y="2031"/>
                </a:lnTo>
                <a:lnTo>
                  <a:pt x="88980" y="46315"/>
                </a:lnTo>
                <a:lnTo>
                  <a:pt x="83991" y="46315"/>
                </a:lnTo>
                <a:cubicBezTo>
                  <a:pt x="80598" y="33013"/>
                  <a:pt x="75151" y="23730"/>
                  <a:pt x="67651" y="18463"/>
                </a:cubicBezTo>
                <a:cubicBezTo>
                  <a:pt x="60151" y="13196"/>
                  <a:pt x="52736" y="10563"/>
                  <a:pt x="45406" y="10563"/>
                </a:cubicBezTo>
                <a:cubicBezTo>
                  <a:pt x="39705" y="10563"/>
                  <a:pt x="34733" y="12242"/>
                  <a:pt x="30491" y="15600"/>
                </a:cubicBezTo>
                <a:cubicBezTo>
                  <a:pt x="26249" y="18956"/>
                  <a:pt x="24128" y="23617"/>
                  <a:pt x="24128" y="29585"/>
                </a:cubicBezTo>
                <a:cubicBezTo>
                  <a:pt x="24128" y="34942"/>
                  <a:pt x="25757" y="39520"/>
                  <a:pt x="29015" y="43318"/>
                </a:cubicBezTo>
                <a:cubicBezTo>
                  <a:pt x="32273" y="47184"/>
                  <a:pt x="37329" y="51219"/>
                  <a:pt x="44185" y="55424"/>
                </a:cubicBezTo>
                <a:lnTo>
                  <a:pt x="62510" y="66717"/>
                </a:lnTo>
                <a:cubicBezTo>
                  <a:pt x="73980" y="73771"/>
                  <a:pt x="82057" y="80240"/>
                  <a:pt x="86740" y="86122"/>
                </a:cubicBezTo>
                <a:cubicBezTo>
                  <a:pt x="91355" y="92070"/>
                  <a:pt x="93663" y="99101"/>
                  <a:pt x="93663" y="107213"/>
                </a:cubicBezTo>
                <a:cubicBezTo>
                  <a:pt x="93663" y="118098"/>
                  <a:pt x="89540" y="127191"/>
                  <a:pt x="81293" y="134494"/>
                </a:cubicBezTo>
                <a:cubicBezTo>
                  <a:pt x="73047" y="141794"/>
                  <a:pt x="62510" y="145444"/>
                  <a:pt x="49682" y="145444"/>
                </a:cubicBezTo>
                <a:cubicBezTo>
                  <a:pt x="43234" y="145444"/>
                  <a:pt x="36498" y="144225"/>
                  <a:pt x="29473" y="141787"/>
                </a:cubicBezTo>
                <a:cubicBezTo>
                  <a:pt x="22449" y="139350"/>
                  <a:pt x="18427" y="138131"/>
                  <a:pt x="17409" y="138131"/>
                </a:cubicBezTo>
                <a:cubicBezTo>
                  <a:pt x="14966" y="138131"/>
                  <a:pt x="13320" y="138865"/>
                  <a:pt x="12471" y="140334"/>
                </a:cubicBezTo>
                <a:cubicBezTo>
                  <a:pt x="11623" y="141802"/>
                  <a:pt x="11063" y="143370"/>
                  <a:pt x="10792" y="145038"/>
                </a:cubicBezTo>
                <a:lnTo>
                  <a:pt x="6210" y="145038"/>
                </a:lnTo>
                <a:lnTo>
                  <a:pt x="0" y="100754"/>
                </a:lnTo>
                <a:lnTo>
                  <a:pt x="4785" y="100754"/>
                </a:lnTo>
                <a:moveTo>
                  <a:pt x="49377" y="2031"/>
                </a:moveTo>
                <a:lnTo>
                  <a:pt x="49377" y="2031"/>
                </a:lnTo>
                <a:close/>
                <a:moveTo>
                  <a:pt x="154208" y="47330"/>
                </a:moveTo>
                <a:cubicBezTo>
                  <a:pt x="163778" y="47330"/>
                  <a:pt x="172160" y="50631"/>
                  <a:pt x="179355" y="57233"/>
                </a:cubicBezTo>
                <a:cubicBezTo>
                  <a:pt x="186549" y="63835"/>
                  <a:pt x="190146" y="73196"/>
                  <a:pt x="190146" y="85316"/>
                </a:cubicBezTo>
                <a:lnTo>
                  <a:pt x="125498" y="85316"/>
                </a:lnTo>
                <a:cubicBezTo>
                  <a:pt x="126177" y="100955"/>
                  <a:pt x="129740" y="112348"/>
                  <a:pt x="136188" y="119493"/>
                </a:cubicBezTo>
                <a:cubicBezTo>
                  <a:pt x="142636" y="126637"/>
                  <a:pt x="150272" y="130209"/>
                  <a:pt x="159095" y="130209"/>
                </a:cubicBezTo>
                <a:cubicBezTo>
                  <a:pt x="166222" y="130209"/>
                  <a:pt x="172228" y="128355"/>
                  <a:pt x="177115" y="124648"/>
                </a:cubicBezTo>
                <a:cubicBezTo>
                  <a:pt x="182002" y="120941"/>
                  <a:pt x="186515" y="115683"/>
                  <a:pt x="190655" y="108873"/>
                </a:cubicBezTo>
                <a:lnTo>
                  <a:pt x="194219" y="110089"/>
                </a:lnTo>
                <a:cubicBezTo>
                  <a:pt x="191436" y="118716"/>
                  <a:pt x="186227" y="126697"/>
                  <a:pt x="178591" y="134033"/>
                </a:cubicBezTo>
                <a:cubicBezTo>
                  <a:pt x="170956" y="141369"/>
                  <a:pt x="161606" y="145038"/>
                  <a:pt x="150543" y="145038"/>
                </a:cubicBezTo>
                <a:cubicBezTo>
                  <a:pt x="137783" y="145038"/>
                  <a:pt x="127925" y="140230"/>
                  <a:pt x="120968" y="130615"/>
                </a:cubicBezTo>
                <a:cubicBezTo>
                  <a:pt x="114011" y="121000"/>
                  <a:pt x="110533" y="109929"/>
                  <a:pt x="110533" y="97403"/>
                </a:cubicBezTo>
                <a:cubicBezTo>
                  <a:pt x="110533" y="83793"/>
                  <a:pt x="114571" y="72045"/>
                  <a:pt x="122648" y="62159"/>
                </a:cubicBezTo>
                <a:cubicBezTo>
                  <a:pt x="130725" y="52273"/>
                  <a:pt x="141245" y="47330"/>
                  <a:pt x="154208" y="47330"/>
                </a:cubicBezTo>
                <a:moveTo>
                  <a:pt x="148303" y="54846"/>
                </a:moveTo>
                <a:cubicBezTo>
                  <a:pt x="140566" y="54846"/>
                  <a:pt x="134661" y="58251"/>
                  <a:pt x="130589" y="65060"/>
                </a:cubicBezTo>
                <a:cubicBezTo>
                  <a:pt x="128417" y="68702"/>
                  <a:pt x="126856" y="73287"/>
                  <a:pt x="125906" y="78816"/>
                </a:cubicBezTo>
                <a:lnTo>
                  <a:pt x="168869" y="78816"/>
                </a:lnTo>
                <a:cubicBezTo>
                  <a:pt x="168122" y="72074"/>
                  <a:pt x="166832" y="67051"/>
                  <a:pt x="165000" y="63746"/>
                </a:cubicBezTo>
                <a:cubicBezTo>
                  <a:pt x="161674" y="57813"/>
                  <a:pt x="156109" y="54846"/>
                  <a:pt x="148303" y="54846"/>
                </a:cubicBezTo>
                <a:moveTo>
                  <a:pt x="152885" y="47330"/>
                </a:moveTo>
                <a:lnTo>
                  <a:pt x="152885" y="47330"/>
                </a:lnTo>
                <a:close/>
                <a:moveTo>
                  <a:pt x="204166" y="139756"/>
                </a:moveTo>
                <a:cubicBezTo>
                  <a:pt x="210478" y="139142"/>
                  <a:pt x="214754" y="137864"/>
                  <a:pt x="216994" y="135922"/>
                </a:cubicBezTo>
                <a:cubicBezTo>
                  <a:pt x="219234" y="133979"/>
                  <a:pt x="220354" y="130179"/>
                  <a:pt x="220354" y="124521"/>
                </a:cubicBezTo>
                <a:lnTo>
                  <a:pt x="220354" y="25392"/>
                </a:lnTo>
                <a:cubicBezTo>
                  <a:pt x="220354" y="20959"/>
                  <a:pt x="219980" y="17903"/>
                  <a:pt x="219234" y="16225"/>
                </a:cubicBezTo>
                <a:cubicBezTo>
                  <a:pt x="217876" y="13398"/>
                  <a:pt x="215128" y="11985"/>
                  <a:pt x="210987" y="11985"/>
                </a:cubicBezTo>
                <a:cubicBezTo>
                  <a:pt x="210037" y="11985"/>
                  <a:pt x="209002" y="12086"/>
                  <a:pt x="207882" y="12290"/>
                </a:cubicBezTo>
                <a:cubicBezTo>
                  <a:pt x="206762" y="12493"/>
                  <a:pt x="205354" y="12797"/>
                  <a:pt x="203657" y="13204"/>
                </a:cubicBezTo>
                <a:lnTo>
                  <a:pt x="203657" y="9750"/>
                </a:lnTo>
                <a:cubicBezTo>
                  <a:pt x="212820" y="7313"/>
                  <a:pt x="223849" y="4063"/>
                  <a:pt x="236745" y="0"/>
                </a:cubicBezTo>
                <a:cubicBezTo>
                  <a:pt x="237220" y="0"/>
                  <a:pt x="237508" y="203"/>
                  <a:pt x="237610" y="609"/>
                </a:cubicBezTo>
                <a:cubicBezTo>
                  <a:pt x="237712" y="1016"/>
                  <a:pt x="237763" y="1896"/>
                  <a:pt x="237763" y="3250"/>
                </a:cubicBezTo>
                <a:lnTo>
                  <a:pt x="237763" y="125029"/>
                </a:lnTo>
                <a:cubicBezTo>
                  <a:pt x="237763" y="130920"/>
                  <a:pt x="238781" y="134728"/>
                  <a:pt x="240817" y="136455"/>
                </a:cubicBezTo>
                <a:cubicBezTo>
                  <a:pt x="242853" y="138182"/>
                  <a:pt x="247061" y="139282"/>
                  <a:pt x="253441" y="139756"/>
                </a:cubicBezTo>
                <a:lnTo>
                  <a:pt x="253441" y="142600"/>
                </a:lnTo>
                <a:lnTo>
                  <a:pt x="204166" y="142600"/>
                </a:lnTo>
                <a:lnTo>
                  <a:pt x="204166" y="139756"/>
                </a:lnTo>
                <a:close/>
                <a:moveTo>
                  <a:pt x="306248" y="47330"/>
                </a:moveTo>
                <a:cubicBezTo>
                  <a:pt x="315818" y="47330"/>
                  <a:pt x="324200" y="50631"/>
                  <a:pt x="331395" y="57233"/>
                </a:cubicBezTo>
                <a:cubicBezTo>
                  <a:pt x="338589" y="63835"/>
                  <a:pt x="342186" y="73196"/>
                  <a:pt x="342186" y="85316"/>
                </a:cubicBezTo>
                <a:lnTo>
                  <a:pt x="277538" y="85316"/>
                </a:lnTo>
                <a:cubicBezTo>
                  <a:pt x="278217" y="100955"/>
                  <a:pt x="281780" y="112348"/>
                  <a:pt x="288228" y="119493"/>
                </a:cubicBezTo>
                <a:cubicBezTo>
                  <a:pt x="294676" y="126637"/>
                  <a:pt x="302312" y="130209"/>
                  <a:pt x="311135" y="130209"/>
                </a:cubicBezTo>
                <a:cubicBezTo>
                  <a:pt x="318261" y="130209"/>
                  <a:pt x="324268" y="128355"/>
                  <a:pt x="329155" y="124648"/>
                </a:cubicBezTo>
                <a:cubicBezTo>
                  <a:pt x="334042" y="120941"/>
                  <a:pt x="338555" y="115683"/>
                  <a:pt x="342695" y="108873"/>
                </a:cubicBezTo>
                <a:lnTo>
                  <a:pt x="346259" y="110089"/>
                </a:lnTo>
                <a:cubicBezTo>
                  <a:pt x="343476" y="118716"/>
                  <a:pt x="338267" y="126697"/>
                  <a:pt x="330631" y="134033"/>
                </a:cubicBezTo>
                <a:cubicBezTo>
                  <a:pt x="322995" y="141369"/>
                  <a:pt x="313646" y="145038"/>
                  <a:pt x="302583" y="145038"/>
                </a:cubicBezTo>
                <a:cubicBezTo>
                  <a:pt x="289823" y="145038"/>
                  <a:pt x="279965" y="140230"/>
                  <a:pt x="273008" y="130615"/>
                </a:cubicBezTo>
                <a:cubicBezTo>
                  <a:pt x="266051" y="121000"/>
                  <a:pt x="262573" y="109929"/>
                  <a:pt x="262573" y="97403"/>
                </a:cubicBezTo>
                <a:cubicBezTo>
                  <a:pt x="262573" y="83793"/>
                  <a:pt x="266611" y="72045"/>
                  <a:pt x="274688" y="62159"/>
                </a:cubicBezTo>
                <a:cubicBezTo>
                  <a:pt x="282764" y="52273"/>
                  <a:pt x="293285" y="47330"/>
                  <a:pt x="306248" y="47330"/>
                </a:cubicBezTo>
                <a:moveTo>
                  <a:pt x="300343" y="54846"/>
                </a:moveTo>
                <a:cubicBezTo>
                  <a:pt x="292606" y="54846"/>
                  <a:pt x="286701" y="58251"/>
                  <a:pt x="282629" y="65060"/>
                </a:cubicBezTo>
                <a:cubicBezTo>
                  <a:pt x="280457" y="68702"/>
                  <a:pt x="278896" y="73287"/>
                  <a:pt x="277946" y="78816"/>
                </a:cubicBezTo>
                <a:lnTo>
                  <a:pt x="320908" y="78816"/>
                </a:lnTo>
                <a:cubicBezTo>
                  <a:pt x="320162" y="72074"/>
                  <a:pt x="318872" y="67051"/>
                  <a:pt x="317040" y="63746"/>
                </a:cubicBezTo>
                <a:cubicBezTo>
                  <a:pt x="313714" y="57813"/>
                  <a:pt x="308149" y="54846"/>
                  <a:pt x="300343" y="54846"/>
                </a:cubicBezTo>
                <a:moveTo>
                  <a:pt x="304925" y="47330"/>
                </a:moveTo>
                <a:lnTo>
                  <a:pt x="304925" y="47330"/>
                </a:lnTo>
                <a:close/>
                <a:moveTo>
                  <a:pt x="403750" y="46721"/>
                </a:moveTo>
                <a:cubicBezTo>
                  <a:pt x="412234" y="46721"/>
                  <a:pt x="419547" y="48904"/>
                  <a:pt x="425690" y="53272"/>
                </a:cubicBezTo>
                <a:cubicBezTo>
                  <a:pt x="431832" y="57639"/>
                  <a:pt x="434903" y="62430"/>
                  <a:pt x="434903" y="67644"/>
                </a:cubicBezTo>
                <a:cubicBezTo>
                  <a:pt x="434903" y="69878"/>
                  <a:pt x="434123" y="71960"/>
                  <a:pt x="432562" y="73890"/>
                </a:cubicBezTo>
                <a:cubicBezTo>
                  <a:pt x="431001" y="75820"/>
                  <a:pt x="428591" y="76785"/>
                  <a:pt x="425333" y="76785"/>
                </a:cubicBezTo>
                <a:cubicBezTo>
                  <a:pt x="422958" y="76785"/>
                  <a:pt x="420871" y="75972"/>
                  <a:pt x="419072" y="74347"/>
                </a:cubicBezTo>
                <a:cubicBezTo>
                  <a:pt x="417274" y="72722"/>
                  <a:pt x="415967" y="70352"/>
                  <a:pt x="415153" y="67237"/>
                </a:cubicBezTo>
                <a:lnTo>
                  <a:pt x="413931" y="62362"/>
                </a:lnTo>
                <a:cubicBezTo>
                  <a:pt x="413049" y="58773"/>
                  <a:pt x="411521" y="56234"/>
                  <a:pt x="409350" y="54745"/>
                </a:cubicBezTo>
                <a:cubicBezTo>
                  <a:pt x="407110" y="53323"/>
                  <a:pt x="404157" y="52612"/>
                  <a:pt x="400492" y="52612"/>
                </a:cubicBezTo>
                <a:cubicBezTo>
                  <a:pt x="392755" y="52612"/>
                  <a:pt x="386222" y="55976"/>
                  <a:pt x="380894" y="62705"/>
                </a:cubicBezTo>
                <a:cubicBezTo>
                  <a:pt x="375566" y="69434"/>
                  <a:pt x="372902" y="78377"/>
                  <a:pt x="372902" y="89534"/>
                </a:cubicBezTo>
                <a:cubicBezTo>
                  <a:pt x="372902" y="99744"/>
                  <a:pt x="375838" y="108906"/>
                  <a:pt x="381709" y="117021"/>
                </a:cubicBezTo>
                <a:cubicBezTo>
                  <a:pt x="387580" y="125136"/>
                  <a:pt x="395504" y="129193"/>
                  <a:pt x="405481" y="129193"/>
                </a:cubicBezTo>
                <a:cubicBezTo>
                  <a:pt x="412540" y="129193"/>
                  <a:pt x="418818" y="126895"/>
                  <a:pt x="424315" y="122299"/>
                </a:cubicBezTo>
                <a:cubicBezTo>
                  <a:pt x="427437" y="119665"/>
                  <a:pt x="430967" y="115475"/>
                  <a:pt x="434903" y="109730"/>
                </a:cubicBezTo>
                <a:lnTo>
                  <a:pt x="437754" y="111454"/>
                </a:lnTo>
                <a:cubicBezTo>
                  <a:pt x="433885" y="119596"/>
                  <a:pt x="429813" y="126041"/>
                  <a:pt x="425537" y="130790"/>
                </a:cubicBezTo>
                <a:cubicBezTo>
                  <a:pt x="417324" y="139882"/>
                  <a:pt x="407822" y="144428"/>
                  <a:pt x="397031" y="144428"/>
                </a:cubicBezTo>
                <a:cubicBezTo>
                  <a:pt x="386443" y="144428"/>
                  <a:pt x="377076" y="140264"/>
                  <a:pt x="368932" y="131935"/>
                </a:cubicBezTo>
                <a:cubicBezTo>
                  <a:pt x="360787" y="123607"/>
                  <a:pt x="356715" y="112299"/>
                  <a:pt x="356715" y="98012"/>
                </a:cubicBezTo>
                <a:cubicBezTo>
                  <a:pt x="356715" y="83996"/>
                  <a:pt x="361161" y="71943"/>
                  <a:pt x="370052" y="61854"/>
                </a:cubicBezTo>
                <a:cubicBezTo>
                  <a:pt x="378943" y="51765"/>
                  <a:pt x="390176" y="46721"/>
                  <a:pt x="403750" y="46721"/>
                </a:cubicBezTo>
                <a:moveTo>
                  <a:pt x="399271" y="46721"/>
                </a:moveTo>
                <a:lnTo>
                  <a:pt x="399271" y="46721"/>
                </a:lnTo>
                <a:close/>
                <a:moveTo>
                  <a:pt x="498402" y="49158"/>
                </a:moveTo>
                <a:lnTo>
                  <a:pt x="498402" y="56471"/>
                </a:lnTo>
                <a:lnTo>
                  <a:pt x="477633" y="56471"/>
                </a:lnTo>
                <a:lnTo>
                  <a:pt x="477429" y="114510"/>
                </a:lnTo>
                <a:cubicBezTo>
                  <a:pt x="477429" y="119616"/>
                  <a:pt x="477871" y="123479"/>
                  <a:pt x="478753" y="126098"/>
                </a:cubicBezTo>
                <a:cubicBezTo>
                  <a:pt x="480382" y="130735"/>
                  <a:pt x="483572" y="133053"/>
                  <a:pt x="488323" y="133053"/>
                </a:cubicBezTo>
                <a:cubicBezTo>
                  <a:pt x="490766" y="133053"/>
                  <a:pt x="492887" y="132486"/>
                  <a:pt x="494686" y="131351"/>
                </a:cubicBezTo>
                <a:cubicBezTo>
                  <a:pt x="496484" y="130215"/>
                  <a:pt x="498538" y="128412"/>
                  <a:pt x="500845" y="125943"/>
                </a:cubicBezTo>
                <a:lnTo>
                  <a:pt x="503492" y="128177"/>
                </a:lnTo>
                <a:lnTo>
                  <a:pt x="501252" y="131263"/>
                </a:lnTo>
                <a:cubicBezTo>
                  <a:pt x="497723" y="136064"/>
                  <a:pt x="493990" y="139459"/>
                  <a:pt x="490054" y="141448"/>
                </a:cubicBezTo>
                <a:cubicBezTo>
                  <a:pt x="486117" y="143435"/>
                  <a:pt x="482316" y="144428"/>
                  <a:pt x="478651" y="144428"/>
                </a:cubicBezTo>
                <a:cubicBezTo>
                  <a:pt x="470642" y="144428"/>
                  <a:pt x="465212" y="140886"/>
                  <a:pt x="462362" y="133802"/>
                </a:cubicBezTo>
                <a:cubicBezTo>
                  <a:pt x="460801" y="129955"/>
                  <a:pt x="460020" y="124624"/>
                  <a:pt x="460020" y="117808"/>
                </a:cubicBezTo>
                <a:lnTo>
                  <a:pt x="460020" y="56471"/>
                </a:lnTo>
                <a:lnTo>
                  <a:pt x="448923" y="56471"/>
                </a:lnTo>
                <a:cubicBezTo>
                  <a:pt x="448584" y="56268"/>
                  <a:pt x="448329" y="56065"/>
                  <a:pt x="448160" y="55862"/>
                </a:cubicBezTo>
                <a:cubicBezTo>
                  <a:pt x="447990" y="55659"/>
                  <a:pt x="447905" y="55388"/>
                  <a:pt x="447905" y="55049"/>
                </a:cubicBezTo>
                <a:cubicBezTo>
                  <a:pt x="447905" y="54372"/>
                  <a:pt x="448058" y="53847"/>
                  <a:pt x="448363" y="53475"/>
                </a:cubicBezTo>
                <a:cubicBezTo>
                  <a:pt x="448669" y="53103"/>
                  <a:pt x="449636" y="52239"/>
                  <a:pt x="451265" y="50885"/>
                </a:cubicBezTo>
                <a:cubicBezTo>
                  <a:pt x="455948" y="47011"/>
                  <a:pt x="459325" y="43867"/>
                  <a:pt x="461395" y="41455"/>
                </a:cubicBezTo>
                <a:cubicBezTo>
                  <a:pt x="463465" y="39043"/>
                  <a:pt x="468335" y="32673"/>
                  <a:pt x="476004" y="22345"/>
                </a:cubicBezTo>
                <a:cubicBezTo>
                  <a:pt x="476886" y="22345"/>
                  <a:pt x="477412" y="22412"/>
                  <a:pt x="477582" y="22548"/>
                </a:cubicBezTo>
                <a:cubicBezTo>
                  <a:pt x="477752" y="22683"/>
                  <a:pt x="477837" y="23193"/>
                  <a:pt x="477837" y="24078"/>
                </a:cubicBezTo>
                <a:lnTo>
                  <a:pt x="477837" y="49158"/>
                </a:lnTo>
                <a:lnTo>
                  <a:pt x="498402" y="49158"/>
                </a:lnTo>
                <a:close/>
                <a:moveTo>
                  <a:pt x="551718" y="47330"/>
                </a:moveTo>
                <a:cubicBezTo>
                  <a:pt x="561288" y="47330"/>
                  <a:pt x="569670" y="50631"/>
                  <a:pt x="576864" y="57233"/>
                </a:cubicBezTo>
                <a:cubicBezTo>
                  <a:pt x="584059" y="63835"/>
                  <a:pt x="587656" y="73196"/>
                  <a:pt x="587656" y="85316"/>
                </a:cubicBezTo>
                <a:lnTo>
                  <a:pt x="523008" y="85316"/>
                </a:lnTo>
                <a:cubicBezTo>
                  <a:pt x="523687" y="100955"/>
                  <a:pt x="527250" y="112348"/>
                  <a:pt x="533698" y="119493"/>
                </a:cubicBezTo>
                <a:cubicBezTo>
                  <a:pt x="540146" y="126637"/>
                  <a:pt x="547781" y="130209"/>
                  <a:pt x="556604" y="130209"/>
                </a:cubicBezTo>
                <a:cubicBezTo>
                  <a:pt x="563731" y="130209"/>
                  <a:pt x="569738" y="128355"/>
                  <a:pt x="574624" y="124648"/>
                </a:cubicBezTo>
                <a:cubicBezTo>
                  <a:pt x="579511" y="120941"/>
                  <a:pt x="584025" y="115683"/>
                  <a:pt x="588165" y="108873"/>
                </a:cubicBezTo>
                <a:lnTo>
                  <a:pt x="591728" y="110089"/>
                </a:lnTo>
                <a:cubicBezTo>
                  <a:pt x="588945" y="118716"/>
                  <a:pt x="583736" y="126697"/>
                  <a:pt x="576101" y="134033"/>
                </a:cubicBezTo>
                <a:cubicBezTo>
                  <a:pt x="568465" y="141369"/>
                  <a:pt x="559116" y="145038"/>
                  <a:pt x="548053" y="145038"/>
                </a:cubicBezTo>
                <a:cubicBezTo>
                  <a:pt x="535293" y="145038"/>
                  <a:pt x="525434" y="140230"/>
                  <a:pt x="518477" y="130615"/>
                </a:cubicBezTo>
                <a:cubicBezTo>
                  <a:pt x="511521" y="121000"/>
                  <a:pt x="508042" y="109929"/>
                  <a:pt x="508042" y="97403"/>
                </a:cubicBezTo>
                <a:cubicBezTo>
                  <a:pt x="508042" y="83793"/>
                  <a:pt x="512081" y="72045"/>
                  <a:pt x="520157" y="62159"/>
                </a:cubicBezTo>
                <a:cubicBezTo>
                  <a:pt x="528234" y="52273"/>
                  <a:pt x="538754" y="47330"/>
                  <a:pt x="551718" y="47330"/>
                </a:cubicBezTo>
                <a:moveTo>
                  <a:pt x="545813" y="54846"/>
                </a:moveTo>
                <a:cubicBezTo>
                  <a:pt x="538075" y="54846"/>
                  <a:pt x="532171" y="58251"/>
                  <a:pt x="528098" y="65060"/>
                </a:cubicBezTo>
                <a:cubicBezTo>
                  <a:pt x="525926" y="68702"/>
                  <a:pt x="524365" y="73287"/>
                  <a:pt x="523415" y="78816"/>
                </a:cubicBezTo>
                <a:lnTo>
                  <a:pt x="566378" y="78816"/>
                </a:lnTo>
                <a:cubicBezTo>
                  <a:pt x="565631" y="72074"/>
                  <a:pt x="564342" y="67051"/>
                  <a:pt x="562509" y="63746"/>
                </a:cubicBezTo>
                <a:cubicBezTo>
                  <a:pt x="559184" y="57813"/>
                  <a:pt x="553618" y="54846"/>
                  <a:pt x="545813" y="54846"/>
                </a:cubicBezTo>
                <a:moveTo>
                  <a:pt x="550394" y="47330"/>
                </a:moveTo>
                <a:lnTo>
                  <a:pt x="550394" y="47330"/>
                </a:lnTo>
                <a:close/>
                <a:moveTo>
                  <a:pt x="646776" y="46518"/>
                </a:moveTo>
                <a:cubicBezTo>
                  <a:pt x="651731" y="46518"/>
                  <a:pt x="656278" y="47613"/>
                  <a:pt x="660418" y="49803"/>
                </a:cubicBezTo>
                <a:cubicBezTo>
                  <a:pt x="663133" y="51239"/>
                  <a:pt x="665746" y="53224"/>
                  <a:pt x="668258" y="55757"/>
                </a:cubicBezTo>
                <a:lnTo>
                  <a:pt x="668258" y="23564"/>
                </a:lnTo>
                <a:cubicBezTo>
                  <a:pt x="668258" y="19433"/>
                  <a:pt x="667800" y="16589"/>
                  <a:pt x="666883" y="15032"/>
                </a:cubicBezTo>
                <a:cubicBezTo>
                  <a:pt x="665967" y="13475"/>
                  <a:pt x="663778" y="12696"/>
                  <a:pt x="660317" y="12696"/>
                </a:cubicBezTo>
                <a:cubicBezTo>
                  <a:pt x="659502" y="12696"/>
                  <a:pt x="658790" y="12730"/>
                  <a:pt x="658179" y="12797"/>
                </a:cubicBezTo>
                <a:cubicBezTo>
                  <a:pt x="657568" y="12865"/>
                  <a:pt x="656210" y="13001"/>
                  <a:pt x="654106" y="13204"/>
                </a:cubicBezTo>
                <a:lnTo>
                  <a:pt x="654106" y="9750"/>
                </a:lnTo>
                <a:lnTo>
                  <a:pt x="662455" y="7618"/>
                </a:lnTo>
                <a:cubicBezTo>
                  <a:pt x="665509" y="6805"/>
                  <a:pt x="668563" y="5959"/>
                  <a:pt x="671617" y="5078"/>
                </a:cubicBezTo>
                <a:cubicBezTo>
                  <a:pt x="674672" y="4198"/>
                  <a:pt x="677353" y="3352"/>
                  <a:pt x="679660" y="2539"/>
                </a:cubicBezTo>
                <a:cubicBezTo>
                  <a:pt x="680746" y="2201"/>
                  <a:pt x="682545" y="1557"/>
                  <a:pt x="685056" y="609"/>
                </a:cubicBezTo>
                <a:lnTo>
                  <a:pt x="685667" y="813"/>
                </a:lnTo>
                <a:lnTo>
                  <a:pt x="685463" y="11468"/>
                </a:lnTo>
                <a:cubicBezTo>
                  <a:pt x="685395" y="15325"/>
                  <a:pt x="685327" y="19300"/>
                  <a:pt x="685260" y="23392"/>
                </a:cubicBezTo>
                <a:cubicBezTo>
                  <a:pt x="685192" y="27484"/>
                  <a:pt x="685158" y="31527"/>
                  <a:pt x="685158" y="35520"/>
                </a:cubicBezTo>
                <a:lnTo>
                  <a:pt x="684954" y="118427"/>
                </a:lnTo>
                <a:cubicBezTo>
                  <a:pt x="684954" y="122828"/>
                  <a:pt x="685497" y="125909"/>
                  <a:pt x="686583" y="127670"/>
                </a:cubicBezTo>
                <a:cubicBezTo>
                  <a:pt x="687669" y="129430"/>
                  <a:pt x="690554" y="130310"/>
                  <a:pt x="695237" y="130310"/>
                </a:cubicBezTo>
                <a:cubicBezTo>
                  <a:pt x="695983" y="130310"/>
                  <a:pt x="696730" y="130293"/>
                  <a:pt x="697477" y="130260"/>
                </a:cubicBezTo>
                <a:cubicBezTo>
                  <a:pt x="698223" y="130226"/>
                  <a:pt x="698970" y="130141"/>
                  <a:pt x="699716" y="130006"/>
                </a:cubicBezTo>
                <a:lnTo>
                  <a:pt x="699716" y="133459"/>
                </a:lnTo>
                <a:cubicBezTo>
                  <a:pt x="699309" y="133592"/>
                  <a:pt x="694388" y="135269"/>
                  <a:pt x="684954" y="138490"/>
                </a:cubicBezTo>
                <a:lnTo>
                  <a:pt x="668970" y="144428"/>
                </a:lnTo>
                <a:lnTo>
                  <a:pt x="668258" y="143514"/>
                </a:lnTo>
                <a:lnTo>
                  <a:pt x="668258" y="131024"/>
                </a:lnTo>
                <a:cubicBezTo>
                  <a:pt x="664457" y="135155"/>
                  <a:pt x="661165" y="138099"/>
                  <a:pt x="658382" y="139858"/>
                </a:cubicBezTo>
                <a:cubicBezTo>
                  <a:pt x="653428" y="142905"/>
                  <a:pt x="647693" y="144428"/>
                  <a:pt x="641177" y="144428"/>
                </a:cubicBezTo>
                <a:cubicBezTo>
                  <a:pt x="629639" y="144428"/>
                  <a:pt x="620289" y="139976"/>
                  <a:pt x="613129" y="131072"/>
                </a:cubicBezTo>
                <a:cubicBezTo>
                  <a:pt x="605968" y="122168"/>
                  <a:pt x="602388" y="111859"/>
                  <a:pt x="602388" y="100145"/>
                </a:cubicBezTo>
                <a:cubicBezTo>
                  <a:pt x="602388" y="85452"/>
                  <a:pt x="606681" y="72840"/>
                  <a:pt x="615267" y="62311"/>
                </a:cubicBezTo>
                <a:cubicBezTo>
                  <a:pt x="623853" y="51782"/>
                  <a:pt x="634356" y="46518"/>
                  <a:pt x="646776" y="46518"/>
                </a:cubicBezTo>
                <a:moveTo>
                  <a:pt x="650543" y="133459"/>
                </a:moveTo>
                <a:cubicBezTo>
                  <a:pt x="655837" y="133459"/>
                  <a:pt x="660113" y="131904"/>
                  <a:pt x="663371" y="128793"/>
                </a:cubicBezTo>
                <a:cubicBezTo>
                  <a:pt x="666629" y="125683"/>
                  <a:pt x="668258" y="122741"/>
                  <a:pt x="668258" y="119970"/>
                </a:cubicBezTo>
                <a:lnTo>
                  <a:pt x="668258" y="76451"/>
                </a:lnTo>
                <a:cubicBezTo>
                  <a:pt x="668258" y="67659"/>
                  <a:pt x="665899" y="61454"/>
                  <a:pt x="661182" y="57836"/>
                </a:cubicBezTo>
                <a:cubicBezTo>
                  <a:pt x="656465" y="54218"/>
                  <a:pt x="651867" y="52409"/>
                  <a:pt x="647387" y="52409"/>
                </a:cubicBezTo>
                <a:cubicBezTo>
                  <a:pt x="638835" y="52409"/>
                  <a:pt x="632184" y="56179"/>
                  <a:pt x="627433" y="63721"/>
                </a:cubicBezTo>
                <a:cubicBezTo>
                  <a:pt x="622682" y="71260"/>
                  <a:pt x="620306" y="80541"/>
                  <a:pt x="620306" y="91566"/>
                </a:cubicBezTo>
                <a:cubicBezTo>
                  <a:pt x="620306" y="102452"/>
                  <a:pt x="622834" y="112156"/>
                  <a:pt x="627891" y="120677"/>
                </a:cubicBezTo>
                <a:cubicBezTo>
                  <a:pt x="632947" y="129198"/>
                  <a:pt x="640498" y="133459"/>
                  <a:pt x="650543" y="1334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Engines">
            <a:extLst xmlns:a="http://schemas.openxmlformats.org/drawingml/2006/main">
              <a:ext uri="{FF2B5EF4-FFF2-40B4-BE49-F238E27FC236}">
                <a16:creationId xmlns:a16="http://schemas.microsoft.com/office/drawing/2014/main" id="{946E7060-4BC6-4490-94A4-5C5BE1EB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329" y="2109303"/>
            <a:ext cx="663186" cy="187086"/>
          </a:xfrm>
          <a:custGeom xmlns:a="http://schemas.openxmlformats.org/drawingml/2006/main">
            <a:pathLst>
              <a:path w="663186" h="187086">
                <a:moveTo>
                  <a:pt x="0" y="137928"/>
                </a:moveTo>
                <a:cubicBezTo>
                  <a:pt x="7670" y="137120"/>
                  <a:pt x="12641" y="135756"/>
                  <a:pt x="14915" y="133837"/>
                </a:cubicBezTo>
                <a:cubicBezTo>
                  <a:pt x="17189" y="131917"/>
                  <a:pt x="18325" y="127052"/>
                  <a:pt x="18325" y="119240"/>
                </a:cubicBezTo>
                <a:lnTo>
                  <a:pt x="18325" y="26611"/>
                </a:lnTo>
                <a:cubicBezTo>
                  <a:pt x="18325" y="19230"/>
                  <a:pt x="17206" y="14406"/>
                  <a:pt x="14966" y="12137"/>
                </a:cubicBezTo>
                <a:cubicBezTo>
                  <a:pt x="12726" y="9869"/>
                  <a:pt x="7737" y="8464"/>
                  <a:pt x="0" y="7922"/>
                </a:cubicBezTo>
                <a:lnTo>
                  <a:pt x="0" y="4063"/>
                </a:lnTo>
                <a:lnTo>
                  <a:pt x="110767" y="4063"/>
                </a:lnTo>
                <a:lnTo>
                  <a:pt x="111479" y="33923"/>
                </a:lnTo>
                <a:lnTo>
                  <a:pt x="106185" y="33923"/>
                </a:lnTo>
                <a:cubicBezTo>
                  <a:pt x="104421" y="24715"/>
                  <a:pt x="101774" y="18756"/>
                  <a:pt x="98244" y="16048"/>
                </a:cubicBezTo>
                <a:cubicBezTo>
                  <a:pt x="94715" y="13339"/>
                  <a:pt x="86842" y="11985"/>
                  <a:pt x="74625" y="11985"/>
                </a:cubicBezTo>
                <a:lnTo>
                  <a:pt x="46323" y="11985"/>
                </a:lnTo>
                <a:cubicBezTo>
                  <a:pt x="43268" y="11985"/>
                  <a:pt x="41385" y="12476"/>
                  <a:pt x="40672" y="13458"/>
                </a:cubicBezTo>
                <a:cubicBezTo>
                  <a:pt x="39960" y="14439"/>
                  <a:pt x="39603" y="16285"/>
                  <a:pt x="39603" y="18993"/>
                </a:cubicBezTo>
                <a:lnTo>
                  <a:pt x="39603" y="65409"/>
                </a:lnTo>
                <a:lnTo>
                  <a:pt x="71673" y="65409"/>
                </a:lnTo>
                <a:cubicBezTo>
                  <a:pt x="80564" y="65409"/>
                  <a:pt x="86231" y="64096"/>
                  <a:pt x="88675" y="61470"/>
                </a:cubicBezTo>
                <a:cubicBezTo>
                  <a:pt x="91118" y="58842"/>
                  <a:pt x="93086" y="53519"/>
                  <a:pt x="94579" y="45502"/>
                </a:cubicBezTo>
                <a:lnTo>
                  <a:pt x="99466" y="45502"/>
                </a:lnTo>
                <a:lnTo>
                  <a:pt x="99466" y="93645"/>
                </a:lnTo>
                <a:lnTo>
                  <a:pt x="94579" y="93645"/>
                </a:lnTo>
                <a:cubicBezTo>
                  <a:pt x="93018" y="85587"/>
                  <a:pt x="91016" y="80255"/>
                  <a:pt x="88573" y="77648"/>
                </a:cubicBezTo>
                <a:cubicBezTo>
                  <a:pt x="86129" y="75041"/>
                  <a:pt x="80496" y="73738"/>
                  <a:pt x="71673" y="73738"/>
                </a:cubicBezTo>
                <a:lnTo>
                  <a:pt x="39603" y="73738"/>
                </a:lnTo>
                <a:lnTo>
                  <a:pt x="39603" y="125232"/>
                </a:lnTo>
                <a:cubicBezTo>
                  <a:pt x="39603" y="129362"/>
                  <a:pt x="40910" y="131800"/>
                  <a:pt x="43523" y="132545"/>
                </a:cubicBezTo>
                <a:cubicBezTo>
                  <a:pt x="46136" y="133290"/>
                  <a:pt x="53958" y="133662"/>
                  <a:pt x="66989" y="133662"/>
                </a:cubicBezTo>
                <a:cubicBezTo>
                  <a:pt x="81107" y="133662"/>
                  <a:pt x="91525" y="132122"/>
                  <a:pt x="98244" y="129041"/>
                </a:cubicBezTo>
                <a:cubicBezTo>
                  <a:pt x="104964" y="125960"/>
                  <a:pt x="111004" y="118495"/>
                  <a:pt x="116366" y="106645"/>
                </a:cubicBezTo>
                <a:lnTo>
                  <a:pt x="122169" y="106645"/>
                </a:lnTo>
                <a:lnTo>
                  <a:pt x="112701" y="141787"/>
                </a:lnTo>
                <a:lnTo>
                  <a:pt x="0" y="141787"/>
                </a:lnTo>
                <a:lnTo>
                  <a:pt x="0" y="137928"/>
                </a:lnTo>
                <a:moveTo>
                  <a:pt x="61492" y="4063"/>
                </a:moveTo>
                <a:lnTo>
                  <a:pt x="61492" y="4063"/>
                </a:lnTo>
                <a:close/>
                <a:moveTo>
                  <a:pt x="129571" y="138944"/>
                </a:moveTo>
                <a:cubicBezTo>
                  <a:pt x="134390" y="138343"/>
                  <a:pt x="137766" y="137157"/>
                  <a:pt x="139701" y="135385"/>
                </a:cubicBezTo>
                <a:cubicBezTo>
                  <a:pt x="141635" y="133614"/>
                  <a:pt x="142602" y="129654"/>
                  <a:pt x="142602" y="123505"/>
                </a:cubicBezTo>
                <a:lnTo>
                  <a:pt x="142602" y="71706"/>
                </a:lnTo>
                <a:cubicBezTo>
                  <a:pt x="142602" y="67443"/>
                  <a:pt x="142195" y="64444"/>
                  <a:pt x="141380" y="62711"/>
                </a:cubicBezTo>
                <a:cubicBezTo>
                  <a:pt x="140091" y="60176"/>
                  <a:pt x="137444" y="58909"/>
                  <a:pt x="133439" y="58909"/>
                </a:cubicBezTo>
                <a:cubicBezTo>
                  <a:pt x="132829" y="58909"/>
                  <a:pt x="132201" y="58943"/>
                  <a:pt x="131556" y="59010"/>
                </a:cubicBezTo>
                <a:cubicBezTo>
                  <a:pt x="130911" y="59078"/>
                  <a:pt x="130114" y="59180"/>
                  <a:pt x="129164" y="59315"/>
                </a:cubicBezTo>
                <a:lnTo>
                  <a:pt x="129164" y="55659"/>
                </a:lnTo>
                <a:cubicBezTo>
                  <a:pt x="131946" y="54838"/>
                  <a:pt x="138530" y="52716"/>
                  <a:pt x="148914" y="49295"/>
                </a:cubicBezTo>
                <a:lnTo>
                  <a:pt x="158484" y="46111"/>
                </a:lnTo>
                <a:cubicBezTo>
                  <a:pt x="158959" y="46111"/>
                  <a:pt x="159248" y="46277"/>
                  <a:pt x="159350" y="46610"/>
                </a:cubicBezTo>
                <a:cubicBezTo>
                  <a:pt x="159451" y="46942"/>
                  <a:pt x="159502" y="47407"/>
                  <a:pt x="159502" y="48006"/>
                </a:cubicBezTo>
                <a:lnTo>
                  <a:pt x="159502" y="62787"/>
                </a:lnTo>
                <a:cubicBezTo>
                  <a:pt x="165746" y="56922"/>
                  <a:pt x="170633" y="52898"/>
                  <a:pt x="174163" y="50717"/>
                </a:cubicBezTo>
                <a:cubicBezTo>
                  <a:pt x="179457" y="47376"/>
                  <a:pt x="184954" y="45705"/>
                  <a:pt x="190655" y="45705"/>
                </a:cubicBezTo>
                <a:cubicBezTo>
                  <a:pt x="195271" y="45705"/>
                  <a:pt x="199479" y="47031"/>
                  <a:pt x="203280" y="49682"/>
                </a:cubicBezTo>
                <a:cubicBezTo>
                  <a:pt x="210610" y="54847"/>
                  <a:pt x="214275" y="64057"/>
                  <a:pt x="214275" y="77311"/>
                </a:cubicBezTo>
                <a:lnTo>
                  <a:pt x="214275" y="124927"/>
                </a:lnTo>
                <a:cubicBezTo>
                  <a:pt x="214275" y="129838"/>
                  <a:pt x="215259" y="133386"/>
                  <a:pt x="217227" y="135570"/>
                </a:cubicBezTo>
                <a:cubicBezTo>
                  <a:pt x="219195" y="137751"/>
                  <a:pt x="222487" y="138876"/>
                  <a:pt x="227103" y="138944"/>
                </a:cubicBezTo>
                <a:lnTo>
                  <a:pt x="227103" y="141787"/>
                </a:lnTo>
                <a:lnTo>
                  <a:pt x="183631" y="141787"/>
                </a:lnTo>
                <a:lnTo>
                  <a:pt x="183631" y="138944"/>
                </a:lnTo>
                <a:cubicBezTo>
                  <a:pt x="188585" y="138262"/>
                  <a:pt x="192047" y="136884"/>
                  <a:pt x="194015" y="134808"/>
                </a:cubicBezTo>
                <a:cubicBezTo>
                  <a:pt x="195983" y="132730"/>
                  <a:pt x="196967" y="128218"/>
                  <a:pt x="196967" y="121271"/>
                </a:cubicBezTo>
                <a:lnTo>
                  <a:pt x="196967" y="77762"/>
                </a:lnTo>
                <a:cubicBezTo>
                  <a:pt x="196967" y="71922"/>
                  <a:pt x="195882" y="67083"/>
                  <a:pt x="193710" y="63244"/>
                </a:cubicBezTo>
                <a:cubicBezTo>
                  <a:pt x="191538" y="59406"/>
                  <a:pt x="187533" y="57487"/>
                  <a:pt x="181696" y="57487"/>
                </a:cubicBezTo>
                <a:cubicBezTo>
                  <a:pt x="177692" y="57487"/>
                  <a:pt x="173620" y="58845"/>
                  <a:pt x="169479" y="61562"/>
                </a:cubicBezTo>
                <a:cubicBezTo>
                  <a:pt x="167172" y="63126"/>
                  <a:pt x="164185" y="65708"/>
                  <a:pt x="160520" y="69310"/>
                </a:cubicBezTo>
                <a:lnTo>
                  <a:pt x="160520" y="126349"/>
                </a:lnTo>
                <a:cubicBezTo>
                  <a:pt x="160520" y="131265"/>
                  <a:pt x="161606" y="134558"/>
                  <a:pt x="163778" y="136230"/>
                </a:cubicBezTo>
                <a:cubicBezTo>
                  <a:pt x="165950" y="137901"/>
                  <a:pt x="169378" y="138806"/>
                  <a:pt x="174061" y="138944"/>
                </a:cubicBezTo>
                <a:lnTo>
                  <a:pt x="174061" y="141787"/>
                </a:lnTo>
                <a:lnTo>
                  <a:pt x="129571" y="141787"/>
                </a:lnTo>
                <a:lnTo>
                  <a:pt x="129571" y="138944"/>
                </a:lnTo>
                <a:moveTo>
                  <a:pt x="178031" y="46111"/>
                </a:moveTo>
                <a:lnTo>
                  <a:pt x="178031" y="46111"/>
                </a:lnTo>
                <a:close/>
                <a:moveTo>
                  <a:pt x="250519" y="160717"/>
                </a:moveTo>
                <a:cubicBezTo>
                  <a:pt x="250519" y="166390"/>
                  <a:pt x="253725" y="170307"/>
                  <a:pt x="260139" y="172467"/>
                </a:cubicBezTo>
                <a:cubicBezTo>
                  <a:pt x="266553" y="174629"/>
                  <a:pt x="273900" y="175711"/>
                  <a:pt x="282181" y="175711"/>
                </a:cubicBezTo>
                <a:cubicBezTo>
                  <a:pt x="293447" y="175711"/>
                  <a:pt x="302610" y="173770"/>
                  <a:pt x="309669" y="169890"/>
                </a:cubicBezTo>
                <a:cubicBezTo>
                  <a:pt x="316727" y="166009"/>
                  <a:pt x="320257" y="161234"/>
                  <a:pt x="320257" y="155566"/>
                </a:cubicBezTo>
                <a:cubicBezTo>
                  <a:pt x="320257" y="151044"/>
                  <a:pt x="317406" y="148040"/>
                  <a:pt x="311705" y="146555"/>
                </a:cubicBezTo>
                <a:cubicBezTo>
                  <a:pt x="308176" y="145679"/>
                  <a:pt x="301490" y="145173"/>
                  <a:pt x="291649" y="145038"/>
                </a:cubicBezTo>
                <a:cubicBezTo>
                  <a:pt x="289138" y="144970"/>
                  <a:pt x="286491" y="144884"/>
                  <a:pt x="283708" y="144780"/>
                </a:cubicBezTo>
                <a:cubicBezTo>
                  <a:pt x="280925" y="144679"/>
                  <a:pt x="278380" y="144560"/>
                  <a:pt x="276072" y="144425"/>
                </a:cubicBezTo>
                <a:cubicBezTo>
                  <a:pt x="274579" y="144357"/>
                  <a:pt x="272170" y="144084"/>
                  <a:pt x="268844" y="143606"/>
                </a:cubicBezTo>
                <a:cubicBezTo>
                  <a:pt x="265518" y="143130"/>
                  <a:pt x="263041" y="142722"/>
                  <a:pt x="261412" y="142381"/>
                </a:cubicBezTo>
                <a:cubicBezTo>
                  <a:pt x="260597" y="142381"/>
                  <a:pt x="258595" y="144509"/>
                  <a:pt x="255405" y="148764"/>
                </a:cubicBezTo>
                <a:cubicBezTo>
                  <a:pt x="252147" y="153087"/>
                  <a:pt x="250519" y="157071"/>
                  <a:pt x="250519" y="160717"/>
                </a:cubicBezTo>
                <a:moveTo>
                  <a:pt x="263754" y="107661"/>
                </a:moveTo>
                <a:cubicBezTo>
                  <a:pt x="257577" y="105625"/>
                  <a:pt x="252775" y="101996"/>
                  <a:pt x="249348" y="96774"/>
                </a:cubicBezTo>
                <a:cubicBezTo>
                  <a:pt x="245920" y="91552"/>
                  <a:pt x="244206" y="85685"/>
                  <a:pt x="244206" y="79175"/>
                </a:cubicBezTo>
                <a:cubicBezTo>
                  <a:pt x="244206" y="71240"/>
                  <a:pt x="247362" y="63712"/>
                  <a:pt x="253675" y="56592"/>
                </a:cubicBezTo>
                <a:cubicBezTo>
                  <a:pt x="259987" y="49469"/>
                  <a:pt x="268912" y="45908"/>
                  <a:pt x="280450" y="45908"/>
                </a:cubicBezTo>
                <a:cubicBezTo>
                  <a:pt x="285405" y="45908"/>
                  <a:pt x="290868" y="47076"/>
                  <a:pt x="296841" y="49412"/>
                </a:cubicBezTo>
                <a:cubicBezTo>
                  <a:pt x="302814" y="51748"/>
                  <a:pt x="308549" y="52916"/>
                  <a:pt x="314047" y="52916"/>
                </a:cubicBezTo>
                <a:cubicBezTo>
                  <a:pt x="315472" y="52916"/>
                  <a:pt x="317627" y="52866"/>
                  <a:pt x="320511" y="52764"/>
                </a:cubicBezTo>
                <a:cubicBezTo>
                  <a:pt x="323396" y="52662"/>
                  <a:pt x="325483" y="52612"/>
                  <a:pt x="326772" y="52612"/>
                </a:cubicBezTo>
                <a:lnTo>
                  <a:pt x="327994" y="52612"/>
                </a:lnTo>
                <a:lnTo>
                  <a:pt x="327994" y="60854"/>
                </a:lnTo>
                <a:lnTo>
                  <a:pt x="310381" y="60854"/>
                </a:lnTo>
                <a:cubicBezTo>
                  <a:pt x="311603" y="63703"/>
                  <a:pt x="312553" y="66178"/>
                  <a:pt x="313232" y="68282"/>
                </a:cubicBezTo>
                <a:cubicBezTo>
                  <a:pt x="314386" y="72215"/>
                  <a:pt x="314963" y="75946"/>
                  <a:pt x="314963" y="79473"/>
                </a:cubicBezTo>
                <a:cubicBezTo>
                  <a:pt x="314963" y="87205"/>
                  <a:pt x="311756" y="94310"/>
                  <a:pt x="305342" y="100789"/>
                </a:cubicBezTo>
                <a:cubicBezTo>
                  <a:pt x="298928" y="107266"/>
                  <a:pt x="290291" y="110505"/>
                  <a:pt x="279432" y="110505"/>
                </a:cubicBezTo>
                <a:cubicBezTo>
                  <a:pt x="277735" y="110505"/>
                  <a:pt x="274681" y="110200"/>
                  <a:pt x="270269" y="109591"/>
                </a:cubicBezTo>
                <a:cubicBezTo>
                  <a:pt x="268301" y="109591"/>
                  <a:pt x="265705" y="111259"/>
                  <a:pt x="262481" y="114596"/>
                </a:cubicBezTo>
                <a:cubicBezTo>
                  <a:pt x="259257" y="117931"/>
                  <a:pt x="257645" y="120653"/>
                  <a:pt x="257645" y="122763"/>
                </a:cubicBezTo>
                <a:cubicBezTo>
                  <a:pt x="257645" y="124942"/>
                  <a:pt x="260021" y="126542"/>
                  <a:pt x="264772" y="127562"/>
                </a:cubicBezTo>
                <a:cubicBezTo>
                  <a:pt x="267894" y="128243"/>
                  <a:pt x="271355" y="128584"/>
                  <a:pt x="275156" y="128584"/>
                </a:cubicBezTo>
                <a:cubicBezTo>
                  <a:pt x="292599" y="128584"/>
                  <a:pt x="304443" y="129563"/>
                  <a:pt x="310687" y="131523"/>
                </a:cubicBezTo>
                <a:cubicBezTo>
                  <a:pt x="320936" y="134701"/>
                  <a:pt x="326060" y="141528"/>
                  <a:pt x="326060" y="152004"/>
                </a:cubicBezTo>
                <a:cubicBezTo>
                  <a:pt x="326060" y="162684"/>
                  <a:pt x="320070" y="171201"/>
                  <a:pt x="308091" y="177555"/>
                </a:cubicBezTo>
                <a:cubicBezTo>
                  <a:pt x="296111" y="183909"/>
                  <a:pt x="284013" y="187086"/>
                  <a:pt x="271796" y="187086"/>
                </a:cubicBezTo>
                <a:cubicBezTo>
                  <a:pt x="260665" y="187086"/>
                  <a:pt x="251842" y="184843"/>
                  <a:pt x="245326" y="180357"/>
                </a:cubicBezTo>
                <a:cubicBezTo>
                  <a:pt x="238811" y="175874"/>
                  <a:pt x="235553" y="171170"/>
                  <a:pt x="235553" y="166246"/>
                </a:cubicBezTo>
                <a:cubicBezTo>
                  <a:pt x="235553" y="163819"/>
                  <a:pt x="236418" y="161442"/>
                  <a:pt x="238149" y="159114"/>
                </a:cubicBezTo>
                <a:cubicBezTo>
                  <a:pt x="239880" y="156786"/>
                  <a:pt x="243290" y="153330"/>
                  <a:pt x="248381" y="148745"/>
                </a:cubicBezTo>
                <a:lnTo>
                  <a:pt x="255100" y="142774"/>
                </a:lnTo>
                <a:lnTo>
                  <a:pt x="256322" y="141562"/>
                </a:lnTo>
                <a:cubicBezTo>
                  <a:pt x="253199" y="140337"/>
                  <a:pt x="250858" y="139146"/>
                  <a:pt x="249297" y="137988"/>
                </a:cubicBezTo>
                <a:cubicBezTo>
                  <a:pt x="246582" y="135879"/>
                  <a:pt x="245225" y="133462"/>
                  <a:pt x="245225" y="130739"/>
                </a:cubicBezTo>
                <a:cubicBezTo>
                  <a:pt x="245225" y="128219"/>
                  <a:pt x="246395" y="125445"/>
                  <a:pt x="248737" y="122417"/>
                </a:cubicBezTo>
                <a:cubicBezTo>
                  <a:pt x="251078" y="119387"/>
                  <a:pt x="256084" y="114468"/>
                  <a:pt x="263754" y="107661"/>
                </a:cubicBezTo>
                <a:moveTo>
                  <a:pt x="283097" y="105630"/>
                </a:moveTo>
                <a:cubicBezTo>
                  <a:pt x="286830" y="105630"/>
                  <a:pt x="289952" y="104614"/>
                  <a:pt x="292463" y="102583"/>
                </a:cubicBezTo>
                <a:cubicBezTo>
                  <a:pt x="296536" y="99332"/>
                  <a:pt x="298572" y="93679"/>
                  <a:pt x="298572" y="85621"/>
                </a:cubicBezTo>
                <a:cubicBezTo>
                  <a:pt x="298572" y="79188"/>
                  <a:pt x="296926" y="71943"/>
                  <a:pt x="293634" y="63886"/>
                </a:cubicBezTo>
                <a:cubicBezTo>
                  <a:pt x="290342" y="55828"/>
                  <a:pt x="284862" y="51799"/>
                  <a:pt x="277192" y="51799"/>
                </a:cubicBezTo>
                <a:cubicBezTo>
                  <a:pt x="270541" y="51799"/>
                  <a:pt x="265959" y="54948"/>
                  <a:pt x="263448" y="61245"/>
                </a:cubicBezTo>
                <a:cubicBezTo>
                  <a:pt x="262159" y="64563"/>
                  <a:pt x="261514" y="68659"/>
                  <a:pt x="261514" y="73534"/>
                </a:cubicBezTo>
                <a:cubicBezTo>
                  <a:pt x="261514" y="81795"/>
                  <a:pt x="263516" y="89210"/>
                  <a:pt x="267520" y="95778"/>
                </a:cubicBezTo>
                <a:cubicBezTo>
                  <a:pt x="271525" y="102346"/>
                  <a:pt x="276717" y="105630"/>
                  <a:pt x="283097" y="105630"/>
                </a:cubicBezTo>
                <a:moveTo>
                  <a:pt x="282283" y="45908"/>
                </a:moveTo>
                <a:lnTo>
                  <a:pt x="282283" y="45908"/>
                </a:lnTo>
                <a:close/>
                <a:moveTo>
                  <a:pt x="351410" y="10614"/>
                </a:moveTo>
                <a:cubicBezTo>
                  <a:pt x="351410" y="7717"/>
                  <a:pt x="352428" y="5224"/>
                  <a:pt x="354464" y="3136"/>
                </a:cubicBezTo>
                <a:cubicBezTo>
                  <a:pt x="356500" y="1045"/>
                  <a:pt x="359012" y="0"/>
                  <a:pt x="361998" y="0"/>
                </a:cubicBezTo>
                <a:cubicBezTo>
                  <a:pt x="364916" y="0"/>
                  <a:pt x="367411" y="1028"/>
                  <a:pt x="369481" y="3085"/>
                </a:cubicBezTo>
                <a:cubicBezTo>
                  <a:pt x="371551" y="5140"/>
                  <a:pt x="372586" y="7649"/>
                  <a:pt x="372586" y="10614"/>
                </a:cubicBezTo>
                <a:cubicBezTo>
                  <a:pt x="372586" y="13511"/>
                  <a:pt x="371551" y="15987"/>
                  <a:pt x="369481" y="18044"/>
                </a:cubicBezTo>
                <a:cubicBezTo>
                  <a:pt x="367411" y="20099"/>
                  <a:pt x="364916" y="21126"/>
                  <a:pt x="361998" y="21126"/>
                </a:cubicBezTo>
                <a:cubicBezTo>
                  <a:pt x="359012" y="21126"/>
                  <a:pt x="356500" y="20099"/>
                  <a:pt x="354464" y="18044"/>
                </a:cubicBezTo>
                <a:cubicBezTo>
                  <a:pt x="352428" y="15987"/>
                  <a:pt x="351410" y="13511"/>
                  <a:pt x="351410" y="10614"/>
                </a:cubicBezTo>
                <a:moveTo>
                  <a:pt x="338379" y="138944"/>
                </a:moveTo>
                <a:cubicBezTo>
                  <a:pt x="345641" y="138266"/>
                  <a:pt x="350222" y="137031"/>
                  <a:pt x="352123" y="135236"/>
                </a:cubicBezTo>
                <a:cubicBezTo>
                  <a:pt x="354023" y="133442"/>
                  <a:pt x="354973" y="128584"/>
                  <a:pt x="354973" y="120661"/>
                </a:cubicBezTo>
                <a:lnTo>
                  <a:pt x="354973" y="72112"/>
                </a:lnTo>
                <a:cubicBezTo>
                  <a:pt x="354973" y="67749"/>
                  <a:pt x="354668" y="64729"/>
                  <a:pt x="354057" y="63051"/>
                </a:cubicBezTo>
                <a:cubicBezTo>
                  <a:pt x="353039" y="60289"/>
                  <a:pt x="350901" y="58909"/>
                  <a:pt x="347643" y="58909"/>
                </a:cubicBezTo>
                <a:cubicBezTo>
                  <a:pt x="346896" y="58909"/>
                  <a:pt x="346167" y="58977"/>
                  <a:pt x="345454" y="59112"/>
                </a:cubicBezTo>
                <a:cubicBezTo>
                  <a:pt x="344742" y="59247"/>
                  <a:pt x="342688" y="59789"/>
                  <a:pt x="339295" y="60737"/>
                </a:cubicBezTo>
                <a:lnTo>
                  <a:pt x="339295" y="57487"/>
                </a:lnTo>
                <a:lnTo>
                  <a:pt x="343673" y="56065"/>
                </a:lnTo>
                <a:cubicBezTo>
                  <a:pt x="355550" y="52205"/>
                  <a:pt x="363830" y="49294"/>
                  <a:pt x="368514" y="47330"/>
                </a:cubicBezTo>
                <a:cubicBezTo>
                  <a:pt x="370414" y="46518"/>
                  <a:pt x="371636" y="46111"/>
                  <a:pt x="372179" y="46111"/>
                </a:cubicBezTo>
                <a:cubicBezTo>
                  <a:pt x="372314" y="46585"/>
                  <a:pt x="372382" y="47094"/>
                  <a:pt x="372382" y="47638"/>
                </a:cubicBezTo>
                <a:lnTo>
                  <a:pt x="372382" y="120639"/>
                </a:lnTo>
                <a:cubicBezTo>
                  <a:pt x="372382" y="128367"/>
                  <a:pt x="373316" y="133214"/>
                  <a:pt x="375182" y="135182"/>
                </a:cubicBezTo>
                <a:cubicBezTo>
                  <a:pt x="377048" y="137148"/>
                  <a:pt x="381274" y="138402"/>
                  <a:pt x="387857" y="138944"/>
                </a:cubicBezTo>
                <a:lnTo>
                  <a:pt x="387857" y="141787"/>
                </a:lnTo>
                <a:lnTo>
                  <a:pt x="338379" y="141787"/>
                </a:lnTo>
                <a:lnTo>
                  <a:pt x="338379" y="138944"/>
                </a:lnTo>
                <a:close/>
                <a:moveTo>
                  <a:pt x="396725" y="138944"/>
                </a:moveTo>
                <a:cubicBezTo>
                  <a:pt x="401544" y="138343"/>
                  <a:pt x="404920" y="137157"/>
                  <a:pt x="406855" y="135385"/>
                </a:cubicBezTo>
                <a:cubicBezTo>
                  <a:pt x="408789" y="133614"/>
                  <a:pt x="409756" y="129654"/>
                  <a:pt x="409756" y="123505"/>
                </a:cubicBezTo>
                <a:lnTo>
                  <a:pt x="409756" y="71706"/>
                </a:lnTo>
                <a:cubicBezTo>
                  <a:pt x="409756" y="67443"/>
                  <a:pt x="409349" y="64444"/>
                  <a:pt x="408534" y="62711"/>
                </a:cubicBezTo>
                <a:cubicBezTo>
                  <a:pt x="407245" y="60176"/>
                  <a:pt x="404598" y="58909"/>
                  <a:pt x="400593" y="58909"/>
                </a:cubicBezTo>
                <a:cubicBezTo>
                  <a:pt x="399983" y="58909"/>
                  <a:pt x="399355" y="58943"/>
                  <a:pt x="398710" y="59010"/>
                </a:cubicBezTo>
                <a:cubicBezTo>
                  <a:pt x="398065" y="59078"/>
                  <a:pt x="397268" y="59180"/>
                  <a:pt x="396317" y="59315"/>
                </a:cubicBezTo>
                <a:lnTo>
                  <a:pt x="396317" y="55659"/>
                </a:lnTo>
                <a:cubicBezTo>
                  <a:pt x="399100" y="54838"/>
                  <a:pt x="405684" y="52716"/>
                  <a:pt x="416068" y="49295"/>
                </a:cubicBezTo>
                <a:lnTo>
                  <a:pt x="425638" y="46111"/>
                </a:lnTo>
                <a:cubicBezTo>
                  <a:pt x="426113" y="46111"/>
                  <a:pt x="426402" y="46277"/>
                  <a:pt x="426503" y="46610"/>
                </a:cubicBezTo>
                <a:cubicBezTo>
                  <a:pt x="426605" y="46942"/>
                  <a:pt x="426656" y="47407"/>
                  <a:pt x="426656" y="48006"/>
                </a:cubicBezTo>
                <a:lnTo>
                  <a:pt x="426656" y="62787"/>
                </a:lnTo>
                <a:cubicBezTo>
                  <a:pt x="432900" y="56922"/>
                  <a:pt x="437787" y="52898"/>
                  <a:pt x="441316" y="50717"/>
                </a:cubicBezTo>
                <a:cubicBezTo>
                  <a:pt x="446610" y="47376"/>
                  <a:pt x="452108" y="45705"/>
                  <a:pt x="457809" y="45705"/>
                </a:cubicBezTo>
                <a:cubicBezTo>
                  <a:pt x="462425" y="45705"/>
                  <a:pt x="466633" y="47031"/>
                  <a:pt x="470434" y="49682"/>
                </a:cubicBezTo>
                <a:cubicBezTo>
                  <a:pt x="477764" y="54847"/>
                  <a:pt x="481429" y="64057"/>
                  <a:pt x="481429" y="77311"/>
                </a:cubicBezTo>
                <a:lnTo>
                  <a:pt x="481429" y="124927"/>
                </a:lnTo>
                <a:cubicBezTo>
                  <a:pt x="481429" y="129838"/>
                  <a:pt x="482413" y="133386"/>
                  <a:pt x="484381" y="135570"/>
                </a:cubicBezTo>
                <a:cubicBezTo>
                  <a:pt x="486349" y="137751"/>
                  <a:pt x="489641" y="138876"/>
                  <a:pt x="494257" y="138944"/>
                </a:cubicBezTo>
                <a:lnTo>
                  <a:pt x="494257" y="141787"/>
                </a:lnTo>
                <a:lnTo>
                  <a:pt x="450785" y="141787"/>
                </a:lnTo>
                <a:lnTo>
                  <a:pt x="450785" y="138944"/>
                </a:lnTo>
                <a:cubicBezTo>
                  <a:pt x="455739" y="138262"/>
                  <a:pt x="459201" y="136884"/>
                  <a:pt x="461169" y="134808"/>
                </a:cubicBezTo>
                <a:cubicBezTo>
                  <a:pt x="463137" y="132730"/>
                  <a:pt x="464121" y="128218"/>
                  <a:pt x="464121" y="121271"/>
                </a:cubicBezTo>
                <a:lnTo>
                  <a:pt x="464121" y="77762"/>
                </a:lnTo>
                <a:cubicBezTo>
                  <a:pt x="464121" y="71922"/>
                  <a:pt x="463035" y="67083"/>
                  <a:pt x="460864" y="63244"/>
                </a:cubicBezTo>
                <a:cubicBezTo>
                  <a:pt x="458692" y="59406"/>
                  <a:pt x="454687" y="57487"/>
                  <a:pt x="448850" y="57487"/>
                </a:cubicBezTo>
                <a:cubicBezTo>
                  <a:pt x="444846" y="57487"/>
                  <a:pt x="440774" y="58845"/>
                  <a:pt x="436633" y="61562"/>
                </a:cubicBezTo>
                <a:cubicBezTo>
                  <a:pt x="434326" y="63126"/>
                  <a:pt x="431339" y="65708"/>
                  <a:pt x="427674" y="69310"/>
                </a:cubicBezTo>
                <a:lnTo>
                  <a:pt x="427674" y="126349"/>
                </a:lnTo>
                <a:cubicBezTo>
                  <a:pt x="427674" y="131265"/>
                  <a:pt x="428760" y="134558"/>
                  <a:pt x="430932" y="136230"/>
                </a:cubicBezTo>
                <a:cubicBezTo>
                  <a:pt x="433104" y="137901"/>
                  <a:pt x="436532" y="138806"/>
                  <a:pt x="441215" y="138944"/>
                </a:cubicBezTo>
                <a:lnTo>
                  <a:pt x="441215" y="141787"/>
                </a:lnTo>
                <a:lnTo>
                  <a:pt x="396725" y="141787"/>
                </a:lnTo>
                <a:lnTo>
                  <a:pt x="396725" y="138944"/>
                </a:lnTo>
                <a:moveTo>
                  <a:pt x="445185" y="46111"/>
                </a:moveTo>
                <a:lnTo>
                  <a:pt x="445185" y="46111"/>
                </a:lnTo>
                <a:close/>
                <a:moveTo>
                  <a:pt x="544957" y="46518"/>
                </a:moveTo>
                <a:cubicBezTo>
                  <a:pt x="554527" y="46518"/>
                  <a:pt x="562909" y="49819"/>
                  <a:pt x="570103" y="56420"/>
                </a:cubicBezTo>
                <a:cubicBezTo>
                  <a:pt x="577298" y="63022"/>
                  <a:pt x="580895" y="72383"/>
                  <a:pt x="580895" y="84504"/>
                </a:cubicBezTo>
                <a:lnTo>
                  <a:pt x="516247" y="84504"/>
                </a:lnTo>
                <a:cubicBezTo>
                  <a:pt x="516926" y="100143"/>
                  <a:pt x="520489" y="111535"/>
                  <a:pt x="526937" y="118681"/>
                </a:cubicBezTo>
                <a:cubicBezTo>
                  <a:pt x="533385" y="125824"/>
                  <a:pt x="541020" y="129396"/>
                  <a:pt x="549843" y="129396"/>
                </a:cubicBezTo>
                <a:cubicBezTo>
                  <a:pt x="556970" y="129396"/>
                  <a:pt x="562977" y="127543"/>
                  <a:pt x="567863" y="123835"/>
                </a:cubicBezTo>
                <a:cubicBezTo>
                  <a:pt x="572750" y="120128"/>
                  <a:pt x="577264" y="114870"/>
                  <a:pt x="581404" y="108061"/>
                </a:cubicBezTo>
                <a:lnTo>
                  <a:pt x="584967" y="109276"/>
                </a:lnTo>
                <a:cubicBezTo>
                  <a:pt x="582184" y="117903"/>
                  <a:pt x="576975" y="125885"/>
                  <a:pt x="569340" y="133221"/>
                </a:cubicBezTo>
                <a:cubicBezTo>
                  <a:pt x="561704" y="140557"/>
                  <a:pt x="552355" y="144225"/>
                  <a:pt x="541292" y="144225"/>
                </a:cubicBezTo>
                <a:cubicBezTo>
                  <a:pt x="528532" y="144225"/>
                  <a:pt x="518673" y="139417"/>
                  <a:pt x="511716" y="129802"/>
                </a:cubicBezTo>
                <a:cubicBezTo>
                  <a:pt x="504760" y="120187"/>
                  <a:pt x="501281" y="109117"/>
                  <a:pt x="501281" y="96590"/>
                </a:cubicBezTo>
                <a:cubicBezTo>
                  <a:pt x="501281" y="82980"/>
                  <a:pt x="505320" y="71232"/>
                  <a:pt x="513396" y="61346"/>
                </a:cubicBezTo>
                <a:cubicBezTo>
                  <a:pt x="521473" y="51461"/>
                  <a:pt x="531993" y="46518"/>
                  <a:pt x="544957" y="46518"/>
                </a:cubicBezTo>
                <a:moveTo>
                  <a:pt x="539052" y="54034"/>
                </a:moveTo>
                <a:cubicBezTo>
                  <a:pt x="531314" y="54034"/>
                  <a:pt x="525410" y="57438"/>
                  <a:pt x="521337" y="64247"/>
                </a:cubicBezTo>
                <a:cubicBezTo>
                  <a:pt x="519165" y="67889"/>
                  <a:pt x="517604" y="72474"/>
                  <a:pt x="516654" y="78003"/>
                </a:cubicBezTo>
                <a:lnTo>
                  <a:pt x="559617" y="78003"/>
                </a:lnTo>
                <a:cubicBezTo>
                  <a:pt x="558870" y="71262"/>
                  <a:pt x="557581" y="66239"/>
                  <a:pt x="555748" y="62933"/>
                </a:cubicBezTo>
                <a:cubicBezTo>
                  <a:pt x="552423" y="57000"/>
                  <a:pt x="546857" y="54034"/>
                  <a:pt x="539052" y="54034"/>
                </a:cubicBezTo>
                <a:moveTo>
                  <a:pt x="543633" y="46518"/>
                </a:moveTo>
                <a:lnTo>
                  <a:pt x="543633" y="46518"/>
                </a:lnTo>
                <a:close/>
                <a:moveTo>
                  <a:pt x="601389" y="109489"/>
                </a:moveTo>
                <a:lnTo>
                  <a:pt x="604748" y="109489"/>
                </a:lnTo>
                <a:cubicBezTo>
                  <a:pt x="606309" y="117236"/>
                  <a:pt x="608413" y="123182"/>
                  <a:pt x="611060" y="127327"/>
                </a:cubicBezTo>
                <a:cubicBezTo>
                  <a:pt x="615811" y="134936"/>
                  <a:pt x="622768" y="138740"/>
                  <a:pt x="631931" y="138740"/>
                </a:cubicBezTo>
                <a:cubicBezTo>
                  <a:pt x="637021" y="138740"/>
                  <a:pt x="641043" y="137339"/>
                  <a:pt x="643995" y="134535"/>
                </a:cubicBezTo>
                <a:cubicBezTo>
                  <a:pt x="646948" y="131731"/>
                  <a:pt x="648424" y="128100"/>
                  <a:pt x="648424" y="123642"/>
                </a:cubicBezTo>
                <a:cubicBezTo>
                  <a:pt x="648424" y="120804"/>
                  <a:pt x="647575" y="118068"/>
                  <a:pt x="645879" y="115434"/>
                </a:cubicBezTo>
                <a:cubicBezTo>
                  <a:pt x="644182" y="112800"/>
                  <a:pt x="641196" y="110233"/>
                  <a:pt x="636920" y="107734"/>
                </a:cubicBezTo>
                <a:lnTo>
                  <a:pt x="625517" y="101246"/>
                </a:lnTo>
                <a:cubicBezTo>
                  <a:pt x="617169" y="96788"/>
                  <a:pt x="611027" y="92290"/>
                  <a:pt x="607090" y="87754"/>
                </a:cubicBezTo>
                <a:cubicBezTo>
                  <a:pt x="603153" y="83217"/>
                  <a:pt x="601185" y="77868"/>
                  <a:pt x="601185" y="71706"/>
                </a:cubicBezTo>
                <a:cubicBezTo>
                  <a:pt x="601185" y="64123"/>
                  <a:pt x="603900" y="57893"/>
                  <a:pt x="609330" y="53018"/>
                </a:cubicBezTo>
                <a:cubicBezTo>
                  <a:pt x="614759" y="48143"/>
                  <a:pt x="621581" y="45705"/>
                  <a:pt x="629793" y="45705"/>
                </a:cubicBezTo>
                <a:cubicBezTo>
                  <a:pt x="633390" y="45705"/>
                  <a:pt x="637344" y="46382"/>
                  <a:pt x="641654" y="47736"/>
                </a:cubicBezTo>
                <a:cubicBezTo>
                  <a:pt x="645964" y="49091"/>
                  <a:pt x="648390" y="49768"/>
                  <a:pt x="648933" y="49768"/>
                </a:cubicBezTo>
                <a:cubicBezTo>
                  <a:pt x="650155" y="49768"/>
                  <a:pt x="651037" y="49607"/>
                  <a:pt x="651580" y="49285"/>
                </a:cubicBezTo>
                <a:cubicBezTo>
                  <a:pt x="652123" y="48962"/>
                  <a:pt x="652598" y="48445"/>
                  <a:pt x="653005" y="47736"/>
                </a:cubicBezTo>
                <a:lnTo>
                  <a:pt x="655449" y="47736"/>
                </a:lnTo>
                <a:lnTo>
                  <a:pt x="656161" y="76175"/>
                </a:lnTo>
                <a:lnTo>
                  <a:pt x="653005" y="76175"/>
                </a:lnTo>
                <a:cubicBezTo>
                  <a:pt x="651648" y="69582"/>
                  <a:pt x="649815" y="64449"/>
                  <a:pt x="647508" y="60778"/>
                </a:cubicBezTo>
                <a:cubicBezTo>
                  <a:pt x="643300" y="53980"/>
                  <a:pt x="637225" y="50580"/>
                  <a:pt x="629284" y="50580"/>
                </a:cubicBezTo>
                <a:cubicBezTo>
                  <a:pt x="624533" y="50580"/>
                  <a:pt x="620800" y="52033"/>
                  <a:pt x="618085" y="54938"/>
                </a:cubicBezTo>
                <a:cubicBezTo>
                  <a:pt x="615370" y="57843"/>
                  <a:pt x="614013" y="61255"/>
                  <a:pt x="614013" y="65174"/>
                </a:cubicBezTo>
                <a:cubicBezTo>
                  <a:pt x="614013" y="71389"/>
                  <a:pt x="618696" y="76928"/>
                  <a:pt x="628062" y="81793"/>
                </a:cubicBezTo>
                <a:lnTo>
                  <a:pt x="641501" y="88988"/>
                </a:lnTo>
                <a:cubicBezTo>
                  <a:pt x="655958" y="96824"/>
                  <a:pt x="663186" y="105956"/>
                  <a:pt x="663186" y="116386"/>
                </a:cubicBezTo>
                <a:cubicBezTo>
                  <a:pt x="663186" y="124380"/>
                  <a:pt x="660183" y="130918"/>
                  <a:pt x="654176" y="135998"/>
                </a:cubicBezTo>
                <a:cubicBezTo>
                  <a:pt x="648169" y="141076"/>
                  <a:pt x="640313" y="143616"/>
                  <a:pt x="630608" y="143616"/>
                </a:cubicBezTo>
                <a:cubicBezTo>
                  <a:pt x="626535" y="143616"/>
                  <a:pt x="621920" y="142938"/>
                  <a:pt x="616762" y="141584"/>
                </a:cubicBezTo>
                <a:cubicBezTo>
                  <a:pt x="611603" y="140230"/>
                  <a:pt x="608549" y="139553"/>
                  <a:pt x="607599" y="139553"/>
                </a:cubicBezTo>
                <a:cubicBezTo>
                  <a:pt x="606785" y="139553"/>
                  <a:pt x="606072" y="139831"/>
                  <a:pt x="605461" y="140388"/>
                </a:cubicBezTo>
                <a:cubicBezTo>
                  <a:pt x="604850" y="140942"/>
                  <a:pt x="604375" y="141612"/>
                  <a:pt x="604036" y="142397"/>
                </a:cubicBezTo>
                <a:lnTo>
                  <a:pt x="601389" y="142397"/>
                </a:lnTo>
                <a:lnTo>
                  <a:pt x="601389" y="109489"/>
                </a:lnTo>
                <a:moveTo>
                  <a:pt x="631218" y="45705"/>
                </a:moveTo>
                <a:lnTo>
                  <a:pt x="631218" y="45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E6CFB-3C77-4045-90F8-8A34BB01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706" y="758313"/>
            <a:ext cx="2056153" cy="1834393"/>
          </a:xfrm>
          <a:custGeom xmlns:a="http://schemas.openxmlformats.org/drawingml/2006/main">
            <a:pathLst>
              <a:path w="2056153" h="1834393">
                <a:moveTo>
                  <a:pt x="0" y="0"/>
                </a:moveTo>
                <a:lnTo>
                  <a:pt x="2056153" y="0"/>
                </a:lnTo>
                <a:lnTo>
                  <a:pt x="2056153" y="1834393"/>
                </a:lnTo>
                <a:lnTo>
                  <a:pt x="0" y="1834393"/>
                </a:lnTo>
                <a:lnTo>
                  <a:pt x="0" y="0"/>
                </a:lnTo>
                <a:close/>
                <a:moveTo>
                  <a:pt x="1351262" y="107369"/>
                </a:moveTo>
                <a:cubicBezTo>
                  <a:pt x="1169967" y="107369"/>
                  <a:pt x="1010127" y="204558"/>
                  <a:pt x="915743" y="352379"/>
                </a:cubicBezTo>
                <a:lnTo>
                  <a:pt x="884438" y="413399"/>
                </a:lnTo>
                <a:lnTo>
                  <a:pt x="869779" y="401492"/>
                </a:lnTo>
                <a:cubicBezTo>
                  <a:pt x="806873" y="359668"/>
                  <a:pt x="731040" y="335245"/>
                  <a:pt x="649414" y="335245"/>
                </a:cubicBezTo>
                <a:cubicBezTo>
                  <a:pt x="431740" y="335245"/>
                  <a:pt x="255279" y="508915"/>
                  <a:pt x="255279" y="723149"/>
                </a:cubicBezTo>
                <a:cubicBezTo>
                  <a:pt x="255279" y="857046"/>
                  <a:pt x="324209" y="975096"/>
                  <a:pt x="429049" y="1044805"/>
                </a:cubicBezTo>
                <a:lnTo>
                  <a:pt x="465227" y="1064131"/>
                </a:lnTo>
                <a:lnTo>
                  <a:pt x="461140" y="1076777"/>
                </a:lnTo>
                <a:cubicBezTo>
                  <a:pt x="454837" y="1106334"/>
                  <a:pt x="451529" y="1136938"/>
                  <a:pt x="451529" y="1168282"/>
                </a:cubicBezTo>
                <a:cubicBezTo>
                  <a:pt x="451529" y="1419042"/>
                  <a:pt x="663282" y="1622322"/>
                  <a:pt x="924492" y="1622322"/>
                </a:cubicBezTo>
                <a:cubicBezTo>
                  <a:pt x="1153049" y="1622322"/>
                  <a:pt x="1343740" y="1466686"/>
                  <a:pt x="1387841" y="1259788"/>
                </a:cubicBezTo>
                <a:lnTo>
                  <a:pt x="1392611" y="1214389"/>
                </a:lnTo>
                <a:lnTo>
                  <a:pt x="1457110" y="1207509"/>
                </a:lnTo>
                <a:cubicBezTo>
                  <a:pt x="1696445" y="1155691"/>
                  <a:pt x="1876480" y="931633"/>
                  <a:pt x="1876480" y="663084"/>
                </a:cubicBezTo>
                <a:cubicBezTo>
                  <a:pt x="1876480" y="356172"/>
                  <a:pt x="1641331" y="107369"/>
                  <a:pt x="1351262" y="107369"/>
                </a:cubicBezTo>
                <a:close/>
              </a:path>
            </a:pathLst>
          </a:custGeom>
          <a:solidFill xmlns:a="http://schemas.openxmlformats.org/drawingml/2006/main">
            <a:srgbClr val="3B3838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AF4A8-3A31-45C8-B22A-ECC91686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00" y="1175522"/>
            <a:ext cx="218880" cy="311251"/>
          </a:xfrm>
          <a:custGeom xmlns:a="http://schemas.openxmlformats.org/drawingml/2006/main">
            <a:pathLst>
              <a:path w="218880" h="311251">
                <a:moveTo>
                  <a:pt x="58767" y="0"/>
                </a:moveTo>
                <a:lnTo>
                  <a:pt x="102712" y="34826"/>
                </a:lnTo>
                <a:cubicBezTo>
                  <a:pt x="174487" y="103767"/>
                  <a:pt x="218880" y="199007"/>
                  <a:pt x="218880" y="304206"/>
                </a:cubicBezTo>
                <a:lnTo>
                  <a:pt x="218143" y="311251"/>
                </a:lnTo>
                <a:lnTo>
                  <a:pt x="194991" y="304518"/>
                </a:lnTo>
                <a:cubicBezTo>
                  <a:pt x="164008" y="298579"/>
                  <a:pt x="131930" y="295459"/>
                  <a:pt x="99070" y="295459"/>
                </a:cubicBezTo>
                <a:lnTo>
                  <a:pt x="5764" y="304272"/>
                </a:lnTo>
                <a:lnTo>
                  <a:pt x="0" y="245217"/>
                </a:lnTo>
                <a:cubicBezTo>
                  <a:pt x="0" y="169862"/>
                  <a:pt x="14790" y="98074"/>
                  <a:pt x="41536" y="32779"/>
                </a:cubicBezTo>
                <a:lnTo>
                  <a:pt x="58767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17F5F-5A81-4B98-94E9-24EB87B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01" y="1175522"/>
            <a:ext cx="218881" cy="311251"/>
          </a:xfrm>
          <a:custGeom xmlns:a="http://schemas.openxmlformats.org/drawingml/2006/main">
            <a:pathLst>
              <a:path w="218881" h="311251" fill="none">
                <a:moveTo>
                  <a:pt x="58767" y="0"/>
                </a:moveTo>
                <a:lnTo>
                  <a:pt x="102712" y="34826"/>
                </a:lnTo>
                <a:cubicBezTo>
                  <a:pt x="174487" y="103767"/>
                  <a:pt x="218881" y="199007"/>
                  <a:pt x="218881" y="304206"/>
                </a:cubicBezTo>
                <a:lnTo>
                  <a:pt x="218141" y="311251"/>
                </a:lnTo>
                <a:lnTo>
                  <a:pt x="194991" y="304518"/>
                </a:lnTo>
                <a:cubicBezTo>
                  <a:pt x="164008" y="298579"/>
                  <a:pt x="131929" y="295459"/>
                  <a:pt x="99071" y="295459"/>
                </a:cubicBezTo>
                <a:lnTo>
                  <a:pt x="5765" y="304272"/>
                </a:lnTo>
                <a:lnTo>
                  <a:pt x="0" y="245217"/>
                </a:lnTo>
                <a:cubicBezTo>
                  <a:pt x="0" y="169862"/>
                  <a:pt x="14790" y="98074"/>
                  <a:pt x="41536" y="32779"/>
                </a:cubicBezTo>
                <a:lnTo>
                  <a:pt x="587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55" cap="flat">
            <a:solidFill>
              <a:srgbClr val="BFBFBF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42DA5-673C-43FF-98AC-6C72C53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632" y="1480151"/>
            <a:ext cx="464292" cy="390719"/>
          </a:xfrm>
          <a:custGeom xmlns:a="http://schemas.openxmlformats.org/drawingml/2006/main">
            <a:pathLst>
              <a:path w="464292" h="390719">
                <a:moveTo>
                  <a:pt x="365178" y="0"/>
                </a:moveTo>
                <a:lnTo>
                  <a:pt x="370098" y="52250"/>
                </a:lnTo>
                <a:cubicBezTo>
                  <a:pt x="384041" y="125138"/>
                  <a:pt x="411222" y="192868"/>
                  <a:pt x="448835" y="252436"/>
                </a:cubicBezTo>
                <a:lnTo>
                  <a:pt x="464292" y="272479"/>
                </a:lnTo>
                <a:lnTo>
                  <a:pt x="461156" y="276261"/>
                </a:lnTo>
                <a:cubicBezTo>
                  <a:pt x="390097" y="346979"/>
                  <a:pt x="291931" y="390719"/>
                  <a:pt x="183499" y="390719"/>
                </a:cubicBezTo>
                <a:cubicBezTo>
                  <a:pt x="129283" y="390719"/>
                  <a:pt x="77633" y="379784"/>
                  <a:pt x="30656" y="360008"/>
                </a:cubicBezTo>
                <a:lnTo>
                  <a:pt x="0" y="343449"/>
                </a:lnTo>
                <a:lnTo>
                  <a:pt x="23381" y="270327"/>
                </a:lnTo>
                <a:cubicBezTo>
                  <a:pt x="82991" y="133518"/>
                  <a:pt x="209219" y="30719"/>
                  <a:pt x="362588" y="253"/>
                </a:cubicBezTo>
                <a:lnTo>
                  <a:pt x="365178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FA6E3-9EB7-40AE-8254-C5FAE8D0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633" y="1480151"/>
            <a:ext cx="464292" cy="390719"/>
          </a:xfrm>
          <a:custGeom xmlns:a="http://schemas.openxmlformats.org/drawingml/2006/main">
            <a:pathLst>
              <a:path w="464292" h="390719" fill="none">
                <a:moveTo>
                  <a:pt x="365178" y="0"/>
                </a:moveTo>
                <a:lnTo>
                  <a:pt x="370100" y="52250"/>
                </a:lnTo>
                <a:cubicBezTo>
                  <a:pt x="384042" y="125138"/>
                  <a:pt x="411221" y="192868"/>
                  <a:pt x="448835" y="252436"/>
                </a:cubicBezTo>
                <a:lnTo>
                  <a:pt x="464292" y="272479"/>
                </a:lnTo>
                <a:lnTo>
                  <a:pt x="461156" y="276261"/>
                </a:lnTo>
                <a:cubicBezTo>
                  <a:pt x="390098" y="346979"/>
                  <a:pt x="291930" y="390719"/>
                  <a:pt x="183499" y="390719"/>
                </a:cubicBezTo>
                <a:cubicBezTo>
                  <a:pt x="129283" y="390719"/>
                  <a:pt x="77633" y="379785"/>
                  <a:pt x="30656" y="360009"/>
                </a:cubicBezTo>
                <a:lnTo>
                  <a:pt x="0" y="343449"/>
                </a:lnTo>
                <a:lnTo>
                  <a:pt x="23382" y="270327"/>
                </a:lnTo>
                <a:cubicBezTo>
                  <a:pt x="82992" y="133518"/>
                  <a:pt x="209219" y="30719"/>
                  <a:pt x="362588" y="253"/>
                </a:cubicBezTo>
                <a:lnTo>
                  <a:pt x="3651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55" cap="flat">
            <a:solidFill>
              <a:srgbClr val="BFBFBF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1FA50-67FF-4A2F-9B70-7B9663BC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24" y="1486773"/>
            <a:ext cx="464289" cy="490054"/>
          </a:xfrm>
          <a:custGeom xmlns:a="http://schemas.openxmlformats.org/drawingml/2006/main">
            <a:pathLst>
              <a:path w="464289" h="490054">
                <a:moveTo>
                  <a:pt x="111099" y="0"/>
                </a:moveTo>
                <a:lnTo>
                  <a:pt x="176607" y="19664"/>
                </a:lnTo>
                <a:cubicBezTo>
                  <a:pt x="345668" y="88814"/>
                  <a:pt x="464289" y="250697"/>
                  <a:pt x="464289" y="439374"/>
                </a:cubicBezTo>
                <a:lnTo>
                  <a:pt x="459468" y="485630"/>
                </a:lnTo>
                <a:lnTo>
                  <a:pt x="418289" y="490054"/>
                </a:lnTo>
                <a:cubicBezTo>
                  <a:pt x="273849" y="490054"/>
                  <a:pt x="143078" y="427653"/>
                  <a:pt x="48420" y="326763"/>
                </a:cubicBezTo>
                <a:lnTo>
                  <a:pt x="0" y="264213"/>
                </a:lnTo>
                <a:lnTo>
                  <a:pt x="44794" y="210385"/>
                </a:lnTo>
                <a:cubicBezTo>
                  <a:pt x="73012" y="168979"/>
                  <a:pt x="93400" y="121899"/>
                  <a:pt x="103858" y="71233"/>
                </a:cubicBezTo>
                <a:lnTo>
                  <a:pt x="111099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E512C-6DB5-4312-83C5-71FB062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25" y="1486773"/>
            <a:ext cx="464292" cy="490054"/>
          </a:xfrm>
          <a:custGeom xmlns:a="http://schemas.openxmlformats.org/drawingml/2006/main">
            <a:pathLst>
              <a:path w="464292" h="490054" fill="none">
                <a:moveTo>
                  <a:pt x="111101" y="0"/>
                </a:moveTo>
                <a:lnTo>
                  <a:pt x="176608" y="19664"/>
                </a:lnTo>
                <a:cubicBezTo>
                  <a:pt x="345668" y="88814"/>
                  <a:pt x="464292" y="250697"/>
                  <a:pt x="464292" y="439374"/>
                </a:cubicBezTo>
                <a:lnTo>
                  <a:pt x="459471" y="485630"/>
                </a:lnTo>
                <a:lnTo>
                  <a:pt x="418291" y="490054"/>
                </a:lnTo>
                <a:cubicBezTo>
                  <a:pt x="273849" y="490054"/>
                  <a:pt x="143079" y="427653"/>
                  <a:pt x="48421" y="326763"/>
                </a:cubicBezTo>
                <a:lnTo>
                  <a:pt x="0" y="264213"/>
                </a:lnTo>
                <a:lnTo>
                  <a:pt x="44796" y="210385"/>
                </a:lnTo>
                <a:cubicBezTo>
                  <a:pt x="73012" y="168979"/>
                  <a:pt x="93400" y="121899"/>
                  <a:pt x="103858" y="71233"/>
                </a:cubicBezTo>
                <a:lnTo>
                  <a:pt x="11110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55" cap="flat">
            <a:solidFill>
              <a:srgbClr val="BFBFBF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5479A-5007-48D5-991A-3A2107F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494" y="864272"/>
            <a:ext cx="988281" cy="1105933"/>
          </a:xfrm>
          <a:custGeom xmlns:a="http://schemas.openxmlformats.org/drawingml/2006/main">
            <a:pathLst>
              <a:path w="988281" h="1105933">
                <a:moveTo>
                  <a:pt x="465053" y="0"/>
                </a:moveTo>
                <a:cubicBezTo>
                  <a:pt x="754022" y="0"/>
                  <a:pt x="988281" y="248559"/>
                  <a:pt x="988281" y="555169"/>
                </a:cubicBezTo>
                <a:cubicBezTo>
                  <a:pt x="988281" y="823455"/>
                  <a:pt x="808926" y="1047292"/>
                  <a:pt x="570500" y="1099060"/>
                </a:cubicBezTo>
                <a:lnTo>
                  <a:pt x="506242" y="1105933"/>
                </a:lnTo>
                <a:lnTo>
                  <a:pt x="511066" y="1059872"/>
                </a:lnTo>
                <a:cubicBezTo>
                  <a:pt x="511066" y="871987"/>
                  <a:pt x="392405" y="710783"/>
                  <a:pt x="223298" y="641923"/>
                </a:cubicBezTo>
                <a:lnTo>
                  <a:pt x="157772" y="622341"/>
                </a:lnTo>
                <a:lnTo>
                  <a:pt x="158506" y="615175"/>
                </a:lnTo>
                <a:cubicBezTo>
                  <a:pt x="158506" y="508164"/>
                  <a:pt x="114558" y="411284"/>
                  <a:pt x="43505" y="341155"/>
                </a:cubicBezTo>
                <a:lnTo>
                  <a:pt x="0" y="305730"/>
                </a:lnTo>
                <a:lnTo>
                  <a:pt x="31184" y="244769"/>
                </a:lnTo>
                <a:cubicBezTo>
                  <a:pt x="125212" y="97093"/>
                  <a:pt x="284445" y="0"/>
                  <a:pt x="465053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04E09-7E1E-40B2-ADC0-4050E184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494" y="864271"/>
            <a:ext cx="988279" cy="1105933"/>
          </a:xfrm>
          <a:custGeom xmlns:a="http://schemas.openxmlformats.org/drawingml/2006/main">
            <a:pathLst>
              <a:path w="988279" h="1105933" fill="none">
                <a:moveTo>
                  <a:pt x="465051" y="0"/>
                </a:moveTo>
                <a:cubicBezTo>
                  <a:pt x="754022" y="0"/>
                  <a:pt x="988279" y="248558"/>
                  <a:pt x="988279" y="555170"/>
                </a:cubicBezTo>
                <a:cubicBezTo>
                  <a:pt x="988279" y="823455"/>
                  <a:pt x="808926" y="1047293"/>
                  <a:pt x="570500" y="1099061"/>
                </a:cubicBezTo>
                <a:lnTo>
                  <a:pt x="506243" y="1105933"/>
                </a:lnTo>
                <a:lnTo>
                  <a:pt x="511065" y="1059872"/>
                </a:lnTo>
                <a:cubicBezTo>
                  <a:pt x="511065" y="871987"/>
                  <a:pt x="392407" y="710783"/>
                  <a:pt x="223298" y="641923"/>
                </a:cubicBezTo>
                <a:lnTo>
                  <a:pt x="157772" y="622341"/>
                </a:lnTo>
                <a:lnTo>
                  <a:pt x="158504" y="615175"/>
                </a:lnTo>
                <a:cubicBezTo>
                  <a:pt x="158504" y="508164"/>
                  <a:pt x="114557" y="411283"/>
                  <a:pt x="43503" y="341155"/>
                </a:cubicBezTo>
                <a:lnTo>
                  <a:pt x="0" y="305729"/>
                </a:lnTo>
                <a:lnTo>
                  <a:pt x="31183" y="244769"/>
                </a:lnTo>
                <a:cubicBezTo>
                  <a:pt x="125211" y="97093"/>
                  <a:pt x="284445" y="0"/>
                  <a:pt x="46505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255" cap="flat">
            <a:solidFill>
              <a:srgbClr val="BFBFBF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A6D28-0865-421E-8F21-513F50D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016" y="1096054"/>
            <a:ext cx="623478" cy="728459"/>
          </a:xfrm>
          <a:custGeom xmlns:a="http://schemas.openxmlformats.org/drawingml/2006/main">
            <a:pathLst>
              <a:path w="623478" h="728459">
                <a:moveTo>
                  <a:pt x="390574" y="0"/>
                </a:moveTo>
                <a:cubicBezTo>
                  <a:pt x="471466" y="0"/>
                  <a:pt x="546611" y="24408"/>
                  <a:pt x="608949" y="66209"/>
                </a:cubicBezTo>
                <a:lnTo>
                  <a:pt x="623478" y="78107"/>
                </a:lnTo>
                <a:lnTo>
                  <a:pt x="606511" y="111465"/>
                </a:lnTo>
                <a:cubicBezTo>
                  <a:pt x="580171" y="177910"/>
                  <a:pt x="565608" y="250963"/>
                  <a:pt x="565608" y="327647"/>
                </a:cubicBezTo>
                <a:lnTo>
                  <a:pt x="571286" y="387743"/>
                </a:lnTo>
                <a:lnTo>
                  <a:pt x="568710" y="387994"/>
                </a:lnTo>
                <a:cubicBezTo>
                  <a:pt x="416158" y="418218"/>
                  <a:pt x="290603" y="520198"/>
                  <a:pt x="231313" y="655919"/>
                </a:cubicBezTo>
                <a:lnTo>
                  <a:pt x="208054" y="728459"/>
                </a:lnTo>
                <a:lnTo>
                  <a:pt x="172202" y="709144"/>
                </a:lnTo>
                <a:cubicBezTo>
                  <a:pt x="68308" y="639475"/>
                  <a:pt x="0" y="521495"/>
                  <a:pt x="0" y="387676"/>
                </a:cubicBezTo>
                <a:cubicBezTo>
                  <a:pt x="0" y="173568"/>
                  <a:pt x="174867" y="0"/>
                  <a:pt x="390574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05B47-A0BE-4CD0-A8DC-0E86302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016" y="1096054"/>
            <a:ext cx="623478" cy="728459"/>
          </a:xfrm>
          <a:custGeom xmlns:a="http://schemas.openxmlformats.org/drawingml/2006/main">
            <a:pathLst>
              <a:path w="623478" h="728459" fill="none">
                <a:moveTo>
                  <a:pt x="390574" y="0"/>
                </a:moveTo>
                <a:cubicBezTo>
                  <a:pt x="471464" y="0"/>
                  <a:pt x="546612" y="24409"/>
                  <a:pt x="608949" y="66209"/>
                </a:cubicBezTo>
                <a:lnTo>
                  <a:pt x="623478" y="78107"/>
                </a:lnTo>
                <a:lnTo>
                  <a:pt x="606510" y="111465"/>
                </a:lnTo>
                <a:cubicBezTo>
                  <a:pt x="580172" y="177910"/>
                  <a:pt x="565608" y="250963"/>
                  <a:pt x="565608" y="327647"/>
                </a:cubicBezTo>
                <a:lnTo>
                  <a:pt x="571285" y="387743"/>
                </a:lnTo>
                <a:lnTo>
                  <a:pt x="568710" y="387994"/>
                </a:lnTo>
                <a:cubicBezTo>
                  <a:pt x="416157" y="418218"/>
                  <a:pt x="290602" y="520198"/>
                  <a:pt x="231310" y="655919"/>
                </a:cubicBezTo>
                <a:lnTo>
                  <a:pt x="208052" y="728459"/>
                </a:lnTo>
                <a:lnTo>
                  <a:pt x="172200" y="709144"/>
                </a:lnTo>
                <a:cubicBezTo>
                  <a:pt x="68307" y="639475"/>
                  <a:pt x="0" y="521495"/>
                  <a:pt x="0" y="387676"/>
                </a:cubicBezTo>
                <a:cubicBezTo>
                  <a:pt x="0" y="173568"/>
                  <a:pt x="174865" y="0"/>
                  <a:pt x="39057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255" cap="flat">
            <a:solidFill>
              <a:srgbClr val="BFBFBF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87A2B-3743-4838-A230-A9061DAA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32" y="1473528"/>
            <a:ext cx="212248" cy="278139"/>
          </a:xfrm>
          <a:custGeom xmlns:a="http://schemas.openxmlformats.org/drawingml/2006/main">
            <a:pathLst>
              <a:path w="212248" h="278139">
                <a:moveTo>
                  <a:pt x="93249" y="0"/>
                </a:moveTo>
                <a:cubicBezTo>
                  <a:pt x="126087" y="0"/>
                  <a:pt x="158149" y="3161"/>
                  <a:pt x="189112" y="9181"/>
                </a:cubicBezTo>
                <a:lnTo>
                  <a:pt x="212248" y="16005"/>
                </a:lnTo>
                <a:lnTo>
                  <a:pt x="204934" y="86677"/>
                </a:lnTo>
                <a:cubicBezTo>
                  <a:pt x="194371" y="136944"/>
                  <a:pt x="173786" y="183654"/>
                  <a:pt x="145292" y="224734"/>
                </a:cubicBezTo>
                <a:lnTo>
                  <a:pt x="100055" y="278139"/>
                </a:lnTo>
                <a:lnTo>
                  <a:pt x="84450" y="258336"/>
                </a:lnTo>
                <a:cubicBezTo>
                  <a:pt x="46480" y="199484"/>
                  <a:pt x="19044" y="132568"/>
                  <a:pt x="4970" y="60554"/>
                </a:cubicBezTo>
                <a:lnTo>
                  <a:pt x="0" y="8932"/>
                </a:lnTo>
                <a:lnTo>
                  <a:pt x="93249" y="0"/>
                </a:lnTo>
                <a:close/>
              </a:path>
            </a:pathLst>
          </a:custGeom>
          <a:solidFill xmlns:a="http://schemas.openxmlformats.org/drawingml/2006/main">
            <a:srgbClr val="3B3838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D66E3-59A3-4067-B33D-315B624E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66" y="1751667"/>
            <a:ext cx="941848" cy="629124"/>
          </a:xfrm>
          <a:custGeom xmlns:a="http://schemas.openxmlformats.org/drawingml/2006/main">
            <a:pathLst>
              <a:path w="941848" h="629124">
                <a:moveTo>
                  <a:pt x="480119" y="0"/>
                </a:moveTo>
                <a:lnTo>
                  <a:pt x="528779" y="62397"/>
                </a:lnTo>
                <a:cubicBezTo>
                  <a:pt x="623903" y="163040"/>
                  <a:pt x="755314" y="225288"/>
                  <a:pt x="900468" y="225288"/>
                </a:cubicBezTo>
                <a:lnTo>
                  <a:pt x="941848" y="220875"/>
                </a:lnTo>
                <a:lnTo>
                  <a:pt x="937078" y="266309"/>
                </a:lnTo>
                <a:cubicBezTo>
                  <a:pt x="892940" y="473367"/>
                  <a:pt x="702093" y="629124"/>
                  <a:pt x="473349" y="629124"/>
                </a:cubicBezTo>
                <a:cubicBezTo>
                  <a:pt x="211925" y="629124"/>
                  <a:pt x="0" y="425686"/>
                  <a:pt x="0" y="174733"/>
                </a:cubicBezTo>
                <a:cubicBezTo>
                  <a:pt x="0" y="143364"/>
                  <a:pt x="3311" y="112737"/>
                  <a:pt x="9617" y="83156"/>
                </a:cubicBezTo>
                <a:lnTo>
                  <a:pt x="13709" y="70501"/>
                </a:lnTo>
                <a:lnTo>
                  <a:pt x="44505" y="86951"/>
                </a:lnTo>
                <a:cubicBezTo>
                  <a:pt x="91696" y="106596"/>
                  <a:pt x="143583" y="117459"/>
                  <a:pt x="198044" y="117459"/>
                </a:cubicBezTo>
                <a:cubicBezTo>
                  <a:pt x="306971" y="117459"/>
                  <a:pt x="405586" y="74008"/>
                  <a:pt x="476970" y="3757"/>
                </a:cubicBezTo>
                <a:lnTo>
                  <a:pt x="480119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B8E62-F884-4872-89DB-4D5D68F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66" y="1751667"/>
            <a:ext cx="941850" cy="629124"/>
          </a:xfrm>
          <a:custGeom xmlns:a="http://schemas.openxmlformats.org/drawingml/2006/main">
            <a:pathLst>
              <a:path w="941850" h="629124" fill="none">
                <a:moveTo>
                  <a:pt x="480119" y="0"/>
                </a:moveTo>
                <a:lnTo>
                  <a:pt x="528778" y="62397"/>
                </a:lnTo>
                <a:cubicBezTo>
                  <a:pt x="623901" y="163040"/>
                  <a:pt x="755315" y="225289"/>
                  <a:pt x="900468" y="225289"/>
                </a:cubicBezTo>
                <a:lnTo>
                  <a:pt x="941850" y="220875"/>
                </a:lnTo>
                <a:lnTo>
                  <a:pt x="937078" y="266309"/>
                </a:lnTo>
                <a:cubicBezTo>
                  <a:pt x="892940" y="473367"/>
                  <a:pt x="702092" y="629124"/>
                  <a:pt x="473347" y="629124"/>
                </a:cubicBezTo>
                <a:cubicBezTo>
                  <a:pt x="211925" y="629124"/>
                  <a:pt x="0" y="425686"/>
                  <a:pt x="0" y="174733"/>
                </a:cubicBezTo>
                <a:cubicBezTo>
                  <a:pt x="0" y="143364"/>
                  <a:pt x="3311" y="112736"/>
                  <a:pt x="9617" y="83156"/>
                </a:cubicBezTo>
                <a:lnTo>
                  <a:pt x="13710" y="70501"/>
                </a:lnTo>
                <a:lnTo>
                  <a:pt x="44506" y="86951"/>
                </a:lnTo>
                <a:cubicBezTo>
                  <a:pt x="91697" y="106596"/>
                  <a:pt x="143582" y="117459"/>
                  <a:pt x="198045" y="117459"/>
                </a:cubicBezTo>
                <a:cubicBezTo>
                  <a:pt x="306971" y="117459"/>
                  <a:pt x="405586" y="74008"/>
                  <a:pt x="476969" y="3757"/>
                </a:cubicBezTo>
                <a:lnTo>
                  <a:pt x="48011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55" cap="flat">
            <a:solidFill>
              <a:srgbClr val="BFBFBF"/>
            </a:solidFill>
            <a:miter/>
          </a:ln>
        </p:spPr>
      </p:sp>
      <p:sp>
        <p:nvSpPr>
          <p:cNvPr id="84" name="Text Featureof">
            <a:extLst xmlns:a="http://schemas.openxmlformats.org/drawingml/2006/main">
              <a:ext uri="{FF2B5EF4-FFF2-40B4-BE49-F238E27FC236}">
                <a16:creationId xmlns:a16="http://schemas.microsoft.com/office/drawing/2014/main" id="{596CF043-1C59-4B94-AA30-201F837A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151" y="1083223"/>
            <a:ext cx="437453" cy="73467"/>
          </a:xfrm>
          <a:custGeom xmlns:a="http://schemas.openxmlformats.org/drawingml/2006/main">
            <a:pathLst>
              <a:path w="437453" h="73467">
                <a:moveTo>
                  <a:pt x="35236" y="9313"/>
                </a:moveTo>
                <a:cubicBezTo>
                  <a:pt x="35236" y="9968"/>
                  <a:pt x="35202" y="10537"/>
                  <a:pt x="35133" y="11020"/>
                </a:cubicBezTo>
                <a:cubicBezTo>
                  <a:pt x="35064" y="11503"/>
                  <a:pt x="34943" y="11891"/>
                  <a:pt x="34770" y="12184"/>
                </a:cubicBezTo>
                <a:cubicBezTo>
                  <a:pt x="34597" y="12477"/>
                  <a:pt x="34399" y="12693"/>
                  <a:pt x="34174" y="12831"/>
                </a:cubicBezTo>
                <a:cubicBezTo>
                  <a:pt x="33950" y="12969"/>
                  <a:pt x="33716" y="13038"/>
                  <a:pt x="33475" y="13038"/>
                </a:cubicBezTo>
                <a:lnTo>
                  <a:pt x="8913" y="13038"/>
                </a:lnTo>
                <a:lnTo>
                  <a:pt x="8913" y="35750"/>
                </a:lnTo>
                <a:lnTo>
                  <a:pt x="32127" y="35750"/>
                </a:lnTo>
                <a:cubicBezTo>
                  <a:pt x="32369" y="35750"/>
                  <a:pt x="32602" y="35811"/>
                  <a:pt x="32827" y="35931"/>
                </a:cubicBezTo>
                <a:cubicBezTo>
                  <a:pt x="33051" y="36052"/>
                  <a:pt x="33250" y="36251"/>
                  <a:pt x="33423" y="36526"/>
                </a:cubicBezTo>
                <a:cubicBezTo>
                  <a:pt x="33596" y="36802"/>
                  <a:pt x="33716" y="37173"/>
                  <a:pt x="33786" y="37639"/>
                </a:cubicBezTo>
                <a:cubicBezTo>
                  <a:pt x="33855" y="38104"/>
                  <a:pt x="33889" y="38699"/>
                  <a:pt x="33889" y="39424"/>
                </a:cubicBezTo>
                <a:cubicBezTo>
                  <a:pt x="33889" y="40079"/>
                  <a:pt x="33855" y="40640"/>
                  <a:pt x="33786" y="41105"/>
                </a:cubicBezTo>
                <a:cubicBezTo>
                  <a:pt x="33716" y="41571"/>
                  <a:pt x="33596" y="41950"/>
                  <a:pt x="33423" y="42243"/>
                </a:cubicBezTo>
                <a:cubicBezTo>
                  <a:pt x="33250" y="42537"/>
                  <a:pt x="33051" y="42761"/>
                  <a:pt x="32827" y="42916"/>
                </a:cubicBezTo>
                <a:cubicBezTo>
                  <a:pt x="32602" y="43071"/>
                  <a:pt x="32369" y="43149"/>
                  <a:pt x="32127" y="43149"/>
                </a:cubicBezTo>
                <a:lnTo>
                  <a:pt x="8913" y="43149"/>
                </a:lnTo>
                <a:lnTo>
                  <a:pt x="8913" y="71084"/>
                </a:lnTo>
                <a:cubicBezTo>
                  <a:pt x="8913" y="71326"/>
                  <a:pt x="8844" y="71559"/>
                  <a:pt x="8705" y="71784"/>
                </a:cubicBezTo>
                <a:cubicBezTo>
                  <a:pt x="8567" y="72008"/>
                  <a:pt x="8325" y="72181"/>
                  <a:pt x="7980" y="72303"/>
                </a:cubicBezTo>
                <a:cubicBezTo>
                  <a:pt x="7635" y="72423"/>
                  <a:pt x="7185" y="72527"/>
                  <a:pt x="6633" y="72613"/>
                </a:cubicBezTo>
                <a:cubicBezTo>
                  <a:pt x="6080" y="72699"/>
                  <a:pt x="5355" y="72742"/>
                  <a:pt x="4456" y="72742"/>
                </a:cubicBezTo>
                <a:cubicBezTo>
                  <a:pt x="3627" y="72742"/>
                  <a:pt x="2919" y="72699"/>
                  <a:pt x="2332" y="72613"/>
                </a:cubicBezTo>
                <a:cubicBezTo>
                  <a:pt x="1745" y="72527"/>
                  <a:pt x="1278" y="72423"/>
                  <a:pt x="933" y="72303"/>
                </a:cubicBezTo>
                <a:cubicBezTo>
                  <a:pt x="587" y="72182"/>
                  <a:pt x="345" y="72009"/>
                  <a:pt x="207" y="71785"/>
                </a:cubicBezTo>
                <a:cubicBezTo>
                  <a:pt x="69" y="71561"/>
                  <a:pt x="0" y="71328"/>
                  <a:pt x="0" y="71087"/>
                </a:cubicBezTo>
                <a:lnTo>
                  <a:pt x="0" y="9106"/>
                </a:lnTo>
                <a:cubicBezTo>
                  <a:pt x="0" y="7761"/>
                  <a:pt x="354" y="6821"/>
                  <a:pt x="1062" y="6286"/>
                </a:cubicBezTo>
                <a:cubicBezTo>
                  <a:pt x="1770" y="5751"/>
                  <a:pt x="2522" y="5484"/>
                  <a:pt x="3316" y="5484"/>
                </a:cubicBezTo>
                <a:lnTo>
                  <a:pt x="33475" y="5484"/>
                </a:lnTo>
                <a:cubicBezTo>
                  <a:pt x="33716" y="5484"/>
                  <a:pt x="33950" y="5553"/>
                  <a:pt x="34174" y="5691"/>
                </a:cubicBezTo>
                <a:cubicBezTo>
                  <a:pt x="34399" y="5829"/>
                  <a:pt x="34597" y="6053"/>
                  <a:pt x="34770" y="6364"/>
                </a:cubicBezTo>
                <a:cubicBezTo>
                  <a:pt x="34943" y="6674"/>
                  <a:pt x="35064" y="7079"/>
                  <a:pt x="35133" y="7579"/>
                </a:cubicBezTo>
                <a:cubicBezTo>
                  <a:pt x="35202" y="8080"/>
                  <a:pt x="35236" y="8657"/>
                  <a:pt x="35236" y="9313"/>
                </a:cubicBezTo>
                <a:close/>
                <a:moveTo>
                  <a:pt x="86897" y="45839"/>
                </a:moveTo>
                <a:cubicBezTo>
                  <a:pt x="86897" y="47184"/>
                  <a:pt x="86560" y="48141"/>
                  <a:pt x="85886" y="48711"/>
                </a:cubicBezTo>
                <a:cubicBezTo>
                  <a:pt x="85213" y="49280"/>
                  <a:pt x="84444" y="49564"/>
                  <a:pt x="83580" y="49564"/>
                </a:cubicBezTo>
                <a:lnTo>
                  <a:pt x="53008" y="49564"/>
                </a:lnTo>
                <a:cubicBezTo>
                  <a:pt x="53008" y="52159"/>
                  <a:pt x="53267" y="54494"/>
                  <a:pt x="53785" y="56570"/>
                </a:cubicBezTo>
                <a:cubicBezTo>
                  <a:pt x="54303" y="58646"/>
                  <a:pt x="55167" y="60427"/>
                  <a:pt x="56376" y="61915"/>
                </a:cubicBezTo>
                <a:cubicBezTo>
                  <a:pt x="57585" y="63402"/>
                  <a:pt x="59157" y="64544"/>
                  <a:pt x="61091" y="65341"/>
                </a:cubicBezTo>
                <a:cubicBezTo>
                  <a:pt x="63026" y="66136"/>
                  <a:pt x="65392" y="66534"/>
                  <a:pt x="68190" y="66534"/>
                </a:cubicBezTo>
                <a:cubicBezTo>
                  <a:pt x="70401" y="66534"/>
                  <a:pt x="72370" y="66353"/>
                  <a:pt x="74098" y="65991"/>
                </a:cubicBezTo>
                <a:cubicBezTo>
                  <a:pt x="75825" y="65629"/>
                  <a:pt x="77319" y="65223"/>
                  <a:pt x="78580" y="64775"/>
                </a:cubicBezTo>
                <a:cubicBezTo>
                  <a:pt x="79841" y="64327"/>
                  <a:pt x="80877" y="63921"/>
                  <a:pt x="81689" y="63559"/>
                </a:cubicBezTo>
                <a:cubicBezTo>
                  <a:pt x="82501" y="63197"/>
                  <a:pt x="83114" y="63016"/>
                  <a:pt x="83529" y="63016"/>
                </a:cubicBezTo>
                <a:cubicBezTo>
                  <a:pt x="83770" y="63016"/>
                  <a:pt x="83986" y="63076"/>
                  <a:pt x="84176" y="63197"/>
                </a:cubicBezTo>
                <a:cubicBezTo>
                  <a:pt x="84366" y="63318"/>
                  <a:pt x="84513" y="63499"/>
                  <a:pt x="84617" y="63740"/>
                </a:cubicBezTo>
                <a:cubicBezTo>
                  <a:pt x="84720" y="63982"/>
                  <a:pt x="84798" y="64318"/>
                  <a:pt x="84850" y="64749"/>
                </a:cubicBezTo>
                <a:cubicBezTo>
                  <a:pt x="84902" y="65180"/>
                  <a:pt x="84928" y="65706"/>
                  <a:pt x="84928" y="66327"/>
                </a:cubicBezTo>
                <a:cubicBezTo>
                  <a:pt x="84928" y="66775"/>
                  <a:pt x="84910" y="67163"/>
                  <a:pt x="84876" y="67491"/>
                </a:cubicBezTo>
                <a:cubicBezTo>
                  <a:pt x="84841" y="67819"/>
                  <a:pt x="84798" y="68112"/>
                  <a:pt x="84746" y="68371"/>
                </a:cubicBezTo>
                <a:cubicBezTo>
                  <a:pt x="84694" y="68629"/>
                  <a:pt x="84608" y="68862"/>
                  <a:pt x="84487" y="69069"/>
                </a:cubicBezTo>
                <a:cubicBezTo>
                  <a:pt x="84366" y="69276"/>
                  <a:pt x="84211" y="69474"/>
                  <a:pt x="84021" y="69664"/>
                </a:cubicBezTo>
                <a:cubicBezTo>
                  <a:pt x="83831" y="69854"/>
                  <a:pt x="83269" y="70164"/>
                  <a:pt x="82337" y="70595"/>
                </a:cubicBezTo>
                <a:cubicBezTo>
                  <a:pt x="81404" y="71026"/>
                  <a:pt x="80195" y="71449"/>
                  <a:pt x="78709" y="71863"/>
                </a:cubicBezTo>
                <a:cubicBezTo>
                  <a:pt x="77224" y="72277"/>
                  <a:pt x="75505" y="72648"/>
                  <a:pt x="73554" y="72975"/>
                </a:cubicBezTo>
                <a:cubicBezTo>
                  <a:pt x="71602" y="73303"/>
                  <a:pt x="69520" y="73467"/>
                  <a:pt x="67309" y="73467"/>
                </a:cubicBezTo>
                <a:cubicBezTo>
                  <a:pt x="63475" y="73467"/>
                  <a:pt x="60115" y="72932"/>
                  <a:pt x="57231" y="71861"/>
                </a:cubicBezTo>
                <a:cubicBezTo>
                  <a:pt x="54346" y="70791"/>
                  <a:pt x="51919" y="69203"/>
                  <a:pt x="49950" y="67097"/>
                </a:cubicBezTo>
                <a:cubicBezTo>
                  <a:pt x="47981" y="64990"/>
                  <a:pt x="46496" y="62349"/>
                  <a:pt x="45494" y="59173"/>
                </a:cubicBezTo>
                <a:cubicBezTo>
                  <a:pt x="44492" y="55996"/>
                  <a:pt x="43991" y="52302"/>
                  <a:pt x="43991" y="48090"/>
                </a:cubicBezTo>
                <a:cubicBezTo>
                  <a:pt x="43991" y="44084"/>
                  <a:pt x="44509" y="40485"/>
                  <a:pt x="45546" y="37291"/>
                </a:cubicBezTo>
                <a:cubicBezTo>
                  <a:pt x="46582" y="34097"/>
                  <a:pt x="48076" y="31387"/>
                  <a:pt x="50028" y="29160"/>
                </a:cubicBezTo>
                <a:cubicBezTo>
                  <a:pt x="51980" y="26933"/>
                  <a:pt x="54338" y="25225"/>
                  <a:pt x="57101" y="24034"/>
                </a:cubicBezTo>
                <a:cubicBezTo>
                  <a:pt x="59865" y="22842"/>
                  <a:pt x="62957" y="22247"/>
                  <a:pt x="66377" y="22247"/>
                </a:cubicBezTo>
                <a:cubicBezTo>
                  <a:pt x="70039" y="22247"/>
                  <a:pt x="73156" y="22833"/>
                  <a:pt x="75730" y="24006"/>
                </a:cubicBezTo>
                <a:cubicBezTo>
                  <a:pt x="78304" y="25179"/>
                  <a:pt x="80419" y="26757"/>
                  <a:pt x="82078" y="28740"/>
                </a:cubicBezTo>
                <a:cubicBezTo>
                  <a:pt x="83736" y="30723"/>
                  <a:pt x="84954" y="33051"/>
                  <a:pt x="85731" y="35725"/>
                </a:cubicBezTo>
                <a:cubicBezTo>
                  <a:pt x="86508" y="38398"/>
                  <a:pt x="86897" y="41252"/>
                  <a:pt x="86897" y="44287"/>
                </a:cubicBezTo>
                <a:lnTo>
                  <a:pt x="86897" y="45839"/>
                </a:lnTo>
                <a:moveTo>
                  <a:pt x="78295" y="43304"/>
                </a:moveTo>
                <a:cubicBezTo>
                  <a:pt x="78399" y="38820"/>
                  <a:pt x="77405" y="35302"/>
                  <a:pt x="75315" y="32750"/>
                </a:cubicBezTo>
                <a:cubicBezTo>
                  <a:pt x="73225" y="30197"/>
                  <a:pt x="70125" y="28921"/>
                  <a:pt x="66014" y="28921"/>
                </a:cubicBezTo>
                <a:cubicBezTo>
                  <a:pt x="63907" y="28921"/>
                  <a:pt x="62059" y="29318"/>
                  <a:pt x="60469" y="30111"/>
                </a:cubicBezTo>
                <a:cubicBezTo>
                  <a:pt x="58880" y="30904"/>
                  <a:pt x="57550" y="31956"/>
                  <a:pt x="56479" y="33267"/>
                </a:cubicBezTo>
                <a:cubicBezTo>
                  <a:pt x="55409" y="34578"/>
                  <a:pt x="54579" y="36104"/>
                  <a:pt x="53992" y="37846"/>
                </a:cubicBezTo>
                <a:cubicBezTo>
                  <a:pt x="53405" y="39588"/>
                  <a:pt x="53077" y="41407"/>
                  <a:pt x="53008" y="43304"/>
                </a:cubicBezTo>
                <a:lnTo>
                  <a:pt x="78295" y="43304"/>
                </a:lnTo>
                <a:close/>
                <a:moveTo>
                  <a:pt x="135306" y="71190"/>
                </a:moveTo>
                <a:cubicBezTo>
                  <a:pt x="135306" y="71604"/>
                  <a:pt x="135168" y="71915"/>
                  <a:pt x="134891" y="72122"/>
                </a:cubicBezTo>
                <a:cubicBezTo>
                  <a:pt x="134615" y="72329"/>
                  <a:pt x="134235" y="72484"/>
                  <a:pt x="133751" y="72587"/>
                </a:cubicBezTo>
                <a:cubicBezTo>
                  <a:pt x="133268" y="72691"/>
                  <a:pt x="132559" y="72742"/>
                  <a:pt x="131627" y="72742"/>
                </a:cubicBezTo>
                <a:cubicBezTo>
                  <a:pt x="130728" y="72742"/>
                  <a:pt x="130012" y="72691"/>
                  <a:pt x="129476" y="72587"/>
                </a:cubicBezTo>
                <a:cubicBezTo>
                  <a:pt x="128941" y="72484"/>
                  <a:pt x="128552" y="72329"/>
                  <a:pt x="128310" y="72122"/>
                </a:cubicBezTo>
                <a:cubicBezTo>
                  <a:pt x="128068" y="71915"/>
                  <a:pt x="127948" y="71604"/>
                  <a:pt x="127948" y="71190"/>
                </a:cubicBezTo>
                <a:lnTo>
                  <a:pt x="127948" y="66534"/>
                </a:lnTo>
                <a:cubicBezTo>
                  <a:pt x="125909" y="68707"/>
                  <a:pt x="123638" y="70406"/>
                  <a:pt x="121133" y="71630"/>
                </a:cubicBezTo>
                <a:cubicBezTo>
                  <a:pt x="118629" y="72855"/>
                  <a:pt x="115978" y="73467"/>
                  <a:pt x="113179" y="73467"/>
                </a:cubicBezTo>
                <a:cubicBezTo>
                  <a:pt x="110727" y="73467"/>
                  <a:pt x="108507" y="73147"/>
                  <a:pt x="106521" y="72506"/>
                </a:cubicBezTo>
                <a:cubicBezTo>
                  <a:pt x="104534" y="71866"/>
                  <a:pt x="102842" y="70940"/>
                  <a:pt x="101443" y="69729"/>
                </a:cubicBezTo>
                <a:cubicBezTo>
                  <a:pt x="100043" y="68517"/>
                  <a:pt x="98955" y="67029"/>
                  <a:pt x="98178" y="65265"/>
                </a:cubicBezTo>
                <a:cubicBezTo>
                  <a:pt x="97401" y="63499"/>
                  <a:pt x="97012" y="61491"/>
                  <a:pt x="97012" y="59241"/>
                </a:cubicBezTo>
                <a:cubicBezTo>
                  <a:pt x="97012" y="56611"/>
                  <a:pt x="97547" y="54327"/>
                  <a:pt x="98618" y="52389"/>
                </a:cubicBezTo>
                <a:cubicBezTo>
                  <a:pt x="99689" y="50450"/>
                  <a:pt x="101227" y="48840"/>
                  <a:pt x="103230" y="47559"/>
                </a:cubicBezTo>
                <a:cubicBezTo>
                  <a:pt x="105234" y="46279"/>
                  <a:pt x="107687" y="45319"/>
                  <a:pt x="110588" y="44678"/>
                </a:cubicBezTo>
                <a:cubicBezTo>
                  <a:pt x="113490" y="44038"/>
                  <a:pt x="116755" y="43718"/>
                  <a:pt x="120382" y="43718"/>
                </a:cubicBezTo>
                <a:lnTo>
                  <a:pt x="126808" y="43718"/>
                </a:lnTo>
                <a:lnTo>
                  <a:pt x="126808" y="40109"/>
                </a:lnTo>
                <a:cubicBezTo>
                  <a:pt x="126808" y="38322"/>
                  <a:pt x="126618" y="36741"/>
                  <a:pt x="126238" y="35367"/>
                </a:cubicBezTo>
                <a:cubicBezTo>
                  <a:pt x="125858" y="33992"/>
                  <a:pt x="125244" y="32849"/>
                  <a:pt x="124398" y="31938"/>
                </a:cubicBezTo>
                <a:cubicBezTo>
                  <a:pt x="123552" y="31027"/>
                  <a:pt x="122455" y="30340"/>
                  <a:pt x="121108" y="29877"/>
                </a:cubicBezTo>
                <a:cubicBezTo>
                  <a:pt x="119760" y="29412"/>
                  <a:pt x="118102" y="29180"/>
                  <a:pt x="116133" y="29180"/>
                </a:cubicBezTo>
                <a:cubicBezTo>
                  <a:pt x="114026" y="29180"/>
                  <a:pt x="112134" y="29427"/>
                  <a:pt x="110459" y="29922"/>
                </a:cubicBezTo>
                <a:cubicBezTo>
                  <a:pt x="108783" y="30417"/>
                  <a:pt x="107315" y="30963"/>
                  <a:pt x="106054" y="31560"/>
                </a:cubicBezTo>
                <a:cubicBezTo>
                  <a:pt x="104793" y="32157"/>
                  <a:pt x="103740" y="32703"/>
                  <a:pt x="102893" y="33197"/>
                </a:cubicBezTo>
                <a:cubicBezTo>
                  <a:pt x="102047" y="33692"/>
                  <a:pt x="101417" y="33940"/>
                  <a:pt x="101002" y="33940"/>
                </a:cubicBezTo>
                <a:cubicBezTo>
                  <a:pt x="100726" y="33940"/>
                  <a:pt x="100484" y="33871"/>
                  <a:pt x="100277" y="33733"/>
                </a:cubicBezTo>
                <a:cubicBezTo>
                  <a:pt x="100069" y="33595"/>
                  <a:pt x="99888" y="33388"/>
                  <a:pt x="99732" y="33112"/>
                </a:cubicBezTo>
                <a:cubicBezTo>
                  <a:pt x="99577" y="32836"/>
                  <a:pt x="99465" y="32482"/>
                  <a:pt x="99396" y="32051"/>
                </a:cubicBezTo>
                <a:cubicBezTo>
                  <a:pt x="99327" y="31620"/>
                  <a:pt x="99292" y="31146"/>
                  <a:pt x="99292" y="30628"/>
                </a:cubicBezTo>
                <a:cubicBezTo>
                  <a:pt x="99292" y="29766"/>
                  <a:pt x="99352" y="29085"/>
                  <a:pt x="99473" y="28585"/>
                </a:cubicBezTo>
                <a:cubicBezTo>
                  <a:pt x="99594" y="28085"/>
                  <a:pt x="99888" y="27610"/>
                  <a:pt x="100354" y="27162"/>
                </a:cubicBezTo>
                <a:cubicBezTo>
                  <a:pt x="100821" y="26714"/>
                  <a:pt x="101624" y="26191"/>
                  <a:pt x="102764" y="25595"/>
                </a:cubicBezTo>
                <a:cubicBezTo>
                  <a:pt x="103904" y="24998"/>
                  <a:pt x="105217" y="24453"/>
                  <a:pt x="106702" y="23959"/>
                </a:cubicBezTo>
                <a:cubicBezTo>
                  <a:pt x="108188" y="23465"/>
                  <a:pt x="109811" y="23057"/>
                  <a:pt x="111573" y="22734"/>
                </a:cubicBezTo>
                <a:cubicBezTo>
                  <a:pt x="113335" y="22409"/>
                  <a:pt x="115114" y="22247"/>
                  <a:pt x="116910" y="22247"/>
                </a:cubicBezTo>
                <a:cubicBezTo>
                  <a:pt x="120261" y="22247"/>
                  <a:pt x="123111" y="22626"/>
                  <a:pt x="125460" y="23385"/>
                </a:cubicBezTo>
                <a:cubicBezTo>
                  <a:pt x="127809" y="24144"/>
                  <a:pt x="129709" y="25256"/>
                  <a:pt x="131160" y="26722"/>
                </a:cubicBezTo>
                <a:cubicBezTo>
                  <a:pt x="132611" y="28188"/>
                  <a:pt x="133665" y="30008"/>
                  <a:pt x="134321" y="32181"/>
                </a:cubicBezTo>
                <a:cubicBezTo>
                  <a:pt x="134978" y="34353"/>
                  <a:pt x="135306" y="36889"/>
                  <a:pt x="135306" y="39786"/>
                </a:cubicBezTo>
                <a:lnTo>
                  <a:pt x="135306" y="71190"/>
                </a:lnTo>
                <a:moveTo>
                  <a:pt x="126808" y="49875"/>
                </a:moveTo>
                <a:lnTo>
                  <a:pt x="119501" y="49875"/>
                </a:lnTo>
                <a:cubicBezTo>
                  <a:pt x="117152" y="49875"/>
                  <a:pt x="115114" y="50075"/>
                  <a:pt x="113387" y="50474"/>
                </a:cubicBezTo>
                <a:cubicBezTo>
                  <a:pt x="111659" y="50873"/>
                  <a:pt x="110226" y="51463"/>
                  <a:pt x="109086" y="52243"/>
                </a:cubicBezTo>
                <a:cubicBezTo>
                  <a:pt x="107946" y="53024"/>
                  <a:pt x="107108" y="53961"/>
                  <a:pt x="106573" y="55055"/>
                </a:cubicBezTo>
                <a:cubicBezTo>
                  <a:pt x="106037" y="56148"/>
                  <a:pt x="105769" y="57406"/>
                  <a:pt x="105769" y="58828"/>
                </a:cubicBezTo>
                <a:cubicBezTo>
                  <a:pt x="105769" y="61258"/>
                  <a:pt x="106538" y="63193"/>
                  <a:pt x="108075" y="64633"/>
                </a:cubicBezTo>
                <a:cubicBezTo>
                  <a:pt x="109613" y="66073"/>
                  <a:pt x="111763" y="66793"/>
                  <a:pt x="114527" y="66793"/>
                </a:cubicBezTo>
                <a:cubicBezTo>
                  <a:pt x="116772" y="66793"/>
                  <a:pt x="118853" y="66220"/>
                  <a:pt x="120771" y="65076"/>
                </a:cubicBezTo>
                <a:cubicBezTo>
                  <a:pt x="122688" y="63930"/>
                  <a:pt x="124700" y="62177"/>
                  <a:pt x="126808" y="59818"/>
                </a:cubicBezTo>
                <a:lnTo>
                  <a:pt x="126808" y="49875"/>
                </a:lnTo>
                <a:close/>
                <a:moveTo>
                  <a:pt x="175799" y="67776"/>
                </a:moveTo>
                <a:cubicBezTo>
                  <a:pt x="175799" y="68776"/>
                  <a:pt x="175730" y="69569"/>
                  <a:pt x="175591" y="70156"/>
                </a:cubicBezTo>
                <a:cubicBezTo>
                  <a:pt x="175453" y="70742"/>
                  <a:pt x="175246" y="71173"/>
                  <a:pt x="174970" y="71449"/>
                </a:cubicBezTo>
                <a:cubicBezTo>
                  <a:pt x="174693" y="71725"/>
                  <a:pt x="174279" y="71984"/>
                  <a:pt x="173726" y="72225"/>
                </a:cubicBezTo>
                <a:cubicBezTo>
                  <a:pt x="173173" y="72467"/>
                  <a:pt x="172543" y="72665"/>
                  <a:pt x="171835" y="72820"/>
                </a:cubicBezTo>
                <a:cubicBezTo>
                  <a:pt x="171126" y="72975"/>
                  <a:pt x="170375" y="73105"/>
                  <a:pt x="169580" y="73208"/>
                </a:cubicBezTo>
                <a:cubicBezTo>
                  <a:pt x="168786" y="73312"/>
                  <a:pt x="167991" y="73363"/>
                  <a:pt x="167197" y="73363"/>
                </a:cubicBezTo>
                <a:cubicBezTo>
                  <a:pt x="164779" y="73363"/>
                  <a:pt x="162706" y="73044"/>
                  <a:pt x="160979" y="72405"/>
                </a:cubicBezTo>
                <a:cubicBezTo>
                  <a:pt x="159251" y="71764"/>
                  <a:pt x="157835" y="70796"/>
                  <a:pt x="156729" y="69499"/>
                </a:cubicBezTo>
                <a:cubicBezTo>
                  <a:pt x="155624" y="68203"/>
                  <a:pt x="154821" y="66560"/>
                  <a:pt x="154320" y="64573"/>
                </a:cubicBezTo>
                <a:cubicBezTo>
                  <a:pt x="153819" y="62585"/>
                  <a:pt x="153569" y="60243"/>
                  <a:pt x="153569" y="57546"/>
                </a:cubicBezTo>
                <a:lnTo>
                  <a:pt x="153569" y="30266"/>
                </a:lnTo>
                <a:lnTo>
                  <a:pt x="147039" y="30266"/>
                </a:lnTo>
                <a:cubicBezTo>
                  <a:pt x="146521" y="30266"/>
                  <a:pt x="146107" y="29990"/>
                  <a:pt x="145796" y="29438"/>
                </a:cubicBezTo>
                <a:cubicBezTo>
                  <a:pt x="145485" y="28887"/>
                  <a:pt x="145329" y="27990"/>
                  <a:pt x="145329" y="26748"/>
                </a:cubicBezTo>
                <a:cubicBezTo>
                  <a:pt x="145329" y="26093"/>
                  <a:pt x="145373" y="25541"/>
                  <a:pt x="145459" y="25093"/>
                </a:cubicBezTo>
                <a:cubicBezTo>
                  <a:pt x="145545" y="24644"/>
                  <a:pt x="145658" y="24273"/>
                  <a:pt x="145796" y="23980"/>
                </a:cubicBezTo>
                <a:cubicBezTo>
                  <a:pt x="145934" y="23687"/>
                  <a:pt x="146115" y="23480"/>
                  <a:pt x="146340" y="23359"/>
                </a:cubicBezTo>
                <a:cubicBezTo>
                  <a:pt x="146564" y="23239"/>
                  <a:pt x="146815" y="23178"/>
                  <a:pt x="147091" y="23178"/>
                </a:cubicBezTo>
                <a:lnTo>
                  <a:pt x="153569" y="23178"/>
                </a:lnTo>
                <a:lnTo>
                  <a:pt x="153569" y="12106"/>
                </a:lnTo>
                <a:cubicBezTo>
                  <a:pt x="153569" y="11865"/>
                  <a:pt x="153629" y="11641"/>
                  <a:pt x="153750" y="11434"/>
                </a:cubicBezTo>
                <a:cubicBezTo>
                  <a:pt x="153871" y="11227"/>
                  <a:pt x="154095" y="11046"/>
                  <a:pt x="154424" y="10891"/>
                </a:cubicBezTo>
                <a:cubicBezTo>
                  <a:pt x="154752" y="10735"/>
                  <a:pt x="155192" y="10623"/>
                  <a:pt x="155745" y="10554"/>
                </a:cubicBezTo>
                <a:cubicBezTo>
                  <a:pt x="156298" y="10485"/>
                  <a:pt x="156989" y="10451"/>
                  <a:pt x="157818" y="10451"/>
                </a:cubicBezTo>
                <a:cubicBezTo>
                  <a:pt x="158681" y="10451"/>
                  <a:pt x="159389" y="10485"/>
                  <a:pt x="159942" y="10554"/>
                </a:cubicBezTo>
                <a:cubicBezTo>
                  <a:pt x="160495" y="10623"/>
                  <a:pt x="160927" y="10735"/>
                  <a:pt x="161238" y="10891"/>
                </a:cubicBezTo>
                <a:cubicBezTo>
                  <a:pt x="161549" y="11046"/>
                  <a:pt x="161773" y="11227"/>
                  <a:pt x="161911" y="11434"/>
                </a:cubicBezTo>
                <a:cubicBezTo>
                  <a:pt x="162050" y="11641"/>
                  <a:pt x="162119" y="11865"/>
                  <a:pt x="162119" y="12106"/>
                </a:cubicBezTo>
                <a:lnTo>
                  <a:pt x="162119" y="23178"/>
                </a:lnTo>
                <a:lnTo>
                  <a:pt x="174089" y="23178"/>
                </a:lnTo>
                <a:cubicBezTo>
                  <a:pt x="174365" y="23178"/>
                  <a:pt x="174607" y="23239"/>
                  <a:pt x="174814" y="23359"/>
                </a:cubicBezTo>
                <a:cubicBezTo>
                  <a:pt x="175021" y="23480"/>
                  <a:pt x="175203" y="23687"/>
                  <a:pt x="175358" y="23980"/>
                </a:cubicBezTo>
                <a:cubicBezTo>
                  <a:pt x="175514" y="24273"/>
                  <a:pt x="175626" y="24644"/>
                  <a:pt x="175695" y="25093"/>
                </a:cubicBezTo>
                <a:cubicBezTo>
                  <a:pt x="175764" y="25541"/>
                  <a:pt x="175799" y="26093"/>
                  <a:pt x="175799" y="26748"/>
                </a:cubicBezTo>
                <a:cubicBezTo>
                  <a:pt x="175799" y="27990"/>
                  <a:pt x="175643" y="28887"/>
                  <a:pt x="175332" y="29438"/>
                </a:cubicBezTo>
                <a:cubicBezTo>
                  <a:pt x="175021" y="29990"/>
                  <a:pt x="174607" y="30266"/>
                  <a:pt x="174089" y="30266"/>
                </a:cubicBezTo>
                <a:lnTo>
                  <a:pt x="162119" y="30266"/>
                </a:lnTo>
                <a:lnTo>
                  <a:pt x="162119" y="56314"/>
                </a:lnTo>
                <a:cubicBezTo>
                  <a:pt x="162119" y="59531"/>
                  <a:pt x="162594" y="61961"/>
                  <a:pt x="163544" y="63604"/>
                </a:cubicBezTo>
                <a:cubicBezTo>
                  <a:pt x="164494" y="65247"/>
                  <a:pt x="166195" y="66068"/>
                  <a:pt x="168648" y="66068"/>
                </a:cubicBezTo>
                <a:cubicBezTo>
                  <a:pt x="169442" y="66068"/>
                  <a:pt x="170150" y="65991"/>
                  <a:pt x="170772" y="65836"/>
                </a:cubicBezTo>
                <a:cubicBezTo>
                  <a:pt x="171394" y="65680"/>
                  <a:pt x="171947" y="65516"/>
                  <a:pt x="172430" y="65344"/>
                </a:cubicBezTo>
                <a:cubicBezTo>
                  <a:pt x="172914" y="65172"/>
                  <a:pt x="173329" y="65008"/>
                  <a:pt x="173674" y="64853"/>
                </a:cubicBezTo>
                <a:cubicBezTo>
                  <a:pt x="174020" y="64697"/>
                  <a:pt x="174330" y="64620"/>
                  <a:pt x="174607" y="64620"/>
                </a:cubicBezTo>
                <a:cubicBezTo>
                  <a:pt x="174780" y="64620"/>
                  <a:pt x="174944" y="64663"/>
                  <a:pt x="175099" y="64749"/>
                </a:cubicBezTo>
                <a:cubicBezTo>
                  <a:pt x="175255" y="64835"/>
                  <a:pt x="175375" y="64999"/>
                  <a:pt x="175462" y="65241"/>
                </a:cubicBezTo>
                <a:cubicBezTo>
                  <a:pt x="175548" y="65482"/>
                  <a:pt x="175626" y="65810"/>
                  <a:pt x="175695" y="66224"/>
                </a:cubicBezTo>
                <a:cubicBezTo>
                  <a:pt x="175764" y="66637"/>
                  <a:pt x="175799" y="67155"/>
                  <a:pt x="175799" y="67776"/>
                </a:cubicBezTo>
                <a:close/>
                <a:moveTo>
                  <a:pt x="226319" y="71139"/>
                </a:moveTo>
                <a:cubicBezTo>
                  <a:pt x="226319" y="71415"/>
                  <a:pt x="226258" y="71647"/>
                  <a:pt x="226137" y="71837"/>
                </a:cubicBezTo>
                <a:cubicBezTo>
                  <a:pt x="226017" y="72027"/>
                  <a:pt x="225801" y="72191"/>
                  <a:pt x="225490" y="72329"/>
                </a:cubicBezTo>
                <a:cubicBezTo>
                  <a:pt x="225179" y="72467"/>
                  <a:pt x="224773" y="72570"/>
                  <a:pt x="224272" y="72639"/>
                </a:cubicBezTo>
                <a:cubicBezTo>
                  <a:pt x="223771" y="72708"/>
                  <a:pt x="223158" y="72742"/>
                  <a:pt x="222432" y="72742"/>
                </a:cubicBezTo>
                <a:cubicBezTo>
                  <a:pt x="221638" y="72742"/>
                  <a:pt x="220990" y="72708"/>
                  <a:pt x="220489" y="72639"/>
                </a:cubicBezTo>
                <a:cubicBezTo>
                  <a:pt x="219988" y="72570"/>
                  <a:pt x="219591" y="72467"/>
                  <a:pt x="219297" y="72329"/>
                </a:cubicBezTo>
                <a:cubicBezTo>
                  <a:pt x="219004" y="72191"/>
                  <a:pt x="218805" y="72027"/>
                  <a:pt x="218701" y="71837"/>
                </a:cubicBezTo>
                <a:cubicBezTo>
                  <a:pt x="218598" y="71647"/>
                  <a:pt x="218546" y="71415"/>
                  <a:pt x="218546" y="71139"/>
                </a:cubicBezTo>
                <a:lnTo>
                  <a:pt x="218546" y="64982"/>
                </a:lnTo>
                <a:cubicBezTo>
                  <a:pt x="215886" y="67932"/>
                  <a:pt x="213261" y="70084"/>
                  <a:pt x="210670" y="71438"/>
                </a:cubicBezTo>
                <a:cubicBezTo>
                  <a:pt x="208079" y="72790"/>
                  <a:pt x="205453" y="73467"/>
                  <a:pt x="202793" y="73467"/>
                </a:cubicBezTo>
                <a:cubicBezTo>
                  <a:pt x="199684" y="73467"/>
                  <a:pt x="197067" y="72949"/>
                  <a:pt x="194943" y="71913"/>
                </a:cubicBezTo>
                <a:cubicBezTo>
                  <a:pt x="192818" y="70877"/>
                  <a:pt x="191100" y="69471"/>
                  <a:pt x="189787" y="67693"/>
                </a:cubicBezTo>
                <a:cubicBezTo>
                  <a:pt x="188474" y="65915"/>
                  <a:pt x="187533" y="63843"/>
                  <a:pt x="186963" y="61478"/>
                </a:cubicBezTo>
                <a:cubicBezTo>
                  <a:pt x="186393" y="59112"/>
                  <a:pt x="186108" y="56238"/>
                  <a:pt x="186108" y="52854"/>
                </a:cubicBezTo>
                <a:lnTo>
                  <a:pt x="186108" y="24577"/>
                </a:lnTo>
                <a:cubicBezTo>
                  <a:pt x="186108" y="24301"/>
                  <a:pt x="186168" y="24068"/>
                  <a:pt x="186289" y="23878"/>
                </a:cubicBezTo>
                <a:cubicBezTo>
                  <a:pt x="186410" y="23688"/>
                  <a:pt x="186643" y="23515"/>
                  <a:pt x="186989" y="23359"/>
                </a:cubicBezTo>
                <a:cubicBezTo>
                  <a:pt x="187334" y="23204"/>
                  <a:pt x="187783" y="23101"/>
                  <a:pt x="188336" y="23049"/>
                </a:cubicBezTo>
                <a:cubicBezTo>
                  <a:pt x="188889" y="22997"/>
                  <a:pt x="189580" y="22971"/>
                  <a:pt x="190409" y="22971"/>
                </a:cubicBezTo>
                <a:cubicBezTo>
                  <a:pt x="191238" y="22971"/>
                  <a:pt x="191929" y="22997"/>
                  <a:pt x="192481" y="23049"/>
                </a:cubicBezTo>
                <a:cubicBezTo>
                  <a:pt x="193034" y="23101"/>
                  <a:pt x="193475" y="23204"/>
                  <a:pt x="193803" y="23359"/>
                </a:cubicBezTo>
                <a:cubicBezTo>
                  <a:pt x="194131" y="23515"/>
                  <a:pt x="194364" y="23688"/>
                  <a:pt x="194502" y="23878"/>
                </a:cubicBezTo>
                <a:cubicBezTo>
                  <a:pt x="194641" y="24068"/>
                  <a:pt x="194710" y="24301"/>
                  <a:pt x="194710" y="24577"/>
                </a:cubicBezTo>
                <a:lnTo>
                  <a:pt x="194710" y="51719"/>
                </a:lnTo>
                <a:cubicBezTo>
                  <a:pt x="194710" y="54447"/>
                  <a:pt x="194908" y="56632"/>
                  <a:pt x="195306" y="58272"/>
                </a:cubicBezTo>
                <a:cubicBezTo>
                  <a:pt x="195703" y="59913"/>
                  <a:pt x="196307" y="61312"/>
                  <a:pt x="197119" y="62469"/>
                </a:cubicBezTo>
                <a:cubicBezTo>
                  <a:pt x="197931" y="63626"/>
                  <a:pt x="198959" y="64524"/>
                  <a:pt x="200202" y="65163"/>
                </a:cubicBezTo>
                <a:cubicBezTo>
                  <a:pt x="201446" y="65801"/>
                  <a:pt x="202897" y="66120"/>
                  <a:pt x="204555" y="66120"/>
                </a:cubicBezTo>
                <a:cubicBezTo>
                  <a:pt x="206697" y="66120"/>
                  <a:pt x="208830" y="65357"/>
                  <a:pt x="210955" y="63831"/>
                </a:cubicBezTo>
                <a:cubicBezTo>
                  <a:pt x="213079" y="62304"/>
                  <a:pt x="215333" y="60067"/>
                  <a:pt x="217717" y="57118"/>
                </a:cubicBezTo>
                <a:lnTo>
                  <a:pt x="217717" y="24575"/>
                </a:lnTo>
                <a:cubicBezTo>
                  <a:pt x="217717" y="24299"/>
                  <a:pt x="217777" y="24066"/>
                  <a:pt x="217898" y="23877"/>
                </a:cubicBezTo>
                <a:cubicBezTo>
                  <a:pt x="218019" y="23687"/>
                  <a:pt x="218252" y="23515"/>
                  <a:pt x="218598" y="23359"/>
                </a:cubicBezTo>
                <a:cubicBezTo>
                  <a:pt x="218943" y="23204"/>
                  <a:pt x="219384" y="23101"/>
                  <a:pt x="219919" y="23049"/>
                </a:cubicBezTo>
                <a:cubicBezTo>
                  <a:pt x="220455" y="22997"/>
                  <a:pt x="221154" y="22971"/>
                  <a:pt x="222018" y="22971"/>
                </a:cubicBezTo>
                <a:cubicBezTo>
                  <a:pt x="222847" y="22971"/>
                  <a:pt x="223538" y="22997"/>
                  <a:pt x="224091" y="23049"/>
                </a:cubicBezTo>
                <a:cubicBezTo>
                  <a:pt x="224643" y="23101"/>
                  <a:pt x="225075" y="23204"/>
                  <a:pt x="225386" y="23359"/>
                </a:cubicBezTo>
                <a:cubicBezTo>
                  <a:pt x="225697" y="23515"/>
                  <a:pt x="225930" y="23687"/>
                  <a:pt x="226086" y="23877"/>
                </a:cubicBezTo>
                <a:cubicBezTo>
                  <a:pt x="226241" y="24066"/>
                  <a:pt x="226319" y="24299"/>
                  <a:pt x="226319" y="24575"/>
                </a:cubicBezTo>
                <a:lnTo>
                  <a:pt x="226319" y="71139"/>
                </a:lnTo>
                <a:close/>
                <a:moveTo>
                  <a:pt x="269985" y="27628"/>
                </a:moveTo>
                <a:cubicBezTo>
                  <a:pt x="269985" y="28386"/>
                  <a:pt x="269968" y="29025"/>
                  <a:pt x="269933" y="29542"/>
                </a:cubicBezTo>
                <a:cubicBezTo>
                  <a:pt x="269899" y="30059"/>
                  <a:pt x="269830" y="30465"/>
                  <a:pt x="269726" y="30758"/>
                </a:cubicBezTo>
                <a:cubicBezTo>
                  <a:pt x="269622" y="31051"/>
                  <a:pt x="269493" y="31275"/>
                  <a:pt x="269337" y="31430"/>
                </a:cubicBezTo>
                <a:cubicBezTo>
                  <a:pt x="269182" y="31586"/>
                  <a:pt x="268966" y="31663"/>
                  <a:pt x="268690" y="31663"/>
                </a:cubicBezTo>
                <a:cubicBezTo>
                  <a:pt x="268413" y="31663"/>
                  <a:pt x="268077" y="31586"/>
                  <a:pt x="267679" y="31430"/>
                </a:cubicBezTo>
                <a:cubicBezTo>
                  <a:pt x="267282" y="31275"/>
                  <a:pt x="266833" y="31120"/>
                  <a:pt x="266332" y="30965"/>
                </a:cubicBezTo>
                <a:cubicBezTo>
                  <a:pt x="265831" y="30809"/>
                  <a:pt x="265270" y="30663"/>
                  <a:pt x="264648" y="30525"/>
                </a:cubicBezTo>
                <a:cubicBezTo>
                  <a:pt x="264026" y="30387"/>
                  <a:pt x="263352" y="30318"/>
                  <a:pt x="262627" y="30318"/>
                </a:cubicBezTo>
                <a:cubicBezTo>
                  <a:pt x="261763" y="30318"/>
                  <a:pt x="260917" y="30490"/>
                  <a:pt x="260088" y="30835"/>
                </a:cubicBezTo>
                <a:cubicBezTo>
                  <a:pt x="259259" y="31180"/>
                  <a:pt x="258387" y="31749"/>
                  <a:pt x="257471" y="32543"/>
                </a:cubicBezTo>
                <a:cubicBezTo>
                  <a:pt x="256556" y="33336"/>
                  <a:pt x="255597" y="34388"/>
                  <a:pt x="254595" y="35699"/>
                </a:cubicBezTo>
                <a:cubicBezTo>
                  <a:pt x="253593" y="37009"/>
                  <a:pt x="252488" y="38613"/>
                  <a:pt x="251279" y="40510"/>
                </a:cubicBezTo>
                <a:lnTo>
                  <a:pt x="251279" y="71139"/>
                </a:lnTo>
                <a:cubicBezTo>
                  <a:pt x="251279" y="71415"/>
                  <a:pt x="251210" y="71647"/>
                  <a:pt x="251072" y="71837"/>
                </a:cubicBezTo>
                <a:cubicBezTo>
                  <a:pt x="250933" y="72027"/>
                  <a:pt x="250709" y="72191"/>
                  <a:pt x="250398" y="72329"/>
                </a:cubicBezTo>
                <a:cubicBezTo>
                  <a:pt x="250087" y="72467"/>
                  <a:pt x="249655" y="72570"/>
                  <a:pt x="249102" y="72639"/>
                </a:cubicBezTo>
                <a:cubicBezTo>
                  <a:pt x="248550" y="72708"/>
                  <a:pt x="247842" y="72742"/>
                  <a:pt x="246978" y="72742"/>
                </a:cubicBezTo>
                <a:cubicBezTo>
                  <a:pt x="246149" y="72742"/>
                  <a:pt x="245458" y="72708"/>
                  <a:pt x="244905" y="72639"/>
                </a:cubicBezTo>
                <a:cubicBezTo>
                  <a:pt x="244352" y="72570"/>
                  <a:pt x="243912" y="72467"/>
                  <a:pt x="243584" y="72329"/>
                </a:cubicBezTo>
                <a:cubicBezTo>
                  <a:pt x="243256" y="72191"/>
                  <a:pt x="243031" y="72027"/>
                  <a:pt x="242910" y="71837"/>
                </a:cubicBezTo>
                <a:cubicBezTo>
                  <a:pt x="242789" y="71647"/>
                  <a:pt x="242729" y="71415"/>
                  <a:pt x="242729" y="71139"/>
                </a:cubicBezTo>
                <a:lnTo>
                  <a:pt x="242729" y="24575"/>
                </a:lnTo>
                <a:cubicBezTo>
                  <a:pt x="242729" y="24299"/>
                  <a:pt x="242781" y="24066"/>
                  <a:pt x="242884" y="23877"/>
                </a:cubicBezTo>
                <a:cubicBezTo>
                  <a:pt x="242988" y="23687"/>
                  <a:pt x="243195" y="23515"/>
                  <a:pt x="243506" y="23359"/>
                </a:cubicBezTo>
                <a:cubicBezTo>
                  <a:pt x="243817" y="23204"/>
                  <a:pt x="244214" y="23101"/>
                  <a:pt x="244698" y="23049"/>
                </a:cubicBezTo>
                <a:cubicBezTo>
                  <a:pt x="245182" y="22997"/>
                  <a:pt x="245821" y="22971"/>
                  <a:pt x="246615" y="22971"/>
                </a:cubicBezTo>
                <a:cubicBezTo>
                  <a:pt x="247375" y="22971"/>
                  <a:pt x="248006" y="22997"/>
                  <a:pt x="248507" y="23049"/>
                </a:cubicBezTo>
                <a:cubicBezTo>
                  <a:pt x="249007" y="23101"/>
                  <a:pt x="249396" y="23204"/>
                  <a:pt x="249672" y="23359"/>
                </a:cubicBezTo>
                <a:cubicBezTo>
                  <a:pt x="249949" y="23515"/>
                  <a:pt x="250147" y="23687"/>
                  <a:pt x="250268" y="23877"/>
                </a:cubicBezTo>
                <a:cubicBezTo>
                  <a:pt x="250389" y="24066"/>
                  <a:pt x="250450" y="24299"/>
                  <a:pt x="250450" y="24575"/>
                </a:cubicBezTo>
                <a:lnTo>
                  <a:pt x="250450" y="31353"/>
                </a:lnTo>
                <a:cubicBezTo>
                  <a:pt x="251728" y="29490"/>
                  <a:pt x="252928" y="27973"/>
                  <a:pt x="254051" y="26800"/>
                </a:cubicBezTo>
                <a:cubicBezTo>
                  <a:pt x="255174" y="25627"/>
                  <a:pt x="256236" y="24704"/>
                  <a:pt x="257238" y="24032"/>
                </a:cubicBezTo>
                <a:cubicBezTo>
                  <a:pt x="258240" y="23359"/>
                  <a:pt x="259233" y="22894"/>
                  <a:pt x="260217" y="22635"/>
                </a:cubicBezTo>
                <a:cubicBezTo>
                  <a:pt x="261202" y="22376"/>
                  <a:pt x="262195" y="22247"/>
                  <a:pt x="263197" y="22247"/>
                </a:cubicBezTo>
                <a:cubicBezTo>
                  <a:pt x="263646" y="22247"/>
                  <a:pt x="264156" y="22273"/>
                  <a:pt x="264726" y="22325"/>
                </a:cubicBezTo>
                <a:cubicBezTo>
                  <a:pt x="265296" y="22376"/>
                  <a:pt x="265892" y="22471"/>
                  <a:pt x="266513" y="22609"/>
                </a:cubicBezTo>
                <a:cubicBezTo>
                  <a:pt x="267135" y="22747"/>
                  <a:pt x="267697" y="22902"/>
                  <a:pt x="268197" y="23075"/>
                </a:cubicBezTo>
                <a:cubicBezTo>
                  <a:pt x="268698" y="23247"/>
                  <a:pt x="269052" y="23420"/>
                  <a:pt x="269260" y="23592"/>
                </a:cubicBezTo>
                <a:cubicBezTo>
                  <a:pt x="269467" y="23765"/>
                  <a:pt x="269605" y="23928"/>
                  <a:pt x="269674" y="24084"/>
                </a:cubicBezTo>
                <a:cubicBezTo>
                  <a:pt x="269743" y="24239"/>
                  <a:pt x="269804" y="24437"/>
                  <a:pt x="269856" y="24679"/>
                </a:cubicBezTo>
                <a:cubicBezTo>
                  <a:pt x="269907" y="24920"/>
                  <a:pt x="269942" y="25274"/>
                  <a:pt x="269959" y="25739"/>
                </a:cubicBezTo>
                <a:cubicBezTo>
                  <a:pt x="269977" y="26205"/>
                  <a:pt x="269985" y="26834"/>
                  <a:pt x="269985" y="27628"/>
                </a:cubicBezTo>
                <a:close/>
                <a:moveTo>
                  <a:pt x="319043" y="45839"/>
                </a:moveTo>
                <a:cubicBezTo>
                  <a:pt x="319043" y="47184"/>
                  <a:pt x="318706" y="48141"/>
                  <a:pt x="318032" y="48711"/>
                </a:cubicBezTo>
                <a:cubicBezTo>
                  <a:pt x="317359" y="49280"/>
                  <a:pt x="316590" y="49564"/>
                  <a:pt x="315727" y="49564"/>
                </a:cubicBezTo>
                <a:lnTo>
                  <a:pt x="285154" y="49564"/>
                </a:lnTo>
                <a:cubicBezTo>
                  <a:pt x="285154" y="52159"/>
                  <a:pt x="285413" y="54494"/>
                  <a:pt x="285931" y="56570"/>
                </a:cubicBezTo>
                <a:cubicBezTo>
                  <a:pt x="286449" y="58646"/>
                  <a:pt x="287313" y="60427"/>
                  <a:pt x="288522" y="61915"/>
                </a:cubicBezTo>
                <a:cubicBezTo>
                  <a:pt x="289731" y="63402"/>
                  <a:pt x="291303" y="64544"/>
                  <a:pt x="293237" y="65341"/>
                </a:cubicBezTo>
                <a:cubicBezTo>
                  <a:pt x="295172" y="66136"/>
                  <a:pt x="297538" y="66534"/>
                  <a:pt x="300337" y="66534"/>
                </a:cubicBezTo>
                <a:cubicBezTo>
                  <a:pt x="302547" y="66534"/>
                  <a:pt x="304517" y="66353"/>
                  <a:pt x="306244" y="65991"/>
                </a:cubicBezTo>
                <a:cubicBezTo>
                  <a:pt x="307971" y="65629"/>
                  <a:pt x="309465" y="65223"/>
                  <a:pt x="310726" y="64775"/>
                </a:cubicBezTo>
                <a:cubicBezTo>
                  <a:pt x="311987" y="64327"/>
                  <a:pt x="313023" y="63921"/>
                  <a:pt x="313835" y="63559"/>
                </a:cubicBezTo>
                <a:cubicBezTo>
                  <a:pt x="314647" y="63197"/>
                  <a:pt x="315260" y="63016"/>
                  <a:pt x="315675" y="63016"/>
                </a:cubicBezTo>
                <a:cubicBezTo>
                  <a:pt x="315917" y="63016"/>
                  <a:pt x="316132" y="63076"/>
                  <a:pt x="316322" y="63197"/>
                </a:cubicBezTo>
                <a:cubicBezTo>
                  <a:pt x="316512" y="63318"/>
                  <a:pt x="316659" y="63499"/>
                  <a:pt x="316763" y="63740"/>
                </a:cubicBezTo>
                <a:cubicBezTo>
                  <a:pt x="316867" y="63982"/>
                  <a:pt x="316944" y="64318"/>
                  <a:pt x="316996" y="64749"/>
                </a:cubicBezTo>
                <a:cubicBezTo>
                  <a:pt x="317048" y="65180"/>
                  <a:pt x="317074" y="65706"/>
                  <a:pt x="317074" y="66327"/>
                </a:cubicBezTo>
                <a:cubicBezTo>
                  <a:pt x="317074" y="66775"/>
                  <a:pt x="317057" y="67163"/>
                  <a:pt x="317022" y="67491"/>
                </a:cubicBezTo>
                <a:cubicBezTo>
                  <a:pt x="316987" y="67819"/>
                  <a:pt x="316944" y="68112"/>
                  <a:pt x="316892" y="68371"/>
                </a:cubicBezTo>
                <a:cubicBezTo>
                  <a:pt x="316841" y="68629"/>
                  <a:pt x="316754" y="68862"/>
                  <a:pt x="316633" y="69069"/>
                </a:cubicBezTo>
                <a:cubicBezTo>
                  <a:pt x="316512" y="69276"/>
                  <a:pt x="316357" y="69474"/>
                  <a:pt x="316167" y="69664"/>
                </a:cubicBezTo>
                <a:cubicBezTo>
                  <a:pt x="315977" y="69854"/>
                  <a:pt x="315416" y="70164"/>
                  <a:pt x="314483" y="70595"/>
                </a:cubicBezTo>
                <a:cubicBezTo>
                  <a:pt x="313550" y="71026"/>
                  <a:pt x="312341" y="71449"/>
                  <a:pt x="310856" y="71863"/>
                </a:cubicBezTo>
                <a:cubicBezTo>
                  <a:pt x="309370" y="72277"/>
                  <a:pt x="307652" y="72648"/>
                  <a:pt x="305700" y="72975"/>
                </a:cubicBezTo>
                <a:cubicBezTo>
                  <a:pt x="303748" y="73303"/>
                  <a:pt x="301667" y="73467"/>
                  <a:pt x="299456" y="73467"/>
                </a:cubicBezTo>
                <a:cubicBezTo>
                  <a:pt x="295621" y="73467"/>
                  <a:pt x="292262" y="72932"/>
                  <a:pt x="289377" y="71861"/>
                </a:cubicBezTo>
                <a:cubicBezTo>
                  <a:pt x="286492" y="70791"/>
                  <a:pt x="284066" y="69203"/>
                  <a:pt x="282096" y="67097"/>
                </a:cubicBezTo>
                <a:cubicBezTo>
                  <a:pt x="280127" y="64990"/>
                  <a:pt x="278642" y="62349"/>
                  <a:pt x="277640" y="59173"/>
                </a:cubicBezTo>
                <a:cubicBezTo>
                  <a:pt x="276638" y="55996"/>
                  <a:pt x="276137" y="52302"/>
                  <a:pt x="276137" y="48090"/>
                </a:cubicBezTo>
                <a:cubicBezTo>
                  <a:pt x="276137" y="44084"/>
                  <a:pt x="276656" y="40485"/>
                  <a:pt x="277692" y="37291"/>
                </a:cubicBezTo>
                <a:cubicBezTo>
                  <a:pt x="278728" y="34097"/>
                  <a:pt x="280222" y="31387"/>
                  <a:pt x="282174" y="29160"/>
                </a:cubicBezTo>
                <a:cubicBezTo>
                  <a:pt x="284126" y="26933"/>
                  <a:pt x="286484" y="25225"/>
                  <a:pt x="289247" y="24034"/>
                </a:cubicBezTo>
                <a:cubicBezTo>
                  <a:pt x="292011" y="22842"/>
                  <a:pt x="295103" y="22247"/>
                  <a:pt x="298523" y="22247"/>
                </a:cubicBezTo>
                <a:cubicBezTo>
                  <a:pt x="302185" y="22247"/>
                  <a:pt x="305302" y="22833"/>
                  <a:pt x="307876" y="24006"/>
                </a:cubicBezTo>
                <a:cubicBezTo>
                  <a:pt x="310450" y="25179"/>
                  <a:pt x="312566" y="26757"/>
                  <a:pt x="314224" y="28740"/>
                </a:cubicBezTo>
                <a:cubicBezTo>
                  <a:pt x="315882" y="30723"/>
                  <a:pt x="317100" y="33051"/>
                  <a:pt x="317877" y="35725"/>
                </a:cubicBezTo>
                <a:cubicBezTo>
                  <a:pt x="318654" y="38398"/>
                  <a:pt x="319043" y="41252"/>
                  <a:pt x="319043" y="44287"/>
                </a:cubicBezTo>
                <a:lnTo>
                  <a:pt x="319043" y="45839"/>
                </a:lnTo>
                <a:moveTo>
                  <a:pt x="310441" y="43304"/>
                </a:moveTo>
                <a:cubicBezTo>
                  <a:pt x="310545" y="38820"/>
                  <a:pt x="309552" y="35302"/>
                  <a:pt x="307462" y="32750"/>
                </a:cubicBezTo>
                <a:cubicBezTo>
                  <a:pt x="305372" y="30197"/>
                  <a:pt x="302271" y="28921"/>
                  <a:pt x="298160" y="28921"/>
                </a:cubicBezTo>
                <a:cubicBezTo>
                  <a:pt x="296053" y="28921"/>
                  <a:pt x="294205" y="29318"/>
                  <a:pt x="292616" y="30111"/>
                </a:cubicBezTo>
                <a:cubicBezTo>
                  <a:pt x="291027" y="30904"/>
                  <a:pt x="289697" y="31956"/>
                  <a:pt x="288626" y="33267"/>
                </a:cubicBezTo>
                <a:cubicBezTo>
                  <a:pt x="287555" y="34578"/>
                  <a:pt x="286726" y="36104"/>
                  <a:pt x="286138" y="37846"/>
                </a:cubicBezTo>
                <a:cubicBezTo>
                  <a:pt x="285551" y="39588"/>
                  <a:pt x="285223" y="41407"/>
                  <a:pt x="285154" y="43304"/>
                </a:cubicBezTo>
                <a:lnTo>
                  <a:pt x="310441" y="43304"/>
                </a:lnTo>
                <a:close/>
                <a:moveTo>
                  <a:pt x="398896" y="47365"/>
                </a:moveTo>
                <a:cubicBezTo>
                  <a:pt x="398896" y="51163"/>
                  <a:pt x="398395" y="54658"/>
                  <a:pt x="397393" y="57852"/>
                </a:cubicBezTo>
                <a:cubicBezTo>
                  <a:pt x="396391" y="61046"/>
                  <a:pt x="394897" y="63799"/>
                  <a:pt x="392911" y="66114"/>
                </a:cubicBezTo>
                <a:cubicBezTo>
                  <a:pt x="390924" y="68427"/>
                  <a:pt x="388437" y="70230"/>
                  <a:pt x="385449" y="71525"/>
                </a:cubicBezTo>
                <a:cubicBezTo>
                  <a:pt x="382461" y="72820"/>
                  <a:pt x="378997" y="73467"/>
                  <a:pt x="375059" y="73467"/>
                </a:cubicBezTo>
                <a:cubicBezTo>
                  <a:pt x="371225" y="73467"/>
                  <a:pt x="367882" y="72897"/>
                  <a:pt x="365032" y="71758"/>
                </a:cubicBezTo>
                <a:cubicBezTo>
                  <a:pt x="362182" y="70619"/>
                  <a:pt x="359807" y="68961"/>
                  <a:pt x="357907" y="66786"/>
                </a:cubicBezTo>
                <a:cubicBezTo>
                  <a:pt x="356007" y="64611"/>
                  <a:pt x="354591" y="61970"/>
                  <a:pt x="353658" y="58862"/>
                </a:cubicBezTo>
                <a:cubicBezTo>
                  <a:pt x="352726" y="55755"/>
                  <a:pt x="352259" y="52233"/>
                  <a:pt x="352259" y="48297"/>
                </a:cubicBezTo>
                <a:cubicBezTo>
                  <a:pt x="352259" y="44499"/>
                  <a:pt x="352751" y="41004"/>
                  <a:pt x="353736" y="37810"/>
                </a:cubicBezTo>
                <a:cubicBezTo>
                  <a:pt x="354721" y="34616"/>
                  <a:pt x="356206" y="31863"/>
                  <a:pt x="358192" y="29550"/>
                </a:cubicBezTo>
                <a:cubicBezTo>
                  <a:pt x="360179" y="27236"/>
                  <a:pt x="362657" y="25440"/>
                  <a:pt x="365628" y="24163"/>
                </a:cubicBezTo>
                <a:cubicBezTo>
                  <a:pt x="368599" y="22886"/>
                  <a:pt x="372071" y="22247"/>
                  <a:pt x="376044" y="22247"/>
                </a:cubicBezTo>
                <a:cubicBezTo>
                  <a:pt x="379878" y="22247"/>
                  <a:pt x="383221" y="22817"/>
                  <a:pt x="386071" y="23956"/>
                </a:cubicBezTo>
                <a:cubicBezTo>
                  <a:pt x="388921" y="25095"/>
                  <a:pt x="391296" y="26752"/>
                  <a:pt x="393196" y="28928"/>
                </a:cubicBezTo>
                <a:cubicBezTo>
                  <a:pt x="395096" y="31103"/>
                  <a:pt x="396521" y="33744"/>
                  <a:pt x="397471" y="36851"/>
                </a:cubicBezTo>
                <a:cubicBezTo>
                  <a:pt x="398421" y="39959"/>
                  <a:pt x="398896" y="43464"/>
                  <a:pt x="398896" y="47365"/>
                </a:cubicBezTo>
                <a:moveTo>
                  <a:pt x="389879" y="47934"/>
                </a:moveTo>
                <a:cubicBezTo>
                  <a:pt x="389879" y="45413"/>
                  <a:pt x="389646" y="43030"/>
                  <a:pt x="389180" y="40785"/>
                </a:cubicBezTo>
                <a:cubicBezTo>
                  <a:pt x="388713" y="38540"/>
                  <a:pt x="387945" y="36571"/>
                  <a:pt x="386874" y="34879"/>
                </a:cubicBezTo>
                <a:cubicBezTo>
                  <a:pt x="385803" y="33187"/>
                  <a:pt x="384352" y="31849"/>
                  <a:pt x="382521" y="30864"/>
                </a:cubicBezTo>
                <a:cubicBezTo>
                  <a:pt x="380690" y="29879"/>
                  <a:pt x="378410" y="29387"/>
                  <a:pt x="375681" y="29387"/>
                </a:cubicBezTo>
                <a:cubicBezTo>
                  <a:pt x="373159" y="29387"/>
                  <a:pt x="370991" y="29836"/>
                  <a:pt x="369178" y="30733"/>
                </a:cubicBezTo>
                <a:cubicBezTo>
                  <a:pt x="367364" y="31631"/>
                  <a:pt x="365870" y="32901"/>
                  <a:pt x="364696" y="34543"/>
                </a:cubicBezTo>
                <a:cubicBezTo>
                  <a:pt x="363521" y="36183"/>
                  <a:pt x="362649" y="38126"/>
                  <a:pt x="362079" y="40371"/>
                </a:cubicBezTo>
                <a:cubicBezTo>
                  <a:pt x="361509" y="42615"/>
                  <a:pt x="361224" y="45067"/>
                  <a:pt x="361224" y="47728"/>
                </a:cubicBezTo>
                <a:cubicBezTo>
                  <a:pt x="361224" y="50283"/>
                  <a:pt x="361457" y="52684"/>
                  <a:pt x="361923" y="54929"/>
                </a:cubicBezTo>
                <a:cubicBezTo>
                  <a:pt x="362390" y="57174"/>
                  <a:pt x="363167" y="59134"/>
                  <a:pt x="364255" y="60809"/>
                </a:cubicBezTo>
                <a:cubicBezTo>
                  <a:pt x="365343" y="62484"/>
                  <a:pt x="366803" y="63814"/>
                  <a:pt x="368634" y="64799"/>
                </a:cubicBezTo>
                <a:cubicBezTo>
                  <a:pt x="370465" y="65783"/>
                  <a:pt x="372745" y="66275"/>
                  <a:pt x="375474" y="66275"/>
                </a:cubicBezTo>
                <a:cubicBezTo>
                  <a:pt x="377961" y="66275"/>
                  <a:pt x="380120" y="65826"/>
                  <a:pt x="381951" y="64929"/>
                </a:cubicBezTo>
                <a:cubicBezTo>
                  <a:pt x="383782" y="64031"/>
                  <a:pt x="385285" y="62770"/>
                  <a:pt x="386459" y="61147"/>
                </a:cubicBezTo>
                <a:cubicBezTo>
                  <a:pt x="387634" y="59523"/>
                  <a:pt x="388497" y="57588"/>
                  <a:pt x="389050" y="55344"/>
                </a:cubicBezTo>
                <a:cubicBezTo>
                  <a:pt x="389603" y="53099"/>
                  <a:pt x="389879" y="50629"/>
                  <a:pt x="389879" y="47934"/>
                </a:cubicBezTo>
                <a:close/>
                <a:moveTo>
                  <a:pt x="437453" y="5432"/>
                </a:moveTo>
                <a:cubicBezTo>
                  <a:pt x="437453" y="6088"/>
                  <a:pt x="437419" y="6614"/>
                  <a:pt x="437350" y="7010"/>
                </a:cubicBezTo>
                <a:cubicBezTo>
                  <a:pt x="437281" y="7407"/>
                  <a:pt x="437203" y="7726"/>
                  <a:pt x="437117" y="7968"/>
                </a:cubicBezTo>
                <a:cubicBezTo>
                  <a:pt x="437030" y="8209"/>
                  <a:pt x="436918" y="8373"/>
                  <a:pt x="436780" y="8459"/>
                </a:cubicBezTo>
                <a:cubicBezTo>
                  <a:pt x="436642" y="8545"/>
                  <a:pt x="436469" y="8588"/>
                  <a:pt x="436262" y="8588"/>
                </a:cubicBezTo>
                <a:cubicBezTo>
                  <a:pt x="436020" y="8588"/>
                  <a:pt x="435718" y="8511"/>
                  <a:pt x="435355" y="8356"/>
                </a:cubicBezTo>
                <a:cubicBezTo>
                  <a:pt x="434992" y="8200"/>
                  <a:pt x="434552" y="8028"/>
                  <a:pt x="434033" y="7838"/>
                </a:cubicBezTo>
                <a:cubicBezTo>
                  <a:pt x="433515" y="7648"/>
                  <a:pt x="432902" y="7476"/>
                  <a:pt x="432194" y="7321"/>
                </a:cubicBezTo>
                <a:cubicBezTo>
                  <a:pt x="431486" y="7166"/>
                  <a:pt x="430665" y="7088"/>
                  <a:pt x="429733" y="7088"/>
                </a:cubicBezTo>
                <a:cubicBezTo>
                  <a:pt x="428454" y="7088"/>
                  <a:pt x="427366" y="7294"/>
                  <a:pt x="426468" y="7707"/>
                </a:cubicBezTo>
                <a:cubicBezTo>
                  <a:pt x="425570" y="8120"/>
                  <a:pt x="424844" y="8765"/>
                  <a:pt x="424292" y="9641"/>
                </a:cubicBezTo>
                <a:cubicBezTo>
                  <a:pt x="423739" y="10517"/>
                  <a:pt x="423342" y="11652"/>
                  <a:pt x="423100" y="13044"/>
                </a:cubicBezTo>
                <a:cubicBezTo>
                  <a:pt x="422858" y="14437"/>
                  <a:pt x="422737" y="16130"/>
                  <a:pt x="422737" y="18124"/>
                </a:cubicBezTo>
                <a:lnTo>
                  <a:pt x="422737" y="23178"/>
                </a:lnTo>
                <a:lnTo>
                  <a:pt x="433153" y="23178"/>
                </a:lnTo>
                <a:cubicBezTo>
                  <a:pt x="433429" y="23178"/>
                  <a:pt x="433662" y="23239"/>
                  <a:pt x="433852" y="23359"/>
                </a:cubicBezTo>
                <a:cubicBezTo>
                  <a:pt x="434042" y="23480"/>
                  <a:pt x="434215" y="23687"/>
                  <a:pt x="434370" y="23980"/>
                </a:cubicBezTo>
                <a:cubicBezTo>
                  <a:pt x="434526" y="24273"/>
                  <a:pt x="434647" y="24644"/>
                  <a:pt x="434733" y="25093"/>
                </a:cubicBezTo>
                <a:cubicBezTo>
                  <a:pt x="434819" y="25541"/>
                  <a:pt x="434863" y="26093"/>
                  <a:pt x="434863" y="26748"/>
                </a:cubicBezTo>
                <a:cubicBezTo>
                  <a:pt x="434863" y="27990"/>
                  <a:pt x="434707" y="28887"/>
                  <a:pt x="434396" y="29438"/>
                </a:cubicBezTo>
                <a:cubicBezTo>
                  <a:pt x="434085" y="29990"/>
                  <a:pt x="433671" y="30266"/>
                  <a:pt x="433153" y="30266"/>
                </a:cubicBezTo>
                <a:lnTo>
                  <a:pt x="422737" y="30266"/>
                </a:lnTo>
                <a:lnTo>
                  <a:pt x="422737" y="71137"/>
                </a:lnTo>
                <a:cubicBezTo>
                  <a:pt x="422737" y="71413"/>
                  <a:pt x="422668" y="71646"/>
                  <a:pt x="422530" y="71837"/>
                </a:cubicBezTo>
                <a:cubicBezTo>
                  <a:pt x="422392" y="72027"/>
                  <a:pt x="422158" y="72191"/>
                  <a:pt x="421830" y="72329"/>
                </a:cubicBezTo>
                <a:cubicBezTo>
                  <a:pt x="421502" y="72467"/>
                  <a:pt x="421062" y="72570"/>
                  <a:pt x="420509" y="72639"/>
                </a:cubicBezTo>
                <a:cubicBezTo>
                  <a:pt x="419956" y="72708"/>
                  <a:pt x="419265" y="72742"/>
                  <a:pt x="418436" y="72742"/>
                </a:cubicBezTo>
                <a:cubicBezTo>
                  <a:pt x="417607" y="72742"/>
                  <a:pt x="416916" y="72708"/>
                  <a:pt x="416363" y="72639"/>
                </a:cubicBezTo>
                <a:cubicBezTo>
                  <a:pt x="415811" y="72570"/>
                  <a:pt x="415370" y="72467"/>
                  <a:pt x="415042" y="72329"/>
                </a:cubicBezTo>
                <a:cubicBezTo>
                  <a:pt x="414714" y="72191"/>
                  <a:pt x="414481" y="72027"/>
                  <a:pt x="414343" y="71837"/>
                </a:cubicBezTo>
                <a:cubicBezTo>
                  <a:pt x="414204" y="71646"/>
                  <a:pt x="414135" y="71413"/>
                  <a:pt x="414135" y="71137"/>
                </a:cubicBezTo>
                <a:lnTo>
                  <a:pt x="414135" y="30266"/>
                </a:lnTo>
                <a:lnTo>
                  <a:pt x="407554" y="30266"/>
                </a:lnTo>
                <a:cubicBezTo>
                  <a:pt x="407002" y="30266"/>
                  <a:pt x="406587" y="29990"/>
                  <a:pt x="406311" y="29438"/>
                </a:cubicBezTo>
                <a:cubicBezTo>
                  <a:pt x="406034" y="28887"/>
                  <a:pt x="405896" y="27990"/>
                  <a:pt x="405896" y="26748"/>
                </a:cubicBezTo>
                <a:cubicBezTo>
                  <a:pt x="405896" y="26093"/>
                  <a:pt x="405931" y="25541"/>
                  <a:pt x="406000" y="25093"/>
                </a:cubicBezTo>
                <a:cubicBezTo>
                  <a:pt x="406069" y="24644"/>
                  <a:pt x="406172" y="24273"/>
                  <a:pt x="406311" y="23980"/>
                </a:cubicBezTo>
                <a:cubicBezTo>
                  <a:pt x="406449" y="23687"/>
                  <a:pt x="406622" y="23480"/>
                  <a:pt x="406829" y="23359"/>
                </a:cubicBezTo>
                <a:cubicBezTo>
                  <a:pt x="407036" y="23239"/>
                  <a:pt x="407278" y="23178"/>
                  <a:pt x="407554" y="23178"/>
                </a:cubicBezTo>
                <a:lnTo>
                  <a:pt x="414135" y="23178"/>
                </a:lnTo>
                <a:lnTo>
                  <a:pt x="414135" y="18378"/>
                </a:lnTo>
                <a:cubicBezTo>
                  <a:pt x="414135" y="15142"/>
                  <a:pt x="414438" y="12363"/>
                  <a:pt x="415042" y="10040"/>
                </a:cubicBezTo>
                <a:cubicBezTo>
                  <a:pt x="415647" y="7717"/>
                  <a:pt x="416571" y="5816"/>
                  <a:pt x="417814" y="4336"/>
                </a:cubicBezTo>
                <a:cubicBezTo>
                  <a:pt x="419058" y="2856"/>
                  <a:pt x="420621" y="1764"/>
                  <a:pt x="422504" y="1059"/>
                </a:cubicBezTo>
                <a:cubicBezTo>
                  <a:pt x="424387" y="353"/>
                  <a:pt x="426606" y="0"/>
                  <a:pt x="429163" y="0"/>
                </a:cubicBezTo>
                <a:cubicBezTo>
                  <a:pt x="430372" y="0"/>
                  <a:pt x="431546" y="112"/>
                  <a:pt x="432686" y="336"/>
                </a:cubicBezTo>
                <a:cubicBezTo>
                  <a:pt x="433826" y="560"/>
                  <a:pt x="434707" y="802"/>
                  <a:pt x="435329" y="1061"/>
                </a:cubicBezTo>
                <a:cubicBezTo>
                  <a:pt x="435951" y="1319"/>
                  <a:pt x="436365" y="1552"/>
                  <a:pt x="436573" y="1759"/>
                </a:cubicBezTo>
                <a:cubicBezTo>
                  <a:pt x="436780" y="1966"/>
                  <a:pt x="436953" y="2233"/>
                  <a:pt x="437091" y="2561"/>
                </a:cubicBezTo>
                <a:cubicBezTo>
                  <a:pt x="437229" y="2889"/>
                  <a:pt x="437324" y="3285"/>
                  <a:pt x="437376" y="3751"/>
                </a:cubicBezTo>
                <a:cubicBezTo>
                  <a:pt x="437428" y="4217"/>
                  <a:pt x="437453" y="4777"/>
                  <a:pt x="437453" y="5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Enginey">
            <a:extLst xmlns:a="http://schemas.openxmlformats.org/drawingml/2006/main">
              <a:ext uri="{FF2B5EF4-FFF2-40B4-BE49-F238E27FC236}">
                <a16:creationId xmlns:a16="http://schemas.microsoft.com/office/drawing/2014/main" id="{F9E5C0E9-25B8-43B6-9E5A-241DFB04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362" y="1219395"/>
            <a:ext cx="352365" cy="87643"/>
          </a:xfrm>
          <a:custGeom xmlns:a="http://schemas.openxmlformats.org/drawingml/2006/main">
            <a:pathLst>
              <a:path w="352365" h="87643">
                <a:moveTo>
                  <a:pt x="37309" y="65034"/>
                </a:moveTo>
                <a:cubicBezTo>
                  <a:pt x="37309" y="65654"/>
                  <a:pt x="37275" y="66198"/>
                  <a:pt x="37206" y="66663"/>
                </a:cubicBezTo>
                <a:cubicBezTo>
                  <a:pt x="37136" y="67129"/>
                  <a:pt x="37016" y="67517"/>
                  <a:pt x="36843" y="67827"/>
                </a:cubicBezTo>
                <a:cubicBezTo>
                  <a:pt x="36670" y="68138"/>
                  <a:pt x="36471" y="68362"/>
                  <a:pt x="36247" y="68500"/>
                </a:cubicBezTo>
                <a:cubicBezTo>
                  <a:pt x="36022" y="68638"/>
                  <a:pt x="35772" y="68707"/>
                  <a:pt x="35496" y="68707"/>
                </a:cubicBezTo>
                <a:lnTo>
                  <a:pt x="3316" y="68707"/>
                </a:lnTo>
                <a:cubicBezTo>
                  <a:pt x="2522" y="68707"/>
                  <a:pt x="1770" y="68440"/>
                  <a:pt x="1062" y="67905"/>
                </a:cubicBezTo>
                <a:cubicBezTo>
                  <a:pt x="354" y="67370"/>
                  <a:pt x="0" y="66431"/>
                  <a:pt x="0" y="65085"/>
                </a:cubicBezTo>
                <a:lnTo>
                  <a:pt x="0" y="5381"/>
                </a:lnTo>
                <a:cubicBezTo>
                  <a:pt x="0" y="4035"/>
                  <a:pt x="354" y="3096"/>
                  <a:pt x="1062" y="2561"/>
                </a:cubicBezTo>
                <a:cubicBezTo>
                  <a:pt x="1770" y="2026"/>
                  <a:pt x="2522" y="1759"/>
                  <a:pt x="3316" y="1759"/>
                </a:cubicBezTo>
                <a:lnTo>
                  <a:pt x="35133" y="1759"/>
                </a:lnTo>
                <a:cubicBezTo>
                  <a:pt x="35409" y="1759"/>
                  <a:pt x="35660" y="1828"/>
                  <a:pt x="35884" y="1966"/>
                </a:cubicBezTo>
                <a:cubicBezTo>
                  <a:pt x="36109" y="2104"/>
                  <a:pt x="36290" y="2328"/>
                  <a:pt x="36428" y="2639"/>
                </a:cubicBezTo>
                <a:cubicBezTo>
                  <a:pt x="36566" y="2949"/>
                  <a:pt x="36679" y="3337"/>
                  <a:pt x="36765" y="3803"/>
                </a:cubicBezTo>
                <a:cubicBezTo>
                  <a:pt x="36851" y="4268"/>
                  <a:pt x="36895" y="4846"/>
                  <a:pt x="36895" y="5536"/>
                </a:cubicBezTo>
                <a:cubicBezTo>
                  <a:pt x="36895" y="6157"/>
                  <a:pt x="36851" y="6700"/>
                  <a:pt x="36765" y="7166"/>
                </a:cubicBezTo>
                <a:cubicBezTo>
                  <a:pt x="36679" y="7631"/>
                  <a:pt x="36566" y="8011"/>
                  <a:pt x="36428" y="8304"/>
                </a:cubicBezTo>
                <a:cubicBezTo>
                  <a:pt x="36290" y="8597"/>
                  <a:pt x="36109" y="8813"/>
                  <a:pt x="35884" y="8951"/>
                </a:cubicBezTo>
                <a:cubicBezTo>
                  <a:pt x="35660" y="9088"/>
                  <a:pt x="35409" y="9157"/>
                  <a:pt x="35133" y="9157"/>
                </a:cubicBezTo>
                <a:lnTo>
                  <a:pt x="8913" y="9157"/>
                </a:lnTo>
                <a:lnTo>
                  <a:pt x="8913" y="30163"/>
                </a:lnTo>
                <a:lnTo>
                  <a:pt x="31402" y="30163"/>
                </a:lnTo>
                <a:cubicBezTo>
                  <a:pt x="31678" y="30163"/>
                  <a:pt x="31929" y="30240"/>
                  <a:pt x="32153" y="30396"/>
                </a:cubicBezTo>
                <a:cubicBezTo>
                  <a:pt x="32378" y="30551"/>
                  <a:pt x="32568" y="30766"/>
                  <a:pt x="32723" y="31042"/>
                </a:cubicBezTo>
                <a:cubicBezTo>
                  <a:pt x="32879" y="31318"/>
                  <a:pt x="32991" y="31698"/>
                  <a:pt x="33060" y="32181"/>
                </a:cubicBezTo>
                <a:cubicBezTo>
                  <a:pt x="33129" y="32663"/>
                  <a:pt x="33164" y="33232"/>
                  <a:pt x="33164" y="33888"/>
                </a:cubicBezTo>
                <a:cubicBezTo>
                  <a:pt x="33164" y="34509"/>
                  <a:pt x="33129" y="35043"/>
                  <a:pt x="33060" y="35492"/>
                </a:cubicBezTo>
                <a:cubicBezTo>
                  <a:pt x="32991" y="35940"/>
                  <a:pt x="32879" y="36302"/>
                  <a:pt x="32723" y="36578"/>
                </a:cubicBezTo>
                <a:cubicBezTo>
                  <a:pt x="32568" y="36854"/>
                  <a:pt x="32378" y="37052"/>
                  <a:pt x="32153" y="37173"/>
                </a:cubicBezTo>
                <a:cubicBezTo>
                  <a:pt x="31929" y="37294"/>
                  <a:pt x="31678" y="37354"/>
                  <a:pt x="31402" y="37354"/>
                </a:cubicBezTo>
                <a:lnTo>
                  <a:pt x="8913" y="37354"/>
                </a:lnTo>
                <a:lnTo>
                  <a:pt x="8913" y="61309"/>
                </a:lnTo>
                <a:lnTo>
                  <a:pt x="35496" y="61309"/>
                </a:lnTo>
                <a:cubicBezTo>
                  <a:pt x="35772" y="61309"/>
                  <a:pt x="36022" y="61378"/>
                  <a:pt x="36247" y="61515"/>
                </a:cubicBezTo>
                <a:cubicBezTo>
                  <a:pt x="36471" y="61653"/>
                  <a:pt x="36670" y="61869"/>
                  <a:pt x="36843" y="62162"/>
                </a:cubicBezTo>
                <a:cubicBezTo>
                  <a:pt x="37016" y="62455"/>
                  <a:pt x="37136" y="62835"/>
                  <a:pt x="37206" y="63300"/>
                </a:cubicBezTo>
                <a:cubicBezTo>
                  <a:pt x="37275" y="63766"/>
                  <a:pt x="37309" y="64344"/>
                  <a:pt x="37309" y="65034"/>
                </a:cubicBezTo>
                <a:close/>
                <a:moveTo>
                  <a:pt x="90581" y="67414"/>
                </a:moveTo>
                <a:cubicBezTo>
                  <a:pt x="90581" y="67689"/>
                  <a:pt x="90512" y="67922"/>
                  <a:pt x="90374" y="68112"/>
                </a:cubicBezTo>
                <a:cubicBezTo>
                  <a:pt x="90236" y="68302"/>
                  <a:pt x="90011" y="68465"/>
                  <a:pt x="89700" y="68603"/>
                </a:cubicBezTo>
                <a:cubicBezTo>
                  <a:pt x="89389" y="68741"/>
                  <a:pt x="88957" y="68845"/>
                  <a:pt x="88405" y="68914"/>
                </a:cubicBezTo>
                <a:cubicBezTo>
                  <a:pt x="87852" y="68983"/>
                  <a:pt x="87161" y="69017"/>
                  <a:pt x="86332" y="69017"/>
                </a:cubicBezTo>
                <a:cubicBezTo>
                  <a:pt x="85468" y="69017"/>
                  <a:pt x="84760" y="68983"/>
                  <a:pt x="84207" y="68914"/>
                </a:cubicBezTo>
                <a:cubicBezTo>
                  <a:pt x="83655" y="68845"/>
                  <a:pt x="83223" y="68741"/>
                  <a:pt x="82912" y="68603"/>
                </a:cubicBezTo>
                <a:cubicBezTo>
                  <a:pt x="82601" y="68465"/>
                  <a:pt x="82376" y="68302"/>
                  <a:pt x="82238" y="68112"/>
                </a:cubicBezTo>
                <a:cubicBezTo>
                  <a:pt x="82100" y="67922"/>
                  <a:pt x="82031" y="67689"/>
                  <a:pt x="82031" y="67414"/>
                </a:cubicBezTo>
                <a:lnTo>
                  <a:pt x="82031" y="40148"/>
                </a:lnTo>
                <a:cubicBezTo>
                  <a:pt x="82031" y="37492"/>
                  <a:pt x="81824" y="35354"/>
                  <a:pt x="81409" y="33733"/>
                </a:cubicBezTo>
                <a:cubicBezTo>
                  <a:pt x="80995" y="32112"/>
                  <a:pt x="80390" y="30715"/>
                  <a:pt x="79596" y="29542"/>
                </a:cubicBezTo>
                <a:cubicBezTo>
                  <a:pt x="78801" y="28369"/>
                  <a:pt x="77773" y="27472"/>
                  <a:pt x="76512" y="26852"/>
                </a:cubicBezTo>
                <a:cubicBezTo>
                  <a:pt x="75251" y="26231"/>
                  <a:pt x="73792" y="25920"/>
                  <a:pt x="72134" y="25920"/>
                </a:cubicBezTo>
                <a:cubicBezTo>
                  <a:pt x="69992" y="25920"/>
                  <a:pt x="67850" y="26679"/>
                  <a:pt x="65708" y="28197"/>
                </a:cubicBezTo>
                <a:cubicBezTo>
                  <a:pt x="63566" y="29714"/>
                  <a:pt x="61321" y="31939"/>
                  <a:pt x="58972" y="34871"/>
                </a:cubicBezTo>
                <a:lnTo>
                  <a:pt x="58972" y="67414"/>
                </a:lnTo>
                <a:cubicBezTo>
                  <a:pt x="58972" y="67689"/>
                  <a:pt x="58903" y="67922"/>
                  <a:pt x="58765" y="68112"/>
                </a:cubicBezTo>
                <a:cubicBezTo>
                  <a:pt x="58626" y="68302"/>
                  <a:pt x="58402" y="68465"/>
                  <a:pt x="58091" y="68603"/>
                </a:cubicBezTo>
                <a:cubicBezTo>
                  <a:pt x="57780" y="68741"/>
                  <a:pt x="57348" y="68845"/>
                  <a:pt x="56796" y="68914"/>
                </a:cubicBezTo>
                <a:cubicBezTo>
                  <a:pt x="56243" y="68983"/>
                  <a:pt x="55535" y="69017"/>
                  <a:pt x="54671" y="69017"/>
                </a:cubicBezTo>
                <a:cubicBezTo>
                  <a:pt x="53842" y="69017"/>
                  <a:pt x="53151" y="68983"/>
                  <a:pt x="52598" y="68914"/>
                </a:cubicBezTo>
                <a:cubicBezTo>
                  <a:pt x="52046" y="68845"/>
                  <a:pt x="51605" y="68741"/>
                  <a:pt x="51277" y="68603"/>
                </a:cubicBezTo>
                <a:cubicBezTo>
                  <a:pt x="50949" y="68465"/>
                  <a:pt x="50724" y="68302"/>
                  <a:pt x="50603" y="68112"/>
                </a:cubicBezTo>
                <a:cubicBezTo>
                  <a:pt x="50482" y="67922"/>
                  <a:pt x="50422" y="67689"/>
                  <a:pt x="50422" y="67414"/>
                </a:cubicBezTo>
                <a:lnTo>
                  <a:pt x="50422" y="20850"/>
                </a:lnTo>
                <a:cubicBezTo>
                  <a:pt x="50422" y="20574"/>
                  <a:pt x="50474" y="20341"/>
                  <a:pt x="50577" y="20152"/>
                </a:cubicBezTo>
                <a:cubicBezTo>
                  <a:pt x="50681" y="19962"/>
                  <a:pt x="50888" y="19789"/>
                  <a:pt x="51199" y="19634"/>
                </a:cubicBezTo>
                <a:cubicBezTo>
                  <a:pt x="51510" y="19479"/>
                  <a:pt x="51907" y="19376"/>
                  <a:pt x="52391" y="19324"/>
                </a:cubicBezTo>
                <a:cubicBezTo>
                  <a:pt x="52875" y="19272"/>
                  <a:pt x="53514" y="19246"/>
                  <a:pt x="54308" y="19246"/>
                </a:cubicBezTo>
                <a:cubicBezTo>
                  <a:pt x="55068" y="19246"/>
                  <a:pt x="55699" y="19272"/>
                  <a:pt x="56200" y="19324"/>
                </a:cubicBezTo>
                <a:cubicBezTo>
                  <a:pt x="56701" y="19376"/>
                  <a:pt x="57089" y="19479"/>
                  <a:pt x="57366" y="19634"/>
                </a:cubicBezTo>
                <a:cubicBezTo>
                  <a:pt x="57642" y="19789"/>
                  <a:pt x="57841" y="19962"/>
                  <a:pt x="57961" y="20152"/>
                </a:cubicBezTo>
                <a:cubicBezTo>
                  <a:pt x="58082" y="20341"/>
                  <a:pt x="58143" y="20574"/>
                  <a:pt x="58143" y="20850"/>
                </a:cubicBezTo>
                <a:lnTo>
                  <a:pt x="58143" y="27007"/>
                </a:lnTo>
                <a:cubicBezTo>
                  <a:pt x="60768" y="24075"/>
                  <a:pt x="63385" y="21928"/>
                  <a:pt x="65993" y="20566"/>
                </a:cubicBezTo>
                <a:cubicBezTo>
                  <a:pt x="68601" y="19203"/>
                  <a:pt x="71236" y="18522"/>
                  <a:pt x="73896" y="18522"/>
                </a:cubicBezTo>
                <a:cubicBezTo>
                  <a:pt x="77005" y="18522"/>
                  <a:pt x="79621" y="19048"/>
                  <a:pt x="81746" y="20100"/>
                </a:cubicBezTo>
                <a:cubicBezTo>
                  <a:pt x="83871" y="21152"/>
                  <a:pt x="85589" y="22557"/>
                  <a:pt x="86902" y="24316"/>
                </a:cubicBezTo>
                <a:cubicBezTo>
                  <a:pt x="88215" y="26076"/>
                  <a:pt x="89156" y="28136"/>
                  <a:pt x="89726" y="30499"/>
                </a:cubicBezTo>
                <a:cubicBezTo>
                  <a:pt x="90296" y="32862"/>
                  <a:pt x="90581" y="35699"/>
                  <a:pt x="90581" y="39010"/>
                </a:cubicBezTo>
                <a:lnTo>
                  <a:pt x="90581" y="67414"/>
                </a:lnTo>
                <a:close/>
                <a:moveTo>
                  <a:pt x="145783" y="22920"/>
                </a:moveTo>
                <a:cubicBezTo>
                  <a:pt x="145783" y="24127"/>
                  <a:pt x="145619" y="24998"/>
                  <a:pt x="145291" y="25532"/>
                </a:cubicBezTo>
                <a:cubicBezTo>
                  <a:pt x="144963" y="26067"/>
                  <a:pt x="144540" y="26334"/>
                  <a:pt x="144022" y="26334"/>
                </a:cubicBezTo>
                <a:lnTo>
                  <a:pt x="137337" y="26334"/>
                </a:lnTo>
                <a:cubicBezTo>
                  <a:pt x="138546" y="27579"/>
                  <a:pt x="139393" y="28954"/>
                  <a:pt x="139876" y="30460"/>
                </a:cubicBezTo>
                <a:cubicBezTo>
                  <a:pt x="140360" y="31965"/>
                  <a:pt x="140602" y="33530"/>
                  <a:pt x="140602" y="35155"/>
                </a:cubicBezTo>
                <a:cubicBezTo>
                  <a:pt x="140602" y="37841"/>
                  <a:pt x="140170" y="40218"/>
                  <a:pt x="139306" y="42284"/>
                </a:cubicBezTo>
                <a:cubicBezTo>
                  <a:pt x="138443" y="44350"/>
                  <a:pt x="137208" y="46098"/>
                  <a:pt x="135601" y="47527"/>
                </a:cubicBezTo>
                <a:cubicBezTo>
                  <a:pt x="133995" y="48956"/>
                  <a:pt x="132086" y="50050"/>
                  <a:pt x="129875" y="50808"/>
                </a:cubicBezTo>
                <a:cubicBezTo>
                  <a:pt x="127664" y="51565"/>
                  <a:pt x="125212" y="51944"/>
                  <a:pt x="122517" y="51944"/>
                </a:cubicBezTo>
                <a:cubicBezTo>
                  <a:pt x="120617" y="51944"/>
                  <a:pt x="118812" y="51695"/>
                  <a:pt x="117102" y="51196"/>
                </a:cubicBezTo>
                <a:cubicBezTo>
                  <a:pt x="115392" y="50696"/>
                  <a:pt x="114071" y="50068"/>
                  <a:pt x="113138" y="49310"/>
                </a:cubicBezTo>
                <a:cubicBezTo>
                  <a:pt x="112516" y="49931"/>
                  <a:pt x="112007" y="50638"/>
                  <a:pt x="111609" y="51432"/>
                </a:cubicBezTo>
                <a:cubicBezTo>
                  <a:pt x="111212" y="52224"/>
                  <a:pt x="111013" y="53137"/>
                  <a:pt x="111013" y="54170"/>
                </a:cubicBezTo>
                <a:cubicBezTo>
                  <a:pt x="111013" y="55378"/>
                  <a:pt x="111575" y="56378"/>
                  <a:pt x="112697" y="57171"/>
                </a:cubicBezTo>
                <a:cubicBezTo>
                  <a:pt x="113820" y="57963"/>
                  <a:pt x="115314" y="58394"/>
                  <a:pt x="117180" y="58463"/>
                </a:cubicBezTo>
                <a:lnTo>
                  <a:pt x="129357" y="58982"/>
                </a:lnTo>
                <a:cubicBezTo>
                  <a:pt x="131672" y="59051"/>
                  <a:pt x="133796" y="59371"/>
                  <a:pt x="135731" y="59942"/>
                </a:cubicBezTo>
                <a:cubicBezTo>
                  <a:pt x="137665" y="60514"/>
                  <a:pt x="139341" y="61327"/>
                  <a:pt x="140757" y="62384"/>
                </a:cubicBezTo>
                <a:cubicBezTo>
                  <a:pt x="142173" y="63439"/>
                  <a:pt x="143279" y="64737"/>
                  <a:pt x="144073" y="66277"/>
                </a:cubicBezTo>
                <a:cubicBezTo>
                  <a:pt x="144868" y="67817"/>
                  <a:pt x="145265" y="69609"/>
                  <a:pt x="145265" y="71651"/>
                </a:cubicBezTo>
                <a:cubicBezTo>
                  <a:pt x="145265" y="73797"/>
                  <a:pt x="144816" y="75839"/>
                  <a:pt x="143918" y="77777"/>
                </a:cubicBezTo>
                <a:cubicBezTo>
                  <a:pt x="143020" y="79716"/>
                  <a:pt x="141647" y="81421"/>
                  <a:pt x="139798" y="82891"/>
                </a:cubicBezTo>
                <a:cubicBezTo>
                  <a:pt x="137950" y="84362"/>
                  <a:pt x="135593" y="85522"/>
                  <a:pt x="132725" y="86370"/>
                </a:cubicBezTo>
                <a:cubicBezTo>
                  <a:pt x="129858" y="87219"/>
                  <a:pt x="126472" y="87643"/>
                  <a:pt x="122569" y="87643"/>
                </a:cubicBezTo>
                <a:cubicBezTo>
                  <a:pt x="118803" y="87643"/>
                  <a:pt x="115599" y="87323"/>
                  <a:pt x="112957" y="86684"/>
                </a:cubicBezTo>
                <a:cubicBezTo>
                  <a:pt x="110314" y="86046"/>
                  <a:pt x="108146" y="85174"/>
                  <a:pt x="106453" y="84070"/>
                </a:cubicBezTo>
                <a:cubicBezTo>
                  <a:pt x="104761" y="82966"/>
                  <a:pt x="103534" y="81646"/>
                  <a:pt x="102774" y="80110"/>
                </a:cubicBezTo>
                <a:cubicBezTo>
                  <a:pt x="102014" y="78574"/>
                  <a:pt x="101634" y="76908"/>
                  <a:pt x="101634" y="75113"/>
                </a:cubicBezTo>
                <a:cubicBezTo>
                  <a:pt x="101634" y="73974"/>
                  <a:pt x="101772" y="72870"/>
                  <a:pt x="102049" y="71800"/>
                </a:cubicBezTo>
                <a:cubicBezTo>
                  <a:pt x="102325" y="70730"/>
                  <a:pt x="102748" y="69711"/>
                  <a:pt x="103318" y="68744"/>
                </a:cubicBezTo>
                <a:cubicBezTo>
                  <a:pt x="103888" y="67778"/>
                  <a:pt x="104597" y="66856"/>
                  <a:pt x="105443" y="65976"/>
                </a:cubicBezTo>
                <a:cubicBezTo>
                  <a:pt x="106289" y="65096"/>
                  <a:pt x="107265" y="64224"/>
                  <a:pt x="108371" y="63360"/>
                </a:cubicBezTo>
                <a:cubicBezTo>
                  <a:pt x="106678" y="62495"/>
                  <a:pt x="105426" y="61404"/>
                  <a:pt x="104614" y="60088"/>
                </a:cubicBezTo>
                <a:cubicBezTo>
                  <a:pt x="103802" y="58771"/>
                  <a:pt x="103396" y="57350"/>
                  <a:pt x="103396" y="55826"/>
                </a:cubicBezTo>
                <a:cubicBezTo>
                  <a:pt x="103396" y="53713"/>
                  <a:pt x="103828" y="51826"/>
                  <a:pt x="104692" y="50162"/>
                </a:cubicBezTo>
                <a:cubicBezTo>
                  <a:pt x="105555" y="48499"/>
                  <a:pt x="106626" y="47010"/>
                  <a:pt x="107904" y="45694"/>
                </a:cubicBezTo>
                <a:cubicBezTo>
                  <a:pt x="106833" y="44420"/>
                  <a:pt x="105987" y="42982"/>
                  <a:pt x="105365" y="41380"/>
                </a:cubicBezTo>
                <a:cubicBezTo>
                  <a:pt x="104743" y="39778"/>
                  <a:pt x="104432" y="37841"/>
                  <a:pt x="104432" y="35569"/>
                </a:cubicBezTo>
                <a:cubicBezTo>
                  <a:pt x="104432" y="32918"/>
                  <a:pt x="104882" y="30542"/>
                  <a:pt x="105780" y="28441"/>
                </a:cubicBezTo>
                <a:cubicBezTo>
                  <a:pt x="106678" y="26340"/>
                  <a:pt x="107922" y="24567"/>
                  <a:pt x="109511" y="23120"/>
                </a:cubicBezTo>
                <a:cubicBezTo>
                  <a:pt x="111100" y="21674"/>
                  <a:pt x="113008" y="20563"/>
                  <a:pt x="115237" y="19788"/>
                </a:cubicBezTo>
                <a:cubicBezTo>
                  <a:pt x="117465" y="19013"/>
                  <a:pt x="119892" y="18625"/>
                  <a:pt x="122517" y="18625"/>
                </a:cubicBezTo>
                <a:cubicBezTo>
                  <a:pt x="123933" y="18625"/>
                  <a:pt x="125255" y="18699"/>
                  <a:pt x="126481" y="18845"/>
                </a:cubicBezTo>
                <a:cubicBezTo>
                  <a:pt x="127707" y="18991"/>
                  <a:pt x="128856" y="19193"/>
                  <a:pt x="129927" y="19453"/>
                </a:cubicBezTo>
                <a:lnTo>
                  <a:pt x="144022" y="19453"/>
                </a:lnTo>
                <a:cubicBezTo>
                  <a:pt x="144609" y="19453"/>
                  <a:pt x="145049" y="19738"/>
                  <a:pt x="145343" y="20307"/>
                </a:cubicBezTo>
                <a:cubicBezTo>
                  <a:pt x="145637" y="20876"/>
                  <a:pt x="145783" y="21747"/>
                  <a:pt x="145783" y="22920"/>
                </a:cubicBezTo>
                <a:moveTo>
                  <a:pt x="132414" y="35207"/>
                </a:moveTo>
                <a:cubicBezTo>
                  <a:pt x="132414" y="32043"/>
                  <a:pt x="131542" y="29574"/>
                  <a:pt x="129797" y="27802"/>
                </a:cubicBezTo>
                <a:cubicBezTo>
                  <a:pt x="128053" y="26030"/>
                  <a:pt x="125574" y="25144"/>
                  <a:pt x="122362" y="25144"/>
                </a:cubicBezTo>
                <a:cubicBezTo>
                  <a:pt x="120703" y="25144"/>
                  <a:pt x="119261" y="25420"/>
                  <a:pt x="118035" y="25970"/>
                </a:cubicBezTo>
                <a:cubicBezTo>
                  <a:pt x="116808" y="26520"/>
                  <a:pt x="115789" y="27277"/>
                  <a:pt x="114977" y="28240"/>
                </a:cubicBezTo>
                <a:cubicBezTo>
                  <a:pt x="114166" y="29204"/>
                  <a:pt x="113561" y="30314"/>
                  <a:pt x="113164" y="31569"/>
                </a:cubicBezTo>
                <a:cubicBezTo>
                  <a:pt x="112767" y="32825"/>
                  <a:pt x="112568" y="34141"/>
                  <a:pt x="112568" y="35518"/>
                </a:cubicBezTo>
                <a:cubicBezTo>
                  <a:pt x="112568" y="38579"/>
                  <a:pt x="113440" y="40987"/>
                  <a:pt x="115185" y="42741"/>
                </a:cubicBezTo>
                <a:cubicBezTo>
                  <a:pt x="116929" y="44496"/>
                  <a:pt x="119373" y="45373"/>
                  <a:pt x="122517" y="45373"/>
                </a:cubicBezTo>
                <a:cubicBezTo>
                  <a:pt x="124210" y="45373"/>
                  <a:pt x="125678" y="45107"/>
                  <a:pt x="126922" y="44575"/>
                </a:cubicBezTo>
                <a:cubicBezTo>
                  <a:pt x="128165" y="44041"/>
                  <a:pt x="129193" y="43301"/>
                  <a:pt x="130005" y="42355"/>
                </a:cubicBezTo>
                <a:cubicBezTo>
                  <a:pt x="130817" y="41409"/>
                  <a:pt x="131421" y="40316"/>
                  <a:pt x="131818" y="39078"/>
                </a:cubicBezTo>
                <a:cubicBezTo>
                  <a:pt x="132216" y="37839"/>
                  <a:pt x="132414" y="36549"/>
                  <a:pt x="132414" y="35207"/>
                </a:cubicBezTo>
                <a:moveTo>
                  <a:pt x="136715" y="72115"/>
                </a:moveTo>
                <a:cubicBezTo>
                  <a:pt x="136715" y="70101"/>
                  <a:pt x="135895" y="68547"/>
                  <a:pt x="134254" y="67454"/>
                </a:cubicBezTo>
                <a:cubicBezTo>
                  <a:pt x="132613" y="66360"/>
                  <a:pt x="130393" y="65778"/>
                  <a:pt x="127595" y="65709"/>
                </a:cubicBezTo>
                <a:lnTo>
                  <a:pt x="115522" y="65292"/>
                </a:lnTo>
                <a:cubicBezTo>
                  <a:pt x="114416" y="66160"/>
                  <a:pt x="113509" y="66985"/>
                  <a:pt x="112801" y="67766"/>
                </a:cubicBezTo>
                <a:cubicBezTo>
                  <a:pt x="112093" y="68547"/>
                  <a:pt x="111532" y="69294"/>
                  <a:pt x="111117" y="70005"/>
                </a:cubicBezTo>
                <a:cubicBezTo>
                  <a:pt x="110702" y="70717"/>
                  <a:pt x="110417" y="71419"/>
                  <a:pt x="110262" y="72114"/>
                </a:cubicBezTo>
                <a:cubicBezTo>
                  <a:pt x="110107" y="72809"/>
                  <a:pt x="110029" y="73521"/>
                  <a:pt x="110029" y="74249"/>
                </a:cubicBezTo>
                <a:cubicBezTo>
                  <a:pt x="110029" y="76506"/>
                  <a:pt x="111169" y="78216"/>
                  <a:pt x="113449" y="79379"/>
                </a:cubicBezTo>
                <a:cubicBezTo>
                  <a:pt x="115729" y="80542"/>
                  <a:pt x="118907" y="81124"/>
                  <a:pt x="122983" y="81124"/>
                </a:cubicBezTo>
                <a:cubicBezTo>
                  <a:pt x="125574" y="81124"/>
                  <a:pt x="127742" y="80872"/>
                  <a:pt x="129487" y="80369"/>
                </a:cubicBezTo>
                <a:cubicBezTo>
                  <a:pt x="131231" y="79865"/>
                  <a:pt x="132639" y="79197"/>
                  <a:pt x="133710" y="78364"/>
                </a:cubicBezTo>
                <a:cubicBezTo>
                  <a:pt x="134781" y="77531"/>
                  <a:pt x="135549" y="76576"/>
                  <a:pt x="136016" y="75499"/>
                </a:cubicBezTo>
                <a:cubicBezTo>
                  <a:pt x="136482" y="74423"/>
                  <a:pt x="136715" y="73295"/>
                  <a:pt x="136715" y="72115"/>
                </a:cubicBezTo>
                <a:close/>
                <a:moveTo>
                  <a:pt x="165075" y="67414"/>
                </a:moveTo>
                <a:cubicBezTo>
                  <a:pt x="165075" y="67689"/>
                  <a:pt x="165005" y="67922"/>
                  <a:pt x="164867" y="68112"/>
                </a:cubicBezTo>
                <a:cubicBezTo>
                  <a:pt x="164729" y="68302"/>
                  <a:pt x="164505" y="68465"/>
                  <a:pt x="164194" y="68603"/>
                </a:cubicBezTo>
                <a:cubicBezTo>
                  <a:pt x="163883" y="68741"/>
                  <a:pt x="163451" y="68845"/>
                  <a:pt x="162898" y="68914"/>
                </a:cubicBezTo>
                <a:cubicBezTo>
                  <a:pt x="162345" y="68983"/>
                  <a:pt x="161637" y="69017"/>
                  <a:pt x="160774" y="69017"/>
                </a:cubicBezTo>
                <a:cubicBezTo>
                  <a:pt x="159945" y="69017"/>
                  <a:pt x="159254" y="68983"/>
                  <a:pt x="158701" y="68914"/>
                </a:cubicBezTo>
                <a:cubicBezTo>
                  <a:pt x="158148" y="68845"/>
                  <a:pt x="157708" y="68741"/>
                  <a:pt x="157380" y="68603"/>
                </a:cubicBezTo>
                <a:cubicBezTo>
                  <a:pt x="157051" y="68465"/>
                  <a:pt x="156827" y="68302"/>
                  <a:pt x="156706" y="68112"/>
                </a:cubicBezTo>
                <a:cubicBezTo>
                  <a:pt x="156585" y="67922"/>
                  <a:pt x="156525" y="67689"/>
                  <a:pt x="156525" y="67414"/>
                </a:cubicBezTo>
                <a:lnTo>
                  <a:pt x="156525" y="20850"/>
                </a:lnTo>
                <a:cubicBezTo>
                  <a:pt x="156525" y="20609"/>
                  <a:pt x="156585" y="20384"/>
                  <a:pt x="156706" y="20177"/>
                </a:cubicBezTo>
                <a:cubicBezTo>
                  <a:pt x="156827" y="19971"/>
                  <a:pt x="157051" y="19798"/>
                  <a:pt x="157380" y="19660"/>
                </a:cubicBezTo>
                <a:cubicBezTo>
                  <a:pt x="157708" y="19522"/>
                  <a:pt x="158148" y="19419"/>
                  <a:pt x="158701" y="19350"/>
                </a:cubicBezTo>
                <a:cubicBezTo>
                  <a:pt x="159254" y="19281"/>
                  <a:pt x="159945" y="19246"/>
                  <a:pt x="160774" y="19246"/>
                </a:cubicBezTo>
                <a:cubicBezTo>
                  <a:pt x="161637" y="19246"/>
                  <a:pt x="162345" y="19281"/>
                  <a:pt x="162898" y="19350"/>
                </a:cubicBezTo>
                <a:cubicBezTo>
                  <a:pt x="163451" y="19419"/>
                  <a:pt x="163883" y="19522"/>
                  <a:pt x="164194" y="19660"/>
                </a:cubicBezTo>
                <a:cubicBezTo>
                  <a:pt x="164505" y="19798"/>
                  <a:pt x="164729" y="19971"/>
                  <a:pt x="164867" y="20177"/>
                </a:cubicBezTo>
                <a:cubicBezTo>
                  <a:pt x="165005" y="20384"/>
                  <a:pt x="165075" y="20609"/>
                  <a:pt x="165075" y="20850"/>
                </a:cubicBezTo>
                <a:lnTo>
                  <a:pt x="165075" y="67414"/>
                </a:lnTo>
                <a:moveTo>
                  <a:pt x="166059" y="5070"/>
                </a:moveTo>
                <a:cubicBezTo>
                  <a:pt x="166059" y="7071"/>
                  <a:pt x="165679" y="8433"/>
                  <a:pt x="164919" y="9157"/>
                </a:cubicBezTo>
                <a:cubicBezTo>
                  <a:pt x="164159" y="9882"/>
                  <a:pt x="162760" y="10244"/>
                  <a:pt x="160722" y="10244"/>
                </a:cubicBezTo>
                <a:cubicBezTo>
                  <a:pt x="158718" y="10244"/>
                  <a:pt x="157345" y="9890"/>
                  <a:pt x="156602" y="9183"/>
                </a:cubicBezTo>
                <a:cubicBezTo>
                  <a:pt x="155860" y="8476"/>
                  <a:pt x="155488" y="7140"/>
                  <a:pt x="155488" y="5174"/>
                </a:cubicBezTo>
                <a:cubicBezTo>
                  <a:pt x="155488" y="3173"/>
                  <a:pt x="155868" y="1811"/>
                  <a:pt x="156628" y="1086"/>
                </a:cubicBezTo>
                <a:cubicBezTo>
                  <a:pt x="157388" y="362"/>
                  <a:pt x="158787" y="0"/>
                  <a:pt x="160825" y="0"/>
                </a:cubicBezTo>
                <a:cubicBezTo>
                  <a:pt x="162829" y="0"/>
                  <a:pt x="164202" y="354"/>
                  <a:pt x="164945" y="1061"/>
                </a:cubicBezTo>
                <a:cubicBezTo>
                  <a:pt x="165688" y="1768"/>
                  <a:pt x="166059" y="3104"/>
                  <a:pt x="166059" y="5070"/>
                </a:cubicBezTo>
                <a:close/>
                <a:moveTo>
                  <a:pt x="221559" y="67414"/>
                </a:moveTo>
                <a:cubicBezTo>
                  <a:pt x="221559" y="67689"/>
                  <a:pt x="221490" y="67922"/>
                  <a:pt x="221352" y="68112"/>
                </a:cubicBezTo>
                <a:cubicBezTo>
                  <a:pt x="221214" y="68302"/>
                  <a:pt x="220989" y="68465"/>
                  <a:pt x="220678" y="68603"/>
                </a:cubicBezTo>
                <a:cubicBezTo>
                  <a:pt x="220367" y="68741"/>
                  <a:pt x="219936" y="68845"/>
                  <a:pt x="219383" y="68914"/>
                </a:cubicBezTo>
                <a:cubicBezTo>
                  <a:pt x="218830" y="68983"/>
                  <a:pt x="218139" y="69017"/>
                  <a:pt x="217310" y="69017"/>
                </a:cubicBezTo>
                <a:cubicBezTo>
                  <a:pt x="216446" y="69017"/>
                  <a:pt x="215738" y="68983"/>
                  <a:pt x="215185" y="68914"/>
                </a:cubicBezTo>
                <a:cubicBezTo>
                  <a:pt x="214633" y="68845"/>
                  <a:pt x="214201" y="68741"/>
                  <a:pt x="213890" y="68603"/>
                </a:cubicBezTo>
                <a:cubicBezTo>
                  <a:pt x="213579" y="68465"/>
                  <a:pt x="213355" y="68302"/>
                  <a:pt x="213216" y="68112"/>
                </a:cubicBezTo>
                <a:cubicBezTo>
                  <a:pt x="213078" y="67922"/>
                  <a:pt x="213009" y="67689"/>
                  <a:pt x="213009" y="67414"/>
                </a:cubicBezTo>
                <a:lnTo>
                  <a:pt x="213009" y="40148"/>
                </a:lnTo>
                <a:cubicBezTo>
                  <a:pt x="213009" y="37492"/>
                  <a:pt x="212802" y="35354"/>
                  <a:pt x="212387" y="33733"/>
                </a:cubicBezTo>
                <a:cubicBezTo>
                  <a:pt x="211973" y="32112"/>
                  <a:pt x="211368" y="30715"/>
                  <a:pt x="210574" y="29542"/>
                </a:cubicBezTo>
                <a:cubicBezTo>
                  <a:pt x="209779" y="28369"/>
                  <a:pt x="208751" y="27472"/>
                  <a:pt x="207490" y="26852"/>
                </a:cubicBezTo>
                <a:cubicBezTo>
                  <a:pt x="206230" y="26231"/>
                  <a:pt x="204770" y="25920"/>
                  <a:pt x="203112" y="25920"/>
                </a:cubicBezTo>
                <a:cubicBezTo>
                  <a:pt x="200970" y="25920"/>
                  <a:pt x="198828" y="26679"/>
                  <a:pt x="196686" y="28197"/>
                </a:cubicBezTo>
                <a:cubicBezTo>
                  <a:pt x="194545" y="29714"/>
                  <a:pt x="192299" y="31939"/>
                  <a:pt x="189950" y="34871"/>
                </a:cubicBezTo>
                <a:lnTo>
                  <a:pt x="189950" y="67414"/>
                </a:lnTo>
                <a:cubicBezTo>
                  <a:pt x="189950" y="67689"/>
                  <a:pt x="189881" y="67922"/>
                  <a:pt x="189743" y="68112"/>
                </a:cubicBezTo>
                <a:cubicBezTo>
                  <a:pt x="189605" y="68302"/>
                  <a:pt x="189380" y="68465"/>
                  <a:pt x="189069" y="68603"/>
                </a:cubicBezTo>
                <a:cubicBezTo>
                  <a:pt x="188758" y="68741"/>
                  <a:pt x="188326" y="68845"/>
                  <a:pt x="187774" y="68914"/>
                </a:cubicBezTo>
                <a:cubicBezTo>
                  <a:pt x="187221" y="68983"/>
                  <a:pt x="186513" y="69017"/>
                  <a:pt x="185649" y="69017"/>
                </a:cubicBezTo>
                <a:cubicBezTo>
                  <a:pt x="184820" y="69017"/>
                  <a:pt x="184129" y="68983"/>
                  <a:pt x="183576" y="68914"/>
                </a:cubicBezTo>
                <a:cubicBezTo>
                  <a:pt x="183024" y="68845"/>
                  <a:pt x="182583" y="68741"/>
                  <a:pt x="182255" y="68603"/>
                </a:cubicBezTo>
                <a:cubicBezTo>
                  <a:pt x="181927" y="68465"/>
                  <a:pt x="181702" y="68302"/>
                  <a:pt x="181581" y="68112"/>
                </a:cubicBezTo>
                <a:cubicBezTo>
                  <a:pt x="181460" y="67922"/>
                  <a:pt x="181400" y="67689"/>
                  <a:pt x="181400" y="67414"/>
                </a:cubicBezTo>
                <a:lnTo>
                  <a:pt x="181400" y="20850"/>
                </a:lnTo>
                <a:cubicBezTo>
                  <a:pt x="181400" y="20574"/>
                  <a:pt x="181452" y="20341"/>
                  <a:pt x="181555" y="20152"/>
                </a:cubicBezTo>
                <a:cubicBezTo>
                  <a:pt x="181659" y="19962"/>
                  <a:pt x="181866" y="19789"/>
                  <a:pt x="182177" y="19634"/>
                </a:cubicBezTo>
                <a:cubicBezTo>
                  <a:pt x="182488" y="19479"/>
                  <a:pt x="182885" y="19376"/>
                  <a:pt x="183369" y="19324"/>
                </a:cubicBezTo>
                <a:cubicBezTo>
                  <a:pt x="183853" y="19272"/>
                  <a:pt x="184492" y="19246"/>
                  <a:pt x="185286" y="19246"/>
                </a:cubicBezTo>
                <a:cubicBezTo>
                  <a:pt x="186046" y="19246"/>
                  <a:pt x="186677" y="19272"/>
                  <a:pt x="187178" y="19324"/>
                </a:cubicBezTo>
                <a:cubicBezTo>
                  <a:pt x="187679" y="19376"/>
                  <a:pt x="188067" y="19479"/>
                  <a:pt x="188344" y="19634"/>
                </a:cubicBezTo>
                <a:cubicBezTo>
                  <a:pt x="188620" y="19789"/>
                  <a:pt x="188819" y="19962"/>
                  <a:pt x="188940" y="20152"/>
                </a:cubicBezTo>
                <a:cubicBezTo>
                  <a:pt x="189060" y="20341"/>
                  <a:pt x="189121" y="20574"/>
                  <a:pt x="189121" y="20850"/>
                </a:cubicBezTo>
                <a:lnTo>
                  <a:pt x="189121" y="27007"/>
                </a:lnTo>
                <a:cubicBezTo>
                  <a:pt x="191746" y="24075"/>
                  <a:pt x="194363" y="21928"/>
                  <a:pt x="196971" y="20566"/>
                </a:cubicBezTo>
                <a:cubicBezTo>
                  <a:pt x="199580" y="19203"/>
                  <a:pt x="202214" y="18522"/>
                  <a:pt x="204874" y="18522"/>
                </a:cubicBezTo>
                <a:cubicBezTo>
                  <a:pt x="207983" y="18522"/>
                  <a:pt x="210600" y="19048"/>
                  <a:pt x="212724" y="20100"/>
                </a:cubicBezTo>
                <a:cubicBezTo>
                  <a:pt x="214849" y="21152"/>
                  <a:pt x="216567" y="22557"/>
                  <a:pt x="217880" y="24316"/>
                </a:cubicBezTo>
                <a:cubicBezTo>
                  <a:pt x="219193" y="26076"/>
                  <a:pt x="220134" y="28136"/>
                  <a:pt x="220704" y="30499"/>
                </a:cubicBezTo>
                <a:cubicBezTo>
                  <a:pt x="221274" y="32862"/>
                  <a:pt x="221559" y="35699"/>
                  <a:pt x="221559" y="39010"/>
                </a:cubicBezTo>
                <a:lnTo>
                  <a:pt x="221559" y="67414"/>
                </a:lnTo>
                <a:close/>
                <a:moveTo>
                  <a:pt x="277591" y="42114"/>
                </a:moveTo>
                <a:cubicBezTo>
                  <a:pt x="277591" y="43459"/>
                  <a:pt x="277254" y="44416"/>
                  <a:pt x="276580" y="44985"/>
                </a:cubicBezTo>
                <a:cubicBezTo>
                  <a:pt x="275907" y="45555"/>
                  <a:pt x="275138" y="45839"/>
                  <a:pt x="274274" y="45839"/>
                </a:cubicBezTo>
                <a:lnTo>
                  <a:pt x="243701" y="45839"/>
                </a:lnTo>
                <a:cubicBezTo>
                  <a:pt x="243701" y="48434"/>
                  <a:pt x="243961" y="50769"/>
                  <a:pt x="244479" y="52845"/>
                </a:cubicBezTo>
                <a:cubicBezTo>
                  <a:pt x="244997" y="54921"/>
                  <a:pt x="245861" y="56702"/>
                  <a:pt x="247070" y="58190"/>
                </a:cubicBezTo>
                <a:cubicBezTo>
                  <a:pt x="248279" y="59677"/>
                  <a:pt x="249851" y="60819"/>
                  <a:pt x="251785" y="61616"/>
                </a:cubicBezTo>
                <a:cubicBezTo>
                  <a:pt x="253720" y="62411"/>
                  <a:pt x="256086" y="62809"/>
                  <a:pt x="258884" y="62809"/>
                </a:cubicBezTo>
                <a:cubicBezTo>
                  <a:pt x="261095" y="62809"/>
                  <a:pt x="263064" y="62628"/>
                  <a:pt x="264791" y="62266"/>
                </a:cubicBezTo>
                <a:cubicBezTo>
                  <a:pt x="266519" y="61904"/>
                  <a:pt x="268013" y="61498"/>
                  <a:pt x="269274" y="61050"/>
                </a:cubicBezTo>
                <a:cubicBezTo>
                  <a:pt x="270535" y="60601"/>
                  <a:pt x="271571" y="60196"/>
                  <a:pt x="272383" y="59834"/>
                </a:cubicBezTo>
                <a:cubicBezTo>
                  <a:pt x="273195" y="59472"/>
                  <a:pt x="273808" y="59291"/>
                  <a:pt x="274222" y="59291"/>
                </a:cubicBezTo>
                <a:cubicBezTo>
                  <a:pt x="274464" y="59291"/>
                  <a:pt x="274680" y="59351"/>
                  <a:pt x="274870" y="59472"/>
                </a:cubicBezTo>
                <a:cubicBezTo>
                  <a:pt x="275060" y="59593"/>
                  <a:pt x="275207" y="59774"/>
                  <a:pt x="275311" y="60015"/>
                </a:cubicBezTo>
                <a:cubicBezTo>
                  <a:pt x="275414" y="60257"/>
                  <a:pt x="275492" y="60593"/>
                  <a:pt x="275544" y="61024"/>
                </a:cubicBezTo>
                <a:cubicBezTo>
                  <a:pt x="275596" y="61455"/>
                  <a:pt x="275622" y="61981"/>
                  <a:pt x="275622" y="62602"/>
                </a:cubicBezTo>
                <a:cubicBezTo>
                  <a:pt x="275622" y="63050"/>
                  <a:pt x="275604" y="63438"/>
                  <a:pt x="275570" y="63766"/>
                </a:cubicBezTo>
                <a:cubicBezTo>
                  <a:pt x="275535" y="64094"/>
                  <a:pt x="275492" y="64387"/>
                  <a:pt x="275440" y="64646"/>
                </a:cubicBezTo>
                <a:cubicBezTo>
                  <a:pt x="275388" y="64904"/>
                  <a:pt x="275302" y="65137"/>
                  <a:pt x="275181" y="65344"/>
                </a:cubicBezTo>
                <a:cubicBezTo>
                  <a:pt x="275060" y="65551"/>
                  <a:pt x="274905" y="65749"/>
                  <a:pt x="274715" y="65939"/>
                </a:cubicBezTo>
                <a:cubicBezTo>
                  <a:pt x="274525" y="66129"/>
                  <a:pt x="273963" y="66439"/>
                  <a:pt x="273031" y="66870"/>
                </a:cubicBezTo>
                <a:cubicBezTo>
                  <a:pt x="272098" y="67301"/>
                  <a:pt x="270889" y="67724"/>
                  <a:pt x="269403" y="68138"/>
                </a:cubicBezTo>
                <a:cubicBezTo>
                  <a:pt x="267918" y="68552"/>
                  <a:pt x="266199" y="68923"/>
                  <a:pt x="264247" y="69250"/>
                </a:cubicBezTo>
                <a:cubicBezTo>
                  <a:pt x="262296" y="69578"/>
                  <a:pt x="260214" y="69742"/>
                  <a:pt x="258003" y="69742"/>
                </a:cubicBezTo>
                <a:cubicBezTo>
                  <a:pt x="254169" y="69742"/>
                  <a:pt x="250809" y="69207"/>
                  <a:pt x="247925" y="68136"/>
                </a:cubicBezTo>
                <a:cubicBezTo>
                  <a:pt x="245040" y="67066"/>
                  <a:pt x="242613" y="65478"/>
                  <a:pt x="240644" y="63372"/>
                </a:cubicBezTo>
                <a:cubicBezTo>
                  <a:pt x="238675" y="61265"/>
                  <a:pt x="237190" y="58624"/>
                  <a:pt x="236188" y="55448"/>
                </a:cubicBezTo>
                <a:cubicBezTo>
                  <a:pt x="235186" y="52271"/>
                  <a:pt x="234685" y="48577"/>
                  <a:pt x="234685" y="44365"/>
                </a:cubicBezTo>
                <a:cubicBezTo>
                  <a:pt x="234685" y="40359"/>
                  <a:pt x="235203" y="36760"/>
                  <a:pt x="236240" y="33566"/>
                </a:cubicBezTo>
                <a:cubicBezTo>
                  <a:pt x="237276" y="30372"/>
                  <a:pt x="238770" y="27662"/>
                  <a:pt x="240722" y="25435"/>
                </a:cubicBezTo>
                <a:cubicBezTo>
                  <a:pt x="242674" y="23208"/>
                  <a:pt x="245031" y="21499"/>
                  <a:pt x="247795" y="20308"/>
                </a:cubicBezTo>
                <a:cubicBezTo>
                  <a:pt x="250559" y="19117"/>
                  <a:pt x="253651" y="18522"/>
                  <a:pt x="257071" y="18522"/>
                </a:cubicBezTo>
                <a:cubicBezTo>
                  <a:pt x="260732" y="18522"/>
                  <a:pt x="263850" y="19108"/>
                  <a:pt x="266424" y="20281"/>
                </a:cubicBezTo>
                <a:cubicBezTo>
                  <a:pt x="268997" y="21454"/>
                  <a:pt x="271113" y="23032"/>
                  <a:pt x="272772" y="25015"/>
                </a:cubicBezTo>
                <a:cubicBezTo>
                  <a:pt x="274430" y="26998"/>
                  <a:pt x="275647" y="29326"/>
                  <a:pt x="276425" y="31999"/>
                </a:cubicBezTo>
                <a:cubicBezTo>
                  <a:pt x="277202" y="34673"/>
                  <a:pt x="277591" y="37527"/>
                  <a:pt x="277591" y="40562"/>
                </a:cubicBezTo>
                <a:lnTo>
                  <a:pt x="277591" y="42114"/>
                </a:lnTo>
                <a:moveTo>
                  <a:pt x="268989" y="39579"/>
                </a:moveTo>
                <a:cubicBezTo>
                  <a:pt x="269092" y="35095"/>
                  <a:pt x="268099" y="31577"/>
                  <a:pt x="266009" y="29025"/>
                </a:cubicBezTo>
                <a:cubicBezTo>
                  <a:pt x="263919" y="26472"/>
                  <a:pt x="260819" y="25196"/>
                  <a:pt x="256708" y="25196"/>
                </a:cubicBezTo>
                <a:cubicBezTo>
                  <a:pt x="254601" y="25196"/>
                  <a:pt x="252752" y="25593"/>
                  <a:pt x="251163" y="26386"/>
                </a:cubicBezTo>
                <a:cubicBezTo>
                  <a:pt x="249574" y="27179"/>
                  <a:pt x="248244" y="28231"/>
                  <a:pt x="247173" y="29542"/>
                </a:cubicBezTo>
                <a:cubicBezTo>
                  <a:pt x="246102" y="30853"/>
                  <a:pt x="245273" y="32379"/>
                  <a:pt x="244686" y="34121"/>
                </a:cubicBezTo>
                <a:cubicBezTo>
                  <a:pt x="244099" y="35862"/>
                  <a:pt x="243771" y="37682"/>
                  <a:pt x="243701" y="39579"/>
                </a:cubicBezTo>
                <a:lnTo>
                  <a:pt x="268989" y="39579"/>
                </a:lnTo>
                <a:close/>
                <a:moveTo>
                  <a:pt x="335317" y="68707"/>
                </a:moveTo>
                <a:lnTo>
                  <a:pt x="329099" y="85832"/>
                </a:lnTo>
                <a:cubicBezTo>
                  <a:pt x="328892" y="86384"/>
                  <a:pt x="328365" y="86806"/>
                  <a:pt x="327519" y="87099"/>
                </a:cubicBezTo>
                <a:cubicBezTo>
                  <a:pt x="326672" y="87393"/>
                  <a:pt x="325385" y="87539"/>
                  <a:pt x="323658" y="87539"/>
                </a:cubicBezTo>
                <a:cubicBezTo>
                  <a:pt x="322760" y="87539"/>
                  <a:pt x="322034" y="87496"/>
                  <a:pt x="321482" y="87410"/>
                </a:cubicBezTo>
                <a:cubicBezTo>
                  <a:pt x="320929" y="87324"/>
                  <a:pt x="320506" y="87177"/>
                  <a:pt x="320212" y="86970"/>
                </a:cubicBezTo>
                <a:cubicBezTo>
                  <a:pt x="319919" y="86763"/>
                  <a:pt x="319754" y="86487"/>
                  <a:pt x="319720" y="86142"/>
                </a:cubicBezTo>
                <a:cubicBezTo>
                  <a:pt x="319685" y="85797"/>
                  <a:pt x="319772" y="85384"/>
                  <a:pt x="319979" y="84901"/>
                </a:cubicBezTo>
                <a:lnTo>
                  <a:pt x="326404" y="68707"/>
                </a:lnTo>
                <a:cubicBezTo>
                  <a:pt x="326094" y="68569"/>
                  <a:pt x="325800" y="68345"/>
                  <a:pt x="325524" y="68034"/>
                </a:cubicBezTo>
                <a:cubicBezTo>
                  <a:pt x="325247" y="67724"/>
                  <a:pt x="325057" y="67396"/>
                  <a:pt x="324954" y="67051"/>
                </a:cubicBezTo>
                <a:lnTo>
                  <a:pt x="308320" y="22557"/>
                </a:lnTo>
                <a:cubicBezTo>
                  <a:pt x="308043" y="21833"/>
                  <a:pt x="307905" y="21264"/>
                  <a:pt x="307905" y="20850"/>
                </a:cubicBezTo>
                <a:cubicBezTo>
                  <a:pt x="307905" y="20436"/>
                  <a:pt x="308043" y="20109"/>
                  <a:pt x="308320" y="19867"/>
                </a:cubicBezTo>
                <a:cubicBezTo>
                  <a:pt x="308596" y="19626"/>
                  <a:pt x="309045" y="19462"/>
                  <a:pt x="309667" y="19376"/>
                </a:cubicBezTo>
                <a:cubicBezTo>
                  <a:pt x="310289" y="19289"/>
                  <a:pt x="311118" y="19246"/>
                  <a:pt x="312154" y="19246"/>
                </a:cubicBezTo>
                <a:cubicBezTo>
                  <a:pt x="313191" y="19246"/>
                  <a:pt x="314003" y="19272"/>
                  <a:pt x="314590" y="19324"/>
                </a:cubicBezTo>
                <a:cubicBezTo>
                  <a:pt x="315177" y="19376"/>
                  <a:pt x="315644" y="19470"/>
                  <a:pt x="315989" y="19608"/>
                </a:cubicBezTo>
                <a:cubicBezTo>
                  <a:pt x="316334" y="19746"/>
                  <a:pt x="316585" y="19945"/>
                  <a:pt x="316740" y="20203"/>
                </a:cubicBezTo>
                <a:cubicBezTo>
                  <a:pt x="316896" y="20462"/>
                  <a:pt x="317060" y="20816"/>
                  <a:pt x="317233" y="21264"/>
                </a:cubicBezTo>
                <a:lnTo>
                  <a:pt x="330550" y="58618"/>
                </a:lnTo>
                <a:lnTo>
                  <a:pt x="330705" y="58618"/>
                </a:lnTo>
                <a:lnTo>
                  <a:pt x="343556" y="21057"/>
                </a:lnTo>
                <a:cubicBezTo>
                  <a:pt x="343764" y="20402"/>
                  <a:pt x="344014" y="19979"/>
                  <a:pt x="344308" y="19789"/>
                </a:cubicBezTo>
                <a:cubicBezTo>
                  <a:pt x="344601" y="19600"/>
                  <a:pt x="345042" y="19462"/>
                  <a:pt x="345629" y="19376"/>
                </a:cubicBezTo>
                <a:cubicBezTo>
                  <a:pt x="346216" y="19289"/>
                  <a:pt x="347063" y="19246"/>
                  <a:pt x="348168" y="19246"/>
                </a:cubicBezTo>
                <a:cubicBezTo>
                  <a:pt x="349135" y="19246"/>
                  <a:pt x="349930" y="19289"/>
                  <a:pt x="350552" y="19376"/>
                </a:cubicBezTo>
                <a:cubicBezTo>
                  <a:pt x="351174" y="19462"/>
                  <a:pt x="351631" y="19626"/>
                  <a:pt x="351925" y="19867"/>
                </a:cubicBezTo>
                <a:cubicBezTo>
                  <a:pt x="352219" y="20109"/>
                  <a:pt x="352365" y="20436"/>
                  <a:pt x="352365" y="20850"/>
                </a:cubicBezTo>
                <a:cubicBezTo>
                  <a:pt x="352365" y="21264"/>
                  <a:pt x="352262" y="21781"/>
                  <a:pt x="352055" y="22402"/>
                </a:cubicBezTo>
                <a:lnTo>
                  <a:pt x="335317" y="687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Featureof">
            <a:extLst xmlns:a="http://schemas.openxmlformats.org/drawingml/2006/main">
              <a:ext uri="{FF2B5EF4-FFF2-40B4-BE49-F238E27FC236}">
                <a16:creationId xmlns:a16="http://schemas.microsoft.com/office/drawing/2014/main" id="{19A567C2-EAE7-4D21-B9F9-B95229F7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759" y="2063331"/>
            <a:ext cx="437454" cy="73467"/>
          </a:xfrm>
          <a:custGeom xmlns:a="http://schemas.openxmlformats.org/drawingml/2006/main">
            <a:pathLst>
              <a:path w="437454" h="73467">
                <a:moveTo>
                  <a:pt x="35236" y="9313"/>
                </a:moveTo>
                <a:cubicBezTo>
                  <a:pt x="35236" y="9968"/>
                  <a:pt x="35202" y="10537"/>
                  <a:pt x="35133" y="11020"/>
                </a:cubicBezTo>
                <a:cubicBezTo>
                  <a:pt x="35064" y="11503"/>
                  <a:pt x="34943" y="11891"/>
                  <a:pt x="34770" y="12184"/>
                </a:cubicBezTo>
                <a:cubicBezTo>
                  <a:pt x="34597" y="12477"/>
                  <a:pt x="34399" y="12693"/>
                  <a:pt x="34174" y="12831"/>
                </a:cubicBezTo>
                <a:cubicBezTo>
                  <a:pt x="33950" y="12969"/>
                  <a:pt x="33716" y="13038"/>
                  <a:pt x="33475" y="13038"/>
                </a:cubicBezTo>
                <a:lnTo>
                  <a:pt x="8913" y="13038"/>
                </a:lnTo>
                <a:lnTo>
                  <a:pt x="8913" y="35750"/>
                </a:lnTo>
                <a:lnTo>
                  <a:pt x="32127" y="35750"/>
                </a:lnTo>
                <a:cubicBezTo>
                  <a:pt x="32369" y="35750"/>
                  <a:pt x="32602" y="35811"/>
                  <a:pt x="32827" y="35931"/>
                </a:cubicBezTo>
                <a:cubicBezTo>
                  <a:pt x="33051" y="36052"/>
                  <a:pt x="33250" y="36251"/>
                  <a:pt x="33423" y="36526"/>
                </a:cubicBezTo>
                <a:cubicBezTo>
                  <a:pt x="33596" y="36802"/>
                  <a:pt x="33716" y="37173"/>
                  <a:pt x="33786" y="37639"/>
                </a:cubicBezTo>
                <a:cubicBezTo>
                  <a:pt x="33855" y="38104"/>
                  <a:pt x="33889" y="38699"/>
                  <a:pt x="33889" y="39424"/>
                </a:cubicBezTo>
                <a:cubicBezTo>
                  <a:pt x="33889" y="40079"/>
                  <a:pt x="33855" y="40640"/>
                  <a:pt x="33786" y="41105"/>
                </a:cubicBezTo>
                <a:cubicBezTo>
                  <a:pt x="33716" y="41571"/>
                  <a:pt x="33596" y="41950"/>
                  <a:pt x="33423" y="42243"/>
                </a:cubicBezTo>
                <a:cubicBezTo>
                  <a:pt x="33250" y="42537"/>
                  <a:pt x="33051" y="42761"/>
                  <a:pt x="32827" y="42916"/>
                </a:cubicBezTo>
                <a:cubicBezTo>
                  <a:pt x="32602" y="43071"/>
                  <a:pt x="32369" y="43149"/>
                  <a:pt x="32127" y="43149"/>
                </a:cubicBezTo>
                <a:lnTo>
                  <a:pt x="8913" y="43149"/>
                </a:lnTo>
                <a:lnTo>
                  <a:pt x="8913" y="71084"/>
                </a:lnTo>
                <a:cubicBezTo>
                  <a:pt x="8913" y="71326"/>
                  <a:pt x="8844" y="71559"/>
                  <a:pt x="8705" y="71784"/>
                </a:cubicBezTo>
                <a:cubicBezTo>
                  <a:pt x="8567" y="72008"/>
                  <a:pt x="8325" y="72181"/>
                  <a:pt x="7980" y="72303"/>
                </a:cubicBezTo>
                <a:cubicBezTo>
                  <a:pt x="7635" y="72423"/>
                  <a:pt x="7185" y="72527"/>
                  <a:pt x="6633" y="72613"/>
                </a:cubicBezTo>
                <a:cubicBezTo>
                  <a:pt x="6080" y="72699"/>
                  <a:pt x="5355" y="72742"/>
                  <a:pt x="4456" y="72742"/>
                </a:cubicBezTo>
                <a:cubicBezTo>
                  <a:pt x="3627" y="72742"/>
                  <a:pt x="2919" y="72699"/>
                  <a:pt x="2332" y="72613"/>
                </a:cubicBezTo>
                <a:cubicBezTo>
                  <a:pt x="1745" y="72527"/>
                  <a:pt x="1278" y="72423"/>
                  <a:pt x="933" y="72303"/>
                </a:cubicBezTo>
                <a:cubicBezTo>
                  <a:pt x="587" y="72182"/>
                  <a:pt x="345" y="72009"/>
                  <a:pt x="207" y="71785"/>
                </a:cubicBezTo>
                <a:cubicBezTo>
                  <a:pt x="69" y="71561"/>
                  <a:pt x="0" y="71328"/>
                  <a:pt x="0" y="71087"/>
                </a:cubicBezTo>
                <a:lnTo>
                  <a:pt x="0" y="9106"/>
                </a:lnTo>
                <a:cubicBezTo>
                  <a:pt x="0" y="7761"/>
                  <a:pt x="354" y="6821"/>
                  <a:pt x="1062" y="6286"/>
                </a:cubicBezTo>
                <a:cubicBezTo>
                  <a:pt x="1770" y="5751"/>
                  <a:pt x="2522" y="5484"/>
                  <a:pt x="3316" y="5484"/>
                </a:cubicBezTo>
                <a:lnTo>
                  <a:pt x="33475" y="5484"/>
                </a:lnTo>
                <a:cubicBezTo>
                  <a:pt x="33716" y="5484"/>
                  <a:pt x="33950" y="5553"/>
                  <a:pt x="34174" y="5691"/>
                </a:cubicBezTo>
                <a:cubicBezTo>
                  <a:pt x="34399" y="5829"/>
                  <a:pt x="34597" y="6053"/>
                  <a:pt x="34770" y="6364"/>
                </a:cubicBezTo>
                <a:cubicBezTo>
                  <a:pt x="34943" y="6674"/>
                  <a:pt x="35064" y="7079"/>
                  <a:pt x="35133" y="7579"/>
                </a:cubicBezTo>
                <a:cubicBezTo>
                  <a:pt x="35202" y="8080"/>
                  <a:pt x="35236" y="8657"/>
                  <a:pt x="35236" y="9313"/>
                </a:cubicBezTo>
                <a:close/>
                <a:moveTo>
                  <a:pt x="86897" y="45839"/>
                </a:moveTo>
                <a:cubicBezTo>
                  <a:pt x="86897" y="47184"/>
                  <a:pt x="86560" y="48141"/>
                  <a:pt x="85886" y="48711"/>
                </a:cubicBezTo>
                <a:cubicBezTo>
                  <a:pt x="85213" y="49280"/>
                  <a:pt x="84444" y="49564"/>
                  <a:pt x="83580" y="49564"/>
                </a:cubicBezTo>
                <a:lnTo>
                  <a:pt x="53008" y="49564"/>
                </a:lnTo>
                <a:cubicBezTo>
                  <a:pt x="53008" y="52159"/>
                  <a:pt x="53267" y="54494"/>
                  <a:pt x="53785" y="56570"/>
                </a:cubicBezTo>
                <a:cubicBezTo>
                  <a:pt x="54303" y="58646"/>
                  <a:pt x="55167" y="60427"/>
                  <a:pt x="56376" y="61915"/>
                </a:cubicBezTo>
                <a:cubicBezTo>
                  <a:pt x="57585" y="63402"/>
                  <a:pt x="59157" y="64544"/>
                  <a:pt x="61091" y="65341"/>
                </a:cubicBezTo>
                <a:cubicBezTo>
                  <a:pt x="63026" y="66136"/>
                  <a:pt x="65392" y="66534"/>
                  <a:pt x="68190" y="66534"/>
                </a:cubicBezTo>
                <a:cubicBezTo>
                  <a:pt x="70401" y="66534"/>
                  <a:pt x="72370" y="66353"/>
                  <a:pt x="74098" y="65991"/>
                </a:cubicBezTo>
                <a:cubicBezTo>
                  <a:pt x="75825" y="65629"/>
                  <a:pt x="77319" y="65223"/>
                  <a:pt x="78580" y="64775"/>
                </a:cubicBezTo>
                <a:cubicBezTo>
                  <a:pt x="79841" y="64327"/>
                  <a:pt x="80877" y="63921"/>
                  <a:pt x="81689" y="63559"/>
                </a:cubicBezTo>
                <a:cubicBezTo>
                  <a:pt x="82501" y="63197"/>
                  <a:pt x="83114" y="63016"/>
                  <a:pt x="83529" y="63016"/>
                </a:cubicBezTo>
                <a:cubicBezTo>
                  <a:pt x="83770" y="63016"/>
                  <a:pt x="83986" y="63076"/>
                  <a:pt x="84176" y="63197"/>
                </a:cubicBezTo>
                <a:cubicBezTo>
                  <a:pt x="84366" y="63318"/>
                  <a:pt x="84513" y="63499"/>
                  <a:pt x="84617" y="63740"/>
                </a:cubicBezTo>
                <a:cubicBezTo>
                  <a:pt x="84720" y="63982"/>
                  <a:pt x="84798" y="64318"/>
                  <a:pt x="84850" y="64749"/>
                </a:cubicBezTo>
                <a:cubicBezTo>
                  <a:pt x="84902" y="65180"/>
                  <a:pt x="84928" y="65706"/>
                  <a:pt x="84928" y="66327"/>
                </a:cubicBezTo>
                <a:cubicBezTo>
                  <a:pt x="84928" y="66775"/>
                  <a:pt x="84910" y="67163"/>
                  <a:pt x="84876" y="67491"/>
                </a:cubicBezTo>
                <a:cubicBezTo>
                  <a:pt x="84841" y="67819"/>
                  <a:pt x="84798" y="68112"/>
                  <a:pt x="84746" y="68371"/>
                </a:cubicBezTo>
                <a:cubicBezTo>
                  <a:pt x="84694" y="68629"/>
                  <a:pt x="84608" y="68862"/>
                  <a:pt x="84487" y="69069"/>
                </a:cubicBezTo>
                <a:cubicBezTo>
                  <a:pt x="84366" y="69276"/>
                  <a:pt x="84211" y="69474"/>
                  <a:pt x="84021" y="69664"/>
                </a:cubicBezTo>
                <a:cubicBezTo>
                  <a:pt x="83831" y="69854"/>
                  <a:pt x="83269" y="70164"/>
                  <a:pt x="82337" y="70595"/>
                </a:cubicBezTo>
                <a:cubicBezTo>
                  <a:pt x="81404" y="71026"/>
                  <a:pt x="80195" y="71449"/>
                  <a:pt x="78709" y="71863"/>
                </a:cubicBezTo>
                <a:cubicBezTo>
                  <a:pt x="77224" y="72277"/>
                  <a:pt x="75505" y="72648"/>
                  <a:pt x="73554" y="72975"/>
                </a:cubicBezTo>
                <a:cubicBezTo>
                  <a:pt x="71602" y="73303"/>
                  <a:pt x="69520" y="73467"/>
                  <a:pt x="67309" y="73467"/>
                </a:cubicBezTo>
                <a:cubicBezTo>
                  <a:pt x="63475" y="73467"/>
                  <a:pt x="60115" y="72932"/>
                  <a:pt x="57231" y="71861"/>
                </a:cubicBezTo>
                <a:cubicBezTo>
                  <a:pt x="54346" y="70791"/>
                  <a:pt x="51919" y="69203"/>
                  <a:pt x="49950" y="67097"/>
                </a:cubicBezTo>
                <a:cubicBezTo>
                  <a:pt x="47981" y="64990"/>
                  <a:pt x="46496" y="62349"/>
                  <a:pt x="45494" y="59173"/>
                </a:cubicBezTo>
                <a:cubicBezTo>
                  <a:pt x="44492" y="55996"/>
                  <a:pt x="43991" y="52302"/>
                  <a:pt x="43991" y="48090"/>
                </a:cubicBezTo>
                <a:cubicBezTo>
                  <a:pt x="43991" y="44084"/>
                  <a:pt x="44509" y="40485"/>
                  <a:pt x="45546" y="37291"/>
                </a:cubicBezTo>
                <a:cubicBezTo>
                  <a:pt x="46582" y="34097"/>
                  <a:pt x="48076" y="31387"/>
                  <a:pt x="50028" y="29160"/>
                </a:cubicBezTo>
                <a:cubicBezTo>
                  <a:pt x="51980" y="26933"/>
                  <a:pt x="54338" y="25225"/>
                  <a:pt x="57101" y="24034"/>
                </a:cubicBezTo>
                <a:cubicBezTo>
                  <a:pt x="59865" y="22842"/>
                  <a:pt x="62957" y="22247"/>
                  <a:pt x="66377" y="22247"/>
                </a:cubicBezTo>
                <a:cubicBezTo>
                  <a:pt x="70039" y="22247"/>
                  <a:pt x="73156" y="22833"/>
                  <a:pt x="75730" y="24006"/>
                </a:cubicBezTo>
                <a:cubicBezTo>
                  <a:pt x="78304" y="25179"/>
                  <a:pt x="80419" y="26757"/>
                  <a:pt x="82078" y="28740"/>
                </a:cubicBezTo>
                <a:cubicBezTo>
                  <a:pt x="83736" y="30723"/>
                  <a:pt x="84954" y="33051"/>
                  <a:pt x="85731" y="35725"/>
                </a:cubicBezTo>
                <a:cubicBezTo>
                  <a:pt x="86508" y="38398"/>
                  <a:pt x="86897" y="41252"/>
                  <a:pt x="86897" y="44287"/>
                </a:cubicBezTo>
                <a:lnTo>
                  <a:pt x="86897" y="45839"/>
                </a:lnTo>
                <a:moveTo>
                  <a:pt x="78295" y="43304"/>
                </a:moveTo>
                <a:cubicBezTo>
                  <a:pt x="78399" y="38820"/>
                  <a:pt x="77405" y="35302"/>
                  <a:pt x="75315" y="32750"/>
                </a:cubicBezTo>
                <a:cubicBezTo>
                  <a:pt x="73225" y="30197"/>
                  <a:pt x="70125" y="28921"/>
                  <a:pt x="66014" y="28921"/>
                </a:cubicBezTo>
                <a:cubicBezTo>
                  <a:pt x="63907" y="28921"/>
                  <a:pt x="62059" y="29318"/>
                  <a:pt x="60469" y="30111"/>
                </a:cubicBezTo>
                <a:cubicBezTo>
                  <a:pt x="58880" y="30904"/>
                  <a:pt x="57550" y="31956"/>
                  <a:pt x="56479" y="33267"/>
                </a:cubicBezTo>
                <a:cubicBezTo>
                  <a:pt x="55409" y="34578"/>
                  <a:pt x="54579" y="36104"/>
                  <a:pt x="53992" y="37846"/>
                </a:cubicBezTo>
                <a:cubicBezTo>
                  <a:pt x="53405" y="39588"/>
                  <a:pt x="53077" y="41407"/>
                  <a:pt x="53008" y="43304"/>
                </a:cubicBezTo>
                <a:lnTo>
                  <a:pt x="78295" y="43304"/>
                </a:lnTo>
                <a:close/>
                <a:moveTo>
                  <a:pt x="135306" y="71190"/>
                </a:moveTo>
                <a:cubicBezTo>
                  <a:pt x="135306" y="71604"/>
                  <a:pt x="135168" y="71915"/>
                  <a:pt x="134891" y="72122"/>
                </a:cubicBezTo>
                <a:cubicBezTo>
                  <a:pt x="134615" y="72329"/>
                  <a:pt x="134235" y="72484"/>
                  <a:pt x="133751" y="72587"/>
                </a:cubicBezTo>
                <a:cubicBezTo>
                  <a:pt x="133268" y="72691"/>
                  <a:pt x="132559" y="72742"/>
                  <a:pt x="131627" y="72742"/>
                </a:cubicBezTo>
                <a:cubicBezTo>
                  <a:pt x="130728" y="72742"/>
                  <a:pt x="130012" y="72691"/>
                  <a:pt x="129476" y="72587"/>
                </a:cubicBezTo>
                <a:cubicBezTo>
                  <a:pt x="128941" y="72484"/>
                  <a:pt x="128552" y="72329"/>
                  <a:pt x="128310" y="72122"/>
                </a:cubicBezTo>
                <a:cubicBezTo>
                  <a:pt x="128068" y="71915"/>
                  <a:pt x="127948" y="71604"/>
                  <a:pt x="127948" y="71190"/>
                </a:cubicBezTo>
                <a:lnTo>
                  <a:pt x="127948" y="66534"/>
                </a:lnTo>
                <a:cubicBezTo>
                  <a:pt x="125909" y="68707"/>
                  <a:pt x="123638" y="70406"/>
                  <a:pt x="121133" y="71630"/>
                </a:cubicBezTo>
                <a:cubicBezTo>
                  <a:pt x="118629" y="72855"/>
                  <a:pt x="115978" y="73467"/>
                  <a:pt x="113179" y="73467"/>
                </a:cubicBezTo>
                <a:cubicBezTo>
                  <a:pt x="110727" y="73467"/>
                  <a:pt x="108507" y="73147"/>
                  <a:pt x="106521" y="72506"/>
                </a:cubicBezTo>
                <a:cubicBezTo>
                  <a:pt x="104534" y="71866"/>
                  <a:pt x="102842" y="70940"/>
                  <a:pt x="101443" y="69729"/>
                </a:cubicBezTo>
                <a:cubicBezTo>
                  <a:pt x="100043" y="68517"/>
                  <a:pt x="98955" y="67029"/>
                  <a:pt x="98178" y="65265"/>
                </a:cubicBezTo>
                <a:cubicBezTo>
                  <a:pt x="97401" y="63499"/>
                  <a:pt x="97012" y="61491"/>
                  <a:pt x="97012" y="59241"/>
                </a:cubicBezTo>
                <a:cubicBezTo>
                  <a:pt x="97012" y="56611"/>
                  <a:pt x="97547" y="54327"/>
                  <a:pt x="98618" y="52389"/>
                </a:cubicBezTo>
                <a:cubicBezTo>
                  <a:pt x="99689" y="50450"/>
                  <a:pt x="101227" y="48840"/>
                  <a:pt x="103230" y="47559"/>
                </a:cubicBezTo>
                <a:cubicBezTo>
                  <a:pt x="105234" y="46279"/>
                  <a:pt x="107687" y="45319"/>
                  <a:pt x="110588" y="44678"/>
                </a:cubicBezTo>
                <a:cubicBezTo>
                  <a:pt x="113490" y="44038"/>
                  <a:pt x="116755" y="43718"/>
                  <a:pt x="120382" y="43718"/>
                </a:cubicBezTo>
                <a:lnTo>
                  <a:pt x="126808" y="43718"/>
                </a:lnTo>
                <a:lnTo>
                  <a:pt x="126808" y="40109"/>
                </a:lnTo>
                <a:cubicBezTo>
                  <a:pt x="126808" y="38322"/>
                  <a:pt x="126618" y="36741"/>
                  <a:pt x="126238" y="35367"/>
                </a:cubicBezTo>
                <a:cubicBezTo>
                  <a:pt x="125858" y="33992"/>
                  <a:pt x="125244" y="32849"/>
                  <a:pt x="124398" y="31938"/>
                </a:cubicBezTo>
                <a:cubicBezTo>
                  <a:pt x="123552" y="31027"/>
                  <a:pt x="122455" y="30340"/>
                  <a:pt x="121108" y="29877"/>
                </a:cubicBezTo>
                <a:cubicBezTo>
                  <a:pt x="119760" y="29412"/>
                  <a:pt x="118102" y="29180"/>
                  <a:pt x="116133" y="29180"/>
                </a:cubicBezTo>
                <a:cubicBezTo>
                  <a:pt x="114026" y="29180"/>
                  <a:pt x="112134" y="29427"/>
                  <a:pt x="110459" y="29922"/>
                </a:cubicBezTo>
                <a:cubicBezTo>
                  <a:pt x="108783" y="30417"/>
                  <a:pt x="107315" y="30963"/>
                  <a:pt x="106054" y="31560"/>
                </a:cubicBezTo>
                <a:cubicBezTo>
                  <a:pt x="104793" y="32157"/>
                  <a:pt x="103740" y="32703"/>
                  <a:pt x="102893" y="33197"/>
                </a:cubicBezTo>
                <a:cubicBezTo>
                  <a:pt x="102047" y="33692"/>
                  <a:pt x="101417" y="33940"/>
                  <a:pt x="101002" y="33940"/>
                </a:cubicBezTo>
                <a:cubicBezTo>
                  <a:pt x="100726" y="33940"/>
                  <a:pt x="100484" y="33871"/>
                  <a:pt x="100277" y="33733"/>
                </a:cubicBezTo>
                <a:cubicBezTo>
                  <a:pt x="100069" y="33595"/>
                  <a:pt x="99888" y="33388"/>
                  <a:pt x="99732" y="33112"/>
                </a:cubicBezTo>
                <a:cubicBezTo>
                  <a:pt x="99577" y="32836"/>
                  <a:pt x="99465" y="32482"/>
                  <a:pt x="99396" y="32051"/>
                </a:cubicBezTo>
                <a:cubicBezTo>
                  <a:pt x="99327" y="31620"/>
                  <a:pt x="99292" y="31146"/>
                  <a:pt x="99292" y="30628"/>
                </a:cubicBezTo>
                <a:cubicBezTo>
                  <a:pt x="99292" y="29766"/>
                  <a:pt x="99352" y="29085"/>
                  <a:pt x="99473" y="28585"/>
                </a:cubicBezTo>
                <a:cubicBezTo>
                  <a:pt x="99594" y="28085"/>
                  <a:pt x="99888" y="27610"/>
                  <a:pt x="100354" y="27162"/>
                </a:cubicBezTo>
                <a:cubicBezTo>
                  <a:pt x="100821" y="26714"/>
                  <a:pt x="101624" y="26191"/>
                  <a:pt x="102764" y="25595"/>
                </a:cubicBezTo>
                <a:cubicBezTo>
                  <a:pt x="103904" y="24998"/>
                  <a:pt x="105217" y="24453"/>
                  <a:pt x="106702" y="23959"/>
                </a:cubicBezTo>
                <a:cubicBezTo>
                  <a:pt x="108188" y="23465"/>
                  <a:pt x="109811" y="23057"/>
                  <a:pt x="111573" y="22734"/>
                </a:cubicBezTo>
                <a:cubicBezTo>
                  <a:pt x="113335" y="22409"/>
                  <a:pt x="115114" y="22247"/>
                  <a:pt x="116910" y="22247"/>
                </a:cubicBezTo>
                <a:cubicBezTo>
                  <a:pt x="120261" y="22247"/>
                  <a:pt x="123111" y="22626"/>
                  <a:pt x="125460" y="23385"/>
                </a:cubicBezTo>
                <a:cubicBezTo>
                  <a:pt x="127809" y="24144"/>
                  <a:pt x="129709" y="25256"/>
                  <a:pt x="131160" y="26722"/>
                </a:cubicBezTo>
                <a:cubicBezTo>
                  <a:pt x="132611" y="28188"/>
                  <a:pt x="133665" y="30008"/>
                  <a:pt x="134321" y="32181"/>
                </a:cubicBezTo>
                <a:cubicBezTo>
                  <a:pt x="134978" y="34353"/>
                  <a:pt x="135306" y="36889"/>
                  <a:pt x="135306" y="39786"/>
                </a:cubicBezTo>
                <a:lnTo>
                  <a:pt x="135306" y="71190"/>
                </a:lnTo>
                <a:moveTo>
                  <a:pt x="126808" y="49875"/>
                </a:moveTo>
                <a:lnTo>
                  <a:pt x="119501" y="49875"/>
                </a:lnTo>
                <a:cubicBezTo>
                  <a:pt x="117152" y="49875"/>
                  <a:pt x="115114" y="50075"/>
                  <a:pt x="113387" y="50474"/>
                </a:cubicBezTo>
                <a:cubicBezTo>
                  <a:pt x="111659" y="50873"/>
                  <a:pt x="110226" y="51463"/>
                  <a:pt x="109086" y="52243"/>
                </a:cubicBezTo>
                <a:cubicBezTo>
                  <a:pt x="107946" y="53024"/>
                  <a:pt x="107108" y="53961"/>
                  <a:pt x="106573" y="55055"/>
                </a:cubicBezTo>
                <a:cubicBezTo>
                  <a:pt x="106037" y="56148"/>
                  <a:pt x="105769" y="57406"/>
                  <a:pt x="105769" y="58828"/>
                </a:cubicBezTo>
                <a:cubicBezTo>
                  <a:pt x="105769" y="61258"/>
                  <a:pt x="106538" y="63193"/>
                  <a:pt x="108075" y="64633"/>
                </a:cubicBezTo>
                <a:cubicBezTo>
                  <a:pt x="109613" y="66073"/>
                  <a:pt x="111763" y="66793"/>
                  <a:pt x="114527" y="66793"/>
                </a:cubicBezTo>
                <a:cubicBezTo>
                  <a:pt x="116772" y="66793"/>
                  <a:pt x="118853" y="66220"/>
                  <a:pt x="120771" y="65076"/>
                </a:cubicBezTo>
                <a:cubicBezTo>
                  <a:pt x="122688" y="63930"/>
                  <a:pt x="124700" y="62177"/>
                  <a:pt x="126808" y="59818"/>
                </a:cubicBezTo>
                <a:lnTo>
                  <a:pt x="126808" y="49875"/>
                </a:lnTo>
                <a:close/>
                <a:moveTo>
                  <a:pt x="175798" y="67776"/>
                </a:moveTo>
                <a:cubicBezTo>
                  <a:pt x="175798" y="68776"/>
                  <a:pt x="175729" y="69569"/>
                  <a:pt x="175591" y="70156"/>
                </a:cubicBezTo>
                <a:cubicBezTo>
                  <a:pt x="175453" y="70742"/>
                  <a:pt x="175246" y="71173"/>
                  <a:pt x="174969" y="71449"/>
                </a:cubicBezTo>
                <a:cubicBezTo>
                  <a:pt x="174693" y="71725"/>
                  <a:pt x="174278" y="71984"/>
                  <a:pt x="173726" y="72225"/>
                </a:cubicBezTo>
                <a:cubicBezTo>
                  <a:pt x="173173" y="72467"/>
                  <a:pt x="172542" y="72665"/>
                  <a:pt x="171834" y="72820"/>
                </a:cubicBezTo>
                <a:cubicBezTo>
                  <a:pt x="171126" y="72975"/>
                  <a:pt x="170375" y="73105"/>
                  <a:pt x="169580" y="73208"/>
                </a:cubicBezTo>
                <a:cubicBezTo>
                  <a:pt x="168786" y="73312"/>
                  <a:pt x="167991" y="73363"/>
                  <a:pt x="167197" y="73363"/>
                </a:cubicBezTo>
                <a:cubicBezTo>
                  <a:pt x="164778" y="73363"/>
                  <a:pt x="162706" y="73044"/>
                  <a:pt x="160978" y="72405"/>
                </a:cubicBezTo>
                <a:cubicBezTo>
                  <a:pt x="159251" y="71764"/>
                  <a:pt x="157835" y="70796"/>
                  <a:pt x="156729" y="69499"/>
                </a:cubicBezTo>
                <a:cubicBezTo>
                  <a:pt x="155624" y="68203"/>
                  <a:pt x="154821" y="66560"/>
                  <a:pt x="154320" y="64573"/>
                </a:cubicBezTo>
                <a:cubicBezTo>
                  <a:pt x="153819" y="62585"/>
                  <a:pt x="153568" y="60243"/>
                  <a:pt x="153568" y="57546"/>
                </a:cubicBezTo>
                <a:lnTo>
                  <a:pt x="153568" y="30266"/>
                </a:lnTo>
                <a:lnTo>
                  <a:pt x="147039" y="30266"/>
                </a:lnTo>
                <a:cubicBezTo>
                  <a:pt x="146521" y="30266"/>
                  <a:pt x="146106" y="29990"/>
                  <a:pt x="145796" y="29438"/>
                </a:cubicBezTo>
                <a:cubicBezTo>
                  <a:pt x="145485" y="28887"/>
                  <a:pt x="145329" y="27990"/>
                  <a:pt x="145329" y="26748"/>
                </a:cubicBezTo>
                <a:cubicBezTo>
                  <a:pt x="145329" y="26093"/>
                  <a:pt x="145372" y="25541"/>
                  <a:pt x="145459" y="25093"/>
                </a:cubicBezTo>
                <a:cubicBezTo>
                  <a:pt x="145545" y="24644"/>
                  <a:pt x="145657" y="24273"/>
                  <a:pt x="145796" y="23980"/>
                </a:cubicBezTo>
                <a:cubicBezTo>
                  <a:pt x="145934" y="23687"/>
                  <a:pt x="146115" y="23480"/>
                  <a:pt x="146340" y="23359"/>
                </a:cubicBezTo>
                <a:cubicBezTo>
                  <a:pt x="146564" y="23239"/>
                  <a:pt x="146815" y="23178"/>
                  <a:pt x="147091" y="23178"/>
                </a:cubicBezTo>
                <a:lnTo>
                  <a:pt x="153568" y="23178"/>
                </a:lnTo>
                <a:lnTo>
                  <a:pt x="153568" y="12106"/>
                </a:lnTo>
                <a:cubicBezTo>
                  <a:pt x="153568" y="11865"/>
                  <a:pt x="153629" y="11641"/>
                  <a:pt x="153750" y="11434"/>
                </a:cubicBezTo>
                <a:cubicBezTo>
                  <a:pt x="153871" y="11227"/>
                  <a:pt x="154095" y="11046"/>
                  <a:pt x="154423" y="10891"/>
                </a:cubicBezTo>
                <a:cubicBezTo>
                  <a:pt x="154751" y="10735"/>
                  <a:pt x="155192" y="10623"/>
                  <a:pt x="155745" y="10554"/>
                </a:cubicBezTo>
                <a:cubicBezTo>
                  <a:pt x="156297" y="10485"/>
                  <a:pt x="156988" y="10451"/>
                  <a:pt x="157817" y="10451"/>
                </a:cubicBezTo>
                <a:cubicBezTo>
                  <a:pt x="158681" y="10451"/>
                  <a:pt x="159389" y="10485"/>
                  <a:pt x="159942" y="10554"/>
                </a:cubicBezTo>
                <a:cubicBezTo>
                  <a:pt x="160495" y="10623"/>
                  <a:pt x="160926" y="10735"/>
                  <a:pt x="161237" y="10891"/>
                </a:cubicBezTo>
                <a:cubicBezTo>
                  <a:pt x="161548" y="11046"/>
                  <a:pt x="161773" y="11227"/>
                  <a:pt x="161911" y="11434"/>
                </a:cubicBezTo>
                <a:cubicBezTo>
                  <a:pt x="162049" y="11641"/>
                  <a:pt x="162118" y="11865"/>
                  <a:pt x="162118" y="12106"/>
                </a:cubicBezTo>
                <a:lnTo>
                  <a:pt x="162118" y="23178"/>
                </a:lnTo>
                <a:lnTo>
                  <a:pt x="174088" y="23178"/>
                </a:lnTo>
                <a:cubicBezTo>
                  <a:pt x="174365" y="23178"/>
                  <a:pt x="174607" y="23239"/>
                  <a:pt x="174814" y="23359"/>
                </a:cubicBezTo>
                <a:cubicBezTo>
                  <a:pt x="175021" y="23480"/>
                  <a:pt x="175202" y="23687"/>
                  <a:pt x="175358" y="23980"/>
                </a:cubicBezTo>
                <a:cubicBezTo>
                  <a:pt x="175513" y="24273"/>
                  <a:pt x="175626" y="24644"/>
                  <a:pt x="175695" y="25093"/>
                </a:cubicBezTo>
                <a:cubicBezTo>
                  <a:pt x="175764" y="25541"/>
                  <a:pt x="175798" y="26093"/>
                  <a:pt x="175798" y="26748"/>
                </a:cubicBezTo>
                <a:cubicBezTo>
                  <a:pt x="175798" y="27990"/>
                  <a:pt x="175643" y="28887"/>
                  <a:pt x="175332" y="29438"/>
                </a:cubicBezTo>
                <a:cubicBezTo>
                  <a:pt x="175021" y="29990"/>
                  <a:pt x="174607" y="30266"/>
                  <a:pt x="174088" y="30266"/>
                </a:cubicBezTo>
                <a:lnTo>
                  <a:pt x="162118" y="30266"/>
                </a:lnTo>
                <a:lnTo>
                  <a:pt x="162118" y="56314"/>
                </a:lnTo>
                <a:cubicBezTo>
                  <a:pt x="162118" y="59531"/>
                  <a:pt x="162593" y="61961"/>
                  <a:pt x="163543" y="63604"/>
                </a:cubicBezTo>
                <a:cubicBezTo>
                  <a:pt x="164493" y="65247"/>
                  <a:pt x="166195" y="66068"/>
                  <a:pt x="168647" y="66068"/>
                </a:cubicBezTo>
                <a:cubicBezTo>
                  <a:pt x="169442" y="66068"/>
                  <a:pt x="170150" y="65991"/>
                  <a:pt x="170772" y="65836"/>
                </a:cubicBezTo>
                <a:cubicBezTo>
                  <a:pt x="171394" y="65680"/>
                  <a:pt x="171947" y="65516"/>
                  <a:pt x="172430" y="65344"/>
                </a:cubicBezTo>
                <a:cubicBezTo>
                  <a:pt x="172914" y="65172"/>
                  <a:pt x="173328" y="65008"/>
                  <a:pt x="173674" y="64853"/>
                </a:cubicBezTo>
                <a:cubicBezTo>
                  <a:pt x="174019" y="64697"/>
                  <a:pt x="174330" y="64620"/>
                  <a:pt x="174607" y="64620"/>
                </a:cubicBezTo>
                <a:cubicBezTo>
                  <a:pt x="174779" y="64620"/>
                  <a:pt x="174943" y="64663"/>
                  <a:pt x="175099" y="64749"/>
                </a:cubicBezTo>
                <a:cubicBezTo>
                  <a:pt x="175254" y="64835"/>
                  <a:pt x="175375" y="64999"/>
                  <a:pt x="175462" y="65241"/>
                </a:cubicBezTo>
                <a:cubicBezTo>
                  <a:pt x="175548" y="65482"/>
                  <a:pt x="175626" y="65810"/>
                  <a:pt x="175695" y="66224"/>
                </a:cubicBezTo>
                <a:cubicBezTo>
                  <a:pt x="175764" y="66637"/>
                  <a:pt x="175798" y="67155"/>
                  <a:pt x="175798" y="67776"/>
                </a:cubicBezTo>
                <a:close/>
                <a:moveTo>
                  <a:pt x="226318" y="71139"/>
                </a:moveTo>
                <a:cubicBezTo>
                  <a:pt x="226318" y="71415"/>
                  <a:pt x="226258" y="71647"/>
                  <a:pt x="226137" y="71837"/>
                </a:cubicBezTo>
                <a:cubicBezTo>
                  <a:pt x="226016" y="72027"/>
                  <a:pt x="225800" y="72191"/>
                  <a:pt x="225489" y="72329"/>
                </a:cubicBezTo>
                <a:cubicBezTo>
                  <a:pt x="225178" y="72467"/>
                  <a:pt x="224773" y="72570"/>
                  <a:pt x="224272" y="72639"/>
                </a:cubicBezTo>
                <a:cubicBezTo>
                  <a:pt x="223771" y="72708"/>
                  <a:pt x="223158" y="72742"/>
                  <a:pt x="222432" y="72742"/>
                </a:cubicBezTo>
                <a:cubicBezTo>
                  <a:pt x="221638" y="72742"/>
                  <a:pt x="220990" y="72708"/>
                  <a:pt x="220489" y="72639"/>
                </a:cubicBezTo>
                <a:cubicBezTo>
                  <a:pt x="219988" y="72570"/>
                  <a:pt x="219591" y="72467"/>
                  <a:pt x="219297" y="72329"/>
                </a:cubicBezTo>
                <a:cubicBezTo>
                  <a:pt x="219003" y="72191"/>
                  <a:pt x="218805" y="72027"/>
                  <a:pt x="218701" y="71837"/>
                </a:cubicBezTo>
                <a:cubicBezTo>
                  <a:pt x="218598" y="71647"/>
                  <a:pt x="218546" y="71415"/>
                  <a:pt x="218546" y="71139"/>
                </a:cubicBezTo>
                <a:lnTo>
                  <a:pt x="218546" y="64982"/>
                </a:lnTo>
                <a:cubicBezTo>
                  <a:pt x="215886" y="67932"/>
                  <a:pt x="213260" y="70084"/>
                  <a:pt x="210669" y="71438"/>
                </a:cubicBezTo>
                <a:cubicBezTo>
                  <a:pt x="208078" y="72790"/>
                  <a:pt x="205453" y="73467"/>
                  <a:pt x="202793" y="73467"/>
                </a:cubicBezTo>
                <a:cubicBezTo>
                  <a:pt x="199684" y="73467"/>
                  <a:pt x="197067" y="72949"/>
                  <a:pt x="194943" y="71913"/>
                </a:cubicBezTo>
                <a:cubicBezTo>
                  <a:pt x="192818" y="70877"/>
                  <a:pt x="191099" y="69471"/>
                  <a:pt x="189787" y="67693"/>
                </a:cubicBezTo>
                <a:cubicBezTo>
                  <a:pt x="188474" y="65915"/>
                  <a:pt x="187532" y="63843"/>
                  <a:pt x="186962" y="61478"/>
                </a:cubicBezTo>
                <a:cubicBezTo>
                  <a:pt x="186392" y="59112"/>
                  <a:pt x="186107" y="56238"/>
                  <a:pt x="186107" y="52854"/>
                </a:cubicBezTo>
                <a:lnTo>
                  <a:pt x="186107" y="24577"/>
                </a:lnTo>
                <a:cubicBezTo>
                  <a:pt x="186107" y="24301"/>
                  <a:pt x="186168" y="24068"/>
                  <a:pt x="186289" y="23878"/>
                </a:cubicBezTo>
                <a:cubicBezTo>
                  <a:pt x="186410" y="23688"/>
                  <a:pt x="186643" y="23515"/>
                  <a:pt x="186988" y="23359"/>
                </a:cubicBezTo>
                <a:cubicBezTo>
                  <a:pt x="187334" y="23204"/>
                  <a:pt x="187783" y="23101"/>
                  <a:pt x="188336" y="23049"/>
                </a:cubicBezTo>
                <a:cubicBezTo>
                  <a:pt x="188888" y="22997"/>
                  <a:pt x="189579" y="22971"/>
                  <a:pt x="190408" y="22971"/>
                </a:cubicBezTo>
                <a:cubicBezTo>
                  <a:pt x="191238" y="22971"/>
                  <a:pt x="191928" y="22997"/>
                  <a:pt x="192481" y="23049"/>
                </a:cubicBezTo>
                <a:cubicBezTo>
                  <a:pt x="193034" y="23101"/>
                  <a:pt x="193474" y="23204"/>
                  <a:pt x="193803" y="23359"/>
                </a:cubicBezTo>
                <a:cubicBezTo>
                  <a:pt x="194131" y="23515"/>
                  <a:pt x="194364" y="23688"/>
                  <a:pt x="194502" y="23878"/>
                </a:cubicBezTo>
                <a:cubicBezTo>
                  <a:pt x="194640" y="24068"/>
                  <a:pt x="194709" y="24301"/>
                  <a:pt x="194709" y="24577"/>
                </a:cubicBezTo>
                <a:lnTo>
                  <a:pt x="194709" y="51719"/>
                </a:lnTo>
                <a:cubicBezTo>
                  <a:pt x="194709" y="54447"/>
                  <a:pt x="194908" y="56632"/>
                  <a:pt x="195305" y="58272"/>
                </a:cubicBezTo>
                <a:cubicBezTo>
                  <a:pt x="195703" y="59913"/>
                  <a:pt x="196307" y="61312"/>
                  <a:pt x="197119" y="62469"/>
                </a:cubicBezTo>
                <a:cubicBezTo>
                  <a:pt x="197931" y="63626"/>
                  <a:pt x="198958" y="64524"/>
                  <a:pt x="200202" y="65163"/>
                </a:cubicBezTo>
                <a:cubicBezTo>
                  <a:pt x="201446" y="65801"/>
                  <a:pt x="202897" y="66120"/>
                  <a:pt x="204555" y="66120"/>
                </a:cubicBezTo>
                <a:cubicBezTo>
                  <a:pt x="206697" y="66120"/>
                  <a:pt x="208830" y="65357"/>
                  <a:pt x="210954" y="63831"/>
                </a:cubicBezTo>
                <a:cubicBezTo>
                  <a:pt x="213079" y="62304"/>
                  <a:pt x="215333" y="60067"/>
                  <a:pt x="217717" y="57118"/>
                </a:cubicBezTo>
                <a:lnTo>
                  <a:pt x="217717" y="24575"/>
                </a:lnTo>
                <a:cubicBezTo>
                  <a:pt x="217717" y="24299"/>
                  <a:pt x="217777" y="24066"/>
                  <a:pt x="217898" y="23877"/>
                </a:cubicBezTo>
                <a:cubicBezTo>
                  <a:pt x="218019" y="23687"/>
                  <a:pt x="218252" y="23515"/>
                  <a:pt x="218598" y="23359"/>
                </a:cubicBezTo>
                <a:cubicBezTo>
                  <a:pt x="218943" y="23204"/>
                  <a:pt x="219383" y="23101"/>
                  <a:pt x="219919" y="23049"/>
                </a:cubicBezTo>
                <a:cubicBezTo>
                  <a:pt x="220454" y="22997"/>
                  <a:pt x="221154" y="22971"/>
                  <a:pt x="222018" y="22971"/>
                </a:cubicBezTo>
                <a:cubicBezTo>
                  <a:pt x="222847" y="22971"/>
                  <a:pt x="223538" y="22997"/>
                  <a:pt x="224090" y="23049"/>
                </a:cubicBezTo>
                <a:cubicBezTo>
                  <a:pt x="224643" y="23101"/>
                  <a:pt x="225075" y="23204"/>
                  <a:pt x="225386" y="23359"/>
                </a:cubicBezTo>
                <a:cubicBezTo>
                  <a:pt x="225697" y="23515"/>
                  <a:pt x="225930" y="23687"/>
                  <a:pt x="226085" y="23877"/>
                </a:cubicBezTo>
                <a:cubicBezTo>
                  <a:pt x="226241" y="24066"/>
                  <a:pt x="226318" y="24299"/>
                  <a:pt x="226318" y="24575"/>
                </a:cubicBezTo>
                <a:lnTo>
                  <a:pt x="226318" y="71139"/>
                </a:lnTo>
                <a:close/>
                <a:moveTo>
                  <a:pt x="269985" y="27628"/>
                </a:moveTo>
                <a:cubicBezTo>
                  <a:pt x="269985" y="28386"/>
                  <a:pt x="269968" y="29025"/>
                  <a:pt x="269933" y="29542"/>
                </a:cubicBezTo>
                <a:cubicBezTo>
                  <a:pt x="269899" y="30059"/>
                  <a:pt x="269830" y="30465"/>
                  <a:pt x="269726" y="30758"/>
                </a:cubicBezTo>
                <a:cubicBezTo>
                  <a:pt x="269622" y="31051"/>
                  <a:pt x="269493" y="31275"/>
                  <a:pt x="269337" y="31430"/>
                </a:cubicBezTo>
                <a:cubicBezTo>
                  <a:pt x="269182" y="31586"/>
                  <a:pt x="268966" y="31663"/>
                  <a:pt x="268690" y="31663"/>
                </a:cubicBezTo>
                <a:cubicBezTo>
                  <a:pt x="268413" y="31663"/>
                  <a:pt x="268077" y="31586"/>
                  <a:pt x="267679" y="31430"/>
                </a:cubicBezTo>
                <a:cubicBezTo>
                  <a:pt x="267282" y="31275"/>
                  <a:pt x="266833" y="31120"/>
                  <a:pt x="266332" y="30965"/>
                </a:cubicBezTo>
                <a:cubicBezTo>
                  <a:pt x="265831" y="30809"/>
                  <a:pt x="265270" y="30663"/>
                  <a:pt x="264648" y="30525"/>
                </a:cubicBezTo>
                <a:cubicBezTo>
                  <a:pt x="264026" y="30387"/>
                  <a:pt x="263352" y="30318"/>
                  <a:pt x="262627" y="30318"/>
                </a:cubicBezTo>
                <a:cubicBezTo>
                  <a:pt x="261763" y="30318"/>
                  <a:pt x="260917" y="30490"/>
                  <a:pt x="260088" y="30835"/>
                </a:cubicBezTo>
                <a:cubicBezTo>
                  <a:pt x="259259" y="31180"/>
                  <a:pt x="258387" y="31749"/>
                  <a:pt x="257471" y="32543"/>
                </a:cubicBezTo>
                <a:cubicBezTo>
                  <a:pt x="256556" y="33336"/>
                  <a:pt x="255597" y="34388"/>
                  <a:pt x="254595" y="35699"/>
                </a:cubicBezTo>
                <a:cubicBezTo>
                  <a:pt x="253593" y="37009"/>
                  <a:pt x="252488" y="38613"/>
                  <a:pt x="251279" y="40510"/>
                </a:cubicBezTo>
                <a:lnTo>
                  <a:pt x="251279" y="71139"/>
                </a:lnTo>
                <a:cubicBezTo>
                  <a:pt x="251279" y="71415"/>
                  <a:pt x="251210" y="71647"/>
                  <a:pt x="251072" y="71837"/>
                </a:cubicBezTo>
                <a:cubicBezTo>
                  <a:pt x="250933" y="72027"/>
                  <a:pt x="250709" y="72191"/>
                  <a:pt x="250398" y="72329"/>
                </a:cubicBezTo>
                <a:cubicBezTo>
                  <a:pt x="250087" y="72467"/>
                  <a:pt x="249655" y="72570"/>
                  <a:pt x="249102" y="72639"/>
                </a:cubicBezTo>
                <a:cubicBezTo>
                  <a:pt x="248550" y="72708"/>
                  <a:pt x="247842" y="72742"/>
                  <a:pt x="246978" y="72742"/>
                </a:cubicBezTo>
                <a:cubicBezTo>
                  <a:pt x="246149" y="72742"/>
                  <a:pt x="245458" y="72708"/>
                  <a:pt x="244905" y="72639"/>
                </a:cubicBezTo>
                <a:cubicBezTo>
                  <a:pt x="244352" y="72570"/>
                  <a:pt x="243912" y="72467"/>
                  <a:pt x="243584" y="72329"/>
                </a:cubicBezTo>
                <a:cubicBezTo>
                  <a:pt x="243256" y="72191"/>
                  <a:pt x="243031" y="72027"/>
                  <a:pt x="242910" y="71837"/>
                </a:cubicBezTo>
                <a:cubicBezTo>
                  <a:pt x="242789" y="71647"/>
                  <a:pt x="242729" y="71415"/>
                  <a:pt x="242729" y="71139"/>
                </a:cubicBezTo>
                <a:lnTo>
                  <a:pt x="242729" y="24575"/>
                </a:lnTo>
                <a:cubicBezTo>
                  <a:pt x="242729" y="24299"/>
                  <a:pt x="242781" y="24066"/>
                  <a:pt x="242884" y="23877"/>
                </a:cubicBezTo>
                <a:cubicBezTo>
                  <a:pt x="242988" y="23687"/>
                  <a:pt x="243195" y="23515"/>
                  <a:pt x="243506" y="23359"/>
                </a:cubicBezTo>
                <a:cubicBezTo>
                  <a:pt x="243817" y="23204"/>
                  <a:pt x="244214" y="23101"/>
                  <a:pt x="244698" y="23049"/>
                </a:cubicBezTo>
                <a:cubicBezTo>
                  <a:pt x="245182" y="22997"/>
                  <a:pt x="245821" y="22971"/>
                  <a:pt x="246615" y="22971"/>
                </a:cubicBezTo>
                <a:cubicBezTo>
                  <a:pt x="247375" y="22971"/>
                  <a:pt x="248006" y="22997"/>
                  <a:pt x="248507" y="23049"/>
                </a:cubicBezTo>
                <a:cubicBezTo>
                  <a:pt x="249007" y="23101"/>
                  <a:pt x="249396" y="23204"/>
                  <a:pt x="249672" y="23359"/>
                </a:cubicBezTo>
                <a:cubicBezTo>
                  <a:pt x="249949" y="23515"/>
                  <a:pt x="250147" y="23687"/>
                  <a:pt x="250268" y="23877"/>
                </a:cubicBezTo>
                <a:cubicBezTo>
                  <a:pt x="250389" y="24066"/>
                  <a:pt x="250450" y="24299"/>
                  <a:pt x="250450" y="24575"/>
                </a:cubicBezTo>
                <a:lnTo>
                  <a:pt x="250450" y="31353"/>
                </a:lnTo>
                <a:cubicBezTo>
                  <a:pt x="251728" y="29490"/>
                  <a:pt x="252928" y="27973"/>
                  <a:pt x="254051" y="26800"/>
                </a:cubicBezTo>
                <a:cubicBezTo>
                  <a:pt x="255174" y="25627"/>
                  <a:pt x="256236" y="24704"/>
                  <a:pt x="257238" y="24032"/>
                </a:cubicBezTo>
                <a:cubicBezTo>
                  <a:pt x="258240" y="23359"/>
                  <a:pt x="259233" y="22894"/>
                  <a:pt x="260217" y="22635"/>
                </a:cubicBezTo>
                <a:cubicBezTo>
                  <a:pt x="261202" y="22376"/>
                  <a:pt x="262195" y="22247"/>
                  <a:pt x="263197" y="22247"/>
                </a:cubicBezTo>
                <a:cubicBezTo>
                  <a:pt x="263646" y="22247"/>
                  <a:pt x="264156" y="22273"/>
                  <a:pt x="264726" y="22325"/>
                </a:cubicBezTo>
                <a:cubicBezTo>
                  <a:pt x="265296" y="22376"/>
                  <a:pt x="265892" y="22471"/>
                  <a:pt x="266513" y="22609"/>
                </a:cubicBezTo>
                <a:cubicBezTo>
                  <a:pt x="267135" y="22747"/>
                  <a:pt x="267697" y="22902"/>
                  <a:pt x="268197" y="23075"/>
                </a:cubicBezTo>
                <a:cubicBezTo>
                  <a:pt x="268698" y="23247"/>
                  <a:pt x="269052" y="23420"/>
                  <a:pt x="269260" y="23592"/>
                </a:cubicBezTo>
                <a:cubicBezTo>
                  <a:pt x="269467" y="23765"/>
                  <a:pt x="269605" y="23928"/>
                  <a:pt x="269674" y="24084"/>
                </a:cubicBezTo>
                <a:cubicBezTo>
                  <a:pt x="269743" y="24239"/>
                  <a:pt x="269804" y="24437"/>
                  <a:pt x="269856" y="24679"/>
                </a:cubicBezTo>
                <a:cubicBezTo>
                  <a:pt x="269907" y="24920"/>
                  <a:pt x="269942" y="25274"/>
                  <a:pt x="269959" y="25739"/>
                </a:cubicBezTo>
                <a:cubicBezTo>
                  <a:pt x="269977" y="26205"/>
                  <a:pt x="269985" y="26834"/>
                  <a:pt x="269985" y="27628"/>
                </a:cubicBezTo>
                <a:close/>
                <a:moveTo>
                  <a:pt x="319043" y="45839"/>
                </a:moveTo>
                <a:cubicBezTo>
                  <a:pt x="319043" y="47184"/>
                  <a:pt x="318706" y="48141"/>
                  <a:pt x="318032" y="48711"/>
                </a:cubicBezTo>
                <a:cubicBezTo>
                  <a:pt x="317359" y="49280"/>
                  <a:pt x="316590" y="49564"/>
                  <a:pt x="315726" y="49564"/>
                </a:cubicBezTo>
                <a:lnTo>
                  <a:pt x="285153" y="49564"/>
                </a:lnTo>
                <a:cubicBezTo>
                  <a:pt x="285153" y="52159"/>
                  <a:pt x="285413" y="54494"/>
                  <a:pt x="285931" y="56570"/>
                </a:cubicBezTo>
                <a:cubicBezTo>
                  <a:pt x="286449" y="58646"/>
                  <a:pt x="287313" y="60427"/>
                  <a:pt x="288522" y="61915"/>
                </a:cubicBezTo>
                <a:cubicBezTo>
                  <a:pt x="289731" y="63402"/>
                  <a:pt x="291303" y="64544"/>
                  <a:pt x="293237" y="65341"/>
                </a:cubicBezTo>
                <a:cubicBezTo>
                  <a:pt x="295172" y="66136"/>
                  <a:pt x="297538" y="66534"/>
                  <a:pt x="300336" y="66534"/>
                </a:cubicBezTo>
                <a:cubicBezTo>
                  <a:pt x="302547" y="66534"/>
                  <a:pt x="304516" y="66353"/>
                  <a:pt x="306244" y="65991"/>
                </a:cubicBezTo>
                <a:cubicBezTo>
                  <a:pt x="307971" y="65629"/>
                  <a:pt x="309465" y="65223"/>
                  <a:pt x="310726" y="64775"/>
                </a:cubicBezTo>
                <a:cubicBezTo>
                  <a:pt x="311987" y="64327"/>
                  <a:pt x="313023" y="63921"/>
                  <a:pt x="313835" y="63559"/>
                </a:cubicBezTo>
                <a:cubicBezTo>
                  <a:pt x="314647" y="63197"/>
                  <a:pt x="315260" y="63016"/>
                  <a:pt x="315674" y="63016"/>
                </a:cubicBezTo>
                <a:cubicBezTo>
                  <a:pt x="315916" y="63016"/>
                  <a:pt x="316132" y="63076"/>
                  <a:pt x="316322" y="63197"/>
                </a:cubicBezTo>
                <a:cubicBezTo>
                  <a:pt x="316512" y="63318"/>
                  <a:pt x="316659" y="63499"/>
                  <a:pt x="316763" y="63740"/>
                </a:cubicBezTo>
                <a:cubicBezTo>
                  <a:pt x="316866" y="63982"/>
                  <a:pt x="316944" y="64318"/>
                  <a:pt x="316996" y="64749"/>
                </a:cubicBezTo>
                <a:cubicBezTo>
                  <a:pt x="317048" y="65180"/>
                  <a:pt x="317074" y="65706"/>
                  <a:pt x="317074" y="66327"/>
                </a:cubicBezTo>
                <a:cubicBezTo>
                  <a:pt x="317074" y="66775"/>
                  <a:pt x="317056" y="67163"/>
                  <a:pt x="317022" y="67491"/>
                </a:cubicBezTo>
                <a:cubicBezTo>
                  <a:pt x="316987" y="67819"/>
                  <a:pt x="316944" y="68112"/>
                  <a:pt x="316892" y="68371"/>
                </a:cubicBezTo>
                <a:cubicBezTo>
                  <a:pt x="316840" y="68629"/>
                  <a:pt x="316754" y="68862"/>
                  <a:pt x="316633" y="69069"/>
                </a:cubicBezTo>
                <a:cubicBezTo>
                  <a:pt x="316512" y="69276"/>
                  <a:pt x="316357" y="69474"/>
                  <a:pt x="316167" y="69664"/>
                </a:cubicBezTo>
                <a:cubicBezTo>
                  <a:pt x="315977" y="69854"/>
                  <a:pt x="315415" y="70164"/>
                  <a:pt x="314483" y="70595"/>
                </a:cubicBezTo>
                <a:cubicBezTo>
                  <a:pt x="313550" y="71026"/>
                  <a:pt x="312341" y="71449"/>
                  <a:pt x="310855" y="71863"/>
                </a:cubicBezTo>
                <a:cubicBezTo>
                  <a:pt x="309370" y="72277"/>
                  <a:pt x="307651" y="72648"/>
                  <a:pt x="305699" y="72975"/>
                </a:cubicBezTo>
                <a:cubicBezTo>
                  <a:pt x="303748" y="73303"/>
                  <a:pt x="301666" y="73467"/>
                  <a:pt x="299455" y="73467"/>
                </a:cubicBezTo>
                <a:cubicBezTo>
                  <a:pt x="295621" y="73467"/>
                  <a:pt x="292261" y="72932"/>
                  <a:pt x="289377" y="71861"/>
                </a:cubicBezTo>
                <a:cubicBezTo>
                  <a:pt x="286492" y="70791"/>
                  <a:pt x="284065" y="69203"/>
                  <a:pt x="282096" y="67097"/>
                </a:cubicBezTo>
                <a:cubicBezTo>
                  <a:pt x="280127" y="64990"/>
                  <a:pt x="278642" y="62349"/>
                  <a:pt x="277640" y="59173"/>
                </a:cubicBezTo>
                <a:cubicBezTo>
                  <a:pt x="276638" y="55996"/>
                  <a:pt x="276137" y="52302"/>
                  <a:pt x="276137" y="48090"/>
                </a:cubicBezTo>
                <a:cubicBezTo>
                  <a:pt x="276137" y="44084"/>
                  <a:pt x="276655" y="40485"/>
                  <a:pt x="277692" y="37291"/>
                </a:cubicBezTo>
                <a:cubicBezTo>
                  <a:pt x="278728" y="34097"/>
                  <a:pt x="280222" y="31387"/>
                  <a:pt x="282174" y="29160"/>
                </a:cubicBezTo>
                <a:cubicBezTo>
                  <a:pt x="284126" y="26933"/>
                  <a:pt x="286483" y="25225"/>
                  <a:pt x="289247" y="24034"/>
                </a:cubicBezTo>
                <a:cubicBezTo>
                  <a:pt x="292011" y="22842"/>
                  <a:pt x="295103" y="22247"/>
                  <a:pt x="298523" y="22247"/>
                </a:cubicBezTo>
                <a:cubicBezTo>
                  <a:pt x="302184" y="22247"/>
                  <a:pt x="305302" y="22833"/>
                  <a:pt x="307876" y="24006"/>
                </a:cubicBezTo>
                <a:cubicBezTo>
                  <a:pt x="310449" y="25179"/>
                  <a:pt x="312565" y="26757"/>
                  <a:pt x="314224" y="28740"/>
                </a:cubicBezTo>
                <a:cubicBezTo>
                  <a:pt x="315882" y="30723"/>
                  <a:pt x="317099" y="33051"/>
                  <a:pt x="317877" y="35725"/>
                </a:cubicBezTo>
                <a:cubicBezTo>
                  <a:pt x="318654" y="38398"/>
                  <a:pt x="319043" y="41252"/>
                  <a:pt x="319043" y="44287"/>
                </a:cubicBezTo>
                <a:lnTo>
                  <a:pt x="319043" y="45839"/>
                </a:lnTo>
                <a:moveTo>
                  <a:pt x="310441" y="43304"/>
                </a:moveTo>
                <a:cubicBezTo>
                  <a:pt x="310544" y="38820"/>
                  <a:pt x="309551" y="35302"/>
                  <a:pt x="307461" y="32750"/>
                </a:cubicBezTo>
                <a:cubicBezTo>
                  <a:pt x="305371" y="30197"/>
                  <a:pt x="302271" y="28921"/>
                  <a:pt x="298160" y="28921"/>
                </a:cubicBezTo>
                <a:cubicBezTo>
                  <a:pt x="296053" y="28921"/>
                  <a:pt x="294204" y="29318"/>
                  <a:pt x="292615" y="30111"/>
                </a:cubicBezTo>
                <a:cubicBezTo>
                  <a:pt x="291026" y="30904"/>
                  <a:pt x="289696" y="31956"/>
                  <a:pt x="288625" y="33267"/>
                </a:cubicBezTo>
                <a:cubicBezTo>
                  <a:pt x="287554" y="34578"/>
                  <a:pt x="286725" y="36104"/>
                  <a:pt x="286138" y="37846"/>
                </a:cubicBezTo>
                <a:cubicBezTo>
                  <a:pt x="285551" y="39588"/>
                  <a:pt x="285223" y="41407"/>
                  <a:pt x="285153" y="43304"/>
                </a:cubicBezTo>
                <a:lnTo>
                  <a:pt x="310441" y="43304"/>
                </a:lnTo>
                <a:close/>
                <a:moveTo>
                  <a:pt x="398897" y="47365"/>
                </a:moveTo>
                <a:cubicBezTo>
                  <a:pt x="398897" y="51163"/>
                  <a:pt x="398396" y="54658"/>
                  <a:pt x="397394" y="57852"/>
                </a:cubicBezTo>
                <a:cubicBezTo>
                  <a:pt x="396392" y="61046"/>
                  <a:pt x="394898" y="63799"/>
                  <a:pt x="392911" y="66114"/>
                </a:cubicBezTo>
                <a:cubicBezTo>
                  <a:pt x="390925" y="68427"/>
                  <a:pt x="388438" y="70230"/>
                  <a:pt x="385450" y="71525"/>
                </a:cubicBezTo>
                <a:cubicBezTo>
                  <a:pt x="382461" y="72820"/>
                  <a:pt x="378998" y="73467"/>
                  <a:pt x="375060" y="73467"/>
                </a:cubicBezTo>
                <a:cubicBezTo>
                  <a:pt x="371226" y="73467"/>
                  <a:pt x="367883" y="72897"/>
                  <a:pt x="365033" y="71758"/>
                </a:cubicBezTo>
                <a:cubicBezTo>
                  <a:pt x="362183" y="70619"/>
                  <a:pt x="359808" y="68961"/>
                  <a:pt x="357908" y="66786"/>
                </a:cubicBezTo>
                <a:cubicBezTo>
                  <a:pt x="356008" y="64611"/>
                  <a:pt x="354592" y="61970"/>
                  <a:pt x="353659" y="58862"/>
                </a:cubicBezTo>
                <a:cubicBezTo>
                  <a:pt x="352726" y="55755"/>
                  <a:pt x="352260" y="52233"/>
                  <a:pt x="352260" y="48297"/>
                </a:cubicBezTo>
                <a:cubicBezTo>
                  <a:pt x="352260" y="44499"/>
                  <a:pt x="352752" y="41004"/>
                  <a:pt x="353737" y="37810"/>
                </a:cubicBezTo>
                <a:cubicBezTo>
                  <a:pt x="354721" y="34616"/>
                  <a:pt x="356207" y="31863"/>
                  <a:pt x="358193" y="29550"/>
                </a:cubicBezTo>
                <a:cubicBezTo>
                  <a:pt x="360180" y="27236"/>
                  <a:pt x="362658" y="25440"/>
                  <a:pt x="365629" y="24163"/>
                </a:cubicBezTo>
                <a:cubicBezTo>
                  <a:pt x="368600" y="22886"/>
                  <a:pt x="372072" y="22247"/>
                  <a:pt x="376045" y="22247"/>
                </a:cubicBezTo>
                <a:cubicBezTo>
                  <a:pt x="379879" y="22247"/>
                  <a:pt x="383221" y="22817"/>
                  <a:pt x="386071" y="23956"/>
                </a:cubicBezTo>
                <a:cubicBezTo>
                  <a:pt x="388921" y="25095"/>
                  <a:pt x="391296" y="26752"/>
                  <a:pt x="393196" y="28928"/>
                </a:cubicBezTo>
                <a:cubicBezTo>
                  <a:pt x="395096" y="31103"/>
                  <a:pt x="396521" y="33744"/>
                  <a:pt x="397471" y="36851"/>
                </a:cubicBezTo>
                <a:cubicBezTo>
                  <a:pt x="398422" y="39959"/>
                  <a:pt x="398897" y="43464"/>
                  <a:pt x="398897" y="47365"/>
                </a:cubicBezTo>
                <a:moveTo>
                  <a:pt x="389880" y="47934"/>
                </a:moveTo>
                <a:cubicBezTo>
                  <a:pt x="389880" y="45413"/>
                  <a:pt x="389647" y="43030"/>
                  <a:pt x="389181" y="40785"/>
                </a:cubicBezTo>
                <a:cubicBezTo>
                  <a:pt x="388714" y="38540"/>
                  <a:pt x="387946" y="36571"/>
                  <a:pt x="386875" y="34879"/>
                </a:cubicBezTo>
                <a:cubicBezTo>
                  <a:pt x="385804" y="33187"/>
                  <a:pt x="384353" y="31849"/>
                  <a:pt x="382522" y="30864"/>
                </a:cubicBezTo>
                <a:cubicBezTo>
                  <a:pt x="380691" y="29879"/>
                  <a:pt x="378411" y="29387"/>
                  <a:pt x="375682" y="29387"/>
                </a:cubicBezTo>
                <a:cubicBezTo>
                  <a:pt x="373160" y="29387"/>
                  <a:pt x="370992" y="29836"/>
                  <a:pt x="369179" y="30733"/>
                </a:cubicBezTo>
                <a:cubicBezTo>
                  <a:pt x="367365" y="31631"/>
                  <a:pt x="365871" y="32901"/>
                  <a:pt x="364696" y="34543"/>
                </a:cubicBezTo>
                <a:cubicBezTo>
                  <a:pt x="363522" y="36183"/>
                  <a:pt x="362650" y="38126"/>
                  <a:pt x="362080" y="40371"/>
                </a:cubicBezTo>
                <a:cubicBezTo>
                  <a:pt x="361510" y="42615"/>
                  <a:pt x="361225" y="45067"/>
                  <a:pt x="361225" y="47728"/>
                </a:cubicBezTo>
                <a:cubicBezTo>
                  <a:pt x="361225" y="50283"/>
                  <a:pt x="361458" y="52684"/>
                  <a:pt x="361924" y="54929"/>
                </a:cubicBezTo>
                <a:cubicBezTo>
                  <a:pt x="362391" y="57174"/>
                  <a:pt x="363168" y="59134"/>
                  <a:pt x="364256" y="60809"/>
                </a:cubicBezTo>
                <a:cubicBezTo>
                  <a:pt x="365344" y="62484"/>
                  <a:pt x="366804" y="63814"/>
                  <a:pt x="368635" y="64799"/>
                </a:cubicBezTo>
                <a:cubicBezTo>
                  <a:pt x="370466" y="65783"/>
                  <a:pt x="372746" y="66275"/>
                  <a:pt x="375475" y="66275"/>
                </a:cubicBezTo>
                <a:cubicBezTo>
                  <a:pt x="377962" y="66275"/>
                  <a:pt x="380121" y="65826"/>
                  <a:pt x="381952" y="64929"/>
                </a:cubicBezTo>
                <a:cubicBezTo>
                  <a:pt x="383783" y="64031"/>
                  <a:pt x="385286" y="62770"/>
                  <a:pt x="386460" y="61147"/>
                </a:cubicBezTo>
                <a:cubicBezTo>
                  <a:pt x="387635" y="59523"/>
                  <a:pt x="388498" y="57588"/>
                  <a:pt x="389051" y="55344"/>
                </a:cubicBezTo>
                <a:cubicBezTo>
                  <a:pt x="389604" y="53099"/>
                  <a:pt x="389880" y="50629"/>
                  <a:pt x="389880" y="47934"/>
                </a:cubicBezTo>
                <a:close/>
                <a:moveTo>
                  <a:pt x="437454" y="5432"/>
                </a:moveTo>
                <a:cubicBezTo>
                  <a:pt x="437454" y="6088"/>
                  <a:pt x="437420" y="6614"/>
                  <a:pt x="437351" y="7010"/>
                </a:cubicBezTo>
                <a:cubicBezTo>
                  <a:pt x="437282" y="7407"/>
                  <a:pt x="437204" y="7726"/>
                  <a:pt x="437118" y="7968"/>
                </a:cubicBezTo>
                <a:cubicBezTo>
                  <a:pt x="437031" y="8209"/>
                  <a:pt x="436919" y="8373"/>
                  <a:pt x="436781" y="8459"/>
                </a:cubicBezTo>
                <a:cubicBezTo>
                  <a:pt x="436643" y="8545"/>
                  <a:pt x="436470" y="8588"/>
                  <a:pt x="436263" y="8588"/>
                </a:cubicBezTo>
                <a:cubicBezTo>
                  <a:pt x="436021" y="8588"/>
                  <a:pt x="435718" y="8511"/>
                  <a:pt x="435356" y="8356"/>
                </a:cubicBezTo>
                <a:cubicBezTo>
                  <a:pt x="434993" y="8200"/>
                  <a:pt x="434553" y="8028"/>
                  <a:pt x="434034" y="7838"/>
                </a:cubicBezTo>
                <a:cubicBezTo>
                  <a:pt x="433516" y="7648"/>
                  <a:pt x="432903" y="7476"/>
                  <a:pt x="432195" y="7321"/>
                </a:cubicBezTo>
                <a:cubicBezTo>
                  <a:pt x="431487" y="7166"/>
                  <a:pt x="430666" y="7088"/>
                  <a:pt x="429733" y="7088"/>
                </a:cubicBezTo>
                <a:cubicBezTo>
                  <a:pt x="428455" y="7088"/>
                  <a:pt x="427367" y="7294"/>
                  <a:pt x="426469" y="7707"/>
                </a:cubicBezTo>
                <a:cubicBezTo>
                  <a:pt x="425571" y="8120"/>
                  <a:pt x="424845" y="8765"/>
                  <a:pt x="424292" y="9641"/>
                </a:cubicBezTo>
                <a:cubicBezTo>
                  <a:pt x="423740" y="10517"/>
                  <a:pt x="423342" y="11652"/>
                  <a:pt x="423101" y="13044"/>
                </a:cubicBezTo>
                <a:cubicBezTo>
                  <a:pt x="422859" y="14437"/>
                  <a:pt x="422738" y="16130"/>
                  <a:pt x="422738" y="18124"/>
                </a:cubicBezTo>
                <a:lnTo>
                  <a:pt x="422738" y="23178"/>
                </a:lnTo>
                <a:lnTo>
                  <a:pt x="433153" y="23178"/>
                </a:lnTo>
                <a:cubicBezTo>
                  <a:pt x="433430" y="23178"/>
                  <a:pt x="433663" y="23239"/>
                  <a:pt x="433853" y="23359"/>
                </a:cubicBezTo>
                <a:cubicBezTo>
                  <a:pt x="434043" y="23480"/>
                  <a:pt x="434216" y="23687"/>
                  <a:pt x="434371" y="23980"/>
                </a:cubicBezTo>
                <a:cubicBezTo>
                  <a:pt x="434527" y="24273"/>
                  <a:pt x="434648" y="24644"/>
                  <a:pt x="434734" y="25093"/>
                </a:cubicBezTo>
                <a:cubicBezTo>
                  <a:pt x="434820" y="25541"/>
                  <a:pt x="434863" y="26093"/>
                  <a:pt x="434863" y="26748"/>
                </a:cubicBezTo>
                <a:cubicBezTo>
                  <a:pt x="434863" y="27990"/>
                  <a:pt x="434708" y="28887"/>
                  <a:pt x="434397" y="29438"/>
                </a:cubicBezTo>
                <a:cubicBezTo>
                  <a:pt x="434086" y="29990"/>
                  <a:pt x="433672" y="30266"/>
                  <a:pt x="433153" y="30266"/>
                </a:cubicBezTo>
                <a:lnTo>
                  <a:pt x="422738" y="30266"/>
                </a:lnTo>
                <a:lnTo>
                  <a:pt x="422738" y="71137"/>
                </a:lnTo>
                <a:cubicBezTo>
                  <a:pt x="422738" y="71413"/>
                  <a:pt x="422669" y="71646"/>
                  <a:pt x="422531" y="71837"/>
                </a:cubicBezTo>
                <a:cubicBezTo>
                  <a:pt x="422392" y="72027"/>
                  <a:pt x="422159" y="72191"/>
                  <a:pt x="421831" y="72329"/>
                </a:cubicBezTo>
                <a:cubicBezTo>
                  <a:pt x="421503" y="72467"/>
                  <a:pt x="421062" y="72570"/>
                  <a:pt x="420510" y="72639"/>
                </a:cubicBezTo>
                <a:cubicBezTo>
                  <a:pt x="419957" y="72708"/>
                  <a:pt x="419266" y="72742"/>
                  <a:pt x="418437" y="72742"/>
                </a:cubicBezTo>
                <a:cubicBezTo>
                  <a:pt x="417608" y="72742"/>
                  <a:pt x="416917" y="72708"/>
                  <a:pt x="416364" y="72639"/>
                </a:cubicBezTo>
                <a:cubicBezTo>
                  <a:pt x="415812" y="72570"/>
                  <a:pt x="415371" y="72467"/>
                  <a:pt x="415043" y="72329"/>
                </a:cubicBezTo>
                <a:cubicBezTo>
                  <a:pt x="414715" y="72191"/>
                  <a:pt x="414482" y="72027"/>
                  <a:pt x="414343" y="71837"/>
                </a:cubicBezTo>
                <a:cubicBezTo>
                  <a:pt x="414205" y="71646"/>
                  <a:pt x="414136" y="71413"/>
                  <a:pt x="414136" y="71137"/>
                </a:cubicBezTo>
                <a:lnTo>
                  <a:pt x="414136" y="30266"/>
                </a:lnTo>
                <a:lnTo>
                  <a:pt x="407555" y="30266"/>
                </a:lnTo>
                <a:cubicBezTo>
                  <a:pt x="407002" y="30266"/>
                  <a:pt x="406588" y="29990"/>
                  <a:pt x="406312" y="29438"/>
                </a:cubicBezTo>
                <a:cubicBezTo>
                  <a:pt x="406035" y="28887"/>
                  <a:pt x="405897" y="27990"/>
                  <a:pt x="405897" y="26748"/>
                </a:cubicBezTo>
                <a:cubicBezTo>
                  <a:pt x="405897" y="26093"/>
                  <a:pt x="405932" y="25541"/>
                  <a:pt x="406001" y="25093"/>
                </a:cubicBezTo>
                <a:cubicBezTo>
                  <a:pt x="406070" y="24644"/>
                  <a:pt x="406173" y="24273"/>
                  <a:pt x="406312" y="23980"/>
                </a:cubicBezTo>
                <a:cubicBezTo>
                  <a:pt x="406450" y="23687"/>
                  <a:pt x="406622" y="23480"/>
                  <a:pt x="406830" y="23359"/>
                </a:cubicBezTo>
                <a:cubicBezTo>
                  <a:pt x="407037" y="23239"/>
                  <a:pt x="407279" y="23178"/>
                  <a:pt x="407555" y="23178"/>
                </a:cubicBezTo>
                <a:lnTo>
                  <a:pt x="414136" y="23178"/>
                </a:lnTo>
                <a:lnTo>
                  <a:pt x="414136" y="18378"/>
                </a:lnTo>
                <a:cubicBezTo>
                  <a:pt x="414136" y="15142"/>
                  <a:pt x="414438" y="12363"/>
                  <a:pt x="415043" y="10040"/>
                </a:cubicBezTo>
                <a:cubicBezTo>
                  <a:pt x="415647" y="7717"/>
                  <a:pt x="416572" y="5816"/>
                  <a:pt x="417815" y="4336"/>
                </a:cubicBezTo>
                <a:cubicBezTo>
                  <a:pt x="419059" y="2856"/>
                  <a:pt x="420622" y="1764"/>
                  <a:pt x="422505" y="1059"/>
                </a:cubicBezTo>
                <a:cubicBezTo>
                  <a:pt x="424387" y="353"/>
                  <a:pt x="426607" y="0"/>
                  <a:pt x="429163" y="0"/>
                </a:cubicBezTo>
                <a:cubicBezTo>
                  <a:pt x="430373" y="0"/>
                  <a:pt x="431547" y="112"/>
                  <a:pt x="432687" y="336"/>
                </a:cubicBezTo>
                <a:cubicBezTo>
                  <a:pt x="433827" y="560"/>
                  <a:pt x="434708" y="802"/>
                  <a:pt x="435330" y="1061"/>
                </a:cubicBezTo>
                <a:cubicBezTo>
                  <a:pt x="435952" y="1319"/>
                  <a:pt x="436366" y="1552"/>
                  <a:pt x="436573" y="1759"/>
                </a:cubicBezTo>
                <a:cubicBezTo>
                  <a:pt x="436781" y="1966"/>
                  <a:pt x="436953" y="2233"/>
                  <a:pt x="437092" y="2561"/>
                </a:cubicBezTo>
                <a:cubicBezTo>
                  <a:pt x="437230" y="2889"/>
                  <a:pt x="437325" y="3285"/>
                  <a:pt x="437377" y="3751"/>
                </a:cubicBezTo>
                <a:cubicBezTo>
                  <a:pt x="437428" y="4217"/>
                  <a:pt x="437454" y="4777"/>
                  <a:pt x="437454" y="5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Enginez">
            <a:extLst xmlns:a="http://schemas.openxmlformats.org/drawingml/2006/main">
              <a:ext uri="{FF2B5EF4-FFF2-40B4-BE49-F238E27FC236}">
                <a16:creationId xmlns:a16="http://schemas.microsoft.com/office/drawing/2014/main" id="{57EC73DD-F19C-47EF-8765-CFFC4AF5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975" y="2199503"/>
            <a:ext cx="343813" cy="87643"/>
          </a:xfrm>
          <a:custGeom xmlns:a="http://schemas.openxmlformats.org/drawingml/2006/main">
            <a:pathLst>
              <a:path w="343813" h="87643">
                <a:moveTo>
                  <a:pt x="37309" y="65034"/>
                </a:moveTo>
                <a:cubicBezTo>
                  <a:pt x="37309" y="65654"/>
                  <a:pt x="37275" y="66198"/>
                  <a:pt x="37206" y="66663"/>
                </a:cubicBezTo>
                <a:cubicBezTo>
                  <a:pt x="37136" y="67129"/>
                  <a:pt x="37016" y="67517"/>
                  <a:pt x="36843" y="67827"/>
                </a:cubicBezTo>
                <a:cubicBezTo>
                  <a:pt x="36670" y="68138"/>
                  <a:pt x="36471" y="68362"/>
                  <a:pt x="36247" y="68500"/>
                </a:cubicBezTo>
                <a:cubicBezTo>
                  <a:pt x="36022" y="68638"/>
                  <a:pt x="35772" y="68707"/>
                  <a:pt x="35496" y="68707"/>
                </a:cubicBezTo>
                <a:lnTo>
                  <a:pt x="3316" y="68707"/>
                </a:lnTo>
                <a:cubicBezTo>
                  <a:pt x="2522" y="68707"/>
                  <a:pt x="1770" y="68440"/>
                  <a:pt x="1062" y="67905"/>
                </a:cubicBezTo>
                <a:cubicBezTo>
                  <a:pt x="354" y="67370"/>
                  <a:pt x="0" y="66431"/>
                  <a:pt x="0" y="65085"/>
                </a:cubicBezTo>
                <a:lnTo>
                  <a:pt x="0" y="5381"/>
                </a:lnTo>
                <a:cubicBezTo>
                  <a:pt x="0" y="4035"/>
                  <a:pt x="354" y="3096"/>
                  <a:pt x="1062" y="2561"/>
                </a:cubicBezTo>
                <a:cubicBezTo>
                  <a:pt x="1770" y="2026"/>
                  <a:pt x="2522" y="1759"/>
                  <a:pt x="3316" y="1759"/>
                </a:cubicBezTo>
                <a:lnTo>
                  <a:pt x="35133" y="1759"/>
                </a:lnTo>
                <a:cubicBezTo>
                  <a:pt x="35409" y="1759"/>
                  <a:pt x="35660" y="1828"/>
                  <a:pt x="35884" y="1966"/>
                </a:cubicBezTo>
                <a:cubicBezTo>
                  <a:pt x="36109" y="2104"/>
                  <a:pt x="36290" y="2328"/>
                  <a:pt x="36428" y="2639"/>
                </a:cubicBezTo>
                <a:cubicBezTo>
                  <a:pt x="36566" y="2949"/>
                  <a:pt x="36679" y="3337"/>
                  <a:pt x="36765" y="3803"/>
                </a:cubicBezTo>
                <a:cubicBezTo>
                  <a:pt x="36851" y="4268"/>
                  <a:pt x="36895" y="4846"/>
                  <a:pt x="36895" y="5536"/>
                </a:cubicBezTo>
                <a:cubicBezTo>
                  <a:pt x="36895" y="6157"/>
                  <a:pt x="36851" y="6700"/>
                  <a:pt x="36765" y="7166"/>
                </a:cubicBezTo>
                <a:cubicBezTo>
                  <a:pt x="36679" y="7631"/>
                  <a:pt x="36566" y="8011"/>
                  <a:pt x="36428" y="8304"/>
                </a:cubicBezTo>
                <a:cubicBezTo>
                  <a:pt x="36290" y="8597"/>
                  <a:pt x="36109" y="8813"/>
                  <a:pt x="35884" y="8951"/>
                </a:cubicBezTo>
                <a:cubicBezTo>
                  <a:pt x="35660" y="9088"/>
                  <a:pt x="35409" y="9157"/>
                  <a:pt x="35133" y="9157"/>
                </a:cubicBezTo>
                <a:lnTo>
                  <a:pt x="8913" y="9157"/>
                </a:lnTo>
                <a:lnTo>
                  <a:pt x="8913" y="30163"/>
                </a:lnTo>
                <a:lnTo>
                  <a:pt x="31402" y="30163"/>
                </a:lnTo>
                <a:cubicBezTo>
                  <a:pt x="31678" y="30163"/>
                  <a:pt x="31929" y="30240"/>
                  <a:pt x="32153" y="30396"/>
                </a:cubicBezTo>
                <a:cubicBezTo>
                  <a:pt x="32378" y="30551"/>
                  <a:pt x="32568" y="30766"/>
                  <a:pt x="32723" y="31042"/>
                </a:cubicBezTo>
                <a:cubicBezTo>
                  <a:pt x="32879" y="31318"/>
                  <a:pt x="32991" y="31698"/>
                  <a:pt x="33060" y="32181"/>
                </a:cubicBezTo>
                <a:cubicBezTo>
                  <a:pt x="33129" y="32663"/>
                  <a:pt x="33164" y="33232"/>
                  <a:pt x="33164" y="33888"/>
                </a:cubicBezTo>
                <a:cubicBezTo>
                  <a:pt x="33164" y="34509"/>
                  <a:pt x="33129" y="35043"/>
                  <a:pt x="33060" y="35492"/>
                </a:cubicBezTo>
                <a:cubicBezTo>
                  <a:pt x="32991" y="35940"/>
                  <a:pt x="32879" y="36302"/>
                  <a:pt x="32723" y="36578"/>
                </a:cubicBezTo>
                <a:cubicBezTo>
                  <a:pt x="32568" y="36854"/>
                  <a:pt x="32378" y="37052"/>
                  <a:pt x="32153" y="37173"/>
                </a:cubicBezTo>
                <a:cubicBezTo>
                  <a:pt x="31929" y="37294"/>
                  <a:pt x="31678" y="37354"/>
                  <a:pt x="31402" y="37354"/>
                </a:cubicBezTo>
                <a:lnTo>
                  <a:pt x="8913" y="37354"/>
                </a:lnTo>
                <a:lnTo>
                  <a:pt x="8913" y="61309"/>
                </a:lnTo>
                <a:lnTo>
                  <a:pt x="35496" y="61309"/>
                </a:lnTo>
                <a:cubicBezTo>
                  <a:pt x="35772" y="61309"/>
                  <a:pt x="36022" y="61378"/>
                  <a:pt x="36247" y="61515"/>
                </a:cubicBezTo>
                <a:cubicBezTo>
                  <a:pt x="36471" y="61653"/>
                  <a:pt x="36670" y="61869"/>
                  <a:pt x="36843" y="62162"/>
                </a:cubicBezTo>
                <a:cubicBezTo>
                  <a:pt x="37016" y="62455"/>
                  <a:pt x="37136" y="62835"/>
                  <a:pt x="37206" y="63300"/>
                </a:cubicBezTo>
                <a:cubicBezTo>
                  <a:pt x="37275" y="63766"/>
                  <a:pt x="37309" y="64344"/>
                  <a:pt x="37309" y="65034"/>
                </a:cubicBezTo>
                <a:close/>
                <a:moveTo>
                  <a:pt x="90581" y="67414"/>
                </a:moveTo>
                <a:cubicBezTo>
                  <a:pt x="90581" y="67689"/>
                  <a:pt x="90512" y="67922"/>
                  <a:pt x="90374" y="68112"/>
                </a:cubicBezTo>
                <a:cubicBezTo>
                  <a:pt x="90236" y="68302"/>
                  <a:pt x="90011" y="68465"/>
                  <a:pt x="89700" y="68603"/>
                </a:cubicBezTo>
                <a:cubicBezTo>
                  <a:pt x="89389" y="68741"/>
                  <a:pt x="88957" y="68845"/>
                  <a:pt x="88405" y="68914"/>
                </a:cubicBezTo>
                <a:cubicBezTo>
                  <a:pt x="87852" y="68983"/>
                  <a:pt x="87161" y="69017"/>
                  <a:pt x="86332" y="69017"/>
                </a:cubicBezTo>
                <a:cubicBezTo>
                  <a:pt x="85468" y="69017"/>
                  <a:pt x="84760" y="68983"/>
                  <a:pt x="84207" y="68914"/>
                </a:cubicBezTo>
                <a:cubicBezTo>
                  <a:pt x="83655" y="68845"/>
                  <a:pt x="83223" y="68741"/>
                  <a:pt x="82912" y="68603"/>
                </a:cubicBezTo>
                <a:cubicBezTo>
                  <a:pt x="82601" y="68465"/>
                  <a:pt x="82376" y="68302"/>
                  <a:pt x="82238" y="68112"/>
                </a:cubicBezTo>
                <a:cubicBezTo>
                  <a:pt x="82100" y="67922"/>
                  <a:pt x="82031" y="67689"/>
                  <a:pt x="82031" y="67414"/>
                </a:cubicBezTo>
                <a:lnTo>
                  <a:pt x="82031" y="40148"/>
                </a:lnTo>
                <a:cubicBezTo>
                  <a:pt x="82031" y="37492"/>
                  <a:pt x="81824" y="35354"/>
                  <a:pt x="81409" y="33733"/>
                </a:cubicBezTo>
                <a:cubicBezTo>
                  <a:pt x="80995" y="32112"/>
                  <a:pt x="80390" y="30715"/>
                  <a:pt x="79596" y="29542"/>
                </a:cubicBezTo>
                <a:cubicBezTo>
                  <a:pt x="78801" y="28369"/>
                  <a:pt x="77773" y="27472"/>
                  <a:pt x="76512" y="26852"/>
                </a:cubicBezTo>
                <a:cubicBezTo>
                  <a:pt x="75251" y="26231"/>
                  <a:pt x="73792" y="25920"/>
                  <a:pt x="72134" y="25920"/>
                </a:cubicBezTo>
                <a:cubicBezTo>
                  <a:pt x="69992" y="25920"/>
                  <a:pt x="67850" y="26679"/>
                  <a:pt x="65708" y="28197"/>
                </a:cubicBezTo>
                <a:cubicBezTo>
                  <a:pt x="63566" y="29714"/>
                  <a:pt x="61321" y="31939"/>
                  <a:pt x="58972" y="34871"/>
                </a:cubicBezTo>
                <a:lnTo>
                  <a:pt x="58972" y="67414"/>
                </a:lnTo>
                <a:cubicBezTo>
                  <a:pt x="58972" y="67689"/>
                  <a:pt x="58903" y="67922"/>
                  <a:pt x="58765" y="68112"/>
                </a:cubicBezTo>
                <a:cubicBezTo>
                  <a:pt x="58626" y="68302"/>
                  <a:pt x="58402" y="68465"/>
                  <a:pt x="58091" y="68603"/>
                </a:cubicBezTo>
                <a:cubicBezTo>
                  <a:pt x="57780" y="68741"/>
                  <a:pt x="57348" y="68845"/>
                  <a:pt x="56796" y="68914"/>
                </a:cubicBezTo>
                <a:cubicBezTo>
                  <a:pt x="56243" y="68983"/>
                  <a:pt x="55535" y="69017"/>
                  <a:pt x="54671" y="69017"/>
                </a:cubicBezTo>
                <a:cubicBezTo>
                  <a:pt x="53842" y="69017"/>
                  <a:pt x="53151" y="68983"/>
                  <a:pt x="52598" y="68914"/>
                </a:cubicBezTo>
                <a:cubicBezTo>
                  <a:pt x="52046" y="68845"/>
                  <a:pt x="51605" y="68741"/>
                  <a:pt x="51277" y="68603"/>
                </a:cubicBezTo>
                <a:cubicBezTo>
                  <a:pt x="50949" y="68465"/>
                  <a:pt x="50724" y="68302"/>
                  <a:pt x="50603" y="68112"/>
                </a:cubicBezTo>
                <a:cubicBezTo>
                  <a:pt x="50482" y="67922"/>
                  <a:pt x="50422" y="67689"/>
                  <a:pt x="50422" y="67414"/>
                </a:cubicBezTo>
                <a:lnTo>
                  <a:pt x="50422" y="20850"/>
                </a:lnTo>
                <a:cubicBezTo>
                  <a:pt x="50422" y="20574"/>
                  <a:pt x="50474" y="20341"/>
                  <a:pt x="50577" y="20152"/>
                </a:cubicBezTo>
                <a:cubicBezTo>
                  <a:pt x="50681" y="19962"/>
                  <a:pt x="50888" y="19789"/>
                  <a:pt x="51199" y="19634"/>
                </a:cubicBezTo>
                <a:cubicBezTo>
                  <a:pt x="51510" y="19479"/>
                  <a:pt x="51907" y="19376"/>
                  <a:pt x="52391" y="19324"/>
                </a:cubicBezTo>
                <a:cubicBezTo>
                  <a:pt x="52875" y="19272"/>
                  <a:pt x="53514" y="19246"/>
                  <a:pt x="54308" y="19246"/>
                </a:cubicBezTo>
                <a:cubicBezTo>
                  <a:pt x="55068" y="19246"/>
                  <a:pt x="55699" y="19272"/>
                  <a:pt x="56200" y="19324"/>
                </a:cubicBezTo>
                <a:cubicBezTo>
                  <a:pt x="56701" y="19376"/>
                  <a:pt x="57089" y="19479"/>
                  <a:pt x="57366" y="19634"/>
                </a:cubicBezTo>
                <a:cubicBezTo>
                  <a:pt x="57642" y="19789"/>
                  <a:pt x="57841" y="19962"/>
                  <a:pt x="57961" y="20152"/>
                </a:cubicBezTo>
                <a:cubicBezTo>
                  <a:pt x="58082" y="20341"/>
                  <a:pt x="58143" y="20574"/>
                  <a:pt x="58143" y="20850"/>
                </a:cubicBezTo>
                <a:lnTo>
                  <a:pt x="58143" y="27007"/>
                </a:lnTo>
                <a:cubicBezTo>
                  <a:pt x="60768" y="24075"/>
                  <a:pt x="63385" y="21928"/>
                  <a:pt x="65993" y="20566"/>
                </a:cubicBezTo>
                <a:cubicBezTo>
                  <a:pt x="68601" y="19203"/>
                  <a:pt x="71236" y="18522"/>
                  <a:pt x="73896" y="18522"/>
                </a:cubicBezTo>
                <a:cubicBezTo>
                  <a:pt x="77005" y="18522"/>
                  <a:pt x="79621" y="19048"/>
                  <a:pt x="81746" y="20100"/>
                </a:cubicBezTo>
                <a:cubicBezTo>
                  <a:pt x="83871" y="21152"/>
                  <a:pt x="85589" y="22557"/>
                  <a:pt x="86902" y="24316"/>
                </a:cubicBezTo>
                <a:cubicBezTo>
                  <a:pt x="88215" y="26076"/>
                  <a:pt x="89156" y="28136"/>
                  <a:pt x="89726" y="30499"/>
                </a:cubicBezTo>
                <a:cubicBezTo>
                  <a:pt x="90296" y="32862"/>
                  <a:pt x="90581" y="35699"/>
                  <a:pt x="90581" y="39010"/>
                </a:cubicBezTo>
                <a:lnTo>
                  <a:pt x="90581" y="67414"/>
                </a:lnTo>
                <a:close/>
                <a:moveTo>
                  <a:pt x="145783" y="22920"/>
                </a:moveTo>
                <a:cubicBezTo>
                  <a:pt x="145783" y="24127"/>
                  <a:pt x="145619" y="24998"/>
                  <a:pt x="145291" y="25532"/>
                </a:cubicBezTo>
                <a:cubicBezTo>
                  <a:pt x="144963" y="26067"/>
                  <a:pt x="144540" y="26334"/>
                  <a:pt x="144022" y="26334"/>
                </a:cubicBezTo>
                <a:lnTo>
                  <a:pt x="137337" y="26334"/>
                </a:lnTo>
                <a:cubicBezTo>
                  <a:pt x="138546" y="27579"/>
                  <a:pt x="139393" y="28954"/>
                  <a:pt x="139876" y="30460"/>
                </a:cubicBezTo>
                <a:cubicBezTo>
                  <a:pt x="140360" y="31965"/>
                  <a:pt x="140602" y="33530"/>
                  <a:pt x="140602" y="35155"/>
                </a:cubicBezTo>
                <a:cubicBezTo>
                  <a:pt x="140602" y="37841"/>
                  <a:pt x="140170" y="40218"/>
                  <a:pt x="139306" y="42284"/>
                </a:cubicBezTo>
                <a:cubicBezTo>
                  <a:pt x="138443" y="44350"/>
                  <a:pt x="137208" y="46098"/>
                  <a:pt x="135601" y="47527"/>
                </a:cubicBezTo>
                <a:cubicBezTo>
                  <a:pt x="133995" y="48956"/>
                  <a:pt x="132086" y="50050"/>
                  <a:pt x="129875" y="50808"/>
                </a:cubicBezTo>
                <a:cubicBezTo>
                  <a:pt x="127664" y="51565"/>
                  <a:pt x="125212" y="51944"/>
                  <a:pt x="122517" y="51944"/>
                </a:cubicBezTo>
                <a:cubicBezTo>
                  <a:pt x="120617" y="51944"/>
                  <a:pt x="118812" y="51695"/>
                  <a:pt x="117102" y="51196"/>
                </a:cubicBezTo>
                <a:cubicBezTo>
                  <a:pt x="115392" y="50696"/>
                  <a:pt x="114071" y="50068"/>
                  <a:pt x="113138" y="49310"/>
                </a:cubicBezTo>
                <a:cubicBezTo>
                  <a:pt x="112516" y="49931"/>
                  <a:pt x="112007" y="50638"/>
                  <a:pt x="111609" y="51432"/>
                </a:cubicBezTo>
                <a:cubicBezTo>
                  <a:pt x="111212" y="52224"/>
                  <a:pt x="111013" y="53137"/>
                  <a:pt x="111013" y="54170"/>
                </a:cubicBezTo>
                <a:cubicBezTo>
                  <a:pt x="111013" y="55378"/>
                  <a:pt x="111575" y="56378"/>
                  <a:pt x="112697" y="57171"/>
                </a:cubicBezTo>
                <a:cubicBezTo>
                  <a:pt x="113820" y="57963"/>
                  <a:pt x="115314" y="58394"/>
                  <a:pt x="117180" y="58463"/>
                </a:cubicBezTo>
                <a:lnTo>
                  <a:pt x="129357" y="58982"/>
                </a:lnTo>
                <a:cubicBezTo>
                  <a:pt x="131672" y="59051"/>
                  <a:pt x="133796" y="59371"/>
                  <a:pt x="135731" y="59942"/>
                </a:cubicBezTo>
                <a:cubicBezTo>
                  <a:pt x="137665" y="60514"/>
                  <a:pt x="139341" y="61327"/>
                  <a:pt x="140757" y="62384"/>
                </a:cubicBezTo>
                <a:cubicBezTo>
                  <a:pt x="142173" y="63439"/>
                  <a:pt x="143279" y="64737"/>
                  <a:pt x="144073" y="66277"/>
                </a:cubicBezTo>
                <a:cubicBezTo>
                  <a:pt x="144868" y="67817"/>
                  <a:pt x="145265" y="69609"/>
                  <a:pt x="145265" y="71651"/>
                </a:cubicBezTo>
                <a:cubicBezTo>
                  <a:pt x="145265" y="73797"/>
                  <a:pt x="144816" y="75839"/>
                  <a:pt x="143918" y="77777"/>
                </a:cubicBezTo>
                <a:cubicBezTo>
                  <a:pt x="143020" y="79716"/>
                  <a:pt x="141647" y="81421"/>
                  <a:pt x="139798" y="82891"/>
                </a:cubicBezTo>
                <a:cubicBezTo>
                  <a:pt x="137950" y="84362"/>
                  <a:pt x="135593" y="85522"/>
                  <a:pt x="132725" y="86370"/>
                </a:cubicBezTo>
                <a:cubicBezTo>
                  <a:pt x="129858" y="87219"/>
                  <a:pt x="126472" y="87643"/>
                  <a:pt x="122569" y="87643"/>
                </a:cubicBezTo>
                <a:cubicBezTo>
                  <a:pt x="118803" y="87643"/>
                  <a:pt x="115599" y="87323"/>
                  <a:pt x="112957" y="86684"/>
                </a:cubicBezTo>
                <a:cubicBezTo>
                  <a:pt x="110314" y="86046"/>
                  <a:pt x="108146" y="85174"/>
                  <a:pt x="106453" y="84070"/>
                </a:cubicBezTo>
                <a:cubicBezTo>
                  <a:pt x="104761" y="82966"/>
                  <a:pt x="103534" y="81646"/>
                  <a:pt x="102774" y="80110"/>
                </a:cubicBezTo>
                <a:cubicBezTo>
                  <a:pt x="102014" y="78574"/>
                  <a:pt x="101634" y="76908"/>
                  <a:pt x="101634" y="75113"/>
                </a:cubicBezTo>
                <a:cubicBezTo>
                  <a:pt x="101634" y="73974"/>
                  <a:pt x="101772" y="72870"/>
                  <a:pt x="102049" y="71800"/>
                </a:cubicBezTo>
                <a:cubicBezTo>
                  <a:pt x="102325" y="70730"/>
                  <a:pt x="102748" y="69711"/>
                  <a:pt x="103318" y="68744"/>
                </a:cubicBezTo>
                <a:cubicBezTo>
                  <a:pt x="103888" y="67778"/>
                  <a:pt x="104597" y="66856"/>
                  <a:pt x="105443" y="65976"/>
                </a:cubicBezTo>
                <a:cubicBezTo>
                  <a:pt x="106289" y="65096"/>
                  <a:pt x="107265" y="64224"/>
                  <a:pt x="108371" y="63360"/>
                </a:cubicBezTo>
                <a:cubicBezTo>
                  <a:pt x="106678" y="62495"/>
                  <a:pt x="105426" y="61404"/>
                  <a:pt x="104614" y="60088"/>
                </a:cubicBezTo>
                <a:cubicBezTo>
                  <a:pt x="103802" y="58771"/>
                  <a:pt x="103396" y="57350"/>
                  <a:pt x="103396" y="55826"/>
                </a:cubicBezTo>
                <a:cubicBezTo>
                  <a:pt x="103396" y="53713"/>
                  <a:pt x="103828" y="51826"/>
                  <a:pt x="104692" y="50162"/>
                </a:cubicBezTo>
                <a:cubicBezTo>
                  <a:pt x="105555" y="48499"/>
                  <a:pt x="106626" y="47010"/>
                  <a:pt x="107904" y="45694"/>
                </a:cubicBezTo>
                <a:cubicBezTo>
                  <a:pt x="106833" y="44420"/>
                  <a:pt x="105987" y="42982"/>
                  <a:pt x="105365" y="41380"/>
                </a:cubicBezTo>
                <a:cubicBezTo>
                  <a:pt x="104743" y="39778"/>
                  <a:pt x="104432" y="37841"/>
                  <a:pt x="104432" y="35569"/>
                </a:cubicBezTo>
                <a:cubicBezTo>
                  <a:pt x="104432" y="32918"/>
                  <a:pt x="104882" y="30542"/>
                  <a:pt x="105780" y="28441"/>
                </a:cubicBezTo>
                <a:cubicBezTo>
                  <a:pt x="106678" y="26340"/>
                  <a:pt x="107922" y="24567"/>
                  <a:pt x="109511" y="23120"/>
                </a:cubicBezTo>
                <a:cubicBezTo>
                  <a:pt x="111100" y="21674"/>
                  <a:pt x="113008" y="20563"/>
                  <a:pt x="115237" y="19788"/>
                </a:cubicBezTo>
                <a:cubicBezTo>
                  <a:pt x="117465" y="19013"/>
                  <a:pt x="119892" y="18625"/>
                  <a:pt x="122517" y="18625"/>
                </a:cubicBezTo>
                <a:cubicBezTo>
                  <a:pt x="123933" y="18625"/>
                  <a:pt x="125255" y="18699"/>
                  <a:pt x="126481" y="18845"/>
                </a:cubicBezTo>
                <a:cubicBezTo>
                  <a:pt x="127707" y="18991"/>
                  <a:pt x="128856" y="19193"/>
                  <a:pt x="129927" y="19453"/>
                </a:cubicBezTo>
                <a:lnTo>
                  <a:pt x="144022" y="19453"/>
                </a:lnTo>
                <a:cubicBezTo>
                  <a:pt x="144609" y="19453"/>
                  <a:pt x="145049" y="19738"/>
                  <a:pt x="145343" y="20307"/>
                </a:cubicBezTo>
                <a:cubicBezTo>
                  <a:pt x="145637" y="20876"/>
                  <a:pt x="145783" y="21747"/>
                  <a:pt x="145783" y="22920"/>
                </a:cubicBezTo>
                <a:moveTo>
                  <a:pt x="132414" y="35207"/>
                </a:moveTo>
                <a:cubicBezTo>
                  <a:pt x="132414" y="32043"/>
                  <a:pt x="131542" y="29574"/>
                  <a:pt x="129797" y="27802"/>
                </a:cubicBezTo>
                <a:cubicBezTo>
                  <a:pt x="128053" y="26030"/>
                  <a:pt x="125574" y="25144"/>
                  <a:pt x="122362" y="25144"/>
                </a:cubicBezTo>
                <a:cubicBezTo>
                  <a:pt x="120703" y="25144"/>
                  <a:pt x="119261" y="25420"/>
                  <a:pt x="118035" y="25970"/>
                </a:cubicBezTo>
                <a:cubicBezTo>
                  <a:pt x="116808" y="26520"/>
                  <a:pt x="115789" y="27277"/>
                  <a:pt x="114977" y="28240"/>
                </a:cubicBezTo>
                <a:cubicBezTo>
                  <a:pt x="114166" y="29204"/>
                  <a:pt x="113561" y="30314"/>
                  <a:pt x="113164" y="31569"/>
                </a:cubicBezTo>
                <a:cubicBezTo>
                  <a:pt x="112767" y="32825"/>
                  <a:pt x="112568" y="34141"/>
                  <a:pt x="112568" y="35518"/>
                </a:cubicBezTo>
                <a:cubicBezTo>
                  <a:pt x="112568" y="38579"/>
                  <a:pt x="113440" y="40987"/>
                  <a:pt x="115185" y="42741"/>
                </a:cubicBezTo>
                <a:cubicBezTo>
                  <a:pt x="116929" y="44496"/>
                  <a:pt x="119373" y="45373"/>
                  <a:pt x="122517" y="45373"/>
                </a:cubicBezTo>
                <a:cubicBezTo>
                  <a:pt x="124210" y="45373"/>
                  <a:pt x="125678" y="45107"/>
                  <a:pt x="126922" y="44575"/>
                </a:cubicBezTo>
                <a:cubicBezTo>
                  <a:pt x="128165" y="44041"/>
                  <a:pt x="129193" y="43301"/>
                  <a:pt x="130005" y="42355"/>
                </a:cubicBezTo>
                <a:cubicBezTo>
                  <a:pt x="130817" y="41409"/>
                  <a:pt x="131421" y="40316"/>
                  <a:pt x="131818" y="39078"/>
                </a:cubicBezTo>
                <a:cubicBezTo>
                  <a:pt x="132216" y="37839"/>
                  <a:pt x="132414" y="36549"/>
                  <a:pt x="132414" y="35207"/>
                </a:cubicBezTo>
                <a:moveTo>
                  <a:pt x="136715" y="72115"/>
                </a:moveTo>
                <a:cubicBezTo>
                  <a:pt x="136715" y="70101"/>
                  <a:pt x="135895" y="68547"/>
                  <a:pt x="134254" y="67454"/>
                </a:cubicBezTo>
                <a:cubicBezTo>
                  <a:pt x="132613" y="66360"/>
                  <a:pt x="130393" y="65778"/>
                  <a:pt x="127595" y="65709"/>
                </a:cubicBezTo>
                <a:lnTo>
                  <a:pt x="115522" y="65292"/>
                </a:lnTo>
                <a:cubicBezTo>
                  <a:pt x="114416" y="66160"/>
                  <a:pt x="113509" y="66985"/>
                  <a:pt x="112801" y="67766"/>
                </a:cubicBezTo>
                <a:cubicBezTo>
                  <a:pt x="112093" y="68547"/>
                  <a:pt x="111532" y="69294"/>
                  <a:pt x="111117" y="70005"/>
                </a:cubicBezTo>
                <a:cubicBezTo>
                  <a:pt x="110702" y="70717"/>
                  <a:pt x="110417" y="71419"/>
                  <a:pt x="110262" y="72114"/>
                </a:cubicBezTo>
                <a:cubicBezTo>
                  <a:pt x="110107" y="72809"/>
                  <a:pt x="110029" y="73521"/>
                  <a:pt x="110029" y="74249"/>
                </a:cubicBezTo>
                <a:cubicBezTo>
                  <a:pt x="110029" y="76506"/>
                  <a:pt x="111169" y="78216"/>
                  <a:pt x="113449" y="79379"/>
                </a:cubicBezTo>
                <a:cubicBezTo>
                  <a:pt x="115729" y="80542"/>
                  <a:pt x="118907" y="81124"/>
                  <a:pt x="122983" y="81124"/>
                </a:cubicBezTo>
                <a:cubicBezTo>
                  <a:pt x="125574" y="81124"/>
                  <a:pt x="127742" y="80872"/>
                  <a:pt x="129487" y="80369"/>
                </a:cubicBezTo>
                <a:cubicBezTo>
                  <a:pt x="131231" y="79865"/>
                  <a:pt x="132639" y="79197"/>
                  <a:pt x="133710" y="78364"/>
                </a:cubicBezTo>
                <a:cubicBezTo>
                  <a:pt x="134781" y="77531"/>
                  <a:pt x="135549" y="76576"/>
                  <a:pt x="136016" y="75499"/>
                </a:cubicBezTo>
                <a:cubicBezTo>
                  <a:pt x="136482" y="74423"/>
                  <a:pt x="136715" y="73295"/>
                  <a:pt x="136715" y="72115"/>
                </a:cubicBezTo>
                <a:close/>
                <a:moveTo>
                  <a:pt x="165075" y="67414"/>
                </a:moveTo>
                <a:cubicBezTo>
                  <a:pt x="165075" y="67689"/>
                  <a:pt x="165005" y="67922"/>
                  <a:pt x="164867" y="68112"/>
                </a:cubicBezTo>
                <a:cubicBezTo>
                  <a:pt x="164729" y="68302"/>
                  <a:pt x="164505" y="68465"/>
                  <a:pt x="164194" y="68603"/>
                </a:cubicBezTo>
                <a:cubicBezTo>
                  <a:pt x="163883" y="68741"/>
                  <a:pt x="163451" y="68845"/>
                  <a:pt x="162898" y="68914"/>
                </a:cubicBezTo>
                <a:cubicBezTo>
                  <a:pt x="162345" y="68983"/>
                  <a:pt x="161637" y="69017"/>
                  <a:pt x="160774" y="69017"/>
                </a:cubicBezTo>
                <a:cubicBezTo>
                  <a:pt x="159945" y="69017"/>
                  <a:pt x="159254" y="68983"/>
                  <a:pt x="158701" y="68914"/>
                </a:cubicBezTo>
                <a:cubicBezTo>
                  <a:pt x="158148" y="68845"/>
                  <a:pt x="157708" y="68741"/>
                  <a:pt x="157380" y="68603"/>
                </a:cubicBezTo>
                <a:cubicBezTo>
                  <a:pt x="157051" y="68465"/>
                  <a:pt x="156827" y="68302"/>
                  <a:pt x="156706" y="68112"/>
                </a:cubicBezTo>
                <a:cubicBezTo>
                  <a:pt x="156585" y="67922"/>
                  <a:pt x="156525" y="67689"/>
                  <a:pt x="156525" y="67414"/>
                </a:cubicBezTo>
                <a:lnTo>
                  <a:pt x="156525" y="20850"/>
                </a:lnTo>
                <a:cubicBezTo>
                  <a:pt x="156525" y="20609"/>
                  <a:pt x="156585" y="20384"/>
                  <a:pt x="156706" y="20177"/>
                </a:cubicBezTo>
                <a:cubicBezTo>
                  <a:pt x="156827" y="19971"/>
                  <a:pt x="157051" y="19798"/>
                  <a:pt x="157380" y="19660"/>
                </a:cubicBezTo>
                <a:cubicBezTo>
                  <a:pt x="157708" y="19522"/>
                  <a:pt x="158148" y="19419"/>
                  <a:pt x="158701" y="19350"/>
                </a:cubicBezTo>
                <a:cubicBezTo>
                  <a:pt x="159254" y="19281"/>
                  <a:pt x="159945" y="19246"/>
                  <a:pt x="160774" y="19246"/>
                </a:cubicBezTo>
                <a:cubicBezTo>
                  <a:pt x="161637" y="19246"/>
                  <a:pt x="162345" y="19281"/>
                  <a:pt x="162898" y="19350"/>
                </a:cubicBezTo>
                <a:cubicBezTo>
                  <a:pt x="163451" y="19419"/>
                  <a:pt x="163883" y="19522"/>
                  <a:pt x="164194" y="19660"/>
                </a:cubicBezTo>
                <a:cubicBezTo>
                  <a:pt x="164505" y="19798"/>
                  <a:pt x="164729" y="19971"/>
                  <a:pt x="164867" y="20177"/>
                </a:cubicBezTo>
                <a:cubicBezTo>
                  <a:pt x="165005" y="20384"/>
                  <a:pt x="165075" y="20609"/>
                  <a:pt x="165075" y="20850"/>
                </a:cubicBezTo>
                <a:lnTo>
                  <a:pt x="165075" y="67414"/>
                </a:lnTo>
                <a:moveTo>
                  <a:pt x="166059" y="5070"/>
                </a:moveTo>
                <a:cubicBezTo>
                  <a:pt x="166059" y="7071"/>
                  <a:pt x="165679" y="8433"/>
                  <a:pt x="164919" y="9157"/>
                </a:cubicBezTo>
                <a:cubicBezTo>
                  <a:pt x="164159" y="9882"/>
                  <a:pt x="162760" y="10244"/>
                  <a:pt x="160722" y="10244"/>
                </a:cubicBezTo>
                <a:cubicBezTo>
                  <a:pt x="158718" y="10244"/>
                  <a:pt x="157345" y="9890"/>
                  <a:pt x="156602" y="9183"/>
                </a:cubicBezTo>
                <a:cubicBezTo>
                  <a:pt x="155860" y="8476"/>
                  <a:pt x="155488" y="7140"/>
                  <a:pt x="155488" y="5174"/>
                </a:cubicBezTo>
                <a:cubicBezTo>
                  <a:pt x="155488" y="3173"/>
                  <a:pt x="155868" y="1811"/>
                  <a:pt x="156628" y="1086"/>
                </a:cubicBezTo>
                <a:cubicBezTo>
                  <a:pt x="157388" y="362"/>
                  <a:pt x="158787" y="0"/>
                  <a:pt x="160825" y="0"/>
                </a:cubicBezTo>
                <a:cubicBezTo>
                  <a:pt x="162829" y="0"/>
                  <a:pt x="164202" y="354"/>
                  <a:pt x="164945" y="1061"/>
                </a:cubicBezTo>
                <a:cubicBezTo>
                  <a:pt x="165688" y="1768"/>
                  <a:pt x="166059" y="3104"/>
                  <a:pt x="166059" y="5070"/>
                </a:cubicBezTo>
                <a:close/>
                <a:moveTo>
                  <a:pt x="221559" y="67414"/>
                </a:moveTo>
                <a:cubicBezTo>
                  <a:pt x="221559" y="67689"/>
                  <a:pt x="221490" y="67922"/>
                  <a:pt x="221352" y="68112"/>
                </a:cubicBezTo>
                <a:cubicBezTo>
                  <a:pt x="221214" y="68302"/>
                  <a:pt x="220989" y="68465"/>
                  <a:pt x="220678" y="68603"/>
                </a:cubicBezTo>
                <a:cubicBezTo>
                  <a:pt x="220367" y="68741"/>
                  <a:pt x="219936" y="68845"/>
                  <a:pt x="219383" y="68914"/>
                </a:cubicBezTo>
                <a:cubicBezTo>
                  <a:pt x="218830" y="68983"/>
                  <a:pt x="218139" y="69017"/>
                  <a:pt x="217310" y="69017"/>
                </a:cubicBezTo>
                <a:cubicBezTo>
                  <a:pt x="216446" y="69017"/>
                  <a:pt x="215738" y="68983"/>
                  <a:pt x="215185" y="68914"/>
                </a:cubicBezTo>
                <a:cubicBezTo>
                  <a:pt x="214633" y="68845"/>
                  <a:pt x="214201" y="68741"/>
                  <a:pt x="213890" y="68603"/>
                </a:cubicBezTo>
                <a:cubicBezTo>
                  <a:pt x="213579" y="68465"/>
                  <a:pt x="213355" y="68302"/>
                  <a:pt x="213216" y="68112"/>
                </a:cubicBezTo>
                <a:cubicBezTo>
                  <a:pt x="213078" y="67922"/>
                  <a:pt x="213009" y="67689"/>
                  <a:pt x="213009" y="67414"/>
                </a:cubicBezTo>
                <a:lnTo>
                  <a:pt x="213009" y="40148"/>
                </a:lnTo>
                <a:cubicBezTo>
                  <a:pt x="213009" y="37492"/>
                  <a:pt x="212802" y="35354"/>
                  <a:pt x="212387" y="33733"/>
                </a:cubicBezTo>
                <a:cubicBezTo>
                  <a:pt x="211973" y="32112"/>
                  <a:pt x="211368" y="30715"/>
                  <a:pt x="210574" y="29542"/>
                </a:cubicBezTo>
                <a:cubicBezTo>
                  <a:pt x="209779" y="28369"/>
                  <a:pt x="208751" y="27472"/>
                  <a:pt x="207490" y="26852"/>
                </a:cubicBezTo>
                <a:cubicBezTo>
                  <a:pt x="206230" y="26231"/>
                  <a:pt x="204770" y="25920"/>
                  <a:pt x="203112" y="25920"/>
                </a:cubicBezTo>
                <a:cubicBezTo>
                  <a:pt x="200970" y="25920"/>
                  <a:pt x="198828" y="26679"/>
                  <a:pt x="196686" y="28197"/>
                </a:cubicBezTo>
                <a:cubicBezTo>
                  <a:pt x="194545" y="29714"/>
                  <a:pt x="192299" y="31939"/>
                  <a:pt x="189950" y="34871"/>
                </a:cubicBezTo>
                <a:lnTo>
                  <a:pt x="189950" y="67414"/>
                </a:lnTo>
                <a:cubicBezTo>
                  <a:pt x="189950" y="67689"/>
                  <a:pt x="189881" y="67922"/>
                  <a:pt x="189743" y="68112"/>
                </a:cubicBezTo>
                <a:cubicBezTo>
                  <a:pt x="189605" y="68302"/>
                  <a:pt x="189380" y="68465"/>
                  <a:pt x="189069" y="68603"/>
                </a:cubicBezTo>
                <a:cubicBezTo>
                  <a:pt x="188758" y="68741"/>
                  <a:pt x="188326" y="68845"/>
                  <a:pt x="187774" y="68914"/>
                </a:cubicBezTo>
                <a:cubicBezTo>
                  <a:pt x="187221" y="68983"/>
                  <a:pt x="186513" y="69017"/>
                  <a:pt x="185649" y="69017"/>
                </a:cubicBezTo>
                <a:cubicBezTo>
                  <a:pt x="184820" y="69017"/>
                  <a:pt x="184129" y="68983"/>
                  <a:pt x="183576" y="68914"/>
                </a:cubicBezTo>
                <a:cubicBezTo>
                  <a:pt x="183024" y="68845"/>
                  <a:pt x="182583" y="68741"/>
                  <a:pt x="182255" y="68603"/>
                </a:cubicBezTo>
                <a:cubicBezTo>
                  <a:pt x="181927" y="68465"/>
                  <a:pt x="181702" y="68302"/>
                  <a:pt x="181581" y="68112"/>
                </a:cubicBezTo>
                <a:cubicBezTo>
                  <a:pt x="181460" y="67922"/>
                  <a:pt x="181400" y="67689"/>
                  <a:pt x="181400" y="67414"/>
                </a:cubicBezTo>
                <a:lnTo>
                  <a:pt x="181400" y="20850"/>
                </a:lnTo>
                <a:cubicBezTo>
                  <a:pt x="181400" y="20574"/>
                  <a:pt x="181452" y="20341"/>
                  <a:pt x="181555" y="20152"/>
                </a:cubicBezTo>
                <a:cubicBezTo>
                  <a:pt x="181659" y="19962"/>
                  <a:pt x="181866" y="19789"/>
                  <a:pt x="182177" y="19634"/>
                </a:cubicBezTo>
                <a:cubicBezTo>
                  <a:pt x="182488" y="19479"/>
                  <a:pt x="182885" y="19376"/>
                  <a:pt x="183369" y="19324"/>
                </a:cubicBezTo>
                <a:cubicBezTo>
                  <a:pt x="183853" y="19272"/>
                  <a:pt x="184492" y="19246"/>
                  <a:pt x="185286" y="19246"/>
                </a:cubicBezTo>
                <a:cubicBezTo>
                  <a:pt x="186046" y="19246"/>
                  <a:pt x="186677" y="19272"/>
                  <a:pt x="187178" y="19324"/>
                </a:cubicBezTo>
                <a:cubicBezTo>
                  <a:pt x="187679" y="19376"/>
                  <a:pt x="188067" y="19479"/>
                  <a:pt x="188344" y="19634"/>
                </a:cubicBezTo>
                <a:cubicBezTo>
                  <a:pt x="188620" y="19789"/>
                  <a:pt x="188819" y="19962"/>
                  <a:pt x="188940" y="20152"/>
                </a:cubicBezTo>
                <a:cubicBezTo>
                  <a:pt x="189060" y="20341"/>
                  <a:pt x="189121" y="20574"/>
                  <a:pt x="189121" y="20850"/>
                </a:cubicBezTo>
                <a:lnTo>
                  <a:pt x="189121" y="27007"/>
                </a:lnTo>
                <a:cubicBezTo>
                  <a:pt x="191746" y="24075"/>
                  <a:pt x="194363" y="21928"/>
                  <a:pt x="196971" y="20566"/>
                </a:cubicBezTo>
                <a:cubicBezTo>
                  <a:pt x="199580" y="19203"/>
                  <a:pt x="202214" y="18522"/>
                  <a:pt x="204874" y="18522"/>
                </a:cubicBezTo>
                <a:cubicBezTo>
                  <a:pt x="207983" y="18522"/>
                  <a:pt x="210600" y="19048"/>
                  <a:pt x="212724" y="20100"/>
                </a:cubicBezTo>
                <a:cubicBezTo>
                  <a:pt x="214849" y="21152"/>
                  <a:pt x="216567" y="22557"/>
                  <a:pt x="217880" y="24316"/>
                </a:cubicBezTo>
                <a:cubicBezTo>
                  <a:pt x="219193" y="26076"/>
                  <a:pt x="220134" y="28136"/>
                  <a:pt x="220704" y="30499"/>
                </a:cubicBezTo>
                <a:cubicBezTo>
                  <a:pt x="221274" y="32862"/>
                  <a:pt x="221559" y="35699"/>
                  <a:pt x="221559" y="39010"/>
                </a:cubicBezTo>
                <a:lnTo>
                  <a:pt x="221559" y="67414"/>
                </a:lnTo>
                <a:close/>
                <a:moveTo>
                  <a:pt x="277591" y="42114"/>
                </a:moveTo>
                <a:cubicBezTo>
                  <a:pt x="277591" y="43459"/>
                  <a:pt x="277254" y="44416"/>
                  <a:pt x="276580" y="44985"/>
                </a:cubicBezTo>
                <a:cubicBezTo>
                  <a:pt x="275907" y="45555"/>
                  <a:pt x="275138" y="45839"/>
                  <a:pt x="274275" y="45839"/>
                </a:cubicBezTo>
                <a:lnTo>
                  <a:pt x="243702" y="45839"/>
                </a:lnTo>
                <a:cubicBezTo>
                  <a:pt x="243702" y="48434"/>
                  <a:pt x="243961" y="50769"/>
                  <a:pt x="244479" y="52845"/>
                </a:cubicBezTo>
                <a:cubicBezTo>
                  <a:pt x="244997" y="54921"/>
                  <a:pt x="245861" y="56702"/>
                  <a:pt x="247070" y="58190"/>
                </a:cubicBezTo>
                <a:cubicBezTo>
                  <a:pt x="248279" y="59677"/>
                  <a:pt x="249851" y="60819"/>
                  <a:pt x="251785" y="61616"/>
                </a:cubicBezTo>
                <a:cubicBezTo>
                  <a:pt x="253720" y="62411"/>
                  <a:pt x="256086" y="62809"/>
                  <a:pt x="258884" y="62809"/>
                </a:cubicBezTo>
                <a:cubicBezTo>
                  <a:pt x="261095" y="62809"/>
                  <a:pt x="263065" y="62628"/>
                  <a:pt x="264792" y="62266"/>
                </a:cubicBezTo>
                <a:cubicBezTo>
                  <a:pt x="266519" y="61904"/>
                  <a:pt x="268013" y="61498"/>
                  <a:pt x="269274" y="61050"/>
                </a:cubicBezTo>
                <a:cubicBezTo>
                  <a:pt x="270535" y="60601"/>
                  <a:pt x="271571" y="60196"/>
                  <a:pt x="272383" y="59834"/>
                </a:cubicBezTo>
                <a:cubicBezTo>
                  <a:pt x="273195" y="59472"/>
                  <a:pt x="273808" y="59291"/>
                  <a:pt x="274223" y="59291"/>
                </a:cubicBezTo>
                <a:cubicBezTo>
                  <a:pt x="274465" y="59291"/>
                  <a:pt x="274680" y="59351"/>
                  <a:pt x="274870" y="59472"/>
                </a:cubicBezTo>
                <a:cubicBezTo>
                  <a:pt x="275060" y="59593"/>
                  <a:pt x="275207" y="59774"/>
                  <a:pt x="275311" y="60015"/>
                </a:cubicBezTo>
                <a:cubicBezTo>
                  <a:pt x="275415" y="60257"/>
                  <a:pt x="275492" y="60593"/>
                  <a:pt x="275544" y="61024"/>
                </a:cubicBezTo>
                <a:cubicBezTo>
                  <a:pt x="275596" y="61455"/>
                  <a:pt x="275622" y="61981"/>
                  <a:pt x="275622" y="62602"/>
                </a:cubicBezTo>
                <a:cubicBezTo>
                  <a:pt x="275622" y="63050"/>
                  <a:pt x="275605" y="63438"/>
                  <a:pt x="275570" y="63766"/>
                </a:cubicBezTo>
                <a:cubicBezTo>
                  <a:pt x="275535" y="64094"/>
                  <a:pt x="275492" y="64387"/>
                  <a:pt x="275440" y="64646"/>
                </a:cubicBezTo>
                <a:cubicBezTo>
                  <a:pt x="275389" y="64904"/>
                  <a:pt x="275302" y="65137"/>
                  <a:pt x="275181" y="65344"/>
                </a:cubicBezTo>
                <a:cubicBezTo>
                  <a:pt x="275060" y="65551"/>
                  <a:pt x="274905" y="65749"/>
                  <a:pt x="274715" y="65939"/>
                </a:cubicBezTo>
                <a:cubicBezTo>
                  <a:pt x="274525" y="66129"/>
                  <a:pt x="273964" y="66439"/>
                  <a:pt x="273031" y="66870"/>
                </a:cubicBezTo>
                <a:cubicBezTo>
                  <a:pt x="272098" y="67301"/>
                  <a:pt x="270889" y="67724"/>
                  <a:pt x="269404" y="68138"/>
                </a:cubicBezTo>
                <a:cubicBezTo>
                  <a:pt x="267918" y="68552"/>
                  <a:pt x="266200" y="68923"/>
                  <a:pt x="264248" y="69250"/>
                </a:cubicBezTo>
                <a:cubicBezTo>
                  <a:pt x="262296" y="69578"/>
                  <a:pt x="260214" y="69742"/>
                  <a:pt x="258004" y="69742"/>
                </a:cubicBezTo>
                <a:cubicBezTo>
                  <a:pt x="254169" y="69742"/>
                  <a:pt x="250809" y="69207"/>
                  <a:pt x="247925" y="68136"/>
                </a:cubicBezTo>
                <a:cubicBezTo>
                  <a:pt x="245040" y="67066"/>
                  <a:pt x="242614" y="65478"/>
                  <a:pt x="240644" y="63372"/>
                </a:cubicBezTo>
                <a:cubicBezTo>
                  <a:pt x="238675" y="61265"/>
                  <a:pt x="237190" y="58624"/>
                  <a:pt x="236188" y="55448"/>
                </a:cubicBezTo>
                <a:cubicBezTo>
                  <a:pt x="235186" y="52271"/>
                  <a:pt x="234685" y="48577"/>
                  <a:pt x="234685" y="44365"/>
                </a:cubicBezTo>
                <a:cubicBezTo>
                  <a:pt x="234685" y="40359"/>
                  <a:pt x="235204" y="36760"/>
                  <a:pt x="236240" y="33566"/>
                </a:cubicBezTo>
                <a:cubicBezTo>
                  <a:pt x="237276" y="30372"/>
                  <a:pt x="238770" y="27662"/>
                  <a:pt x="240722" y="25435"/>
                </a:cubicBezTo>
                <a:cubicBezTo>
                  <a:pt x="242674" y="23208"/>
                  <a:pt x="245032" y="21499"/>
                  <a:pt x="247795" y="20308"/>
                </a:cubicBezTo>
                <a:cubicBezTo>
                  <a:pt x="250559" y="19117"/>
                  <a:pt x="253651" y="18522"/>
                  <a:pt x="257071" y="18522"/>
                </a:cubicBezTo>
                <a:cubicBezTo>
                  <a:pt x="260733" y="18522"/>
                  <a:pt x="263850" y="19108"/>
                  <a:pt x="266424" y="20281"/>
                </a:cubicBezTo>
                <a:cubicBezTo>
                  <a:pt x="268998" y="21454"/>
                  <a:pt x="271114" y="23032"/>
                  <a:pt x="272772" y="25015"/>
                </a:cubicBezTo>
                <a:cubicBezTo>
                  <a:pt x="274430" y="26998"/>
                  <a:pt x="275648" y="29326"/>
                  <a:pt x="276425" y="31999"/>
                </a:cubicBezTo>
                <a:cubicBezTo>
                  <a:pt x="277202" y="34673"/>
                  <a:pt x="277591" y="37527"/>
                  <a:pt x="277591" y="40562"/>
                </a:cubicBezTo>
                <a:lnTo>
                  <a:pt x="277591" y="42114"/>
                </a:lnTo>
                <a:moveTo>
                  <a:pt x="268989" y="39579"/>
                </a:moveTo>
                <a:cubicBezTo>
                  <a:pt x="269093" y="35095"/>
                  <a:pt x="268100" y="31577"/>
                  <a:pt x="266010" y="29025"/>
                </a:cubicBezTo>
                <a:cubicBezTo>
                  <a:pt x="263920" y="26472"/>
                  <a:pt x="260819" y="25196"/>
                  <a:pt x="256708" y="25196"/>
                </a:cubicBezTo>
                <a:cubicBezTo>
                  <a:pt x="254601" y="25196"/>
                  <a:pt x="252753" y="25593"/>
                  <a:pt x="251164" y="26386"/>
                </a:cubicBezTo>
                <a:cubicBezTo>
                  <a:pt x="249574" y="27179"/>
                  <a:pt x="248244" y="28231"/>
                  <a:pt x="247174" y="29542"/>
                </a:cubicBezTo>
                <a:cubicBezTo>
                  <a:pt x="246103" y="30853"/>
                  <a:pt x="245274" y="32379"/>
                  <a:pt x="244686" y="34121"/>
                </a:cubicBezTo>
                <a:cubicBezTo>
                  <a:pt x="244099" y="35862"/>
                  <a:pt x="243771" y="37682"/>
                  <a:pt x="243702" y="39579"/>
                </a:cubicBezTo>
                <a:lnTo>
                  <a:pt x="268989" y="39579"/>
                </a:lnTo>
                <a:close/>
                <a:moveTo>
                  <a:pt x="343813" y="65085"/>
                </a:moveTo>
                <a:cubicBezTo>
                  <a:pt x="343813" y="65741"/>
                  <a:pt x="343761" y="66301"/>
                  <a:pt x="343657" y="66767"/>
                </a:cubicBezTo>
                <a:cubicBezTo>
                  <a:pt x="343554" y="67232"/>
                  <a:pt x="343433" y="67612"/>
                  <a:pt x="343295" y="67905"/>
                </a:cubicBezTo>
                <a:cubicBezTo>
                  <a:pt x="343156" y="68198"/>
                  <a:pt x="342966" y="68405"/>
                  <a:pt x="342725" y="68526"/>
                </a:cubicBezTo>
                <a:cubicBezTo>
                  <a:pt x="342483" y="68647"/>
                  <a:pt x="342224" y="68707"/>
                  <a:pt x="341947" y="68707"/>
                </a:cubicBezTo>
                <a:lnTo>
                  <a:pt x="313240" y="68707"/>
                </a:lnTo>
                <a:cubicBezTo>
                  <a:pt x="312515" y="68707"/>
                  <a:pt x="311919" y="68465"/>
                  <a:pt x="311452" y="67983"/>
                </a:cubicBezTo>
                <a:cubicBezTo>
                  <a:pt x="310986" y="67500"/>
                  <a:pt x="310753" y="66689"/>
                  <a:pt x="310753" y="65551"/>
                </a:cubicBezTo>
                <a:lnTo>
                  <a:pt x="310753" y="63792"/>
                </a:lnTo>
                <a:cubicBezTo>
                  <a:pt x="310753" y="63309"/>
                  <a:pt x="310787" y="62878"/>
                  <a:pt x="310856" y="62498"/>
                </a:cubicBezTo>
                <a:cubicBezTo>
                  <a:pt x="310925" y="62119"/>
                  <a:pt x="311029" y="61740"/>
                  <a:pt x="311167" y="61360"/>
                </a:cubicBezTo>
                <a:cubicBezTo>
                  <a:pt x="311305" y="60981"/>
                  <a:pt x="311495" y="60576"/>
                  <a:pt x="311737" y="60144"/>
                </a:cubicBezTo>
                <a:cubicBezTo>
                  <a:pt x="311979" y="59713"/>
                  <a:pt x="312273" y="59222"/>
                  <a:pt x="312618" y="58670"/>
                </a:cubicBezTo>
                <a:lnTo>
                  <a:pt x="333190" y="26645"/>
                </a:lnTo>
                <a:lnTo>
                  <a:pt x="313240" y="26645"/>
                </a:lnTo>
                <a:cubicBezTo>
                  <a:pt x="312687" y="26645"/>
                  <a:pt x="312247" y="26360"/>
                  <a:pt x="311919" y="25791"/>
                </a:cubicBezTo>
                <a:cubicBezTo>
                  <a:pt x="311590" y="25222"/>
                  <a:pt x="311426" y="24299"/>
                  <a:pt x="311426" y="23023"/>
                </a:cubicBezTo>
                <a:cubicBezTo>
                  <a:pt x="311426" y="22402"/>
                  <a:pt x="311461" y="21859"/>
                  <a:pt x="311530" y="21393"/>
                </a:cubicBezTo>
                <a:cubicBezTo>
                  <a:pt x="311599" y="20928"/>
                  <a:pt x="311711" y="20548"/>
                  <a:pt x="311867" y="20255"/>
                </a:cubicBezTo>
                <a:cubicBezTo>
                  <a:pt x="312022" y="19962"/>
                  <a:pt x="312212" y="19755"/>
                  <a:pt x="312437" y="19634"/>
                </a:cubicBezTo>
                <a:cubicBezTo>
                  <a:pt x="312661" y="19514"/>
                  <a:pt x="312929" y="19453"/>
                  <a:pt x="313240" y="19453"/>
                </a:cubicBezTo>
                <a:lnTo>
                  <a:pt x="339978" y="19453"/>
                </a:lnTo>
                <a:cubicBezTo>
                  <a:pt x="340358" y="19453"/>
                  <a:pt x="340695" y="19505"/>
                  <a:pt x="340989" y="19608"/>
                </a:cubicBezTo>
                <a:cubicBezTo>
                  <a:pt x="341282" y="19712"/>
                  <a:pt x="341533" y="19884"/>
                  <a:pt x="341740" y="20126"/>
                </a:cubicBezTo>
                <a:cubicBezTo>
                  <a:pt x="341947" y="20367"/>
                  <a:pt x="342111" y="20678"/>
                  <a:pt x="342232" y="21057"/>
                </a:cubicBezTo>
                <a:cubicBezTo>
                  <a:pt x="342353" y="21436"/>
                  <a:pt x="342414" y="21919"/>
                  <a:pt x="342414" y="22506"/>
                </a:cubicBezTo>
                <a:lnTo>
                  <a:pt x="342414" y="24161"/>
                </a:lnTo>
                <a:cubicBezTo>
                  <a:pt x="342414" y="24644"/>
                  <a:pt x="342379" y="25093"/>
                  <a:pt x="342310" y="25506"/>
                </a:cubicBezTo>
                <a:cubicBezTo>
                  <a:pt x="342241" y="25920"/>
                  <a:pt x="342137" y="26326"/>
                  <a:pt x="341999" y="26722"/>
                </a:cubicBezTo>
                <a:cubicBezTo>
                  <a:pt x="341861" y="27119"/>
                  <a:pt x="341671" y="27541"/>
                  <a:pt x="341429" y="27990"/>
                </a:cubicBezTo>
                <a:cubicBezTo>
                  <a:pt x="341187" y="28438"/>
                  <a:pt x="340894" y="28938"/>
                  <a:pt x="340548" y="29490"/>
                </a:cubicBezTo>
                <a:lnTo>
                  <a:pt x="320080" y="61515"/>
                </a:lnTo>
                <a:lnTo>
                  <a:pt x="341947" y="61515"/>
                </a:lnTo>
                <a:cubicBezTo>
                  <a:pt x="342224" y="61515"/>
                  <a:pt x="342474" y="61576"/>
                  <a:pt x="342699" y="61697"/>
                </a:cubicBezTo>
                <a:cubicBezTo>
                  <a:pt x="342923" y="61817"/>
                  <a:pt x="343113" y="62016"/>
                  <a:pt x="343269" y="62292"/>
                </a:cubicBezTo>
                <a:cubicBezTo>
                  <a:pt x="343424" y="62567"/>
                  <a:pt x="343554" y="62938"/>
                  <a:pt x="343657" y="63404"/>
                </a:cubicBezTo>
                <a:cubicBezTo>
                  <a:pt x="343761" y="63870"/>
                  <a:pt x="343813" y="64430"/>
                  <a:pt x="343813" y="65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Featureof">
            <a:extLst xmlns:a="http://schemas.openxmlformats.org/drawingml/2006/main">
              <a:ext uri="{FF2B5EF4-FFF2-40B4-BE49-F238E27FC236}">
                <a16:creationId xmlns:a16="http://schemas.microsoft.com/office/drawing/2014/main" id="{43B1372F-BACD-44E9-927A-6F58899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674" y="1275271"/>
            <a:ext cx="437454" cy="73467"/>
          </a:xfrm>
          <a:custGeom xmlns:a="http://schemas.openxmlformats.org/drawingml/2006/main">
            <a:pathLst>
              <a:path w="437454" h="73467">
                <a:moveTo>
                  <a:pt x="35236" y="9313"/>
                </a:moveTo>
                <a:cubicBezTo>
                  <a:pt x="35236" y="9968"/>
                  <a:pt x="35202" y="10537"/>
                  <a:pt x="35133" y="11020"/>
                </a:cubicBezTo>
                <a:cubicBezTo>
                  <a:pt x="35064" y="11503"/>
                  <a:pt x="34943" y="11891"/>
                  <a:pt x="34770" y="12184"/>
                </a:cubicBezTo>
                <a:cubicBezTo>
                  <a:pt x="34597" y="12477"/>
                  <a:pt x="34399" y="12693"/>
                  <a:pt x="34174" y="12831"/>
                </a:cubicBezTo>
                <a:cubicBezTo>
                  <a:pt x="33950" y="12969"/>
                  <a:pt x="33716" y="13038"/>
                  <a:pt x="33475" y="13038"/>
                </a:cubicBezTo>
                <a:lnTo>
                  <a:pt x="8913" y="13038"/>
                </a:lnTo>
                <a:lnTo>
                  <a:pt x="8913" y="35750"/>
                </a:lnTo>
                <a:lnTo>
                  <a:pt x="32127" y="35750"/>
                </a:lnTo>
                <a:cubicBezTo>
                  <a:pt x="32369" y="35750"/>
                  <a:pt x="32602" y="35811"/>
                  <a:pt x="32827" y="35931"/>
                </a:cubicBezTo>
                <a:cubicBezTo>
                  <a:pt x="33051" y="36052"/>
                  <a:pt x="33250" y="36251"/>
                  <a:pt x="33423" y="36526"/>
                </a:cubicBezTo>
                <a:cubicBezTo>
                  <a:pt x="33596" y="36802"/>
                  <a:pt x="33716" y="37173"/>
                  <a:pt x="33786" y="37639"/>
                </a:cubicBezTo>
                <a:cubicBezTo>
                  <a:pt x="33855" y="38104"/>
                  <a:pt x="33889" y="38699"/>
                  <a:pt x="33889" y="39424"/>
                </a:cubicBezTo>
                <a:cubicBezTo>
                  <a:pt x="33889" y="40079"/>
                  <a:pt x="33855" y="40640"/>
                  <a:pt x="33786" y="41105"/>
                </a:cubicBezTo>
                <a:cubicBezTo>
                  <a:pt x="33716" y="41571"/>
                  <a:pt x="33596" y="41950"/>
                  <a:pt x="33423" y="42243"/>
                </a:cubicBezTo>
                <a:cubicBezTo>
                  <a:pt x="33250" y="42537"/>
                  <a:pt x="33051" y="42761"/>
                  <a:pt x="32827" y="42916"/>
                </a:cubicBezTo>
                <a:cubicBezTo>
                  <a:pt x="32602" y="43071"/>
                  <a:pt x="32369" y="43149"/>
                  <a:pt x="32127" y="43149"/>
                </a:cubicBezTo>
                <a:lnTo>
                  <a:pt x="8913" y="43149"/>
                </a:lnTo>
                <a:lnTo>
                  <a:pt x="8913" y="71084"/>
                </a:lnTo>
                <a:cubicBezTo>
                  <a:pt x="8913" y="71326"/>
                  <a:pt x="8844" y="71559"/>
                  <a:pt x="8705" y="71784"/>
                </a:cubicBezTo>
                <a:cubicBezTo>
                  <a:pt x="8567" y="72008"/>
                  <a:pt x="8325" y="72181"/>
                  <a:pt x="7980" y="72303"/>
                </a:cubicBezTo>
                <a:cubicBezTo>
                  <a:pt x="7635" y="72423"/>
                  <a:pt x="7185" y="72527"/>
                  <a:pt x="6633" y="72613"/>
                </a:cubicBezTo>
                <a:cubicBezTo>
                  <a:pt x="6080" y="72699"/>
                  <a:pt x="5355" y="72742"/>
                  <a:pt x="4456" y="72742"/>
                </a:cubicBezTo>
                <a:cubicBezTo>
                  <a:pt x="3627" y="72742"/>
                  <a:pt x="2919" y="72699"/>
                  <a:pt x="2332" y="72613"/>
                </a:cubicBezTo>
                <a:cubicBezTo>
                  <a:pt x="1745" y="72527"/>
                  <a:pt x="1278" y="72423"/>
                  <a:pt x="933" y="72303"/>
                </a:cubicBezTo>
                <a:cubicBezTo>
                  <a:pt x="587" y="72182"/>
                  <a:pt x="345" y="72009"/>
                  <a:pt x="207" y="71785"/>
                </a:cubicBezTo>
                <a:cubicBezTo>
                  <a:pt x="69" y="71561"/>
                  <a:pt x="0" y="71328"/>
                  <a:pt x="0" y="71087"/>
                </a:cubicBezTo>
                <a:lnTo>
                  <a:pt x="0" y="9106"/>
                </a:lnTo>
                <a:cubicBezTo>
                  <a:pt x="0" y="7761"/>
                  <a:pt x="354" y="6821"/>
                  <a:pt x="1062" y="6286"/>
                </a:cubicBezTo>
                <a:cubicBezTo>
                  <a:pt x="1770" y="5751"/>
                  <a:pt x="2522" y="5484"/>
                  <a:pt x="3316" y="5484"/>
                </a:cubicBezTo>
                <a:lnTo>
                  <a:pt x="33475" y="5484"/>
                </a:lnTo>
                <a:cubicBezTo>
                  <a:pt x="33716" y="5484"/>
                  <a:pt x="33950" y="5553"/>
                  <a:pt x="34174" y="5691"/>
                </a:cubicBezTo>
                <a:cubicBezTo>
                  <a:pt x="34399" y="5829"/>
                  <a:pt x="34597" y="6053"/>
                  <a:pt x="34770" y="6364"/>
                </a:cubicBezTo>
                <a:cubicBezTo>
                  <a:pt x="34943" y="6674"/>
                  <a:pt x="35064" y="7079"/>
                  <a:pt x="35133" y="7579"/>
                </a:cubicBezTo>
                <a:cubicBezTo>
                  <a:pt x="35202" y="8080"/>
                  <a:pt x="35236" y="8657"/>
                  <a:pt x="35236" y="9313"/>
                </a:cubicBezTo>
                <a:close/>
                <a:moveTo>
                  <a:pt x="86897" y="45839"/>
                </a:moveTo>
                <a:cubicBezTo>
                  <a:pt x="86897" y="47184"/>
                  <a:pt x="86560" y="48141"/>
                  <a:pt x="85886" y="48711"/>
                </a:cubicBezTo>
                <a:cubicBezTo>
                  <a:pt x="85213" y="49280"/>
                  <a:pt x="84444" y="49564"/>
                  <a:pt x="83580" y="49564"/>
                </a:cubicBezTo>
                <a:lnTo>
                  <a:pt x="53008" y="49564"/>
                </a:lnTo>
                <a:cubicBezTo>
                  <a:pt x="53008" y="52159"/>
                  <a:pt x="53267" y="54494"/>
                  <a:pt x="53785" y="56570"/>
                </a:cubicBezTo>
                <a:cubicBezTo>
                  <a:pt x="54303" y="58646"/>
                  <a:pt x="55167" y="60427"/>
                  <a:pt x="56376" y="61915"/>
                </a:cubicBezTo>
                <a:cubicBezTo>
                  <a:pt x="57585" y="63402"/>
                  <a:pt x="59157" y="64544"/>
                  <a:pt x="61091" y="65341"/>
                </a:cubicBezTo>
                <a:cubicBezTo>
                  <a:pt x="63026" y="66136"/>
                  <a:pt x="65392" y="66534"/>
                  <a:pt x="68190" y="66534"/>
                </a:cubicBezTo>
                <a:cubicBezTo>
                  <a:pt x="70401" y="66534"/>
                  <a:pt x="72370" y="66353"/>
                  <a:pt x="74098" y="65991"/>
                </a:cubicBezTo>
                <a:cubicBezTo>
                  <a:pt x="75825" y="65629"/>
                  <a:pt x="77319" y="65223"/>
                  <a:pt x="78580" y="64775"/>
                </a:cubicBezTo>
                <a:cubicBezTo>
                  <a:pt x="79841" y="64327"/>
                  <a:pt x="80877" y="63921"/>
                  <a:pt x="81689" y="63559"/>
                </a:cubicBezTo>
                <a:cubicBezTo>
                  <a:pt x="82501" y="63197"/>
                  <a:pt x="83114" y="63016"/>
                  <a:pt x="83529" y="63016"/>
                </a:cubicBezTo>
                <a:cubicBezTo>
                  <a:pt x="83770" y="63016"/>
                  <a:pt x="83986" y="63076"/>
                  <a:pt x="84176" y="63197"/>
                </a:cubicBezTo>
                <a:cubicBezTo>
                  <a:pt x="84366" y="63318"/>
                  <a:pt x="84513" y="63499"/>
                  <a:pt x="84617" y="63740"/>
                </a:cubicBezTo>
                <a:cubicBezTo>
                  <a:pt x="84720" y="63982"/>
                  <a:pt x="84798" y="64318"/>
                  <a:pt x="84850" y="64749"/>
                </a:cubicBezTo>
                <a:cubicBezTo>
                  <a:pt x="84902" y="65180"/>
                  <a:pt x="84928" y="65706"/>
                  <a:pt x="84928" y="66327"/>
                </a:cubicBezTo>
                <a:cubicBezTo>
                  <a:pt x="84928" y="66775"/>
                  <a:pt x="84910" y="67163"/>
                  <a:pt x="84876" y="67491"/>
                </a:cubicBezTo>
                <a:cubicBezTo>
                  <a:pt x="84841" y="67819"/>
                  <a:pt x="84798" y="68112"/>
                  <a:pt x="84746" y="68371"/>
                </a:cubicBezTo>
                <a:cubicBezTo>
                  <a:pt x="84694" y="68629"/>
                  <a:pt x="84608" y="68862"/>
                  <a:pt x="84487" y="69069"/>
                </a:cubicBezTo>
                <a:cubicBezTo>
                  <a:pt x="84366" y="69276"/>
                  <a:pt x="84211" y="69474"/>
                  <a:pt x="84021" y="69664"/>
                </a:cubicBezTo>
                <a:cubicBezTo>
                  <a:pt x="83831" y="69854"/>
                  <a:pt x="83269" y="70164"/>
                  <a:pt x="82337" y="70595"/>
                </a:cubicBezTo>
                <a:cubicBezTo>
                  <a:pt x="81404" y="71026"/>
                  <a:pt x="80195" y="71449"/>
                  <a:pt x="78709" y="71863"/>
                </a:cubicBezTo>
                <a:cubicBezTo>
                  <a:pt x="77224" y="72277"/>
                  <a:pt x="75505" y="72648"/>
                  <a:pt x="73554" y="72975"/>
                </a:cubicBezTo>
                <a:cubicBezTo>
                  <a:pt x="71602" y="73303"/>
                  <a:pt x="69520" y="73467"/>
                  <a:pt x="67309" y="73467"/>
                </a:cubicBezTo>
                <a:cubicBezTo>
                  <a:pt x="63475" y="73467"/>
                  <a:pt x="60115" y="72932"/>
                  <a:pt x="57231" y="71861"/>
                </a:cubicBezTo>
                <a:cubicBezTo>
                  <a:pt x="54346" y="70791"/>
                  <a:pt x="51919" y="69203"/>
                  <a:pt x="49950" y="67097"/>
                </a:cubicBezTo>
                <a:cubicBezTo>
                  <a:pt x="47981" y="64990"/>
                  <a:pt x="46496" y="62349"/>
                  <a:pt x="45494" y="59173"/>
                </a:cubicBezTo>
                <a:cubicBezTo>
                  <a:pt x="44492" y="55996"/>
                  <a:pt x="43991" y="52302"/>
                  <a:pt x="43991" y="48090"/>
                </a:cubicBezTo>
                <a:cubicBezTo>
                  <a:pt x="43991" y="44084"/>
                  <a:pt x="44509" y="40485"/>
                  <a:pt x="45546" y="37291"/>
                </a:cubicBezTo>
                <a:cubicBezTo>
                  <a:pt x="46582" y="34097"/>
                  <a:pt x="48076" y="31387"/>
                  <a:pt x="50028" y="29160"/>
                </a:cubicBezTo>
                <a:cubicBezTo>
                  <a:pt x="51980" y="26933"/>
                  <a:pt x="54338" y="25225"/>
                  <a:pt x="57101" y="24034"/>
                </a:cubicBezTo>
                <a:cubicBezTo>
                  <a:pt x="59865" y="22842"/>
                  <a:pt x="62957" y="22247"/>
                  <a:pt x="66377" y="22247"/>
                </a:cubicBezTo>
                <a:cubicBezTo>
                  <a:pt x="70039" y="22247"/>
                  <a:pt x="73156" y="22833"/>
                  <a:pt x="75730" y="24006"/>
                </a:cubicBezTo>
                <a:cubicBezTo>
                  <a:pt x="78304" y="25179"/>
                  <a:pt x="80419" y="26757"/>
                  <a:pt x="82078" y="28740"/>
                </a:cubicBezTo>
                <a:cubicBezTo>
                  <a:pt x="83736" y="30723"/>
                  <a:pt x="84954" y="33051"/>
                  <a:pt x="85731" y="35725"/>
                </a:cubicBezTo>
                <a:cubicBezTo>
                  <a:pt x="86508" y="38398"/>
                  <a:pt x="86897" y="41252"/>
                  <a:pt x="86897" y="44287"/>
                </a:cubicBezTo>
                <a:lnTo>
                  <a:pt x="86897" y="45839"/>
                </a:lnTo>
                <a:moveTo>
                  <a:pt x="78295" y="43304"/>
                </a:moveTo>
                <a:cubicBezTo>
                  <a:pt x="78399" y="38820"/>
                  <a:pt x="77405" y="35302"/>
                  <a:pt x="75315" y="32750"/>
                </a:cubicBezTo>
                <a:cubicBezTo>
                  <a:pt x="73225" y="30197"/>
                  <a:pt x="70125" y="28921"/>
                  <a:pt x="66014" y="28921"/>
                </a:cubicBezTo>
                <a:cubicBezTo>
                  <a:pt x="63907" y="28921"/>
                  <a:pt x="62059" y="29318"/>
                  <a:pt x="60469" y="30111"/>
                </a:cubicBezTo>
                <a:cubicBezTo>
                  <a:pt x="58880" y="30904"/>
                  <a:pt x="57550" y="31956"/>
                  <a:pt x="56479" y="33267"/>
                </a:cubicBezTo>
                <a:cubicBezTo>
                  <a:pt x="55409" y="34578"/>
                  <a:pt x="54579" y="36104"/>
                  <a:pt x="53992" y="37846"/>
                </a:cubicBezTo>
                <a:cubicBezTo>
                  <a:pt x="53405" y="39588"/>
                  <a:pt x="53077" y="41407"/>
                  <a:pt x="53008" y="43304"/>
                </a:cubicBezTo>
                <a:lnTo>
                  <a:pt x="78295" y="43304"/>
                </a:lnTo>
                <a:close/>
                <a:moveTo>
                  <a:pt x="135306" y="71190"/>
                </a:moveTo>
                <a:cubicBezTo>
                  <a:pt x="135306" y="71604"/>
                  <a:pt x="135168" y="71915"/>
                  <a:pt x="134891" y="72122"/>
                </a:cubicBezTo>
                <a:cubicBezTo>
                  <a:pt x="134615" y="72329"/>
                  <a:pt x="134235" y="72484"/>
                  <a:pt x="133751" y="72587"/>
                </a:cubicBezTo>
                <a:cubicBezTo>
                  <a:pt x="133268" y="72691"/>
                  <a:pt x="132559" y="72742"/>
                  <a:pt x="131627" y="72742"/>
                </a:cubicBezTo>
                <a:cubicBezTo>
                  <a:pt x="130728" y="72742"/>
                  <a:pt x="130012" y="72691"/>
                  <a:pt x="129476" y="72587"/>
                </a:cubicBezTo>
                <a:cubicBezTo>
                  <a:pt x="128941" y="72484"/>
                  <a:pt x="128552" y="72329"/>
                  <a:pt x="128310" y="72122"/>
                </a:cubicBezTo>
                <a:cubicBezTo>
                  <a:pt x="128068" y="71915"/>
                  <a:pt x="127948" y="71604"/>
                  <a:pt x="127948" y="71190"/>
                </a:cubicBezTo>
                <a:lnTo>
                  <a:pt x="127948" y="66534"/>
                </a:lnTo>
                <a:cubicBezTo>
                  <a:pt x="125909" y="68707"/>
                  <a:pt x="123638" y="70406"/>
                  <a:pt x="121133" y="71630"/>
                </a:cubicBezTo>
                <a:cubicBezTo>
                  <a:pt x="118629" y="72855"/>
                  <a:pt x="115978" y="73467"/>
                  <a:pt x="113179" y="73467"/>
                </a:cubicBezTo>
                <a:cubicBezTo>
                  <a:pt x="110727" y="73467"/>
                  <a:pt x="108507" y="73147"/>
                  <a:pt x="106521" y="72506"/>
                </a:cubicBezTo>
                <a:cubicBezTo>
                  <a:pt x="104534" y="71866"/>
                  <a:pt x="102842" y="70940"/>
                  <a:pt x="101443" y="69729"/>
                </a:cubicBezTo>
                <a:cubicBezTo>
                  <a:pt x="100043" y="68517"/>
                  <a:pt x="98955" y="67029"/>
                  <a:pt x="98178" y="65265"/>
                </a:cubicBezTo>
                <a:cubicBezTo>
                  <a:pt x="97401" y="63499"/>
                  <a:pt x="97012" y="61491"/>
                  <a:pt x="97012" y="59241"/>
                </a:cubicBezTo>
                <a:cubicBezTo>
                  <a:pt x="97012" y="56611"/>
                  <a:pt x="97547" y="54327"/>
                  <a:pt x="98618" y="52389"/>
                </a:cubicBezTo>
                <a:cubicBezTo>
                  <a:pt x="99689" y="50450"/>
                  <a:pt x="101227" y="48840"/>
                  <a:pt x="103230" y="47559"/>
                </a:cubicBezTo>
                <a:cubicBezTo>
                  <a:pt x="105234" y="46279"/>
                  <a:pt x="107687" y="45319"/>
                  <a:pt x="110588" y="44678"/>
                </a:cubicBezTo>
                <a:cubicBezTo>
                  <a:pt x="113490" y="44038"/>
                  <a:pt x="116755" y="43718"/>
                  <a:pt x="120382" y="43718"/>
                </a:cubicBezTo>
                <a:lnTo>
                  <a:pt x="126808" y="43718"/>
                </a:lnTo>
                <a:lnTo>
                  <a:pt x="126808" y="40109"/>
                </a:lnTo>
                <a:cubicBezTo>
                  <a:pt x="126808" y="38322"/>
                  <a:pt x="126618" y="36741"/>
                  <a:pt x="126238" y="35367"/>
                </a:cubicBezTo>
                <a:cubicBezTo>
                  <a:pt x="125858" y="33992"/>
                  <a:pt x="125244" y="32849"/>
                  <a:pt x="124398" y="31938"/>
                </a:cubicBezTo>
                <a:cubicBezTo>
                  <a:pt x="123552" y="31027"/>
                  <a:pt x="122455" y="30340"/>
                  <a:pt x="121108" y="29877"/>
                </a:cubicBezTo>
                <a:cubicBezTo>
                  <a:pt x="119760" y="29412"/>
                  <a:pt x="118102" y="29180"/>
                  <a:pt x="116133" y="29180"/>
                </a:cubicBezTo>
                <a:cubicBezTo>
                  <a:pt x="114026" y="29180"/>
                  <a:pt x="112134" y="29427"/>
                  <a:pt x="110459" y="29922"/>
                </a:cubicBezTo>
                <a:cubicBezTo>
                  <a:pt x="108783" y="30417"/>
                  <a:pt x="107315" y="30963"/>
                  <a:pt x="106054" y="31560"/>
                </a:cubicBezTo>
                <a:cubicBezTo>
                  <a:pt x="104793" y="32157"/>
                  <a:pt x="103740" y="32703"/>
                  <a:pt x="102893" y="33197"/>
                </a:cubicBezTo>
                <a:cubicBezTo>
                  <a:pt x="102047" y="33692"/>
                  <a:pt x="101417" y="33940"/>
                  <a:pt x="101002" y="33940"/>
                </a:cubicBezTo>
                <a:cubicBezTo>
                  <a:pt x="100726" y="33940"/>
                  <a:pt x="100484" y="33871"/>
                  <a:pt x="100277" y="33733"/>
                </a:cubicBezTo>
                <a:cubicBezTo>
                  <a:pt x="100069" y="33595"/>
                  <a:pt x="99888" y="33388"/>
                  <a:pt x="99732" y="33112"/>
                </a:cubicBezTo>
                <a:cubicBezTo>
                  <a:pt x="99577" y="32836"/>
                  <a:pt x="99465" y="32482"/>
                  <a:pt x="99396" y="32051"/>
                </a:cubicBezTo>
                <a:cubicBezTo>
                  <a:pt x="99327" y="31620"/>
                  <a:pt x="99292" y="31146"/>
                  <a:pt x="99292" y="30628"/>
                </a:cubicBezTo>
                <a:cubicBezTo>
                  <a:pt x="99292" y="29766"/>
                  <a:pt x="99352" y="29085"/>
                  <a:pt x="99473" y="28585"/>
                </a:cubicBezTo>
                <a:cubicBezTo>
                  <a:pt x="99594" y="28085"/>
                  <a:pt x="99888" y="27610"/>
                  <a:pt x="100354" y="27162"/>
                </a:cubicBezTo>
                <a:cubicBezTo>
                  <a:pt x="100821" y="26714"/>
                  <a:pt x="101624" y="26191"/>
                  <a:pt x="102764" y="25595"/>
                </a:cubicBezTo>
                <a:cubicBezTo>
                  <a:pt x="103904" y="24998"/>
                  <a:pt x="105217" y="24453"/>
                  <a:pt x="106702" y="23959"/>
                </a:cubicBezTo>
                <a:cubicBezTo>
                  <a:pt x="108188" y="23465"/>
                  <a:pt x="109811" y="23057"/>
                  <a:pt x="111573" y="22734"/>
                </a:cubicBezTo>
                <a:cubicBezTo>
                  <a:pt x="113335" y="22409"/>
                  <a:pt x="115114" y="22247"/>
                  <a:pt x="116910" y="22247"/>
                </a:cubicBezTo>
                <a:cubicBezTo>
                  <a:pt x="120261" y="22247"/>
                  <a:pt x="123111" y="22626"/>
                  <a:pt x="125460" y="23385"/>
                </a:cubicBezTo>
                <a:cubicBezTo>
                  <a:pt x="127809" y="24144"/>
                  <a:pt x="129709" y="25256"/>
                  <a:pt x="131160" y="26722"/>
                </a:cubicBezTo>
                <a:cubicBezTo>
                  <a:pt x="132611" y="28188"/>
                  <a:pt x="133665" y="30008"/>
                  <a:pt x="134321" y="32181"/>
                </a:cubicBezTo>
                <a:cubicBezTo>
                  <a:pt x="134978" y="34353"/>
                  <a:pt x="135306" y="36889"/>
                  <a:pt x="135306" y="39786"/>
                </a:cubicBezTo>
                <a:lnTo>
                  <a:pt x="135306" y="71190"/>
                </a:lnTo>
                <a:moveTo>
                  <a:pt x="126808" y="49875"/>
                </a:moveTo>
                <a:lnTo>
                  <a:pt x="119501" y="49875"/>
                </a:lnTo>
                <a:cubicBezTo>
                  <a:pt x="117152" y="49875"/>
                  <a:pt x="115114" y="50075"/>
                  <a:pt x="113387" y="50474"/>
                </a:cubicBezTo>
                <a:cubicBezTo>
                  <a:pt x="111659" y="50873"/>
                  <a:pt x="110226" y="51463"/>
                  <a:pt x="109086" y="52243"/>
                </a:cubicBezTo>
                <a:cubicBezTo>
                  <a:pt x="107946" y="53024"/>
                  <a:pt x="107108" y="53961"/>
                  <a:pt x="106573" y="55055"/>
                </a:cubicBezTo>
                <a:cubicBezTo>
                  <a:pt x="106037" y="56148"/>
                  <a:pt x="105769" y="57406"/>
                  <a:pt x="105769" y="58828"/>
                </a:cubicBezTo>
                <a:cubicBezTo>
                  <a:pt x="105769" y="61258"/>
                  <a:pt x="106538" y="63193"/>
                  <a:pt x="108075" y="64633"/>
                </a:cubicBezTo>
                <a:cubicBezTo>
                  <a:pt x="109613" y="66073"/>
                  <a:pt x="111763" y="66793"/>
                  <a:pt x="114527" y="66793"/>
                </a:cubicBezTo>
                <a:cubicBezTo>
                  <a:pt x="116772" y="66793"/>
                  <a:pt x="118853" y="66220"/>
                  <a:pt x="120771" y="65076"/>
                </a:cubicBezTo>
                <a:cubicBezTo>
                  <a:pt x="122688" y="63930"/>
                  <a:pt x="124700" y="62177"/>
                  <a:pt x="126808" y="59818"/>
                </a:cubicBezTo>
                <a:lnTo>
                  <a:pt x="126808" y="49875"/>
                </a:lnTo>
                <a:close/>
                <a:moveTo>
                  <a:pt x="175798" y="67776"/>
                </a:moveTo>
                <a:cubicBezTo>
                  <a:pt x="175798" y="68776"/>
                  <a:pt x="175729" y="69569"/>
                  <a:pt x="175591" y="70156"/>
                </a:cubicBezTo>
                <a:cubicBezTo>
                  <a:pt x="175453" y="70742"/>
                  <a:pt x="175246" y="71173"/>
                  <a:pt x="174969" y="71449"/>
                </a:cubicBezTo>
                <a:cubicBezTo>
                  <a:pt x="174693" y="71725"/>
                  <a:pt x="174278" y="71984"/>
                  <a:pt x="173726" y="72225"/>
                </a:cubicBezTo>
                <a:cubicBezTo>
                  <a:pt x="173173" y="72467"/>
                  <a:pt x="172542" y="72665"/>
                  <a:pt x="171834" y="72820"/>
                </a:cubicBezTo>
                <a:cubicBezTo>
                  <a:pt x="171126" y="72975"/>
                  <a:pt x="170375" y="73105"/>
                  <a:pt x="169580" y="73208"/>
                </a:cubicBezTo>
                <a:cubicBezTo>
                  <a:pt x="168786" y="73312"/>
                  <a:pt x="167991" y="73363"/>
                  <a:pt x="167197" y="73363"/>
                </a:cubicBezTo>
                <a:cubicBezTo>
                  <a:pt x="164778" y="73363"/>
                  <a:pt x="162706" y="73044"/>
                  <a:pt x="160978" y="72405"/>
                </a:cubicBezTo>
                <a:cubicBezTo>
                  <a:pt x="159251" y="71764"/>
                  <a:pt x="157835" y="70796"/>
                  <a:pt x="156729" y="69499"/>
                </a:cubicBezTo>
                <a:cubicBezTo>
                  <a:pt x="155624" y="68203"/>
                  <a:pt x="154821" y="66560"/>
                  <a:pt x="154320" y="64573"/>
                </a:cubicBezTo>
                <a:cubicBezTo>
                  <a:pt x="153819" y="62585"/>
                  <a:pt x="153568" y="60243"/>
                  <a:pt x="153568" y="57546"/>
                </a:cubicBezTo>
                <a:lnTo>
                  <a:pt x="153568" y="30266"/>
                </a:lnTo>
                <a:lnTo>
                  <a:pt x="147039" y="30266"/>
                </a:lnTo>
                <a:cubicBezTo>
                  <a:pt x="146521" y="30266"/>
                  <a:pt x="146106" y="29990"/>
                  <a:pt x="145796" y="29438"/>
                </a:cubicBezTo>
                <a:cubicBezTo>
                  <a:pt x="145485" y="28887"/>
                  <a:pt x="145329" y="27990"/>
                  <a:pt x="145329" y="26748"/>
                </a:cubicBezTo>
                <a:cubicBezTo>
                  <a:pt x="145329" y="26093"/>
                  <a:pt x="145372" y="25541"/>
                  <a:pt x="145459" y="25093"/>
                </a:cubicBezTo>
                <a:cubicBezTo>
                  <a:pt x="145545" y="24644"/>
                  <a:pt x="145657" y="24273"/>
                  <a:pt x="145796" y="23980"/>
                </a:cubicBezTo>
                <a:cubicBezTo>
                  <a:pt x="145934" y="23687"/>
                  <a:pt x="146115" y="23480"/>
                  <a:pt x="146340" y="23359"/>
                </a:cubicBezTo>
                <a:cubicBezTo>
                  <a:pt x="146564" y="23239"/>
                  <a:pt x="146815" y="23178"/>
                  <a:pt x="147091" y="23178"/>
                </a:cubicBezTo>
                <a:lnTo>
                  <a:pt x="153568" y="23178"/>
                </a:lnTo>
                <a:lnTo>
                  <a:pt x="153568" y="12106"/>
                </a:lnTo>
                <a:cubicBezTo>
                  <a:pt x="153568" y="11865"/>
                  <a:pt x="153629" y="11641"/>
                  <a:pt x="153750" y="11434"/>
                </a:cubicBezTo>
                <a:cubicBezTo>
                  <a:pt x="153871" y="11227"/>
                  <a:pt x="154095" y="11046"/>
                  <a:pt x="154423" y="10891"/>
                </a:cubicBezTo>
                <a:cubicBezTo>
                  <a:pt x="154751" y="10735"/>
                  <a:pt x="155192" y="10623"/>
                  <a:pt x="155745" y="10554"/>
                </a:cubicBezTo>
                <a:cubicBezTo>
                  <a:pt x="156297" y="10485"/>
                  <a:pt x="156988" y="10451"/>
                  <a:pt x="157817" y="10451"/>
                </a:cubicBezTo>
                <a:cubicBezTo>
                  <a:pt x="158681" y="10451"/>
                  <a:pt x="159389" y="10485"/>
                  <a:pt x="159942" y="10554"/>
                </a:cubicBezTo>
                <a:cubicBezTo>
                  <a:pt x="160495" y="10623"/>
                  <a:pt x="160926" y="10735"/>
                  <a:pt x="161237" y="10891"/>
                </a:cubicBezTo>
                <a:cubicBezTo>
                  <a:pt x="161548" y="11046"/>
                  <a:pt x="161773" y="11227"/>
                  <a:pt x="161911" y="11434"/>
                </a:cubicBezTo>
                <a:cubicBezTo>
                  <a:pt x="162049" y="11641"/>
                  <a:pt x="162118" y="11865"/>
                  <a:pt x="162118" y="12106"/>
                </a:cubicBezTo>
                <a:lnTo>
                  <a:pt x="162118" y="23178"/>
                </a:lnTo>
                <a:lnTo>
                  <a:pt x="174088" y="23178"/>
                </a:lnTo>
                <a:cubicBezTo>
                  <a:pt x="174365" y="23178"/>
                  <a:pt x="174607" y="23239"/>
                  <a:pt x="174814" y="23359"/>
                </a:cubicBezTo>
                <a:cubicBezTo>
                  <a:pt x="175021" y="23480"/>
                  <a:pt x="175202" y="23687"/>
                  <a:pt x="175358" y="23980"/>
                </a:cubicBezTo>
                <a:cubicBezTo>
                  <a:pt x="175513" y="24273"/>
                  <a:pt x="175626" y="24644"/>
                  <a:pt x="175695" y="25093"/>
                </a:cubicBezTo>
                <a:cubicBezTo>
                  <a:pt x="175764" y="25541"/>
                  <a:pt x="175798" y="26093"/>
                  <a:pt x="175798" y="26748"/>
                </a:cubicBezTo>
                <a:cubicBezTo>
                  <a:pt x="175798" y="27990"/>
                  <a:pt x="175643" y="28887"/>
                  <a:pt x="175332" y="29438"/>
                </a:cubicBezTo>
                <a:cubicBezTo>
                  <a:pt x="175021" y="29990"/>
                  <a:pt x="174607" y="30266"/>
                  <a:pt x="174088" y="30266"/>
                </a:cubicBezTo>
                <a:lnTo>
                  <a:pt x="162118" y="30266"/>
                </a:lnTo>
                <a:lnTo>
                  <a:pt x="162118" y="56314"/>
                </a:lnTo>
                <a:cubicBezTo>
                  <a:pt x="162118" y="59531"/>
                  <a:pt x="162593" y="61961"/>
                  <a:pt x="163543" y="63604"/>
                </a:cubicBezTo>
                <a:cubicBezTo>
                  <a:pt x="164493" y="65247"/>
                  <a:pt x="166195" y="66068"/>
                  <a:pt x="168647" y="66068"/>
                </a:cubicBezTo>
                <a:cubicBezTo>
                  <a:pt x="169442" y="66068"/>
                  <a:pt x="170150" y="65991"/>
                  <a:pt x="170772" y="65836"/>
                </a:cubicBezTo>
                <a:cubicBezTo>
                  <a:pt x="171394" y="65680"/>
                  <a:pt x="171947" y="65516"/>
                  <a:pt x="172430" y="65344"/>
                </a:cubicBezTo>
                <a:cubicBezTo>
                  <a:pt x="172914" y="65172"/>
                  <a:pt x="173328" y="65008"/>
                  <a:pt x="173674" y="64853"/>
                </a:cubicBezTo>
                <a:cubicBezTo>
                  <a:pt x="174019" y="64697"/>
                  <a:pt x="174330" y="64620"/>
                  <a:pt x="174607" y="64620"/>
                </a:cubicBezTo>
                <a:cubicBezTo>
                  <a:pt x="174779" y="64620"/>
                  <a:pt x="174943" y="64663"/>
                  <a:pt x="175099" y="64749"/>
                </a:cubicBezTo>
                <a:cubicBezTo>
                  <a:pt x="175254" y="64835"/>
                  <a:pt x="175375" y="64999"/>
                  <a:pt x="175462" y="65241"/>
                </a:cubicBezTo>
                <a:cubicBezTo>
                  <a:pt x="175548" y="65482"/>
                  <a:pt x="175626" y="65810"/>
                  <a:pt x="175695" y="66224"/>
                </a:cubicBezTo>
                <a:cubicBezTo>
                  <a:pt x="175764" y="66637"/>
                  <a:pt x="175798" y="67155"/>
                  <a:pt x="175798" y="67776"/>
                </a:cubicBezTo>
                <a:close/>
                <a:moveTo>
                  <a:pt x="226318" y="71139"/>
                </a:moveTo>
                <a:cubicBezTo>
                  <a:pt x="226318" y="71415"/>
                  <a:pt x="226258" y="71647"/>
                  <a:pt x="226137" y="71837"/>
                </a:cubicBezTo>
                <a:cubicBezTo>
                  <a:pt x="226016" y="72027"/>
                  <a:pt x="225800" y="72191"/>
                  <a:pt x="225489" y="72329"/>
                </a:cubicBezTo>
                <a:cubicBezTo>
                  <a:pt x="225178" y="72467"/>
                  <a:pt x="224773" y="72570"/>
                  <a:pt x="224272" y="72639"/>
                </a:cubicBezTo>
                <a:cubicBezTo>
                  <a:pt x="223771" y="72708"/>
                  <a:pt x="223158" y="72742"/>
                  <a:pt x="222432" y="72742"/>
                </a:cubicBezTo>
                <a:cubicBezTo>
                  <a:pt x="221638" y="72742"/>
                  <a:pt x="220990" y="72708"/>
                  <a:pt x="220489" y="72639"/>
                </a:cubicBezTo>
                <a:cubicBezTo>
                  <a:pt x="219988" y="72570"/>
                  <a:pt x="219591" y="72467"/>
                  <a:pt x="219297" y="72329"/>
                </a:cubicBezTo>
                <a:cubicBezTo>
                  <a:pt x="219003" y="72191"/>
                  <a:pt x="218805" y="72027"/>
                  <a:pt x="218701" y="71837"/>
                </a:cubicBezTo>
                <a:cubicBezTo>
                  <a:pt x="218598" y="71647"/>
                  <a:pt x="218546" y="71415"/>
                  <a:pt x="218546" y="71139"/>
                </a:cubicBezTo>
                <a:lnTo>
                  <a:pt x="218546" y="64982"/>
                </a:lnTo>
                <a:cubicBezTo>
                  <a:pt x="215886" y="67932"/>
                  <a:pt x="213260" y="70084"/>
                  <a:pt x="210669" y="71438"/>
                </a:cubicBezTo>
                <a:cubicBezTo>
                  <a:pt x="208078" y="72790"/>
                  <a:pt x="205453" y="73467"/>
                  <a:pt x="202793" y="73467"/>
                </a:cubicBezTo>
                <a:cubicBezTo>
                  <a:pt x="199684" y="73467"/>
                  <a:pt x="197067" y="72949"/>
                  <a:pt x="194943" y="71913"/>
                </a:cubicBezTo>
                <a:cubicBezTo>
                  <a:pt x="192818" y="70877"/>
                  <a:pt x="191099" y="69471"/>
                  <a:pt x="189787" y="67693"/>
                </a:cubicBezTo>
                <a:cubicBezTo>
                  <a:pt x="188474" y="65915"/>
                  <a:pt x="187532" y="63843"/>
                  <a:pt x="186962" y="61478"/>
                </a:cubicBezTo>
                <a:cubicBezTo>
                  <a:pt x="186392" y="59112"/>
                  <a:pt x="186107" y="56238"/>
                  <a:pt x="186107" y="52854"/>
                </a:cubicBezTo>
                <a:lnTo>
                  <a:pt x="186107" y="24577"/>
                </a:lnTo>
                <a:cubicBezTo>
                  <a:pt x="186107" y="24301"/>
                  <a:pt x="186168" y="24068"/>
                  <a:pt x="186289" y="23878"/>
                </a:cubicBezTo>
                <a:cubicBezTo>
                  <a:pt x="186410" y="23688"/>
                  <a:pt x="186643" y="23515"/>
                  <a:pt x="186988" y="23359"/>
                </a:cubicBezTo>
                <a:cubicBezTo>
                  <a:pt x="187334" y="23204"/>
                  <a:pt x="187783" y="23101"/>
                  <a:pt x="188336" y="23049"/>
                </a:cubicBezTo>
                <a:cubicBezTo>
                  <a:pt x="188888" y="22997"/>
                  <a:pt x="189579" y="22971"/>
                  <a:pt x="190408" y="22971"/>
                </a:cubicBezTo>
                <a:cubicBezTo>
                  <a:pt x="191238" y="22971"/>
                  <a:pt x="191928" y="22997"/>
                  <a:pt x="192481" y="23049"/>
                </a:cubicBezTo>
                <a:cubicBezTo>
                  <a:pt x="193034" y="23101"/>
                  <a:pt x="193474" y="23204"/>
                  <a:pt x="193803" y="23359"/>
                </a:cubicBezTo>
                <a:cubicBezTo>
                  <a:pt x="194131" y="23515"/>
                  <a:pt x="194364" y="23688"/>
                  <a:pt x="194502" y="23878"/>
                </a:cubicBezTo>
                <a:cubicBezTo>
                  <a:pt x="194640" y="24068"/>
                  <a:pt x="194709" y="24301"/>
                  <a:pt x="194709" y="24577"/>
                </a:cubicBezTo>
                <a:lnTo>
                  <a:pt x="194709" y="51719"/>
                </a:lnTo>
                <a:cubicBezTo>
                  <a:pt x="194709" y="54447"/>
                  <a:pt x="194908" y="56632"/>
                  <a:pt x="195305" y="58272"/>
                </a:cubicBezTo>
                <a:cubicBezTo>
                  <a:pt x="195703" y="59913"/>
                  <a:pt x="196307" y="61312"/>
                  <a:pt x="197119" y="62469"/>
                </a:cubicBezTo>
                <a:cubicBezTo>
                  <a:pt x="197931" y="63626"/>
                  <a:pt x="198958" y="64524"/>
                  <a:pt x="200202" y="65163"/>
                </a:cubicBezTo>
                <a:cubicBezTo>
                  <a:pt x="201446" y="65801"/>
                  <a:pt x="202897" y="66120"/>
                  <a:pt x="204555" y="66120"/>
                </a:cubicBezTo>
                <a:cubicBezTo>
                  <a:pt x="206697" y="66120"/>
                  <a:pt x="208830" y="65357"/>
                  <a:pt x="210954" y="63831"/>
                </a:cubicBezTo>
                <a:cubicBezTo>
                  <a:pt x="213079" y="62304"/>
                  <a:pt x="215333" y="60067"/>
                  <a:pt x="217717" y="57118"/>
                </a:cubicBezTo>
                <a:lnTo>
                  <a:pt x="217717" y="24575"/>
                </a:lnTo>
                <a:cubicBezTo>
                  <a:pt x="217717" y="24299"/>
                  <a:pt x="217777" y="24066"/>
                  <a:pt x="217898" y="23877"/>
                </a:cubicBezTo>
                <a:cubicBezTo>
                  <a:pt x="218019" y="23687"/>
                  <a:pt x="218252" y="23515"/>
                  <a:pt x="218598" y="23359"/>
                </a:cubicBezTo>
                <a:cubicBezTo>
                  <a:pt x="218943" y="23204"/>
                  <a:pt x="219383" y="23101"/>
                  <a:pt x="219919" y="23049"/>
                </a:cubicBezTo>
                <a:cubicBezTo>
                  <a:pt x="220454" y="22997"/>
                  <a:pt x="221154" y="22971"/>
                  <a:pt x="222018" y="22971"/>
                </a:cubicBezTo>
                <a:cubicBezTo>
                  <a:pt x="222847" y="22971"/>
                  <a:pt x="223538" y="22997"/>
                  <a:pt x="224090" y="23049"/>
                </a:cubicBezTo>
                <a:cubicBezTo>
                  <a:pt x="224643" y="23101"/>
                  <a:pt x="225075" y="23204"/>
                  <a:pt x="225386" y="23359"/>
                </a:cubicBezTo>
                <a:cubicBezTo>
                  <a:pt x="225697" y="23515"/>
                  <a:pt x="225930" y="23687"/>
                  <a:pt x="226085" y="23877"/>
                </a:cubicBezTo>
                <a:cubicBezTo>
                  <a:pt x="226241" y="24066"/>
                  <a:pt x="226318" y="24299"/>
                  <a:pt x="226318" y="24575"/>
                </a:cubicBezTo>
                <a:lnTo>
                  <a:pt x="226318" y="71139"/>
                </a:lnTo>
                <a:close/>
                <a:moveTo>
                  <a:pt x="269985" y="27628"/>
                </a:moveTo>
                <a:cubicBezTo>
                  <a:pt x="269985" y="28386"/>
                  <a:pt x="269968" y="29025"/>
                  <a:pt x="269933" y="29542"/>
                </a:cubicBezTo>
                <a:cubicBezTo>
                  <a:pt x="269899" y="30059"/>
                  <a:pt x="269830" y="30465"/>
                  <a:pt x="269726" y="30758"/>
                </a:cubicBezTo>
                <a:cubicBezTo>
                  <a:pt x="269622" y="31051"/>
                  <a:pt x="269493" y="31275"/>
                  <a:pt x="269337" y="31430"/>
                </a:cubicBezTo>
                <a:cubicBezTo>
                  <a:pt x="269182" y="31586"/>
                  <a:pt x="268966" y="31663"/>
                  <a:pt x="268690" y="31663"/>
                </a:cubicBezTo>
                <a:cubicBezTo>
                  <a:pt x="268413" y="31663"/>
                  <a:pt x="268077" y="31586"/>
                  <a:pt x="267679" y="31430"/>
                </a:cubicBezTo>
                <a:cubicBezTo>
                  <a:pt x="267282" y="31275"/>
                  <a:pt x="266833" y="31120"/>
                  <a:pt x="266332" y="30965"/>
                </a:cubicBezTo>
                <a:cubicBezTo>
                  <a:pt x="265831" y="30809"/>
                  <a:pt x="265270" y="30663"/>
                  <a:pt x="264648" y="30525"/>
                </a:cubicBezTo>
                <a:cubicBezTo>
                  <a:pt x="264026" y="30387"/>
                  <a:pt x="263352" y="30318"/>
                  <a:pt x="262627" y="30318"/>
                </a:cubicBezTo>
                <a:cubicBezTo>
                  <a:pt x="261763" y="30318"/>
                  <a:pt x="260917" y="30490"/>
                  <a:pt x="260088" y="30835"/>
                </a:cubicBezTo>
                <a:cubicBezTo>
                  <a:pt x="259259" y="31180"/>
                  <a:pt x="258387" y="31749"/>
                  <a:pt x="257471" y="32543"/>
                </a:cubicBezTo>
                <a:cubicBezTo>
                  <a:pt x="256556" y="33336"/>
                  <a:pt x="255597" y="34388"/>
                  <a:pt x="254595" y="35699"/>
                </a:cubicBezTo>
                <a:cubicBezTo>
                  <a:pt x="253593" y="37009"/>
                  <a:pt x="252488" y="38613"/>
                  <a:pt x="251279" y="40510"/>
                </a:cubicBezTo>
                <a:lnTo>
                  <a:pt x="251279" y="71139"/>
                </a:lnTo>
                <a:cubicBezTo>
                  <a:pt x="251279" y="71415"/>
                  <a:pt x="251210" y="71647"/>
                  <a:pt x="251072" y="71837"/>
                </a:cubicBezTo>
                <a:cubicBezTo>
                  <a:pt x="250933" y="72027"/>
                  <a:pt x="250709" y="72191"/>
                  <a:pt x="250398" y="72329"/>
                </a:cubicBezTo>
                <a:cubicBezTo>
                  <a:pt x="250087" y="72467"/>
                  <a:pt x="249655" y="72570"/>
                  <a:pt x="249102" y="72639"/>
                </a:cubicBezTo>
                <a:cubicBezTo>
                  <a:pt x="248550" y="72708"/>
                  <a:pt x="247842" y="72742"/>
                  <a:pt x="246978" y="72742"/>
                </a:cubicBezTo>
                <a:cubicBezTo>
                  <a:pt x="246149" y="72742"/>
                  <a:pt x="245458" y="72708"/>
                  <a:pt x="244905" y="72639"/>
                </a:cubicBezTo>
                <a:cubicBezTo>
                  <a:pt x="244352" y="72570"/>
                  <a:pt x="243912" y="72467"/>
                  <a:pt x="243584" y="72329"/>
                </a:cubicBezTo>
                <a:cubicBezTo>
                  <a:pt x="243256" y="72191"/>
                  <a:pt x="243031" y="72027"/>
                  <a:pt x="242910" y="71837"/>
                </a:cubicBezTo>
                <a:cubicBezTo>
                  <a:pt x="242789" y="71647"/>
                  <a:pt x="242729" y="71415"/>
                  <a:pt x="242729" y="71139"/>
                </a:cubicBezTo>
                <a:lnTo>
                  <a:pt x="242729" y="24575"/>
                </a:lnTo>
                <a:cubicBezTo>
                  <a:pt x="242729" y="24299"/>
                  <a:pt x="242781" y="24066"/>
                  <a:pt x="242884" y="23877"/>
                </a:cubicBezTo>
                <a:cubicBezTo>
                  <a:pt x="242988" y="23687"/>
                  <a:pt x="243195" y="23515"/>
                  <a:pt x="243506" y="23359"/>
                </a:cubicBezTo>
                <a:cubicBezTo>
                  <a:pt x="243817" y="23204"/>
                  <a:pt x="244214" y="23101"/>
                  <a:pt x="244698" y="23049"/>
                </a:cubicBezTo>
                <a:cubicBezTo>
                  <a:pt x="245182" y="22997"/>
                  <a:pt x="245821" y="22971"/>
                  <a:pt x="246615" y="22971"/>
                </a:cubicBezTo>
                <a:cubicBezTo>
                  <a:pt x="247375" y="22971"/>
                  <a:pt x="248006" y="22997"/>
                  <a:pt x="248507" y="23049"/>
                </a:cubicBezTo>
                <a:cubicBezTo>
                  <a:pt x="249007" y="23101"/>
                  <a:pt x="249396" y="23204"/>
                  <a:pt x="249672" y="23359"/>
                </a:cubicBezTo>
                <a:cubicBezTo>
                  <a:pt x="249949" y="23515"/>
                  <a:pt x="250147" y="23687"/>
                  <a:pt x="250268" y="23877"/>
                </a:cubicBezTo>
                <a:cubicBezTo>
                  <a:pt x="250389" y="24066"/>
                  <a:pt x="250450" y="24299"/>
                  <a:pt x="250450" y="24575"/>
                </a:cubicBezTo>
                <a:lnTo>
                  <a:pt x="250450" y="31353"/>
                </a:lnTo>
                <a:cubicBezTo>
                  <a:pt x="251728" y="29490"/>
                  <a:pt x="252928" y="27973"/>
                  <a:pt x="254051" y="26800"/>
                </a:cubicBezTo>
                <a:cubicBezTo>
                  <a:pt x="255174" y="25627"/>
                  <a:pt x="256236" y="24704"/>
                  <a:pt x="257238" y="24032"/>
                </a:cubicBezTo>
                <a:cubicBezTo>
                  <a:pt x="258240" y="23359"/>
                  <a:pt x="259233" y="22894"/>
                  <a:pt x="260217" y="22635"/>
                </a:cubicBezTo>
                <a:cubicBezTo>
                  <a:pt x="261202" y="22376"/>
                  <a:pt x="262195" y="22247"/>
                  <a:pt x="263197" y="22247"/>
                </a:cubicBezTo>
                <a:cubicBezTo>
                  <a:pt x="263646" y="22247"/>
                  <a:pt x="264156" y="22273"/>
                  <a:pt x="264726" y="22325"/>
                </a:cubicBezTo>
                <a:cubicBezTo>
                  <a:pt x="265296" y="22376"/>
                  <a:pt x="265892" y="22471"/>
                  <a:pt x="266513" y="22609"/>
                </a:cubicBezTo>
                <a:cubicBezTo>
                  <a:pt x="267135" y="22747"/>
                  <a:pt x="267697" y="22902"/>
                  <a:pt x="268197" y="23075"/>
                </a:cubicBezTo>
                <a:cubicBezTo>
                  <a:pt x="268698" y="23247"/>
                  <a:pt x="269052" y="23420"/>
                  <a:pt x="269260" y="23592"/>
                </a:cubicBezTo>
                <a:cubicBezTo>
                  <a:pt x="269467" y="23765"/>
                  <a:pt x="269605" y="23928"/>
                  <a:pt x="269674" y="24084"/>
                </a:cubicBezTo>
                <a:cubicBezTo>
                  <a:pt x="269743" y="24239"/>
                  <a:pt x="269804" y="24437"/>
                  <a:pt x="269856" y="24679"/>
                </a:cubicBezTo>
                <a:cubicBezTo>
                  <a:pt x="269907" y="24920"/>
                  <a:pt x="269942" y="25274"/>
                  <a:pt x="269959" y="25739"/>
                </a:cubicBezTo>
                <a:cubicBezTo>
                  <a:pt x="269977" y="26205"/>
                  <a:pt x="269985" y="26834"/>
                  <a:pt x="269985" y="27628"/>
                </a:cubicBezTo>
                <a:close/>
                <a:moveTo>
                  <a:pt x="319043" y="45839"/>
                </a:moveTo>
                <a:cubicBezTo>
                  <a:pt x="319043" y="47184"/>
                  <a:pt x="318706" y="48141"/>
                  <a:pt x="318032" y="48711"/>
                </a:cubicBezTo>
                <a:cubicBezTo>
                  <a:pt x="317359" y="49280"/>
                  <a:pt x="316590" y="49564"/>
                  <a:pt x="315727" y="49564"/>
                </a:cubicBezTo>
                <a:lnTo>
                  <a:pt x="285154" y="49564"/>
                </a:lnTo>
                <a:cubicBezTo>
                  <a:pt x="285154" y="52159"/>
                  <a:pt x="285413" y="54494"/>
                  <a:pt x="285931" y="56570"/>
                </a:cubicBezTo>
                <a:cubicBezTo>
                  <a:pt x="286449" y="58646"/>
                  <a:pt x="287313" y="60427"/>
                  <a:pt x="288522" y="61915"/>
                </a:cubicBezTo>
                <a:cubicBezTo>
                  <a:pt x="289731" y="63402"/>
                  <a:pt x="291303" y="64544"/>
                  <a:pt x="293237" y="65341"/>
                </a:cubicBezTo>
                <a:cubicBezTo>
                  <a:pt x="295172" y="66136"/>
                  <a:pt x="297538" y="66534"/>
                  <a:pt x="300337" y="66534"/>
                </a:cubicBezTo>
                <a:cubicBezTo>
                  <a:pt x="302547" y="66534"/>
                  <a:pt x="304517" y="66353"/>
                  <a:pt x="306244" y="65991"/>
                </a:cubicBezTo>
                <a:cubicBezTo>
                  <a:pt x="307971" y="65629"/>
                  <a:pt x="309465" y="65223"/>
                  <a:pt x="310726" y="64775"/>
                </a:cubicBezTo>
                <a:cubicBezTo>
                  <a:pt x="311987" y="64327"/>
                  <a:pt x="313023" y="63921"/>
                  <a:pt x="313835" y="63559"/>
                </a:cubicBezTo>
                <a:cubicBezTo>
                  <a:pt x="314647" y="63197"/>
                  <a:pt x="315260" y="63016"/>
                  <a:pt x="315675" y="63016"/>
                </a:cubicBezTo>
                <a:cubicBezTo>
                  <a:pt x="315917" y="63016"/>
                  <a:pt x="316132" y="63076"/>
                  <a:pt x="316322" y="63197"/>
                </a:cubicBezTo>
                <a:cubicBezTo>
                  <a:pt x="316512" y="63318"/>
                  <a:pt x="316659" y="63499"/>
                  <a:pt x="316763" y="63740"/>
                </a:cubicBezTo>
                <a:cubicBezTo>
                  <a:pt x="316867" y="63982"/>
                  <a:pt x="316944" y="64318"/>
                  <a:pt x="316996" y="64749"/>
                </a:cubicBezTo>
                <a:cubicBezTo>
                  <a:pt x="317048" y="65180"/>
                  <a:pt x="317074" y="65706"/>
                  <a:pt x="317074" y="66327"/>
                </a:cubicBezTo>
                <a:cubicBezTo>
                  <a:pt x="317074" y="66775"/>
                  <a:pt x="317057" y="67163"/>
                  <a:pt x="317022" y="67491"/>
                </a:cubicBezTo>
                <a:cubicBezTo>
                  <a:pt x="316987" y="67819"/>
                  <a:pt x="316944" y="68112"/>
                  <a:pt x="316892" y="68371"/>
                </a:cubicBezTo>
                <a:cubicBezTo>
                  <a:pt x="316841" y="68629"/>
                  <a:pt x="316754" y="68862"/>
                  <a:pt x="316633" y="69069"/>
                </a:cubicBezTo>
                <a:cubicBezTo>
                  <a:pt x="316512" y="69276"/>
                  <a:pt x="316357" y="69474"/>
                  <a:pt x="316167" y="69664"/>
                </a:cubicBezTo>
                <a:cubicBezTo>
                  <a:pt x="315977" y="69854"/>
                  <a:pt x="315416" y="70164"/>
                  <a:pt x="314483" y="70595"/>
                </a:cubicBezTo>
                <a:cubicBezTo>
                  <a:pt x="313550" y="71026"/>
                  <a:pt x="312341" y="71449"/>
                  <a:pt x="310856" y="71863"/>
                </a:cubicBezTo>
                <a:cubicBezTo>
                  <a:pt x="309370" y="72277"/>
                  <a:pt x="307652" y="72648"/>
                  <a:pt x="305700" y="72975"/>
                </a:cubicBezTo>
                <a:cubicBezTo>
                  <a:pt x="303748" y="73303"/>
                  <a:pt x="301667" y="73467"/>
                  <a:pt x="299456" y="73467"/>
                </a:cubicBezTo>
                <a:cubicBezTo>
                  <a:pt x="295621" y="73467"/>
                  <a:pt x="292262" y="72932"/>
                  <a:pt x="289377" y="71861"/>
                </a:cubicBezTo>
                <a:cubicBezTo>
                  <a:pt x="286492" y="70791"/>
                  <a:pt x="284066" y="69203"/>
                  <a:pt x="282096" y="67097"/>
                </a:cubicBezTo>
                <a:cubicBezTo>
                  <a:pt x="280127" y="64990"/>
                  <a:pt x="278642" y="62349"/>
                  <a:pt x="277640" y="59173"/>
                </a:cubicBezTo>
                <a:cubicBezTo>
                  <a:pt x="276638" y="55996"/>
                  <a:pt x="276137" y="52302"/>
                  <a:pt x="276137" y="48090"/>
                </a:cubicBezTo>
                <a:cubicBezTo>
                  <a:pt x="276137" y="44084"/>
                  <a:pt x="276656" y="40485"/>
                  <a:pt x="277692" y="37291"/>
                </a:cubicBezTo>
                <a:cubicBezTo>
                  <a:pt x="278728" y="34097"/>
                  <a:pt x="280222" y="31387"/>
                  <a:pt x="282174" y="29160"/>
                </a:cubicBezTo>
                <a:cubicBezTo>
                  <a:pt x="284126" y="26933"/>
                  <a:pt x="286484" y="25225"/>
                  <a:pt x="289247" y="24034"/>
                </a:cubicBezTo>
                <a:cubicBezTo>
                  <a:pt x="292011" y="22842"/>
                  <a:pt x="295103" y="22247"/>
                  <a:pt x="298523" y="22247"/>
                </a:cubicBezTo>
                <a:cubicBezTo>
                  <a:pt x="302185" y="22247"/>
                  <a:pt x="305302" y="22833"/>
                  <a:pt x="307876" y="24006"/>
                </a:cubicBezTo>
                <a:cubicBezTo>
                  <a:pt x="310450" y="25179"/>
                  <a:pt x="312566" y="26757"/>
                  <a:pt x="314224" y="28740"/>
                </a:cubicBezTo>
                <a:cubicBezTo>
                  <a:pt x="315882" y="30723"/>
                  <a:pt x="317100" y="33051"/>
                  <a:pt x="317877" y="35725"/>
                </a:cubicBezTo>
                <a:cubicBezTo>
                  <a:pt x="318654" y="38398"/>
                  <a:pt x="319043" y="41252"/>
                  <a:pt x="319043" y="44287"/>
                </a:cubicBezTo>
                <a:lnTo>
                  <a:pt x="319043" y="45839"/>
                </a:lnTo>
                <a:moveTo>
                  <a:pt x="310441" y="43304"/>
                </a:moveTo>
                <a:cubicBezTo>
                  <a:pt x="310545" y="38820"/>
                  <a:pt x="309552" y="35302"/>
                  <a:pt x="307462" y="32750"/>
                </a:cubicBezTo>
                <a:cubicBezTo>
                  <a:pt x="305372" y="30197"/>
                  <a:pt x="302271" y="28921"/>
                  <a:pt x="298160" y="28921"/>
                </a:cubicBezTo>
                <a:cubicBezTo>
                  <a:pt x="296053" y="28921"/>
                  <a:pt x="294205" y="29318"/>
                  <a:pt x="292616" y="30111"/>
                </a:cubicBezTo>
                <a:cubicBezTo>
                  <a:pt x="291027" y="30904"/>
                  <a:pt x="289697" y="31956"/>
                  <a:pt x="288626" y="33267"/>
                </a:cubicBezTo>
                <a:cubicBezTo>
                  <a:pt x="287555" y="34578"/>
                  <a:pt x="286726" y="36104"/>
                  <a:pt x="286138" y="37846"/>
                </a:cubicBezTo>
                <a:cubicBezTo>
                  <a:pt x="285551" y="39588"/>
                  <a:pt x="285223" y="41407"/>
                  <a:pt x="285154" y="43304"/>
                </a:cubicBezTo>
                <a:lnTo>
                  <a:pt x="310441" y="43304"/>
                </a:lnTo>
                <a:close/>
                <a:moveTo>
                  <a:pt x="398896" y="47365"/>
                </a:moveTo>
                <a:cubicBezTo>
                  <a:pt x="398896" y="51163"/>
                  <a:pt x="398395" y="54658"/>
                  <a:pt x="397393" y="57852"/>
                </a:cubicBezTo>
                <a:cubicBezTo>
                  <a:pt x="396391" y="61046"/>
                  <a:pt x="394897" y="63799"/>
                  <a:pt x="392911" y="66114"/>
                </a:cubicBezTo>
                <a:cubicBezTo>
                  <a:pt x="390925" y="68427"/>
                  <a:pt x="388437" y="70230"/>
                  <a:pt x="385449" y="71525"/>
                </a:cubicBezTo>
                <a:cubicBezTo>
                  <a:pt x="382461" y="72820"/>
                  <a:pt x="378998" y="73467"/>
                  <a:pt x="375060" y="73467"/>
                </a:cubicBezTo>
                <a:cubicBezTo>
                  <a:pt x="371225" y="73467"/>
                  <a:pt x="367883" y="72897"/>
                  <a:pt x="365033" y="71758"/>
                </a:cubicBezTo>
                <a:cubicBezTo>
                  <a:pt x="362183" y="70619"/>
                  <a:pt x="359808" y="68961"/>
                  <a:pt x="357908" y="66786"/>
                </a:cubicBezTo>
                <a:cubicBezTo>
                  <a:pt x="356008" y="64611"/>
                  <a:pt x="354591" y="61970"/>
                  <a:pt x="353659" y="58862"/>
                </a:cubicBezTo>
                <a:cubicBezTo>
                  <a:pt x="352726" y="55755"/>
                  <a:pt x="352259" y="52233"/>
                  <a:pt x="352259" y="48297"/>
                </a:cubicBezTo>
                <a:cubicBezTo>
                  <a:pt x="352259" y="44499"/>
                  <a:pt x="352752" y="41004"/>
                  <a:pt x="353736" y="37810"/>
                </a:cubicBezTo>
                <a:cubicBezTo>
                  <a:pt x="354721" y="34616"/>
                  <a:pt x="356206" y="31863"/>
                  <a:pt x="358193" y="29550"/>
                </a:cubicBezTo>
                <a:cubicBezTo>
                  <a:pt x="360179" y="27236"/>
                  <a:pt x="362658" y="25440"/>
                  <a:pt x="365629" y="24163"/>
                </a:cubicBezTo>
                <a:cubicBezTo>
                  <a:pt x="368599" y="22886"/>
                  <a:pt x="372071" y="22247"/>
                  <a:pt x="376044" y="22247"/>
                </a:cubicBezTo>
                <a:cubicBezTo>
                  <a:pt x="379879" y="22247"/>
                  <a:pt x="383221" y="22817"/>
                  <a:pt x="386071" y="23956"/>
                </a:cubicBezTo>
                <a:cubicBezTo>
                  <a:pt x="388921" y="25095"/>
                  <a:pt x="391296" y="26752"/>
                  <a:pt x="393196" y="28928"/>
                </a:cubicBezTo>
                <a:cubicBezTo>
                  <a:pt x="395096" y="31103"/>
                  <a:pt x="396521" y="33744"/>
                  <a:pt x="397471" y="36851"/>
                </a:cubicBezTo>
                <a:cubicBezTo>
                  <a:pt x="398421" y="39959"/>
                  <a:pt x="398896" y="43464"/>
                  <a:pt x="398896" y="47365"/>
                </a:cubicBezTo>
                <a:moveTo>
                  <a:pt x="389880" y="47934"/>
                </a:moveTo>
                <a:cubicBezTo>
                  <a:pt x="389880" y="45413"/>
                  <a:pt x="389646" y="43030"/>
                  <a:pt x="389180" y="40785"/>
                </a:cubicBezTo>
                <a:cubicBezTo>
                  <a:pt x="388714" y="38540"/>
                  <a:pt x="387945" y="36571"/>
                  <a:pt x="386874" y="34879"/>
                </a:cubicBezTo>
                <a:cubicBezTo>
                  <a:pt x="385803" y="33187"/>
                  <a:pt x="384352" y="31849"/>
                  <a:pt x="382521" y="30864"/>
                </a:cubicBezTo>
                <a:cubicBezTo>
                  <a:pt x="380690" y="29879"/>
                  <a:pt x="378410" y="29387"/>
                  <a:pt x="375681" y="29387"/>
                </a:cubicBezTo>
                <a:cubicBezTo>
                  <a:pt x="373160" y="29387"/>
                  <a:pt x="370992" y="29836"/>
                  <a:pt x="369178" y="30733"/>
                </a:cubicBezTo>
                <a:cubicBezTo>
                  <a:pt x="367364" y="31631"/>
                  <a:pt x="365870" y="32901"/>
                  <a:pt x="364696" y="34543"/>
                </a:cubicBezTo>
                <a:cubicBezTo>
                  <a:pt x="363521" y="36183"/>
                  <a:pt x="362649" y="38126"/>
                  <a:pt x="362079" y="40371"/>
                </a:cubicBezTo>
                <a:cubicBezTo>
                  <a:pt x="361509" y="42615"/>
                  <a:pt x="361224" y="45067"/>
                  <a:pt x="361224" y="47728"/>
                </a:cubicBezTo>
                <a:cubicBezTo>
                  <a:pt x="361224" y="50283"/>
                  <a:pt x="361457" y="52684"/>
                  <a:pt x="361924" y="54929"/>
                </a:cubicBezTo>
                <a:cubicBezTo>
                  <a:pt x="362390" y="57174"/>
                  <a:pt x="363167" y="59134"/>
                  <a:pt x="364255" y="60809"/>
                </a:cubicBezTo>
                <a:cubicBezTo>
                  <a:pt x="365344" y="62484"/>
                  <a:pt x="366803" y="63814"/>
                  <a:pt x="368634" y="64799"/>
                </a:cubicBezTo>
                <a:cubicBezTo>
                  <a:pt x="370465" y="65783"/>
                  <a:pt x="372745" y="66275"/>
                  <a:pt x="375474" y="66275"/>
                </a:cubicBezTo>
                <a:cubicBezTo>
                  <a:pt x="377961" y="66275"/>
                  <a:pt x="380120" y="65826"/>
                  <a:pt x="381951" y="64929"/>
                </a:cubicBezTo>
                <a:cubicBezTo>
                  <a:pt x="383782" y="64031"/>
                  <a:pt x="385285" y="62770"/>
                  <a:pt x="386460" y="61147"/>
                </a:cubicBezTo>
                <a:cubicBezTo>
                  <a:pt x="387634" y="59523"/>
                  <a:pt x="388498" y="57588"/>
                  <a:pt x="389050" y="55344"/>
                </a:cubicBezTo>
                <a:cubicBezTo>
                  <a:pt x="389603" y="53099"/>
                  <a:pt x="389880" y="50629"/>
                  <a:pt x="389880" y="47934"/>
                </a:cubicBezTo>
                <a:close/>
                <a:moveTo>
                  <a:pt x="437454" y="5432"/>
                </a:moveTo>
                <a:cubicBezTo>
                  <a:pt x="437454" y="6088"/>
                  <a:pt x="437420" y="6614"/>
                  <a:pt x="437350" y="7010"/>
                </a:cubicBezTo>
                <a:cubicBezTo>
                  <a:pt x="437281" y="7407"/>
                  <a:pt x="437204" y="7726"/>
                  <a:pt x="437117" y="7968"/>
                </a:cubicBezTo>
                <a:cubicBezTo>
                  <a:pt x="437031" y="8209"/>
                  <a:pt x="436919" y="8373"/>
                  <a:pt x="436780" y="8459"/>
                </a:cubicBezTo>
                <a:cubicBezTo>
                  <a:pt x="436642" y="8545"/>
                  <a:pt x="436470" y="8588"/>
                  <a:pt x="436262" y="8588"/>
                </a:cubicBezTo>
                <a:cubicBezTo>
                  <a:pt x="436020" y="8588"/>
                  <a:pt x="435718" y="8511"/>
                  <a:pt x="435355" y="8356"/>
                </a:cubicBezTo>
                <a:cubicBezTo>
                  <a:pt x="434993" y="8200"/>
                  <a:pt x="434552" y="8028"/>
                  <a:pt x="434034" y="7838"/>
                </a:cubicBezTo>
                <a:cubicBezTo>
                  <a:pt x="433516" y="7648"/>
                  <a:pt x="432903" y="7476"/>
                  <a:pt x="432194" y="7321"/>
                </a:cubicBezTo>
                <a:cubicBezTo>
                  <a:pt x="431486" y="7166"/>
                  <a:pt x="430666" y="7088"/>
                  <a:pt x="429733" y="7088"/>
                </a:cubicBezTo>
                <a:cubicBezTo>
                  <a:pt x="428455" y="7088"/>
                  <a:pt x="427367" y="7294"/>
                  <a:pt x="426469" y="7707"/>
                </a:cubicBezTo>
                <a:cubicBezTo>
                  <a:pt x="425570" y="8120"/>
                  <a:pt x="424845" y="8765"/>
                  <a:pt x="424292" y="9641"/>
                </a:cubicBezTo>
                <a:cubicBezTo>
                  <a:pt x="423739" y="10517"/>
                  <a:pt x="423342" y="11652"/>
                  <a:pt x="423100" y="13044"/>
                </a:cubicBezTo>
                <a:cubicBezTo>
                  <a:pt x="422859" y="14437"/>
                  <a:pt x="422738" y="16130"/>
                  <a:pt x="422738" y="18124"/>
                </a:cubicBezTo>
                <a:lnTo>
                  <a:pt x="422738" y="23178"/>
                </a:lnTo>
                <a:lnTo>
                  <a:pt x="433153" y="23178"/>
                </a:lnTo>
                <a:cubicBezTo>
                  <a:pt x="433429" y="23178"/>
                  <a:pt x="433663" y="23239"/>
                  <a:pt x="433853" y="23359"/>
                </a:cubicBezTo>
                <a:cubicBezTo>
                  <a:pt x="434043" y="23480"/>
                  <a:pt x="434215" y="23687"/>
                  <a:pt x="434371" y="23980"/>
                </a:cubicBezTo>
                <a:cubicBezTo>
                  <a:pt x="434526" y="24273"/>
                  <a:pt x="434647" y="24644"/>
                  <a:pt x="434734" y="25093"/>
                </a:cubicBezTo>
                <a:cubicBezTo>
                  <a:pt x="434820" y="25541"/>
                  <a:pt x="434863" y="26093"/>
                  <a:pt x="434863" y="26748"/>
                </a:cubicBezTo>
                <a:cubicBezTo>
                  <a:pt x="434863" y="27990"/>
                  <a:pt x="434708" y="28887"/>
                  <a:pt x="434397" y="29438"/>
                </a:cubicBezTo>
                <a:cubicBezTo>
                  <a:pt x="434086" y="29990"/>
                  <a:pt x="433671" y="30266"/>
                  <a:pt x="433153" y="30266"/>
                </a:cubicBezTo>
                <a:lnTo>
                  <a:pt x="422738" y="30266"/>
                </a:lnTo>
                <a:lnTo>
                  <a:pt x="422738" y="71137"/>
                </a:lnTo>
                <a:cubicBezTo>
                  <a:pt x="422738" y="71413"/>
                  <a:pt x="422669" y="71646"/>
                  <a:pt x="422530" y="71837"/>
                </a:cubicBezTo>
                <a:cubicBezTo>
                  <a:pt x="422392" y="72027"/>
                  <a:pt x="422159" y="72191"/>
                  <a:pt x="421831" y="72329"/>
                </a:cubicBezTo>
                <a:cubicBezTo>
                  <a:pt x="421503" y="72467"/>
                  <a:pt x="421062" y="72570"/>
                  <a:pt x="420509" y="72639"/>
                </a:cubicBezTo>
                <a:cubicBezTo>
                  <a:pt x="419957" y="72708"/>
                  <a:pt x="419266" y="72742"/>
                  <a:pt x="418437" y="72742"/>
                </a:cubicBezTo>
                <a:cubicBezTo>
                  <a:pt x="417608" y="72742"/>
                  <a:pt x="416917" y="72708"/>
                  <a:pt x="416364" y="72639"/>
                </a:cubicBezTo>
                <a:cubicBezTo>
                  <a:pt x="415811" y="72570"/>
                  <a:pt x="415371" y="72467"/>
                  <a:pt x="415043" y="72329"/>
                </a:cubicBezTo>
                <a:cubicBezTo>
                  <a:pt x="414714" y="72191"/>
                  <a:pt x="414481" y="72027"/>
                  <a:pt x="414343" y="71837"/>
                </a:cubicBezTo>
                <a:cubicBezTo>
                  <a:pt x="414205" y="71646"/>
                  <a:pt x="414136" y="71413"/>
                  <a:pt x="414136" y="71137"/>
                </a:cubicBezTo>
                <a:lnTo>
                  <a:pt x="414136" y="30266"/>
                </a:lnTo>
                <a:lnTo>
                  <a:pt x="407555" y="30266"/>
                </a:lnTo>
                <a:cubicBezTo>
                  <a:pt x="407002" y="30266"/>
                  <a:pt x="406588" y="29990"/>
                  <a:pt x="406311" y="29438"/>
                </a:cubicBezTo>
                <a:cubicBezTo>
                  <a:pt x="406035" y="28887"/>
                  <a:pt x="405897" y="27990"/>
                  <a:pt x="405897" y="26748"/>
                </a:cubicBezTo>
                <a:cubicBezTo>
                  <a:pt x="405897" y="26093"/>
                  <a:pt x="405931" y="25541"/>
                  <a:pt x="406000" y="25093"/>
                </a:cubicBezTo>
                <a:cubicBezTo>
                  <a:pt x="406069" y="24644"/>
                  <a:pt x="406173" y="24273"/>
                  <a:pt x="406311" y="23980"/>
                </a:cubicBezTo>
                <a:cubicBezTo>
                  <a:pt x="406449" y="23687"/>
                  <a:pt x="406622" y="23480"/>
                  <a:pt x="406829" y="23359"/>
                </a:cubicBezTo>
                <a:cubicBezTo>
                  <a:pt x="407037" y="23239"/>
                  <a:pt x="407279" y="23178"/>
                  <a:pt x="407555" y="23178"/>
                </a:cubicBezTo>
                <a:lnTo>
                  <a:pt x="414136" y="23178"/>
                </a:lnTo>
                <a:lnTo>
                  <a:pt x="414136" y="18378"/>
                </a:lnTo>
                <a:cubicBezTo>
                  <a:pt x="414136" y="15142"/>
                  <a:pt x="414438" y="12363"/>
                  <a:pt x="415043" y="10040"/>
                </a:cubicBezTo>
                <a:cubicBezTo>
                  <a:pt x="415647" y="7717"/>
                  <a:pt x="416571" y="5816"/>
                  <a:pt x="417815" y="4336"/>
                </a:cubicBezTo>
                <a:cubicBezTo>
                  <a:pt x="419059" y="2856"/>
                  <a:pt x="420622" y="1764"/>
                  <a:pt x="422504" y="1059"/>
                </a:cubicBezTo>
                <a:cubicBezTo>
                  <a:pt x="424387" y="353"/>
                  <a:pt x="426607" y="0"/>
                  <a:pt x="429163" y="0"/>
                </a:cubicBezTo>
                <a:cubicBezTo>
                  <a:pt x="430372" y="0"/>
                  <a:pt x="431547" y="112"/>
                  <a:pt x="432687" y="336"/>
                </a:cubicBezTo>
                <a:cubicBezTo>
                  <a:pt x="433827" y="560"/>
                  <a:pt x="434708" y="802"/>
                  <a:pt x="435330" y="1061"/>
                </a:cubicBezTo>
                <a:cubicBezTo>
                  <a:pt x="435951" y="1319"/>
                  <a:pt x="436366" y="1552"/>
                  <a:pt x="436573" y="1759"/>
                </a:cubicBezTo>
                <a:cubicBezTo>
                  <a:pt x="436780" y="1966"/>
                  <a:pt x="436953" y="2233"/>
                  <a:pt x="437091" y="2561"/>
                </a:cubicBezTo>
                <a:cubicBezTo>
                  <a:pt x="437230" y="2889"/>
                  <a:pt x="437325" y="3285"/>
                  <a:pt x="437376" y="3751"/>
                </a:cubicBezTo>
                <a:cubicBezTo>
                  <a:pt x="437428" y="4217"/>
                  <a:pt x="437454" y="4777"/>
                  <a:pt x="437454" y="5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Enginex">
            <a:extLst xmlns:a="http://schemas.openxmlformats.org/drawingml/2006/main">
              <a:ext uri="{FF2B5EF4-FFF2-40B4-BE49-F238E27FC236}">
                <a16:creationId xmlns:a16="http://schemas.microsoft.com/office/drawing/2014/main" id="{A2B7F96B-A009-4E45-93FA-F78E89F7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203" y="1411443"/>
            <a:ext cx="349826" cy="87643"/>
          </a:xfrm>
          <a:custGeom xmlns:a="http://schemas.openxmlformats.org/drawingml/2006/main">
            <a:pathLst>
              <a:path w="349826" h="87643">
                <a:moveTo>
                  <a:pt x="37309" y="65034"/>
                </a:moveTo>
                <a:cubicBezTo>
                  <a:pt x="37309" y="65654"/>
                  <a:pt x="37275" y="66198"/>
                  <a:pt x="37206" y="66663"/>
                </a:cubicBezTo>
                <a:cubicBezTo>
                  <a:pt x="37136" y="67129"/>
                  <a:pt x="37016" y="67517"/>
                  <a:pt x="36843" y="67827"/>
                </a:cubicBezTo>
                <a:cubicBezTo>
                  <a:pt x="36670" y="68138"/>
                  <a:pt x="36471" y="68362"/>
                  <a:pt x="36247" y="68500"/>
                </a:cubicBezTo>
                <a:cubicBezTo>
                  <a:pt x="36022" y="68638"/>
                  <a:pt x="35772" y="68707"/>
                  <a:pt x="35496" y="68707"/>
                </a:cubicBezTo>
                <a:lnTo>
                  <a:pt x="3316" y="68707"/>
                </a:lnTo>
                <a:cubicBezTo>
                  <a:pt x="2522" y="68707"/>
                  <a:pt x="1770" y="68440"/>
                  <a:pt x="1062" y="67905"/>
                </a:cubicBezTo>
                <a:cubicBezTo>
                  <a:pt x="354" y="67370"/>
                  <a:pt x="0" y="66431"/>
                  <a:pt x="0" y="65085"/>
                </a:cubicBezTo>
                <a:lnTo>
                  <a:pt x="0" y="5381"/>
                </a:lnTo>
                <a:cubicBezTo>
                  <a:pt x="0" y="4035"/>
                  <a:pt x="354" y="3096"/>
                  <a:pt x="1062" y="2561"/>
                </a:cubicBezTo>
                <a:cubicBezTo>
                  <a:pt x="1770" y="2026"/>
                  <a:pt x="2522" y="1759"/>
                  <a:pt x="3316" y="1759"/>
                </a:cubicBezTo>
                <a:lnTo>
                  <a:pt x="35133" y="1759"/>
                </a:lnTo>
                <a:cubicBezTo>
                  <a:pt x="35409" y="1759"/>
                  <a:pt x="35660" y="1828"/>
                  <a:pt x="35884" y="1966"/>
                </a:cubicBezTo>
                <a:cubicBezTo>
                  <a:pt x="36109" y="2104"/>
                  <a:pt x="36290" y="2328"/>
                  <a:pt x="36428" y="2639"/>
                </a:cubicBezTo>
                <a:cubicBezTo>
                  <a:pt x="36566" y="2949"/>
                  <a:pt x="36679" y="3337"/>
                  <a:pt x="36765" y="3803"/>
                </a:cubicBezTo>
                <a:cubicBezTo>
                  <a:pt x="36851" y="4268"/>
                  <a:pt x="36895" y="4846"/>
                  <a:pt x="36895" y="5536"/>
                </a:cubicBezTo>
                <a:cubicBezTo>
                  <a:pt x="36895" y="6157"/>
                  <a:pt x="36851" y="6700"/>
                  <a:pt x="36765" y="7166"/>
                </a:cubicBezTo>
                <a:cubicBezTo>
                  <a:pt x="36679" y="7631"/>
                  <a:pt x="36566" y="8011"/>
                  <a:pt x="36428" y="8304"/>
                </a:cubicBezTo>
                <a:cubicBezTo>
                  <a:pt x="36290" y="8597"/>
                  <a:pt x="36109" y="8813"/>
                  <a:pt x="35884" y="8951"/>
                </a:cubicBezTo>
                <a:cubicBezTo>
                  <a:pt x="35660" y="9088"/>
                  <a:pt x="35409" y="9157"/>
                  <a:pt x="35133" y="9157"/>
                </a:cubicBezTo>
                <a:lnTo>
                  <a:pt x="8913" y="9157"/>
                </a:lnTo>
                <a:lnTo>
                  <a:pt x="8913" y="30163"/>
                </a:lnTo>
                <a:lnTo>
                  <a:pt x="31402" y="30163"/>
                </a:lnTo>
                <a:cubicBezTo>
                  <a:pt x="31678" y="30163"/>
                  <a:pt x="31929" y="30240"/>
                  <a:pt x="32153" y="30396"/>
                </a:cubicBezTo>
                <a:cubicBezTo>
                  <a:pt x="32378" y="30551"/>
                  <a:pt x="32568" y="30766"/>
                  <a:pt x="32723" y="31042"/>
                </a:cubicBezTo>
                <a:cubicBezTo>
                  <a:pt x="32879" y="31318"/>
                  <a:pt x="32991" y="31698"/>
                  <a:pt x="33060" y="32181"/>
                </a:cubicBezTo>
                <a:cubicBezTo>
                  <a:pt x="33129" y="32663"/>
                  <a:pt x="33164" y="33232"/>
                  <a:pt x="33164" y="33888"/>
                </a:cubicBezTo>
                <a:cubicBezTo>
                  <a:pt x="33164" y="34509"/>
                  <a:pt x="33129" y="35043"/>
                  <a:pt x="33060" y="35492"/>
                </a:cubicBezTo>
                <a:cubicBezTo>
                  <a:pt x="32991" y="35940"/>
                  <a:pt x="32879" y="36302"/>
                  <a:pt x="32723" y="36578"/>
                </a:cubicBezTo>
                <a:cubicBezTo>
                  <a:pt x="32568" y="36854"/>
                  <a:pt x="32378" y="37052"/>
                  <a:pt x="32153" y="37173"/>
                </a:cubicBezTo>
                <a:cubicBezTo>
                  <a:pt x="31929" y="37294"/>
                  <a:pt x="31678" y="37354"/>
                  <a:pt x="31402" y="37354"/>
                </a:cubicBezTo>
                <a:lnTo>
                  <a:pt x="8913" y="37354"/>
                </a:lnTo>
                <a:lnTo>
                  <a:pt x="8913" y="61309"/>
                </a:lnTo>
                <a:lnTo>
                  <a:pt x="35496" y="61309"/>
                </a:lnTo>
                <a:cubicBezTo>
                  <a:pt x="35772" y="61309"/>
                  <a:pt x="36022" y="61378"/>
                  <a:pt x="36247" y="61515"/>
                </a:cubicBezTo>
                <a:cubicBezTo>
                  <a:pt x="36471" y="61653"/>
                  <a:pt x="36670" y="61869"/>
                  <a:pt x="36843" y="62162"/>
                </a:cubicBezTo>
                <a:cubicBezTo>
                  <a:pt x="37016" y="62455"/>
                  <a:pt x="37136" y="62835"/>
                  <a:pt x="37206" y="63300"/>
                </a:cubicBezTo>
                <a:cubicBezTo>
                  <a:pt x="37275" y="63766"/>
                  <a:pt x="37309" y="64344"/>
                  <a:pt x="37309" y="65034"/>
                </a:cubicBezTo>
                <a:close/>
                <a:moveTo>
                  <a:pt x="90581" y="67414"/>
                </a:moveTo>
                <a:cubicBezTo>
                  <a:pt x="90581" y="67689"/>
                  <a:pt x="90512" y="67922"/>
                  <a:pt x="90374" y="68112"/>
                </a:cubicBezTo>
                <a:cubicBezTo>
                  <a:pt x="90236" y="68302"/>
                  <a:pt x="90011" y="68465"/>
                  <a:pt x="89700" y="68603"/>
                </a:cubicBezTo>
                <a:cubicBezTo>
                  <a:pt x="89389" y="68741"/>
                  <a:pt x="88957" y="68845"/>
                  <a:pt x="88405" y="68914"/>
                </a:cubicBezTo>
                <a:cubicBezTo>
                  <a:pt x="87852" y="68983"/>
                  <a:pt x="87161" y="69017"/>
                  <a:pt x="86332" y="69017"/>
                </a:cubicBezTo>
                <a:cubicBezTo>
                  <a:pt x="85468" y="69017"/>
                  <a:pt x="84760" y="68983"/>
                  <a:pt x="84207" y="68914"/>
                </a:cubicBezTo>
                <a:cubicBezTo>
                  <a:pt x="83655" y="68845"/>
                  <a:pt x="83223" y="68741"/>
                  <a:pt x="82912" y="68603"/>
                </a:cubicBezTo>
                <a:cubicBezTo>
                  <a:pt x="82601" y="68465"/>
                  <a:pt x="82376" y="68302"/>
                  <a:pt x="82238" y="68112"/>
                </a:cubicBezTo>
                <a:cubicBezTo>
                  <a:pt x="82100" y="67922"/>
                  <a:pt x="82031" y="67689"/>
                  <a:pt x="82031" y="67414"/>
                </a:cubicBezTo>
                <a:lnTo>
                  <a:pt x="82031" y="40148"/>
                </a:lnTo>
                <a:cubicBezTo>
                  <a:pt x="82031" y="37492"/>
                  <a:pt x="81824" y="35354"/>
                  <a:pt x="81409" y="33733"/>
                </a:cubicBezTo>
                <a:cubicBezTo>
                  <a:pt x="80995" y="32112"/>
                  <a:pt x="80390" y="30715"/>
                  <a:pt x="79596" y="29542"/>
                </a:cubicBezTo>
                <a:cubicBezTo>
                  <a:pt x="78801" y="28369"/>
                  <a:pt x="77773" y="27472"/>
                  <a:pt x="76512" y="26852"/>
                </a:cubicBezTo>
                <a:cubicBezTo>
                  <a:pt x="75251" y="26231"/>
                  <a:pt x="73792" y="25920"/>
                  <a:pt x="72134" y="25920"/>
                </a:cubicBezTo>
                <a:cubicBezTo>
                  <a:pt x="69992" y="25920"/>
                  <a:pt x="67850" y="26679"/>
                  <a:pt x="65708" y="28197"/>
                </a:cubicBezTo>
                <a:cubicBezTo>
                  <a:pt x="63566" y="29714"/>
                  <a:pt x="61321" y="31939"/>
                  <a:pt x="58972" y="34871"/>
                </a:cubicBezTo>
                <a:lnTo>
                  <a:pt x="58972" y="67414"/>
                </a:lnTo>
                <a:cubicBezTo>
                  <a:pt x="58972" y="67689"/>
                  <a:pt x="58903" y="67922"/>
                  <a:pt x="58765" y="68112"/>
                </a:cubicBezTo>
                <a:cubicBezTo>
                  <a:pt x="58626" y="68302"/>
                  <a:pt x="58402" y="68465"/>
                  <a:pt x="58091" y="68603"/>
                </a:cubicBezTo>
                <a:cubicBezTo>
                  <a:pt x="57780" y="68741"/>
                  <a:pt x="57348" y="68845"/>
                  <a:pt x="56796" y="68914"/>
                </a:cubicBezTo>
                <a:cubicBezTo>
                  <a:pt x="56243" y="68983"/>
                  <a:pt x="55535" y="69017"/>
                  <a:pt x="54671" y="69017"/>
                </a:cubicBezTo>
                <a:cubicBezTo>
                  <a:pt x="53842" y="69017"/>
                  <a:pt x="53151" y="68983"/>
                  <a:pt x="52598" y="68914"/>
                </a:cubicBezTo>
                <a:cubicBezTo>
                  <a:pt x="52046" y="68845"/>
                  <a:pt x="51605" y="68741"/>
                  <a:pt x="51277" y="68603"/>
                </a:cubicBezTo>
                <a:cubicBezTo>
                  <a:pt x="50949" y="68465"/>
                  <a:pt x="50724" y="68302"/>
                  <a:pt x="50603" y="68112"/>
                </a:cubicBezTo>
                <a:cubicBezTo>
                  <a:pt x="50482" y="67922"/>
                  <a:pt x="50422" y="67689"/>
                  <a:pt x="50422" y="67414"/>
                </a:cubicBezTo>
                <a:lnTo>
                  <a:pt x="50422" y="20850"/>
                </a:lnTo>
                <a:cubicBezTo>
                  <a:pt x="50422" y="20574"/>
                  <a:pt x="50474" y="20341"/>
                  <a:pt x="50577" y="20152"/>
                </a:cubicBezTo>
                <a:cubicBezTo>
                  <a:pt x="50681" y="19962"/>
                  <a:pt x="50888" y="19789"/>
                  <a:pt x="51199" y="19634"/>
                </a:cubicBezTo>
                <a:cubicBezTo>
                  <a:pt x="51510" y="19479"/>
                  <a:pt x="51907" y="19376"/>
                  <a:pt x="52391" y="19324"/>
                </a:cubicBezTo>
                <a:cubicBezTo>
                  <a:pt x="52875" y="19272"/>
                  <a:pt x="53514" y="19246"/>
                  <a:pt x="54308" y="19246"/>
                </a:cubicBezTo>
                <a:cubicBezTo>
                  <a:pt x="55068" y="19246"/>
                  <a:pt x="55699" y="19272"/>
                  <a:pt x="56200" y="19324"/>
                </a:cubicBezTo>
                <a:cubicBezTo>
                  <a:pt x="56701" y="19376"/>
                  <a:pt x="57089" y="19479"/>
                  <a:pt x="57366" y="19634"/>
                </a:cubicBezTo>
                <a:cubicBezTo>
                  <a:pt x="57642" y="19789"/>
                  <a:pt x="57841" y="19962"/>
                  <a:pt x="57961" y="20152"/>
                </a:cubicBezTo>
                <a:cubicBezTo>
                  <a:pt x="58082" y="20341"/>
                  <a:pt x="58143" y="20574"/>
                  <a:pt x="58143" y="20850"/>
                </a:cubicBezTo>
                <a:lnTo>
                  <a:pt x="58143" y="27007"/>
                </a:lnTo>
                <a:cubicBezTo>
                  <a:pt x="60768" y="24075"/>
                  <a:pt x="63385" y="21928"/>
                  <a:pt x="65993" y="20566"/>
                </a:cubicBezTo>
                <a:cubicBezTo>
                  <a:pt x="68601" y="19203"/>
                  <a:pt x="71236" y="18522"/>
                  <a:pt x="73896" y="18522"/>
                </a:cubicBezTo>
                <a:cubicBezTo>
                  <a:pt x="77005" y="18522"/>
                  <a:pt x="79621" y="19048"/>
                  <a:pt x="81746" y="20100"/>
                </a:cubicBezTo>
                <a:cubicBezTo>
                  <a:pt x="83871" y="21152"/>
                  <a:pt x="85589" y="22557"/>
                  <a:pt x="86902" y="24316"/>
                </a:cubicBezTo>
                <a:cubicBezTo>
                  <a:pt x="88215" y="26076"/>
                  <a:pt x="89156" y="28136"/>
                  <a:pt x="89726" y="30499"/>
                </a:cubicBezTo>
                <a:cubicBezTo>
                  <a:pt x="90296" y="32862"/>
                  <a:pt x="90581" y="35699"/>
                  <a:pt x="90581" y="39010"/>
                </a:cubicBezTo>
                <a:lnTo>
                  <a:pt x="90581" y="67414"/>
                </a:lnTo>
                <a:close/>
                <a:moveTo>
                  <a:pt x="145784" y="22920"/>
                </a:moveTo>
                <a:cubicBezTo>
                  <a:pt x="145784" y="24127"/>
                  <a:pt x="145620" y="24998"/>
                  <a:pt x="145291" y="25532"/>
                </a:cubicBezTo>
                <a:cubicBezTo>
                  <a:pt x="144963" y="26067"/>
                  <a:pt x="144540" y="26334"/>
                  <a:pt x="144022" y="26334"/>
                </a:cubicBezTo>
                <a:lnTo>
                  <a:pt x="137337" y="26334"/>
                </a:lnTo>
                <a:cubicBezTo>
                  <a:pt x="138546" y="27579"/>
                  <a:pt x="139393" y="28954"/>
                  <a:pt x="139876" y="30460"/>
                </a:cubicBezTo>
                <a:cubicBezTo>
                  <a:pt x="140360" y="31965"/>
                  <a:pt x="140602" y="33530"/>
                  <a:pt x="140602" y="35155"/>
                </a:cubicBezTo>
                <a:cubicBezTo>
                  <a:pt x="140602" y="37841"/>
                  <a:pt x="140170" y="40218"/>
                  <a:pt x="139306" y="42284"/>
                </a:cubicBezTo>
                <a:cubicBezTo>
                  <a:pt x="138443" y="44350"/>
                  <a:pt x="137208" y="46098"/>
                  <a:pt x="135601" y="47527"/>
                </a:cubicBezTo>
                <a:cubicBezTo>
                  <a:pt x="133995" y="48956"/>
                  <a:pt x="132086" y="50050"/>
                  <a:pt x="129876" y="50808"/>
                </a:cubicBezTo>
                <a:cubicBezTo>
                  <a:pt x="127665" y="51565"/>
                  <a:pt x="125212" y="51944"/>
                  <a:pt x="122517" y="51944"/>
                </a:cubicBezTo>
                <a:cubicBezTo>
                  <a:pt x="120617" y="51944"/>
                  <a:pt x="118812" y="51695"/>
                  <a:pt x="117102" y="51196"/>
                </a:cubicBezTo>
                <a:cubicBezTo>
                  <a:pt x="115392" y="50696"/>
                  <a:pt x="114071" y="50068"/>
                  <a:pt x="113138" y="49310"/>
                </a:cubicBezTo>
                <a:cubicBezTo>
                  <a:pt x="112516" y="49931"/>
                  <a:pt x="112007" y="50638"/>
                  <a:pt x="111610" y="51432"/>
                </a:cubicBezTo>
                <a:cubicBezTo>
                  <a:pt x="111212" y="52224"/>
                  <a:pt x="111014" y="53137"/>
                  <a:pt x="111014" y="54170"/>
                </a:cubicBezTo>
                <a:cubicBezTo>
                  <a:pt x="111014" y="55378"/>
                  <a:pt x="111575" y="56378"/>
                  <a:pt x="112698" y="57171"/>
                </a:cubicBezTo>
                <a:cubicBezTo>
                  <a:pt x="113820" y="57963"/>
                  <a:pt x="115315" y="58394"/>
                  <a:pt x="117180" y="58463"/>
                </a:cubicBezTo>
                <a:lnTo>
                  <a:pt x="129357" y="58982"/>
                </a:lnTo>
                <a:cubicBezTo>
                  <a:pt x="131672" y="59051"/>
                  <a:pt x="133796" y="59371"/>
                  <a:pt x="135731" y="59942"/>
                </a:cubicBezTo>
                <a:cubicBezTo>
                  <a:pt x="137666" y="60514"/>
                  <a:pt x="139341" y="61327"/>
                  <a:pt x="140757" y="62384"/>
                </a:cubicBezTo>
                <a:cubicBezTo>
                  <a:pt x="142174" y="63439"/>
                  <a:pt x="143279" y="64737"/>
                  <a:pt x="144074" y="66277"/>
                </a:cubicBezTo>
                <a:cubicBezTo>
                  <a:pt x="144868" y="67817"/>
                  <a:pt x="145266" y="69609"/>
                  <a:pt x="145266" y="71651"/>
                </a:cubicBezTo>
                <a:cubicBezTo>
                  <a:pt x="145266" y="73797"/>
                  <a:pt x="144816" y="75839"/>
                  <a:pt x="143918" y="77777"/>
                </a:cubicBezTo>
                <a:cubicBezTo>
                  <a:pt x="143020" y="79716"/>
                  <a:pt x="141647" y="81421"/>
                  <a:pt x="139799" y="82891"/>
                </a:cubicBezTo>
                <a:cubicBezTo>
                  <a:pt x="137951" y="84362"/>
                  <a:pt x="135593" y="85522"/>
                  <a:pt x="132726" y="86370"/>
                </a:cubicBezTo>
                <a:cubicBezTo>
                  <a:pt x="129858" y="87219"/>
                  <a:pt x="126473" y="87643"/>
                  <a:pt x="122569" y="87643"/>
                </a:cubicBezTo>
                <a:cubicBezTo>
                  <a:pt x="118804" y="87643"/>
                  <a:pt x="115600" y="87323"/>
                  <a:pt x="112957" y="86684"/>
                </a:cubicBezTo>
                <a:cubicBezTo>
                  <a:pt x="110314" y="86046"/>
                  <a:pt x="108146" y="85174"/>
                  <a:pt x="106454" y="84070"/>
                </a:cubicBezTo>
                <a:cubicBezTo>
                  <a:pt x="104761" y="82966"/>
                  <a:pt x="103535" y="81646"/>
                  <a:pt x="102775" y="80110"/>
                </a:cubicBezTo>
                <a:cubicBezTo>
                  <a:pt x="102015" y="78574"/>
                  <a:pt x="101635" y="76908"/>
                  <a:pt x="101635" y="75113"/>
                </a:cubicBezTo>
                <a:cubicBezTo>
                  <a:pt x="101635" y="73974"/>
                  <a:pt x="101773" y="72870"/>
                  <a:pt x="102049" y="71800"/>
                </a:cubicBezTo>
                <a:cubicBezTo>
                  <a:pt x="102325" y="70730"/>
                  <a:pt x="102749" y="69711"/>
                  <a:pt x="103319" y="68744"/>
                </a:cubicBezTo>
                <a:cubicBezTo>
                  <a:pt x="103889" y="67778"/>
                  <a:pt x="104597" y="66856"/>
                  <a:pt x="105443" y="65976"/>
                </a:cubicBezTo>
                <a:cubicBezTo>
                  <a:pt x="106290" y="65096"/>
                  <a:pt x="107265" y="64224"/>
                  <a:pt x="108371" y="63360"/>
                </a:cubicBezTo>
                <a:cubicBezTo>
                  <a:pt x="106678" y="62495"/>
                  <a:pt x="105426" y="61404"/>
                  <a:pt x="104614" y="60088"/>
                </a:cubicBezTo>
                <a:cubicBezTo>
                  <a:pt x="103802" y="58771"/>
                  <a:pt x="103396" y="57350"/>
                  <a:pt x="103396" y="55826"/>
                </a:cubicBezTo>
                <a:cubicBezTo>
                  <a:pt x="103396" y="53713"/>
                  <a:pt x="103828" y="51826"/>
                  <a:pt x="104692" y="50162"/>
                </a:cubicBezTo>
                <a:cubicBezTo>
                  <a:pt x="105555" y="48499"/>
                  <a:pt x="106626" y="47010"/>
                  <a:pt x="107905" y="45694"/>
                </a:cubicBezTo>
                <a:cubicBezTo>
                  <a:pt x="106834" y="44420"/>
                  <a:pt x="105987" y="42982"/>
                  <a:pt x="105365" y="41380"/>
                </a:cubicBezTo>
                <a:cubicBezTo>
                  <a:pt x="104744" y="39778"/>
                  <a:pt x="104433" y="37841"/>
                  <a:pt x="104433" y="35569"/>
                </a:cubicBezTo>
                <a:cubicBezTo>
                  <a:pt x="104433" y="32918"/>
                  <a:pt x="104882" y="30542"/>
                  <a:pt x="105780" y="28441"/>
                </a:cubicBezTo>
                <a:cubicBezTo>
                  <a:pt x="106678" y="26340"/>
                  <a:pt x="107922" y="24567"/>
                  <a:pt x="109511" y="23120"/>
                </a:cubicBezTo>
                <a:cubicBezTo>
                  <a:pt x="111100" y="21674"/>
                  <a:pt x="113009" y="20563"/>
                  <a:pt x="115237" y="19788"/>
                </a:cubicBezTo>
                <a:cubicBezTo>
                  <a:pt x="117465" y="19013"/>
                  <a:pt x="119892" y="18625"/>
                  <a:pt x="122517" y="18625"/>
                </a:cubicBezTo>
                <a:cubicBezTo>
                  <a:pt x="123934" y="18625"/>
                  <a:pt x="125255" y="18699"/>
                  <a:pt x="126481" y="18845"/>
                </a:cubicBezTo>
                <a:cubicBezTo>
                  <a:pt x="127708" y="18991"/>
                  <a:pt x="128856" y="19193"/>
                  <a:pt x="129927" y="19453"/>
                </a:cubicBezTo>
                <a:lnTo>
                  <a:pt x="144022" y="19453"/>
                </a:lnTo>
                <a:cubicBezTo>
                  <a:pt x="144609" y="19453"/>
                  <a:pt x="145050" y="19738"/>
                  <a:pt x="145343" y="20307"/>
                </a:cubicBezTo>
                <a:cubicBezTo>
                  <a:pt x="145637" y="20876"/>
                  <a:pt x="145784" y="21747"/>
                  <a:pt x="145784" y="22920"/>
                </a:cubicBezTo>
                <a:moveTo>
                  <a:pt x="132415" y="35207"/>
                </a:moveTo>
                <a:cubicBezTo>
                  <a:pt x="132415" y="32043"/>
                  <a:pt x="131542" y="29574"/>
                  <a:pt x="129798" y="27802"/>
                </a:cubicBezTo>
                <a:cubicBezTo>
                  <a:pt x="128053" y="26030"/>
                  <a:pt x="125575" y="25144"/>
                  <a:pt x="122362" y="25144"/>
                </a:cubicBezTo>
                <a:cubicBezTo>
                  <a:pt x="120704" y="25144"/>
                  <a:pt x="119261" y="25420"/>
                  <a:pt x="118035" y="25970"/>
                </a:cubicBezTo>
                <a:cubicBezTo>
                  <a:pt x="116809" y="26520"/>
                  <a:pt x="115790" y="27277"/>
                  <a:pt x="114978" y="28240"/>
                </a:cubicBezTo>
                <a:cubicBezTo>
                  <a:pt x="114166" y="29204"/>
                  <a:pt x="113561" y="30314"/>
                  <a:pt x="113164" y="31569"/>
                </a:cubicBezTo>
                <a:cubicBezTo>
                  <a:pt x="112767" y="32825"/>
                  <a:pt x="112568" y="34141"/>
                  <a:pt x="112568" y="35518"/>
                </a:cubicBezTo>
                <a:cubicBezTo>
                  <a:pt x="112568" y="38579"/>
                  <a:pt x="113440" y="40987"/>
                  <a:pt x="115185" y="42741"/>
                </a:cubicBezTo>
                <a:cubicBezTo>
                  <a:pt x="116930" y="44496"/>
                  <a:pt x="119374" y="45373"/>
                  <a:pt x="122517" y="45373"/>
                </a:cubicBezTo>
                <a:cubicBezTo>
                  <a:pt x="124210" y="45373"/>
                  <a:pt x="125678" y="45107"/>
                  <a:pt x="126922" y="44575"/>
                </a:cubicBezTo>
                <a:cubicBezTo>
                  <a:pt x="128165" y="44041"/>
                  <a:pt x="129193" y="43301"/>
                  <a:pt x="130005" y="42355"/>
                </a:cubicBezTo>
                <a:cubicBezTo>
                  <a:pt x="130817" y="41409"/>
                  <a:pt x="131421" y="40316"/>
                  <a:pt x="131819" y="39078"/>
                </a:cubicBezTo>
                <a:cubicBezTo>
                  <a:pt x="132216" y="37839"/>
                  <a:pt x="132415" y="36549"/>
                  <a:pt x="132415" y="35207"/>
                </a:cubicBezTo>
                <a:moveTo>
                  <a:pt x="136716" y="72115"/>
                </a:moveTo>
                <a:cubicBezTo>
                  <a:pt x="136716" y="70101"/>
                  <a:pt x="135895" y="68547"/>
                  <a:pt x="134254" y="67454"/>
                </a:cubicBezTo>
                <a:cubicBezTo>
                  <a:pt x="132613" y="66360"/>
                  <a:pt x="130394" y="65778"/>
                  <a:pt x="127595" y="65709"/>
                </a:cubicBezTo>
                <a:lnTo>
                  <a:pt x="115522" y="65292"/>
                </a:lnTo>
                <a:cubicBezTo>
                  <a:pt x="114416" y="66160"/>
                  <a:pt x="113510" y="66985"/>
                  <a:pt x="112801" y="67766"/>
                </a:cubicBezTo>
                <a:cubicBezTo>
                  <a:pt x="112093" y="68547"/>
                  <a:pt x="111532" y="69294"/>
                  <a:pt x="111117" y="70005"/>
                </a:cubicBezTo>
                <a:cubicBezTo>
                  <a:pt x="110703" y="70717"/>
                  <a:pt x="110418" y="71419"/>
                  <a:pt x="110262" y="72114"/>
                </a:cubicBezTo>
                <a:cubicBezTo>
                  <a:pt x="110107" y="72809"/>
                  <a:pt x="110029" y="73521"/>
                  <a:pt x="110029" y="74249"/>
                </a:cubicBezTo>
                <a:cubicBezTo>
                  <a:pt x="110029" y="76506"/>
                  <a:pt x="111169" y="78216"/>
                  <a:pt x="113449" y="79379"/>
                </a:cubicBezTo>
                <a:cubicBezTo>
                  <a:pt x="115729" y="80542"/>
                  <a:pt x="118907" y="81124"/>
                  <a:pt x="122984" y="81124"/>
                </a:cubicBezTo>
                <a:cubicBezTo>
                  <a:pt x="125575" y="81124"/>
                  <a:pt x="127742" y="80872"/>
                  <a:pt x="129487" y="80369"/>
                </a:cubicBezTo>
                <a:cubicBezTo>
                  <a:pt x="131231" y="79865"/>
                  <a:pt x="132639" y="79197"/>
                  <a:pt x="133710" y="78364"/>
                </a:cubicBezTo>
                <a:cubicBezTo>
                  <a:pt x="134781" y="77531"/>
                  <a:pt x="135550" y="76576"/>
                  <a:pt x="136016" y="75499"/>
                </a:cubicBezTo>
                <a:cubicBezTo>
                  <a:pt x="136482" y="74423"/>
                  <a:pt x="136716" y="73295"/>
                  <a:pt x="136716" y="72115"/>
                </a:cubicBezTo>
                <a:close/>
                <a:moveTo>
                  <a:pt x="165075" y="67414"/>
                </a:moveTo>
                <a:cubicBezTo>
                  <a:pt x="165075" y="67689"/>
                  <a:pt x="165005" y="67922"/>
                  <a:pt x="164867" y="68112"/>
                </a:cubicBezTo>
                <a:cubicBezTo>
                  <a:pt x="164729" y="68302"/>
                  <a:pt x="164505" y="68465"/>
                  <a:pt x="164194" y="68603"/>
                </a:cubicBezTo>
                <a:cubicBezTo>
                  <a:pt x="163883" y="68741"/>
                  <a:pt x="163451" y="68845"/>
                  <a:pt x="162898" y="68914"/>
                </a:cubicBezTo>
                <a:cubicBezTo>
                  <a:pt x="162345" y="68983"/>
                  <a:pt x="161637" y="69017"/>
                  <a:pt x="160774" y="69017"/>
                </a:cubicBezTo>
                <a:cubicBezTo>
                  <a:pt x="159945" y="69017"/>
                  <a:pt x="159254" y="68983"/>
                  <a:pt x="158701" y="68914"/>
                </a:cubicBezTo>
                <a:cubicBezTo>
                  <a:pt x="158148" y="68845"/>
                  <a:pt x="157708" y="68741"/>
                  <a:pt x="157380" y="68603"/>
                </a:cubicBezTo>
                <a:cubicBezTo>
                  <a:pt x="157051" y="68465"/>
                  <a:pt x="156827" y="68302"/>
                  <a:pt x="156706" y="68112"/>
                </a:cubicBezTo>
                <a:cubicBezTo>
                  <a:pt x="156585" y="67922"/>
                  <a:pt x="156525" y="67689"/>
                  <a:pt x="156525" y="67414"/>
                </a:cubicBezTo>
                <a:lnTo>
                  <a:pt x="156525" y="20850"/>
                </a:lnTo>
                <a:cubicBezTo>
                  <a:pt x="156525" y="20609"/>
                  <a:pt x="156585" y="20384"/>
                  <a:pt x="156706" y="20177"/>
                </a:cubicBezTo>
                <a:cubicBezTo>
                  <a:pt x="156827" y="19971"/>
                  <a:pt x="157051" y="19798"/>
                  <a:pt x="157380" y="19660"/>
                </a:cubicBezTo>
                <a:cubicBezTo>
                  <a:pt x="157708" y="19522"/>
                  <a:pt x="158148" y="19419"/>
                  <a:pt x="158701" y="19350"/>
                </a:cubicBezTo>
                <a:cubicBezTo>
                  <a:pt x="159254" y="19281"/>
                  <a:pt x="159945" y="19246"/>
                  <a:pt x="160774" y="19246"/>
                </a:cubicBezTo>
                <a:cubicBezTo>
                  <a:pt x="161637" y="19246"/>
                  <a:pt x="162345" y="19281"/>
                  <a:pt x="162898" y="19350"/>
                </a:cubicBezTo>
                <a:cubicBezTo>
                  <a:pt x="163451" y="19419"/>
                  <a:pt x="163883" y="19522"/>
                  <a:pt x="164194" y="19660"/>
                </a:cubicBezTo>
                <a:cubicBezTo>
                  <a:pt x="164505" y="19798"/>
                  <a:pt x="164729" y="19971"/>
                  <a:pt x="164867" y="20177"/>
                </a:cubicBezTo>
                <a:cubicBezTo>
                  <a:pt x="165005" y="20384"/>
                  <a:pt x="165075" y="20609"/>
                  <a:pt x="165075" y="20850"/>
                </a:cubicBezTo>
                <a:lnTo>
                  <a:pt x="165075" y="67414"/>
                </a:lnTo>
                <a:moveTo>
                  <a:pt x="166059" y="5070"/>
                </a:moveTo>
                <a:cubicBezTo>
                  <a:pt x="166059" y="7071"/>
                  <a:pt x="165679" y="8433"/>
                  <a:pt x="164919" y="9157"/>
                </a:cubicBezTo>
                <a:cubicBezTo>
                  <a:pt x="164159" y="9882"/>
                  <a:pt x="162760" y="10244"/>
                  <a:pt x="160722" y="10244"/>
                </a:cubicBezTo>
                <a:cubicBezTo>
                  <a:pt x="158718" y="10244"/>
                  <a:pt x="157345" y="9890"/>
                  <a:pt x="156602" y="9183"/>
                </a:cubicBezTo>
                <a:cubicBezTo>
                  <a:pt x="155860" y="8476"/>
                  <a:pt x="155488" y="7140"/>
                  <a:pt x="155488" y="5174"/>
                </a:cubicBezTo>
                <a:cubicBezTo>
                  <a:pt x="155488" y="3173"/>
                  <a:pt x="155868" y="1811"/>
                  <a:pt x="156628" y="1086"/>
                </a:cubicBezTo>
                <a:cubicBezTo>
                  <a:pt x="157388" y="362"/>
                  <a:pt x="158787" y="0"/>
                  <a:pt x="160825" y="0"/>
                </a:cubicBezTo>
                <a:cubicBezTo>
                  <a:pt x="162829" y="0"/>
                  <a:pt x="164202" y="354"/>
                  <a:pt x="164945" y="1061"/>
                </a:cubicBezTo>
                <a:cubicBezTo>
                  <a:pt x="165688" y="1768"/>
                  <a:pt x="166059" y="3104"/>
                  <a:pt x="166059" y="5070"/>
                </a:cubicBezTo>
                <a:close/>
                <a:moveTo>
                  <a:pt x="221559" y="67414"/>
                </a:moveTo>
                <a:cubicBezTo>
                  <a:pt x="221559" y="67689"/>
                  <a:pt x="221490" y="67922"/>
                  <a:pt x="221352" y="68112"/>
                </a:cubicBezTo>
                <a:cubicBezTo>
                  <a:pt x="221214" y="68302"/>
                  <a:pt x="220989" y="68465"/>
                  <a:pt x="220678" y="68603"/>
                </a:cubicBezTo>
                <a:cubicBezTo>
                  <a:pt x="220367" y="68741"/>
                  <a:pt x="219936" y="68845"/>
                  <a:pt x="219383" y="68914"/>
                </a:cubicBezTo>
                <a:cubicBezTo>
                  <a:pt x="218830" y="68983"/>
                  <a:pt x="218139" y="69017"/>
                  <a:pt x="217310" y="69017"/>
                </a:cubicBezTo>
                <a:cubicBezTo>
                  <a:pt x="216446" y="69017"/>
                  <a:pt x="215738" y="68983"/>
                  <a:pt x="215185" y="68914"/>
                </a:cubicBezTo>
                <a:cubicBezTo>
                  <a:pt x="214633" y="68845"/>
                  <a:pt x="214201" y="68741"/>
                  <a:pt x="213890" y="68603"/>
                </a:cubicBezTo>
                <a:cubicBezTo>
                  <a:pt x="213579" y="68465"/>
                  <a:pt x="213355" y="68302"/>
                  <a:pt x="213216" y="68112"/>
                </a:cubicBezTo>
                <a:cubicBezTo>
                  <a:pt x="213078" y="67922"/>
                  <a:pt x="213009" y="67689"/>
                  <a:pt x="213009" y="67414"/>
                </a:cubicBezTo>
                <a:lnTo>
                  <a:pt x="213009" y="40148"/>
                </a:lnTo>
                <a:cubicBezTo>
                  <a:pt x="213009" y="37492"/>
                  <a:pt x="212802" y="35354"/>
                  <a:pt x="212387" y="33733"/>
                </a:cubicBezTo>
                <a:cubicBezTo>
                  <a:pt x="211973" y="32112"/>
                  <a:pt x="211368" y="30715"/>
                  <a:pt x="210574" y="29542"/>
                </a:cubicBezTo>
                <a:cubicBezTo>
                  <a:pt x="209779" y="28369"/>
                  <a:pt x="208751" y="27472"/>
                  <a:pt x="207490" y="26852"/>
                </a:cubicBezTo>
                <a:cubicBezTo>
                  <a:pt x="206230" y="26231"/>
                  <a:pt x="204770" y="25920"/>
                  <a:pt x="203112" y="25920"/>
                </a:cubicBezTo>
                <a:cubicBezTo>
                  <a:pt x="200970" y="25920"/>
                  <a:pt x="198828" y="26679"/>
                  <a:pt x="196686" y="28197"/>
                </a:cubicBezTo>
                <a:cubicBezTo>
                  <a:pt x="194545" y="29714"/>
                  <a:pt x="192299" y="31939"/>
                  <a:pt x="189950" y="34871"/>
                </a:cubicBezTo>
                <a:lnTo>
                  <a:pt x="189950" y="67414"/>
                </a:lnTo>
                <a:cubicBezTo>
                  <a:pt x="189950" y="67689"/>
                  <a:pt x="189881" y="67922"/>
                  <a:pt x="189743" y="68112"/>
                </a:cubicBezTo>
                <a:cubicBezTo>
                  <a:pt x="189605" y="68302"/>
                  <a:pt x="189380" y="68465"/>
                  <a:pt x="189069" y="68603"/>
                </a:cubicBezTo>
                <a:cubicBezTo>
                  <a:pt x="188758" y="68741"/>
                  <a:pt x="188326" y="68845"/>
                  <a:pt x="187774" y="68914"/>
                </a:cubicBezTo>
                <a:cubicBezTo>
                  <a:pt x="187221" y="68983"/>
                  <a:pt x="186513" y="69017"/>
                  <a:pt x="185649" y="69017"/>
                </a:cubicBezTo>
                <a:cubicBezTo>
                  <a:pt x="184820" y="69017"/>
                  <a:pt x="184129" y="68983"/>
                  <a:pt x="183576" y="68914"/>
                </a:cubicBezTo>
                <a:cubicBezTo>
                  <a:pt x="183024" y="68845"/>
                  <a:pt x="182583" y="68741"/>
                  <a:pt x="182255" y="68603"/>
                </a:cubicBezTo>
                <a:cubicBezTo>
                  <a:pt x="181927" y="68465"/>
                  <a:pt x="181702" y="68302"/>
                  <a:pt x="181581" y="68112"/>
                </a:cubicBezTo>
                <a:cubicBezTo>
                  <a:pt x="181460" y="67922"/>
                  <a:pt x="181400" y="67689"/>
                  <a:pt x="181400" y="67414"/>
                </a:cubicBezTo>
                <a:lnTo>
                  <a:pt x="181400" y="20850"/>
                </a:lnTo>
                <a:cubicBezTo>
                  <a:pt x="181400" y="20574"/>
                  <a:pt x="181452" y="20341"/>
                  <a:pt x="181555" y="20152"/>
                </a:cubicBezTo>
                <a:cubicBezTo>
                  <a:pt x="181659" y="19962"/>
                  <a:pt x="181866" y="19789"/>
                  <a:pt x="182177" y="19634"/>
                </a:cubicBezTo>
                <a:cubicBezTo>
                  <a:pt x="182488" y="19479"/>
                  <a:pt x="182885" y="19376"/>
                  <a:pt x="183369" y="19324"/>
                </a:cubicBezTo>
                <a:cubicBezTo>
                  <a:pt x="183853" y="19272"/>
                  <a:pt x="184492" y="19246"/>
                  <a:pt x="185286" y="19246"/>
                </a:cubicBezTo>
                <a:cubicBezTo>
                  <a:pt x="186046" y="19246"/>
                  <a:pt x="186677" y="19272"/>
                  <a:pt x="187178" y="19324"/>
                </a:cubicBezTo>
                <a:cubicBezTo>
                  <a:pt x="187679" y="19376"/>
                  <a:pt x="188067" y="19479"/>
                  <a:pt x="188344" y="19634"/>
                </a:cubicBezTo>
                <a:cubicBezTo>
                  <a:pt x="188620" y="19789"/>
                  <a:pt x="188819" y="19962"/>
                  <a:pt x="188940" y="20152"/>
                </a:cubicBezTo>
                <a:cubicBezTo>
                  <a:pt x="189060" y="20341"/>
                  <a:pt x="189121" y="20574"/>
                  <a:pt x="189121" y="20850"/>
                </a:cubicBezTo>
                <a:lnTo>
                  <a:pt x="189121" y="27007"/>
                </a:lnTo>
                <a:cubicBezTo>
                  <a:pt x="191746" y="24075"/>
                  <a:pt x="194363" y="21928"/>
                  <a:pt x="196971" y="20566"/>
                </a:cubicBezTo>
                <a:cubicBezTo>
                  <a:pt x="199580" y="19203"/>
                  <a:pt x="202214" y="18522"/>
                  <a:pt x="204874" y="18522"/>
                </a:cubicBezTo>
                <a:cubicBezTo>
                  <a:pt x="207983" y="18522"/>
                  <a:pt x="210600" y="19048"/>
                  <a:pt x="212724" y="20100"/>
                </a:cubicBezTo>
                <a:cubicBezTo>
                  <a:pt x="214849" y="21152"/>
                  <a:pt x="216567" y="22557"/>
                  <a:pt x="217880" y="24316"/>
                </a:cubicBezTo>
                <a:cubicBezTo>
                  <a:pt x="219193" y="26076"/>
                  <a:pt x="220134" y="28136"/>
                  <a:pt x="220704" y="30499"/>
                </a:cubicBezTo>
                <a:cubicBezTo>
                  <a:pt x="221274" y="32862"/>
                  <a:pt x="221559" y="35699"/>
                  <a:pt x="221559" y="39010"/>
                </a:cubicBezTo>
                <a:lnTo>
                  <a:pt x="221559" y="67414"/>
                </a:lnTo>
                <a:close/>
                <a:moveTo>
                  <a:pt x="277591" y="42114"/>
                </a:moveTo>
                <a:cubicBezTo>
                  <a:pt x="277591" y="43459"/>
                  <a:pt x="277254" y="44416"/>
                  <a:pt x="276580" y="44985"/>
                </a:cubicBezTo>
                <a:cubicBezTo>
                  <a:pt x="275907" y="45555"/>
                  <a:pt x="275138" y="45839"/>
                  <a:pt x="274275" y="45839"/>
                </a:cubicBezTo>
                <a:lnTo>
                  <a:pt x="243702" y="45839"/>
                </a:lnTo>
                <a:cubicBezTo>
                  <a:pt x="243702" y="48434"/>
                  <a:pt x="243961" y="50769"/>
                  <a:pt x="244479" y="52845"/>
                </a:cubicBezTo>
                <a:cubicBezTo>
                  <a:pt x="244997" y="54921"/>
                  <a:pt x="245861" y="56702"/>
                  <a:pt x="247070" y="58190"/>
                </a:cubicBezTo>
                <a:cubicBezTo>
                  <a:pt x="248279" y="59677"/>
                  <a:pt x="249851" y="60819"/>
                  <a:pt x="251785" y="61616"/>
                </a:cubicBezTo>
                <a:cubicBezTo>
                  <a:pt x="253720" y="62411"/>
                  <a:pt x="256086" y="62809"/>
                  <a:pt x="258884" y="62809"/>
                </a:cubicBezTo>
                <a:cubicBezTo>
                  <a:pt x="261095" y="62809"/>
                  <a:pt x="263065" y="62628"/>
                  <a:pt x="264792" y="62266"/>
                </a:cubicBezTo>
                <a:cubicBezTo>
                  <a:pt x="266519" y="61904"/>
                  <a:pt x="268013" y="61498"/>
                  <a:pt x="269274" y="61050"/>
                </a:cubicBezTo>
                <a:cubicBezTo>
                  <a:pt x="270535" y="60601"/>
                  <a:pt x="271571" y="60196"/>
                  <a:pt x="272383" y="59834"/>
                </a:cubicBezTo>
                <a:cubicBezTo>
                  <a:pt x="273195" y="59472"/>
                  <a:pt x="273808" y="59291"/>
                  <a:pt x="274223" y="59291"/>
                </a:cubicBezTo>
                <a:cubicBezTo>
                  <a:pt x="274465" y="59291"/>
                  <a:pt x="274680" y="59351"/>
                  <a:pt x="274870" y="59472"/>
                </a:cubicBezTo>
                <a:cubicBezTo>
                  <a:pt x="275060" y="59593"/>
                  <a:pt x="275207" y="59774"/>
                  <a:pt x="275311" y="60015"/>
                </a:cubicBezTo>
                <a:cubicBezTo>
                  <a:pt x="275415" y="60257"/>
                  <a:pt x="275492" y="60593"/>
                  <a:pt x="275544" y="61024"/>
                </a:cubicBezTo>
                <a:cubicBezTo>
                  <a:pt x="275596" y="61455"/>
                  <a:pt x="275622" y="61981"/>
                  <a:pt x="275622" y="62602"/>
                </a:cubicBezTo>
                <a:cubicBezTo>
                  <a:pt x="275622" y="63050"/>
                  <a:pt x="275605" y="63438"/>
                  <a:pt x="275570" y="63766"/>
                </a:cubicBezTo>
                <a:cubicBezTo>
                  <a:pt x="275535" y="64094"/>
                  <a:pt x="275492" y="64387"/>
                  <a:pt x="275440" y="64646"/>
                </a:cubicBezTo>
                <a:cubicBezTo>
                  <a:pt x="275389" y="64904"/>
                  <a:pt x="275302" y="65137"/>
                  <a:pt x="275181" y="65344"/>
                </a:cubicBezTo>
                <a:cubicBezTo>
                  <a:pt x="275060" y="65551"/>
                  <a:pt x="274905" y="65749"/>
                  <a:pt x="274715" y="65939"/>
                </a:cubicBezTo>
                <a:cubicBezTo>
                  <a:pt x="274525" y="66129"/>
                  <a:pt x="273964" y="66439"/>
                  <a:pt x="273031" y="66870"/>
                </a:cubicBezTo>
                <a:cubicBezTo>
                  <a:pt x="272098" y="67301"/>
                  <a:pt x="270889" y="67724"/>
                  <a:pt x="269404" y="68138"/>
                </a:cubicBezTo>
                <a:cubicBezTo>
                  <a:pt x="267918" y="68552"/>
                  <a:pt x="266200" y="68923"/>
                  <a:pt x="264248" y="69250"/>
                </a:cubicBezTo>
                <a:cubicBezTo>
                  <a:pt x="262296" y="69578"/>
                  <a:pt x="260214" y="69742"/>
                  <a:pt x="258004" y="69742"/>
                </a:cubicBezTo>
                <a:cubicBezTo>
                  <a:pt x="254169" y="69742"/>
                  <a:pt x="250809" y="69207"/>
                  <a:pt x="247925" y="68136"/>
                </a:cubicBezTo>
                <a:cubicBezTo>
                  <a:pt x="245040" y="67066"/>
                  <a:pt x="242614" y="65478"/>
                  <a:pt x="240644" y="63372"/>
                </a:cubicBezTo>
                <a:cubicBezTo>
                  <a:pt x="238675" y="61265"/>
                  <a:pt x="237190" y="58624"/>
                  <a:pt x="236188" y="55448"/>
                </a:cubicBezTo>
                <a:cubicBezTo>
                  <a:pt x="235186" y="52271"/>
                  <a:pt x="234685" y="48577"/>
                  <a:pt x="234685" y="44365"/>
                </a:cubicBezTo>
                <a:cubicBezTo>
                  <a:pt x="234685" y="40359"/>
                  <a:pt x="235204" y="36760"/>
                  <a:pt x="236240" y="33566"/>
                </a:cubicBezTo>
                <a:cubicBezTo>
                  <a:pt x="237276" y="30372"/>
                  <a:pt x="238770" y="27662"/>
                  <a:pt x="240722" y="25435"/>
                </a:cubicBezTo>
                <a:cubicBezTo>
                  <a:pt x="242674" y="23208"/>
                  <a:pt x="245032" y="21499"/>
                  <a:pt x="247795" y="20308"/>
                </a:cubicBezTo>
                <a:cubicBezTo>
                  <a:pt x="250559" y="19117"/>
                  <a:pt x="253651" y="18522"/>
                  <a:pt x="257071" y="18522"/>
                </a:cubicBezTo>
                <a:cubicBezTo>
                  <a:pt x="260733" y="18522"/>
                  <a:pt x="263850" y="19108"/>
                  <a:pt x="266424" y="20281"/>
                </a:cubicBezTo>
                <a:cubicBezTo>
                  <a:pt x="268998" y="21454"/>
                  <a:pt x="271114" y="23032"/>
                  <a:pt x="272772" y="25015"/>
                </a:cubicBezTo>
                <a:cubicBezTo>
                  <a:pt x="274430" y="26998"/>
                  <a:pt x="275648" y="29326"/>
                  <a:pt x="276425" y="31999"/>
                </a:cubicBezTo>
                <a:cubicBezTo>
                  <a:pt x="277202" y="34673"/>
                  <a:pt x="277591" y="37527"/>
                  <a:pt x="277591" y="40562"/>
                </a:cubicBezTo>
                <a:lnTo>
                  <a:pt x="277591" y="42114"/>
                </a:lnTo>
                <a:moveTo>
                  <a:pt x="268989" y="39579"/>
                </a:moveTo>
                <a:cubicBezTo>
                  <a:pt x="269093" y="35095"/>
                  <a:pt x="268100" y="31577"/>
                  <a:pt x="266010" y="29025"/>
                </a:cubicBezTo>
                <a:cubicBezTo>
                  <a:pt x="263920" y="26472"/>
                  <a:pt x="260819" y="25196"/>
                  <a:pt x="256708" y="25196"/>
                </a:cubicBezTo>
                <a:cubicBezTo>
                  <a:pt x="254601" y="25196"/>
                  <a:pt x="252753" y="25593"/>
                  <a:pt x="251164" y="26386"/>
                </a:cubicBezTo>
                <a:cubicBezTo>
                  <a:pt x="249574" y="27179"/>
                  <a:pt x="248244" y="28231"/>
                  <a:pt x="247174" y="29542"/>
                </a:cubicBezTo>
                <a:cubicBezTo>
                  <a:pt x="246103" y="30853"/>
                  <a:pt x="245274" y="32379"/>
                  <a:pt x="244686" y="34121"/>
                </a:cubicBezTo>
                <a:cubicBezTo>
                  <a:pt x="244099" y="35862"/>
                  <a:pt x="243771" y="37682"/>
                  <a:pt x="243702" y="39579"/>
                </a:cubicBezTo>
                <a:lnTo>
                  <a:pt x="268989" y="39579"/>
                </a:lnTo>
                <a:close/>
                <a:moveTo>
                  <a:pt x="349412" y="66431"/>
                </a:moveTo>
                <a:cubicBezTo>
                  <a:pt x="349688" y="66913"/>
                  <a:pt x="349826" y="67319"/>
                  <a:pt x="349826" y="67646"/>
                </a:cubicBezTo>
                <a:cubicBezTo>
                  <a:pt x="349826" y="67974"/>
                  <a:pt x="349662" y="68241"/>
                  <a:pt x="349334" y="68448"/>
                </a:cubicBezTo>
                <a:cubicBezTo>
                  <a:pt x="349006" y="68655"/>
                  <a:pt x="348505" y="68802"/>
                  <a:pt x="347831" y="68888"/>
                </a:cubicBezTo>
                <a:cubicBezTo>
                  <a:pt x="347158" y="68974"/>
                  <a:pt x="346285" y="69017"/>
                  <a:pt x="345214" y="69017"/>
                </a:cubicBezTo>
                <a:cubicBezTo>
                  <a:pt x="344178" y="69017"/>
                  <a:pt x="343358" y="68991"/>
                  <a:pt x="342753" y="68940"/>
                </a:cubicBezTo>
                <a:cubicBezTo>
                  <a:pt x="342149" y="68888"/>
                  <a:pt x="341665" y="68802"/>
                  <a:pt x="341302" y="68681"/>
                </a:cubicBezTo>
                <a:cubicBezTo>
                  <a:pt x="340939" y="68560"/>
                  <a:pt x="340663" y="68405"/>
                  <a:pt x="340473" y="68215"/>
                </a:cubicBezTo>
                <a:cubicBezTo>
                  <a:pt x="340283" y="68026"/>
                  <a:pt x="340119" y="67810"/>
                  <a:pt x="339981" y="67569"/>
                </a:cubicBezTo>
                <a:lnTo>
                  <a:pt x="328788" y="49099"/>
                </a:lnTo>
                <a:lnTo>
                  <a:pt x="317647" y="67569"/>
                </a:lnTo>
                <a:cubicBezTo>
                  <a:pt x="317509" y="67810"/>
                  <a:pt x="317345" y="68026"/>
                  <a:pt x="317155" y="68215"/>
                </a:cubicBezTo>
                <a:cubicBezTo>
                  <a:pt x="316965" y="68405"/>
                  <a:pt x="316689" y="68560"/>
                  <a:pt x="316326" y="68681"/>
                </a:cubicBezTo>
                <a:cubicBezTo>
                  <a:pt x="315963" y="68802"/>
                  <a:pt x="315488" y="68888"/>
                  <a:pt x="314901" y="68940"/>
                </a:cubicBezTo>
                <a:cubicBezTo>
                  <a:pt x="314314" y="68991"/>
                  <a:pt x="313536" y="69017"/>
                  <a:pt x="312569" y="69017"/>
                </a:cubicBezTo>
                <a:cubicBezTo>
                  <a:pt x="311567" y="69017"/>
                  <a:pt x="310747" y="68974"/>
                  <a:pt x="310108" y="68888"/>
                </a:cubicBezTo>
                <a:cubicBezTo>
                  <a:pt x="309468" y="68802"/>
                  <a:pt x="309002" y="68655"/>
                  <a:pt x="308708" y="68448"/>
                </a:cubicBezTo>
                <a:cubicBezTo>
                  <a:pt x="308415" y="68241"/>
                  <a:pt x="308277" y="67974"/>
                  <a:pt x="308294" y="67646"/>
                </a:cubicBezTo>
                <a:cubicBezTo>
                  <a:pt x="308311" y="67319"/>
                  <a:pt x="308475" y="66913"/>
                  <a:pt x="308786" y="66431"/>
                </a:cubicBezTo>
                <a:lnTo>
                  <a:pt x="323295" y="43718"/>
                </a:lnTo>
                <a:lnTo>
                  <a:pt x="309563" y="21833"/>
                </a:lnTo>
                <a:cubicBezTo>
                  <a:pt x="309287" y="21350"/>
                  <a:pt x="309140" y="20945"/>
                  <a:pt x="309123" y="20617"/>
                </a:cubicBezTo>
                <a:cubicBezTo>
                  <a:pt x="309106" y="20290"/>
                  <a:pt x="309261" y="20014"/>
                  <a:pt x="309589" y="19789"/>
                </a:cubicBezTo>
                <a:cubicBezTo>
                  <a:pt x="309918" y="19565"/>
                  <a:pt x="310418" y="19419"/>
                  <a:pt x="311092" y="19350"/>
                </a:cubicBezTo>
                <a:cubicBezTo>
                  <a:pt x="311766" y="19281"/>
                  <a:pt x="312655" y="19246"/>
                  <a:pt x="313761" y="19246"/>
                </a:cubicBezTo>
                <a:cubicBezTo>
                  <a:pt x="314763" y="19246"/>
                  <a:pt x="315566" y="19272"/>
                  <a:pt x="316170" y="19324"/>
                </a:cubicBezTo>
                <a:cubicBezTo>
                  <a:pt x="316775" y="19376"/>
                  <a:pt x="317250" y="19453"/>
                  <a:pt x="317595" y="19557"/>
                </a:cubicBezTo>
                <a:cubicBezTo>
                  <a:pt x="317941" y="19660"/>
                  <a:pt x="318200" y="19798"/>
                  <a:pt x="318373" y="19971"/>
                </a:cubicBezTo>
                <a:cubicBezTo>
                  <a:pt x="318545" y="20143"/>
                  <a:pt x="318701" y="20350"/>
                  <a:pt x="318839" y="20591"/>
                </a:cubicBezTo>
                <a:lnTo>
                  <a:pt x="329462" y="37923"/>
                </a:lnTo>
                <a:lnTo>
                  <a:pt x="340240" y="20591"/>
                </a:lnTo>
                <a:cubicBezTo>
                  <a:pt x="340378" y="20384"/>
                  <a:pt x="340534" y="20195"/>
                  <a:pt x="340706" y="20022"/>
                </a:cubicBezTo>
                <a:cubicBezTo>
                  <a:pt x="340879" y="19850"/>
                  <a:pt x="341112" y="19703"/>
                  <a:pt x="341406" y="19583"/>
                </a:cubicBezTo>
                <a:cubicBezTo>
                  <a:pt x="341699" y="19462"/>
                  <a:pt x="342114" y="19376"/>
                  <a:pt x="342649" y="19324"/>
                </a:cubicBezTo>
                <a:cubicBezTo>
                  <a:pt x="343185" y="19272"/>
                  <a:pt x="343919" y="19246"/>
                  <a:pt x="344852" y="19246"/>
                </a:cubicBezTo>
                <a:cubicBezTo>
                  <a:pt x="345854" y="19246"/>
                  <a:pt x="346674" y="19281"/>
                  <a:pt x="347313" y="19350"/>
                </a:cubicBezTo>
                <a:cubicBezTo>
                  <a:pt x="347952" y="19419"/>
                  <a:pt x="348427" y="19548"/>
                  <a:pt x="348738" y="19738"/>
                </a:cubicBezTo>
                <a:cubicBezTo>
                  <a:pt x="349049" y="19927"/>
                  <a:pt x="349187" y="20195"/>
                  <a:pt x="349153" y="20540"/>
                </a:cubicBezTo>
                <a:cubicBezTo>
                  <a:pt x="349118" y="20885"/>
                  <a:pt x="348945" y="21316"/>
                  <a:pt x="348634" y="21833"/>
                </a:cubicBezTo>
                <a:lnTo>
                  <a:pt x="335006" y="43459"/>
                </a:lnTo>
                <a:lnTo>
                  <a:pt x="349412" y="664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UniversalSetof">
            <a:extLst xmlns:a="http://schemas.openxmlformats.org/drawingml/2006/main">
              <a:ext uri="{FF2B5EF4-FFF2-40B4-BE49-F238E27FC236}">
                <a16:creationId xmlns:a16="http://schemas.microsoft.com/office/drawing/2014/main" id="{EAF888D8-69AF-4518-90BF-7B3838D6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681" y="2292682"/>
            <a:ext cx="752024" cy="82650"/>
          </a:xfrm>
          <a:custGeom xmlns:a="http://schemas.openxmlformats.org/drawingml/2006/main">
            <a:pathLst>
              <a:path w="752024" h="82650">
                <a:moveTo>
                  <a:pt x="56838" y="53701"/>
                </a:moveTo>
                <a:cubicBezTo>
                  <a:pt x="56838" y="58283"/>
                  <a:pt x="56168" y="62370"/>
                  <a:pt x="54827" y="65962"/>
                </a:cubicBezTo>
                <a:cubicBezTo>
                  <a:pt x="53486" y="69554"/>
                  <a:pt x="51572" y="72592"/>
                  <a:pt x="49085" y="75078"/>
                </a:cubicBezTo>
                <a:cubicBezTo>
                  <a:pt x="46598" y="77563"/>
                  <a:pt x="43566" y="79446"/>
                  <a:pt x="39991" y="80728"/>
                </a:cubicBezTo>
                <a:cubicBezTo>
                  <a:pt x="36415" y="82009"/>
                  <a:pt x="32354" y="82650"/>
                  <a:pt x="27807" y="82650"/>
                </a:cubicBezTo>
                <a:cubicBezTo>
                  <a:pt x="23649" y="82650"/>
                  <a:pt x="19859" y="82048"/>
                  <a:pt x="16439" y="80844"/>
                </a:cubicBezTo>
                <a:cubicBezTo>
                  <a:pt x="13019" y="79640"/>
                  <a:pt x="10085" y="77863"/>
                  <a:pt x="7637" y="75515"/>
                </a:cubicBezTo>
                <a:cubicBezTo>
                  <a:pt x="5188" y="73166"/>
                  <a:pt x="3303" y="70225"/>
                  <a:pt x="1982" y="66691"/>
                </a:cubicBezTo>
                <a:cubicBezTo>
                  <a:pt x="661" y="63157"/>
                  <a:pt x="0" y="59079"/>
                  <a:pt x="0" y="54457"/>
                </a:cubicBezTo>
                <a:lnTo>
                  <a:pt x="0" y="7685"/>
                </a:lnTo>
                <a:cubicBezTo>
                  <a:pt x="0" y="7374"/>
                  <a:pt x="78" y="7103"/>
                  <a:pt x="233" y="6870"/>
                </a:cubicBezTo>
                <a:cubicBezTo>
                  <a:pt x="389" y="6636"/>
                  <a:pt x="661" y="6451"/>
                  <a:pt x="1049" y="6315"/>
                </a:cubicBezTo>
                <a:cubicBezTo>
                  <a:pt x="1438" y="6179"/>
                  <a:pt x="1943" y="6063"/>
                  <a:pt x="2565" y="5966"/>
                </a:cubicBezTo>
                <a:cubicBezTo>
                  <a:pt x="3187" y="5869"/>
                  <a:pt x="4003" y="5820"/>
                  <a:pt x="5013" y="5820"/>
                </a:cubicBezTo>
                <a:cubicBezTo>
                  <a:pt x="5946" y="5820"/>
                  <a:pt x="6743" y="5869"/>
                  <a:pt x="7404" y="5966"/>
                </a:cubicBezTo>
                <a:cubicBezTo>
                  <a:pt x="8064" y="6063"/>
                  <a:pt x="8579" y="6179"/>
                  <a:pt x="8948" y="6315"/>
                </a:cubicBezTo>
                <a:cubicBezTo>
                  <a:pt x="9318" y="6451"/>
                  <a:pt x="9580" y="6636"/>
                  <a:pt x="9735" y="6870"/>
                </a:cubicBezTo>
                <a:cubicBezTo>
                  <a:pt x="9891" y="7103"/>
                  <a:pt x="9969" y="7374"/>
                  <a:pt x="9969" y="7685"/>
                </a:cubicBezTo>
                <a:lnTo>
                  <a:pt x="9969" y="53239"/>
                </a:lnTo>
                <a:cubicBezTo>
                  <a:pt x="9969" y="56735"/>
                  <a:pt x="10396" y="59784"/>
                  <a:pt x="11251" y="62386"/>
                </a:cubicBezTo>
                <a:cubicBezTo>
                  <a:pt x="12106" y="64987"/>
                  <a:pt x="13340" y="67152"/>
                  <a:pt x="14953" y="68881"/>
                </a:cubicBezTo>
                <a:cubicBezTo>
                  <a:pt x="16566" y="70609"/>
                  <a:pt x="18509" y="71910"/>
                  <a:pt x="20782" y="72784"/>
                </a:cubicBezTo>
                <a:cubicBezTo>
                  <a:pt x="23056" y="73658"/>
                  <a:pt x="25611" y="74094"/>
                  <a:pt x="28448" y="74094"/>
                </a:cubicBezTo>
                <a:cubicBezTo>
                  <a:pt x="31363" y="74094"/>
                  <a:pt x="33957" y="73667"/>
                  <a:pt x="36231" y="72814"/>
                </a:cubicBezTo>
                <a:cubicBezTo>
                  <a:pt x="38504" y="71959"/>
                  <a:pt x="40428" y="70677"/>
                  <a:pt x="42002" y="68968"/>
                </a:cubicBezTo>
                <a:cubicBezTo>
                  <a:pt x="43576" y="67259"/>
                  <a:pt x="44781" y="65142"/>
                  <a:pt x="45616" y="62619"/>
                </a:cubicBezTo>
                <a:cubicBezTo>
                  <a:pt x="46452" y="60094"/>
                  <a:pt x="46870" y="57142"/>
                  <a:pt x="46870" y="53763"/>
                </a:cubicBezTo>
                <a:lnTo>
                  <a:pt x="46870" y="7685"/>
                </a:lnTo>
                <a:cubicBezTo>
                  <a:pt x="46870" y="7374"/>
                  <a:pt x="46947" y="7103"/>
                  <a:pt x="47103" y="6870"/>
                </a:cubicBezTo>
                <a:cubicBezTo>
                  <a:pt x="47258" y="6636"/>
                  <a:pt x="47530" y="6451"/>
                  <a:pt x="47919" y="6315"/>
                </a:cubicBezTo>
                <a:cubicBezTo>
                  <a:pt x="48308" y="6179"/>
                  <a:pt x="48823" y="6063"/>
                  <a:pt x="49464" y="5966"/>
                </a:cubicBezTo>
                <a:cubicBezTo>
                  <a:pt x="50105" y="5869"/>
                  <a:pt x="50911" y="5820"/>
                  <a:pt x="51883" y="5820"/>
                </a:cubicBezTo>
                <a:cubicBezTo>
                  <a:pt x="52816" y="5820"/>
                  <a:pt x="53603" y="5869"/>
                  <a:pt x="54244" y="5966"/>
                </a:cubicBezTo>
                <a:cubicBezTo>
                  <a:pt x="54885" y="6063"/>
                  <a:pt x="55391" y="6179"/>
                  <a:pt x="55760" y="6315"/>
                </a:cubicBezTo>
                <a:cubicBezTo>
                  <a:pt x="56129" y="6451"/>
                  <a:pt x="56401" y="6636"/>
                  <a:pt x="56576" y="6870"/>
                </a:cubicBezTo>
                <a:cubicBezTo>
                  <a:pt x="56751" y="7103"/>
                  <a:pt x="56838" y="7374"/>
                  <a:pt x="56838" y="7685"/>
                </a:cubicBezTo>
                <a:lnTo>
                  <a:pt x="56838" y="53701"/>
                </a:lnTo>
                <a:close/>
                <a:moveTo>
                  <a:pt x="120466" y="80031"/>
                </a:moveTo>
                <a:cubicBezTo>
                  <a:pt x="120466" y="80341"/>
                  <a:pt x="120388" y="80603"/>
                  <a:pt x="120233" y="80817"/>
                </a:cubicBezTo>
                <a:cubicBezTo>
                  <a:pt x="120077" y="81030"/>
                  <a:pt x="119825" y="81214"/>
                  <a:pt x="119475" y="81370"/>
                </a:cubicBezTo>
                <a:cubicBezTo>
                  <a:pt x="119125" y="81525"/>
                  <a:pt x="118639" y="81641"/>
                  <a:pt x="118017" y="81719"/>
                </a:cubicBezTo>
                <a:cubicBezTo>
                  <a:pt x="117396" y="81796"/>
                  <a:pt x="116618" y="81835"/>
                  <a:pt x="115686" y="81835"/>
                </a:cubicBezTo>
                <a:cubicBezTo>
                  <a:pt x="114714" y="81835"/>
                  <a:pt x="113917" y="81796"/>
                  <a:pt x="113296" y="81719"/>
                </a:cubicBezTo>
                <a:cubicBezTo>
                  <a:pt x="112674" y="81641"/>
                  <a:pt x="112188" y="81525"/>
                  <a:pt x="111838" y="81370"/>
                </a:cubicBezTo>
                <a:cubicBezTo>
                  <a:pt x="111488" y="81214"/>
                  <a:pt x="111236" y="81030"/>
                  <a:pt x="111080" y="80817"/>
                </a:cubicBezTo>
                <a:cubicBezTo>
                  <a:pt x="110925" y="80603"/>
                  <a:pt x="110847" y="80341"/>
                  <a:pt x="110847" y="80031"/>
                </a:cubicBezTo>
                <a:lnTo>
                  <a:pt x="110847" y="49357"/>
                </a:lnTo>
                <a:cubicBezTo>
                  <a:pt x="110847" y="46369"/>
                  <a:pt x="110614" y="43964"/>
                  <a:pt x="110148" y="42140"/>
                </a:cubicBezTo>
                <a:cubicBezTo>
                  <a:pt x="109681" y="40316"/>
                  <a:pt x="109001" y="38745"/>
                  <a:pt x="108107" y="37425"/>
                </a:cubicBezTo>
                <a:cubicBezTo>
                  <a:pt x="107213" y="36106"/>
                  <a:pt x="106057" y="35097"/>
                  <a:pt x="104639" y="34399"/>
                </a:cubicBezTo>
                <a:cubicBezTo>
                  <a:pt x="103220" y="33700"/>
                  <a:pt x="101578" y="33351"/>
                  <a:pt x="99713" y="33351"/>
                </a:cubicBezTo>
                <a:cubicBezTo>
                  <a:pt x="97303" y="33351"/>
                  <a:pt x="94894" y="34205"/>
                  <a:pt x="92484" y="35912"/>
                </a:cubicBezTo>
                <a:cubicBezTo>
                  <a:pt x="90074" y="37619"/>
                  <a:pt x="87548" y="40122"/>
                  <a:pt x="84906" y="43420"/>
                </a:cubicBezTo>
                <a:lnTo>
                  <a:pt x="84906" y="80031"/>
                </a:lnTo>
                <a:cubicBezTo>
                  <a:pt x="84906" y="80341"/>
                  <a:pt x="84828" y="80603"/>
                  <a:pt x="84672" y="80817"/>
                </a:cubicBezTo>
                <a:cubicBezTo>
                  <a:pt x="84517" y="81030"/>
                  <a:pt x="84264" y="81214"/>
                  <a:pt x="83915" y="81370"/>
                </a:cubicBezTo>
                <a:cubicBezTo>
                  <a:pt x="83565" y="81525"/>
                  <a:pt x="83079" y="81641"/>
                  <a:pt x="82457" y="81719"/>
                </a:cubicBezTo>
                <a:cubicBezTo>
                  <a:pt x="81835" y="81796"/>
                  <a:pt x="81039" y="81835"/>
                  <a:pt x="80067" y="81835"/>
                </a:cubicBezTo>
                <a:cubicBezTo>
                  <a:pt x="79134" y="81835"/>
                  <a:pt x="78357" y="81796"/>
                  <a:pt x="77735" y="81719"/>
                </a:cubicBezTo>
                <a:cubicBezTo>
                  <a:pt x="77113" y="81641"/>
                  <a:pt x="76618" y="81525"/>
                  <a:pt x="76249" y="81370"/>
                </a:cubicBezTo>
                <a:cubicBezTo>
                  <a:pt x="75879" y="81214"/>
                  <a:pt x="75627" y="81030"/>
                  <a:pt x="75491" y="80817"/>
                </a:cubicBezTo>
                <a:cubicBezTo>
                  <a:pt x="75355" y="80603"/>
                  <a:pt x="75287" y="80341"/>
                  <a:pt x="75287" y="80031"/>
                </a:cubicBezTo>
                <a:lnTo>
                  <a:pt x="75287" y="27647"/>
                </a:lnTo>
                <a:cubicBezTo>
                  <a:pt x="75287" y="27337"/>
                  <a:pt x="75345" y="27075"/>
                  <a:pt x="75462" y="26861"/>
                </a:cubicBezTo>
                <a:cubicBezTo>
                  <a:pt x="75578" y="26648"/>
                  <a:pt x="75811" y="26454"/>
                  <a:pt x="76161" y="26279"/>
                </a:cubicBezTo>
                <a:cubicBezTo>
                  <a:pt x="76511" y="26105"/>
                  <a:pt x="76958" y="25988"/>
                  <a:pt x="77502" y="25930"/>
                </a:cubicBezTo>
                <a:cubicBezTo>
                  <a:pt x="78046" y="25872"/>
                  <a:pt x="78765" y="25843"/>
                  <a:pt x="79659" y="25843"/>
                </a:cubicBezTo>
                <a:cubicBezTo>
                  <a:pt x="80514" y="25843"/>
                  <a:pt x="81223" y="25872"/>
                  <a:pt x="81787" y="25930"/>
                </a:cubicBezTo>
                <a:cubicBezTo>
                  <a:pt x="82350" y="25988"/>
                  <a:pt x="82787" y="26105"/>
                  <a:pt x="83098" y="26279"/>
                </a:cubicBezTo>
                <a:cubicBezTo>
                  <a:pt x="83409" y="26454"/>
                  <a:pt x="83633" y="26648"/>
                  <a:pt x="83769" y="26861"/>
                </a:cubicBezTo>
                <a:cubicBezTo>
                  <a:pt x="83905" y="27075"/>
                  <a:pt x="83973" y="27337"/>
                  <a:pt x="83973" y="27647"/>
                </a:cubicBezTo>
                <a:lnTo>
                  <a:pt x="83973" y="34573"/>
                </a:lnTo>
                <a:cubicBezTo>
                  <a:pt x="86926" y="31275"/>
                  <a:pt x="89870" y="28860"/>
                  <a:pt x="92805" y="27327"/>
                </a:cubicBezTo>
                <a:cubicBezTo>
                  <a:pt x="95739" y="25794"/>
                  <a:pt x="98702" y="25028"/>
                  <a:pt x="101695" y="25028"/>
                </a:cubicBezTo>
                <a:cubicBezTo>
                  <a:pt x="105192" y="25028"/>
                  <a:pt x="108136" y="25620"/>
                  <a:pt x="110526" y="26803"/>
                </a:cubicBezTo>
                <a:cubicBezTo>
                  <a:pt x="112917" y="27987"/>
                  <a:pt x="114850" y="29568"/>
                  <a:pt x="116327" y="31547"/>
                </a:cubicBezTo>
                <a:cubicBezTo>
                  <a:pt x="117804" y="33526"/>
                  <a:pt x="118863" y="35844"/>
                  <a:pt x="119504" y="38502"/>
                </a:cubicBezTo>
                <a:cubicBezTo>
                  <a:pt x="120145" y="41160"/>
                  <a:pt x="120466" y="44352"/>
                  <a:pt x="120466" y="48077"/>
                </a:cubicBezTo>
                <a:lnTo>
                  <a:pt x="120466" y="80031"/>
                </a:lnTo>
                <a:close/>
                <a:moveTo>
                  <a:pt x="147931" y="80031"/>
                </a:moveTo>
                <a:cubicBezTo>
                  <a:pt x="147931" y="80341"/>
                  <a:pt x="147854" y="80603"/>
                  <a:pt x="147698" y="80817"/>
                </a:cubicBezTo>
                <a:cubicBezTo>
                  <a:pt x="147543" y="81030"/>
                  <a:pt x="147290" y="81214"/>
                  <a:pt x="146940" y="81370"/>
                </a:cubicBezTo>
                <a:cubicBezTo>
                  <a:pt x="146591" y="81525"/>
                  <a:pt x="146105" y="81641"/>
                  <a:pt x="145483" y="81719"/>
                </a:cubicBezTo>
                <a:cubicBezTo>
                  <a:pt x="144861" y="81796"/>
                  <a:pt x="144065" y="81835"/>
                  <a:pt x="143093" y="81835"/>
                </a:cubicBezTo>
                <a:cubicBezTo>
                  <a:pt x="142160" y="81835"/>
                  <a:pt x="141383" y="81796"/>
                  <a:pt x="140761" y="81719"/>
                </a:cubicBezTo>
                <a:cubicBezTo>
                  <a:pt x="140139" y="81641"/>
                  <a:pt x="139644" y="81525"/>
                  <a:pt x="139275" y="81370"/>
                </a:cubicBezTo>
                <a:cubicBezTo>
                  <a:pt x="138905" y="81214"/>
                  <a:pt x="138653" y="81030"/>
                  <a:pt x="138517" y="80817"/>
                </a:cubicBezTo>
                <a:cubicBezTo>
                  <a:pt x="138381" y="80603"/>
                  <a:pt x="138313" y="80341"/>
                  <a:pt x="138313" y="80031"/>
                </a:cubicBezTo>
                <a:lnTo>
                  <a:pt x="138313" y="27647"/>
                </a:lnTo>
                <a:cubicBezTo>
                  <a:pt x="138313" y="27375"/>
                  <a:pt x="138381" y="27123"/>
                  <a:pt x="138517" y="26890"/>
                </a:cubicBezTo>
                <a:cubicBezTo>
                  <a:pt x="138653" y="26658"/>
                  <a:pt x="138905" y="26464"/>
                  <a:pt x="139275" y="26308"/>
                </a:cubicBezTo>
                <a:cubicBezTo>
                  <a:pt x="139644" y="26153"/>
                  <a:pt x="140139" y="26037"/>
                  <a:pt x="140761" y="25959"/>
                </a:cubicBezTo>
                <a:cubicBezTo>
                  <a:pt x="141383" y="25882"/>
                  <a:pt x="142160" y="25843"/>
                  <a:pt x="143093" y="25843"/>
                </a:cubicBezTo>
                <a:cubicBezTo>
                  <a:pt x="144065" y="25843"/>
                  <a:pt x="144861" y="25882"/>
                  <a:pt x="145483" y="25959"/>
                </a:cubicBezTo>
                <a:cubicBezTo>
                  <a:pt x="146105" y="26037"/>
                  <a:pt x="146591" y="26153"/>
                  <a:pt x="146940" y="26308"/>
                </a:cubicBezTo>
                <a:cubicBezTo>
                  <a:pt x="147290" y="26464"/>
                  <a:pt x="147543" y="26658"/>
                  <a:pt x="147698" y="26890"/>
                </a:cubicBezTo>
                <a:cubicBezTo>
                  <a:pt x="147854" y="27123"/>
                  <a:pt x="147931" y="27375"/>
                  <a:pt x="147931" y="27647"/>
                </a:cubicBezTo>
                <a:lnTo>
                  <a:pt x="147931" y="80031"/>
                </a:lnTo>
                <a:moveTo>
                  <a:pt x="149039" y="9895"/>
                </a:moveTo>
                <a:cubicBezTo>
                  <a:pt x="149039" y="12145"/>
                  <a:pt x="148612" y="13678"/>
                  <a:pt x="147757" y="14493"/>
                </a:cubicBezTo>
                <a:cubicBezTo>
                  <a:pt x="146902" y="15308"/>
                  <a:pt x="145328" y="15715"/>
                  <a:pt x="143035" y="15715"/>
                </a:cubicBezTo>
                <a:cubicBezTo>
                  <a:pt x="140781" y="15715"/>
                  <a:pt x="139236" y="15317"/>
                  <a:pt x="138400" y="14522"/>
                </a:cubicBezTo>
                <a:cubicBezTo>
                  <a:pt x="137565" y="13727"/>
                  <a:pt x="137147" y="12223"/>
                  <a:pt x="137147" y="10011"/>
                </a:cubicBezTo>
                <a:cubicBezTo>
                  <a:pt x="137147" y="7761"/>
                  <a:pt x="137574" y="6228"/>
                  <a:pt x="138429" y="5413"/>
                </a:cubicBezTo>
                <a:cubicBezTo>
                  <a:pt x="139284" y="4598"/>
                  <a:pt x="140858" y="4191"/>
                  <a:pt x="143151" y="4191"/>
                </a:cubicBezTo>
                <a:cubicBezTo>
                  <a:pt x="145405" y="4191"/>
                  <a:pt x="146950" y="4588"/>
                  <a:pt x="147786" y="5384"/>
                </a:cubicBezTo>
                <a:cubicBezTo>
                  <a:pt x="148621" y="6179"/>
                  <a:pt x="149039" y="7683"/>
                  <a:pt x="149039" y="9895"/>
                </a:cubicBezTo>
                <a:close/>
                <a:moveTo>
                  <a:pt x="209499" y="27531"/>
                </a:moveTo>
                <a:cubicBezTo>
                  <a:pt x="209499" y="27686"/>
                  <a:pt x="209489" y="27851"/>
                  <a:pt x="209469" y="28025"/>
                </a:cubicBezTo>
                <a:cubicBezTo>
                  <a:pt x="209450" y="28200"/>
                  <a:pt x="209421" y="28384"/>
                  <a:pt x="209382" y="28578"/>
                </a:cubicBezTo>
                <a:cubicBezTo>
                  <a:pt x="209343" y="28772"/>
                  <a:pt x="209295" y="28986"/>
                  <a:pt x="209236" y="29219"/>
                </a:cubicBezTo>
                <a:cubicBezTo>
                  <a:pt x="209178" y="29451"/>
                  <a:pt x="209110" y="29704"/>
                  <a:pt x="209032" y="29975"/>
                </a:cubicBezTo>
                <a:lnTo>
                  <a:pt x="191136" y="79740"/>
                </a:lnTo>
                <a:cubicBezTo>
                  <a:pt x="190980" y="80167"/>
                  <a:pt x="190776" y="80516"/>
                  <a:pt x="190523" y="80788"/>
                </a:cubicBezTo>
                <a:cubicBezTo>
                  <a:pt x="190271" y="81059"/>
                  <a:pt x="189892" y="81273"/>
                  <a:pt x="189387" y="81428"/>
                </a:cubicBezTo>
                <a:cubicBezTo>
                  <a:pt x="188881" y="81583"/>
                  <a:pt x="188240" y="81690"/>
                  <a:pt x="187463" y="81748"/>
                </a:cubicBezTo>
                <a:cubicBezTo>
                  <a:pt x="186686" y="81806"/>
                  <a:pt x="185714" y="81835"/>
                  <a:pt x="184548" y="81835"/>
                </a:cubicBezTo>
                <a:cubicBezTo>
                  <a:pt x="183382" y="81835"/>
                  <a:pt x="182411" y="81796"/>
                  <a:pt x="181633" y="81719"/>
                </a:cubicBezTo>
                <a:cubicBezTo>
                  <a:pt x="180856" y="81641"/>
                  <a:pt x="180225" y="81525"/>
                  <a:pt x="179739" y="81370"/>
                </a:cubicBezTo>
                <a:cubicBezTo>
                  <a:pt x="179253" y="81214"/>
                  <a:pt x="178874" y="81001"/>
                  <a:pt x="178602" y="80729"/>
                </a:cubicBezTo>
                <a:cubicBezTo>
                  <a:pt x="178330" y="80458"/>
                  <a:pt x="178116" y="80128"/>
                  <a:pt x="177961" y="79740"/>
                </a:cubicBezTo>
                <a:lnTo>
                  <a:pt x="160122" y="29975"/>
                </a:lnTo>
                <a:cubicBezTo>
                  <a:pt x="159967" y="29510"/>
                  <a:pt x="159840" y="29102"/>
                  <a:pt x="159743" y="28753"/>
                </a:cubicBezTo>
                <a:cubicBezTo>
                  <a:pt x="159646" y="28404"/>
                  <a:pt x="159588" y="28142"/>
                  <a:pt x="159568" y="27967"/>
                </a:cubicBezTo>
                <a:cubicBezTo>
                  <a:pt x="159549" y="27793"/>
                  <a:pt x="159539" y="27647"/>
                  <a:pt x="159539" y="27531"/>
                </a:cubicBezTo>
                <a:cubicBezTo>
                  <a:pt x="159539" y="27220"/>
                  <a:pt x="159617" y="26949"/>
                  <a:pt x="159772" y="26716"/>
                </a:cubicBezTo>
                <a:cubicBezTo>
                  <a:pt x="159928" y="26483"/>
                  <a:pt x="160190" y="26299"/>
                  <a:pt x="160559" y="26163"/>
                </a:cubicBezTo>
                <a:cubicBezTo>
                  <a:pt x="160929" y="26027"/>
                  <a:pt x="161414" y="25940"/>
                  <a:pt x="162017" y="25901"/>
                </a:cubicBezTo>
                <a:cubicBezTo>
                  <a:pt x="162619" y="25862"/>
                  <a:pt x="163367" y="25843"/>
                  <a:pt x="164261" y="25843"/>
                </a:cubicBezTo>
                <a:cubicBezTo>
                  <a:pt x="165388" y="25843"/>
                  <a:pt x="166292" y="25872"/>
                  <a:pt x="166972" y="25930"/>
                </a:cubicBezTo>
                <a:cubicBezTo>
                  <a:pt x="167652" y="25988"/>
                  <a:pt x="168177" y="26095"/>
                  <a:pt x="168546" y="26250"/>
                </a:cubicBezTo>
                <a:cubicBezTo>
                  <a:pt x="168915" y="26405"/>
                  <a:pt x="169187" y="26599"/>
                  <a:pt x="169362" y="26832"/>
                </a:cubicBezTo>
                <a:cubicBezTo>
                  <a:pt x="169537" y="27065"/>
                  <a:pt x="169702" y="27356"/>
                  <a:pt x="169858" y="27705"/>
                </a:cubicBezTo>
                <a:lnTo>
                  <a:pt x="184665" y="70893"/>
                </a:lnTo>
                <a:lnTo>
                  <a:pt x="184898" y="71591"/>
                </a:lnTo>
                <a:lnTo>
                  <a:pt x="185073" y="70893"/>
                </a:lnTo>
                <a:lnTo>
                  <a:pt x="199705" y="27705"/>
                </a:lnTo>
                <a:cubicBezTo>
                  <a:pt x="199783" y="27356"/>
                  <a:pt x="199919" y="27065"/>
                  <a:pt x="200113" y="26832"/>
                </a:cubicBezTo>
                <a:cubicBezTo>
                  <a:pt x="200307" y="26599"/>
                  <a:pt x="200589" y="26405"/>
                  <a:pt x="200958" y="26250"/>
                </a:cubicBezTo>
                <a:cubicBezTo>
                  <a:pt x="201328" y="26095"/>
                  <a:pt x="201833" y="25988"/>
                  <a:pt x="202474" y="25930"/>
                </a:cubicBezTo>
                <a:cubicBezTo>
                  <a:pt x="203115" y="25872"/>
                  <a:pt x="203961" y="25843"/>
                  <a:pt x="205010" y="25843"/>
                </a:cubicBezTo>
                <a:cubicBezTo>
                  <a:pt x="205904" y="25843"/>
                  <a:pt x="206642" y="25862"/>
                  <a:pt x="207225" y="25901"/>
                </a:cubicBezTo>
                <a:cubicBezTo>
                  <a:pt x="207808" y="25940"/>
                  <a:pt x="208265" y="26037"/>
                  <a:pt x="208595" y="26192"/>
                </a:cubicBezTo>
                <a:cubicBezTo>
                  <a:pt x="208925" y="26347"/>
                  <a:pt x="209159" y="26531"/>
                  <a:pt x="209295" y="26745"/>
                </a:cubicBezTo>
                <a:cubicBezTo>
                  <a:pt x="209431" y="26958"/>
                  <a:pt x="209499" y="27220"/>
                  <a:pt x="209499" y="27531"/>
                </a:cubicBezTo>
                <a:close/>
                <a:moveTo>
                  <a:pt x="265916" y="51569"/>
                </a:moveTo>
                <a:cubicBezTo>
                  <a:pt x="265916" y="53082"/>
                  <a:pt x="265537" y="54159"/>
                  <a:pt x="264779" y="54799"/>
                </a:cubicBezTo>
                <a:cubicBezTo>
                  <a:pt x="264021" y="55440"/>
                  <a:pt x="263157" y="55760"/>
                  <a:pt x="262185" y="55760"/>
                </a:cubicBezTo>
                <a:lnTo>
                  <a:pt x="227791" y="55760"/>
                </a:lnTo>
                <a:cubicBezTo>
                  <a:pt x="227791" y="58678"/>
                  <a:pt x="228082" y="61305"/>
                  <a:pt x="228665" y="63641"/>
                </a:cubicBezTo>
                <a:cubicBezTo>
                  <a:pt x="229248" y="65976"/>
                  <a:pt x="230220" y="67981"/>
                  <a:pt x="231580" y="69654"/>
                </a:cubicBezTo>
                <a:cubicBezTo>
                  <a:pt x="232940" y="71328"/>
                  <a:pt x="234708" y="72612"/>
                  <a:pt x="236885" y="73508"/>
                </a:cubicBezTo>
                <a:cubicBezTo>
                  <a:pt x="239061" y="74403"/>
                  <a:pt x="241723" y="74851"/>
                  <a:pt x="244871" y="74851"/>
                </a:cubicBezTo>
                <a:cubicBezTo>
                  <a:pt x="247359" y="74851"/>
                  <a:pt x="249574" y="74647"/>
                  <a:pt x="251517" y="74240"/>
                </a:cubicBezTo>
                <a:cubicBezTo>
                  <a:pt x="253460" y="73832"/>
                  <a:pt x="255141" y="73376"/>
                  <a:pt x="256560" y="72872"/>
                </a:cubicBezTo>
                <a:cubicBezTo>
                  <a:pt x="257978" y="72367"/>
                  <a:pt x="259144" y="71911"/>
                  <a:pt x="260057" y="71504"/>
                </a:cubicBezTo>
                <a:cubicBezTo>
                  <a:pt x="260971" y="71097"/>
                  <a:pt x="261660" y="70893"/>
                  <a:pt x="262127" y="70893"/>
                </a:cubicBezTo>
                <a:cubicBezTo>
                  <a:pt x="262399" y="70893"/>
                  <a:pt x="262642" y="70961"/>
                  <a:pt x="262856" y="71097"/>
                </a:cubicBezTo>
                <a:cubicBezTo>
                  <a:pt x="263069" y="71232"/>
                  <a:pt x="263234" y="71436"/>
                  <a:pt x="263351" y="71708"/>
                </a:cubicBezTo>
                <a:cubicBezTo>
                  <a:pt x="263468" y="71979"/>
                  <a:pt x="263555" y="72358"/>
                  <a:pt x="263613" y="72843"/>
                </a:cubicBezTo>
                <a:cubicBezTo>
                  <a:pt x="263672" y="73328"/>
                  <a:pt x="263701" y="73919"/>
                  <a:pt x="263701" y="74618"/>
                </a:cubicBezTo>
                <a:cubicBezTo>
                  <a:pt x="263701" y="75122"/>
                  <a:pt x="263681" y="75559"/>
                  <a:pt x="263643" y="75927"/>
                </a:cubicBezTo>
                <a:cubicBezTo>
                  <a:pt x="263604" y="76296"/>
                  <a:pt x="263555" y="76626"/>
                  <a:pt x="263497" y="76917"/>
                </a:cubicBezTo>
                <a:cubicBezTo>
                  <a:pt x="263438" y="77208"/>
                  <a:pt x="263341" y="77470"/>
                  <a:pt x="263205" y="77703"/>
                </a:cubicBezTo>
                <a:cubicBezTo>
                  <a:pt x="263069" y="77936"/>
                  <a:pt x="262894" y="78159"/>
                  <a:pt x="262681" y="78372"/>
                </a:cubicBezTo>
                <a:cubicBezTo>
                  <a:pt x="262467" y="78585"/>
                  <a:pt x="261835" y="78935"/>
                  <a:pt x="260786" y="79420"/>
                </a:cubicBezTo>
                <a:cubicBezTo>
                  <a:pt x="259737" y="79905"/>
                  <a:pt x="258376" y="80380"/>
                  <a:pt x="256705" y="80846"/>
                </a:cubicBezTo>
                <a:cubicBezTo>
                  <a:pt x="255034" y="81311"/>
                  <a:pt x="253101" y="81729"/>
                  <a:pt x="250905" y="82097"/>
                </a:cubicBezTo>
                <a:cubicBezTo>
                  <a:pt x="248709" y="82466"/>
                  <a:pt x="246368" y="82650"/>
                  <a:pt x="243880" y="82650"/>
                </a:cubicBezTo>
                <a:cubicBezTo>
                  <a:pt x="239566" y="82650"/>
                  <a:pt x="235787" y="82048"/>
                  <a:pt x="232542" y="80844"/>
                </a:cubicBezTo>
                <a:cubicBezTo>
                  <a:pt x="229297" y="79640"/>
                  <a:pt x="226567" y="77853"/>
                  <a:pt x="224351" y="75484"/>
                </a:cubicBezTo>
                <a:cubicBezTo>
                  <a:pt x="222136" y="73114"/>
                  <a:pt x="220465" y="70143"/>
                  <a:pt x="219338" y="66569"/>
                </a:cubicBezTo>
                <a:cubicBezTo>
                  <a:pt x="218211" y="62996"/>
                  <a:pt x="217647" y="58840"/>
                  <a:pt x="217647" y="54101"/>
                </a:cubicBezTo>
                <a:cubicBezTo>
                  <a:pt x="217647" y="49595"/>
                  <a:pt x="218230" y="45545"/>
                  <a:pt x="219396" y="41953"/>
                </a:cubicBezTo>
                <a:cubicBezTo>
                  <a:pt x="220562" y="38360"/>
                  <a:pt x="222243" y="35311"/>
                  <a:pt x="224439" y="32805"/>
                </a:cubicBezTo>
                <a:cubicBezTo>
                  <a:pt x="226635" y="30300"/>
                  <a:pt x="229287" y="28378"/>
                  <a:pt x="232396" y="27038"/>
                </a:cubicBezTo>
                <a:cubicBezTo>
                  <a:pt x="235505" y="25698"/>
                  <a:pt x="238983" y="25028"/>
                  <a:pt x="242831" y="25028"/>
                </a:cubicBezTo>
                <a:cubicBezTo>
                  <a:pt x="246951" y="25028"/>
                  <a:pt x="250458" y="25687"/>
                  <a:pt x="253353" y="27007"/>
                </a:cubicBezTo>
                <a:cubicBezTo>
                  <a:pt x="256249" y="28326"/>
                  <a:pt x="258629" y="30101"/>
                  <a:pt x="260495" y="32332"/>
                </a:cubicBezTo>
                <a:cubicBezTo>
                  <a:pt x="262360" y="34564"/>
                  <a:pt x="263730" y="37183"/>
                  <a:pt x="264604" y="40190"/>
                </a:cubicBezTo>
                <a:cubicBezTo>
                  <a:pt x="265479" y="43197"/>
                  <a:pt x="265916" y="46408"/>
                  <a:pt x="265916" y="49823"/>
                </a:cubicBezTo>
                <a:lnTo>
                  <a:pt x="265916" y="51569"/>
                </a:lnTo>
                <a:moveTo>
                  <a:pt x="256239" y="48717"/>
                </a:moveTo>
                <a:cubicBezTo>
                  <a:pt x="256356" y="43673"/>
                  <a:pt x="255238" y="39715"/>
                  <a:pt x="252887" y="36843"/>
                </a:cubicBezTo>
                <a:cubicBezTo>
                  <a:pt x="250536" y="33972"/>
                  <a:pt x="247048" y="32536"/>
                  <a:pt x="242423" y="32536"/>
                </a:cubicBezTo>
                <a:cubicBezTo>
                  <a:pt x="240052" y="32536"/>
                  <a:pt x="237973" y="32982"/>
                  <a:pt x="236185" y="33875"/>
                </a:cubicBezTo>
                <a:cubicBezTo>
                  <a:pt x="234398" y="34767"/>
                  <a:pt x="232901" y="35951"/>
                  <a:pt x="231697" y="37425"/>
                </a:cubicBezTo>
                <a:cubicBezTo>
                  <a:pt x="230492" y="38900"/>
                  <a:pt x="229559" y="40617"/>
                  <a:pt x="228898" y="42576"/>
                </a:cubicBezTo>
                <a:cubicBezTo>
                  <a:pt x="228238" y="44536"/>
                  <a:pt x="227868" y="46583"/>
                  <a:pt x="227791" y="48717"/>
                </a:cubicBezTo>
                <a:lnTo>
                  <a:pt x="256239" y="48717"/>
                </a:lnTo>
                <a:close/>
                <a:moveTo>
                  <a:pt x="311491" y="31081"/>
                </a:moveTo>
                <a:cubicBezTo>
                  <a:pt x="311491" y="31935"/>
                  <a:pt x="311471" y="32653"/>
                  <a:pt x="311433" y="33235"/>
                </a:cubicBezTo>
                <a:cubicBezTo>
                  <a:pt x="311394" y="33817"/>
                  <a:pt x="311316" y="34273"/>
                  <a:pt x="311199" y="34602"/>
                </a:cubicBezTo>
                <a:cubicBezTo>
                  <a:pt x="311083" y="34932"/>
                  <a:pt x="310937" y="35184"/>
                  <a:pt x="310762" y="35359"/>
                </a:cubicBezTo>
                <a:cubicBezTo>
                  <a:pt x="310587" y="35534"/>
                  <a:pt x="310344" y="35621"/>
                  <a:pt x="310033" y="35621"/>
                </a:cubicBezTo>
                <a:cubicBezTo>
                  <a:pt x="309723" y="35621"/>
                  <a:pt x="309344" y="35534"/>
                  <a:pt x="308897" y="35359"/>
                </a:cubicBezTo>
                <a:cubicBezTo>
                  <a:pt x="308450" y="35184"/>
                  <a:pt x="307945" y="35010"/>
                  <a:pt x="307381" y="34835"/>
                </a:cubicBezTo>
                <a:cubicBezTo>
                  <a:pt x="306817" y="34661"/>
                  <a:pt x="306186" y="34496"/>
                  <a:pt x="305486" y="34341"/>
                </a:cubicBezTo>
                <a:cubicBezTo>
                  <a:pt x="304787" y="34185"/>
                  <a:pt x="304029" y="34108"/>
                  <a:pt x="303213" y="34108"/>
                </a:cubicBezTo>
                <a:cubicBezTo>
                  <a:pt x="302241" y="34108"/>
                  <a:pt x="301289" y="34302"/>
                  <a:pt x="300356" y="34690"/>
                </a:cubicBezTo>
                <a:cubicBezTo>
                  <a:pt x="299424" y="35078"/>
                  <a:pt x="298442" y="35718"/>
                  <a:pt x="297412" y="36610"/>
                </a:cubicBezTo>
                <a:cubicBezTo>
                  <a:pt x="296383" y="37503"/>
                  <a:pt x="295304" y="38686"/>
                  <a:pt x="294177" y="40161"/>
                </a:cubicBezTo>
                <a:cubicBezTo>
                  <a:pt x="293050" y="41635"/>
                  <a:pt x="291806" y="43440"/>
                  <a:pt x="290446" y="45574"/>
                </a:cubicBezTo>
                <a:lnTo>
                  <a:pt x="290446" y="80031"/>
                </a:lnTo>
                <a:cubicBezTo>
                  <a:pt x="290446" y="80341"/>
                  <a:pt x="290368" y="80603"/>
                  <a:pt x="290213" y="80817"/>
                </a:cubicBezTo>
                <a:cubicBezTo>
                  <a:pt x="290057" y="81030"/>
                  <a:pt x="289805" y="81214"/>
                  <a:pt x="289455" y="81370"/>
                </a:cubicBezTo>
                <a:cubicBezTo>
                  <a:pt x="289105" y="81525"/>
                  <a:pt x="288620" y="81641"/>
                  <a:pt x="287998" y="81719"/>
                </a:cubicBezTo>
                <a:cubicBezTo>
                  <a:pt x="287376" y="81796"/>
                  <a:pt x="286579" y="81835"/>
                  <a:pt x="285608" y="81835"/>
                </a:cubicBezTo>
                <a:cubicBezTo>
                  <a:pt x="284675" y="81835"/>
                  <a:pt x="283898" y="81796"/>
                  <a:pt x="283276" y="81719"/>
                </a:cubicBezTo>
                <a:cubicBezTo>
                  <a:pt x="282654" y="81641"/>
                  <a:pt x="282158" y="81525"/>
                  <a:pt x="281789" y="81370"/>
                </a:cubicBezTo>
                <a:cubicBezTo>
                  <a:pt x="281420" y="81214"/>
                  <a:pt x="281167" y="81030"/>
                  <a:pt x="281031" y="80817"/>
                </a:cubicBezTo>
                <a:cubicBezTo>
                  <a:pt x="280895" y="80603"/>
                  <a:pt x="280827" y="80341"/>
                  <a:pt x="280827" y="80031"/>
                </a:cubicBezTo>
                <a:lnTo>
                  <a:pt x="280827" y="27647"/>
                </a:lnTo>
                <a:cubicBezTo>
                  <a:pt x="280827" y="27337"/>
                  <a:pt x="280886" y="27075"/>
                  <a:pt x="281002" y="26861"/>
                </a:cubicBezTo>
                <a:cubicBezTo>
                  <a:pt x="281119" y="26648"/>
                  <a:pt x="281352" y="26454"/>
                  <a:pt x="281702" y="26279"/>
                </a:cubicBezTo>
                <a:cubicBezTo>
                  <a:pt x="282052" y="26105"/>
                  <a:pt x="282498" y="25988"/>
                  <a:pt x="283043" y="25930"/>
                </a:cubicBezTo>
                <a:cubicBezTo>
                  <a:pt x="283587" y="25872"/>
                  <a:pt x="284306" y="25843"/>
                  <a:pt x="285200" y="25843"/>
                </a:cubicBezTo>
                <a:cubicBezTo>
                  <a:pt x="286055" y="25843"/>
                  <a:pt x="286764" y="25872"/>
                  <a:pt x="287327" y="25930"/>
                </a:cubicBezTo>
                <a:cubicBezTo>
                  <a:pt x="287891" y="25988"/>
                  <a:pt x="288328" y="26105"/>
                  <a:pt x="288639" y="26279"/>
                </a:cubicBezTo>
                <a:cubicBezTo>
                  <a:pt x="288950" y="26454"/>
                  <a:pt x="289173" y="26648"/>
                  <a:pt x="289309" y="26861"/>
                </a:cubicBezTo>
                <a:cubicBezTo>
                  <a:pt x="289445" y="27075"/>
                  <a:pt x="289513" y="27337"/>
                  <a:pt x="289513" y="27647"/>
                </a:cubicBezTo>
                <a:lnTo>
                  <a:pt x="289513" y="35272"/>
                </a:lnTo>
                <a:cubicBezTo>
                  <a:pt x="290951" y="33176"/>
                  <a:pt x="292302" y="31469"/>
                  <a:pt x="293565" y="30150"/>
                </a:cubicBezTo>
                <a:cubicBezTo>
                  <a:pt x="294828" y="28831"/>
                  <a:pt x="296023" y="27793"/>
                  <a:pt x="297150" y="27036"/>
                </a:cubicBezTo>
                <a:cubicBezTo>
                  <a:pt x="298277" y="26279"/>
                  <a:pt x="299394" y="25755"/>
                  <a:pt x="300502" y="25464"/>
                </a:cubicBezTo>
                <a:cubicBezTo>
                  <a:pt x="301610" y="25173"/>
                  <a:pt x="302727" y="25028"/>
                  <a:pt x="303854" y="25028"/>
                </a:cubicBezTo>
                <a:cubicBezTo>
                  <a:pt x="304359" y="25028"/>
                  <a:pt x="304933" y="25057"/>
                  <a:pt x="305574" y="25115"/>
                </a:cubicBezTo>
                <a:cubicBezTo>
                  <a:pt x="306215" y="25173"/>
                  <a:pt x="306885" y="25280"/>
                  <a:pt x="307585" y="25435"/>
                </a:cubicBezTo>
                <a:cubicBezTo>
                  <a:pt x="308285" y="25590"/>
                  <a:pt x="308916" y="25765"/>
                  <a:pt x="309480" y="25959"/>
                </a:cubicBezTo>
                <a:cubicBezTo>
                  <a:pt x="310043" y="26153"/>
                  <a:pt x="310442" y="26347"/>
                  <a:pt x="310675" y="26541"/>
                </a:cubicBezTo>
                <a:cubicBezTo>
                  <a:pt x="310908" y="26735"/>
                  <a:pt x="311063" y="26919"/>
                  <a:pt x="311141" y="27094"/>
                </a:cubicBezTo>
                <a:cubicBezTo>
                  <a:pt x="311219" y="27269"/>
                  <a:pt x="311287" y="27492"/>
                  <a:pt x="311345" y="27763"/>
                </a:cubicBezTo>
                <a:cubicBezTo>
                  <a:pt x="311403" y="28035"/>
                  <a:pt x="311442" y="28433"/>
                  <a:pt x="311462" y="28957"/>
                </a:cubicBezTo>
                <a:cubicBezTo>
                  <a:pt x="311481" y="29480"/>
                  <a:pt x="311491" y="30189"/>
                  <a:pt x="311491" y="31081"/>
                </a:cubicBezTo>
                <a:close/>
                <a:moveTo>
                  <a:pt x="355181" y="65813"/>
                </a:moveTo>
                <a:cubicBezTo>
                  <a:pt x="355181" y="68493"/>
                  <a:pt x="354685" y="70881"/>
                  <a:pt x="353694" y="72979"/>
                </a:cubicBezTo>
                <a:cubicBezTo>
                  <a:pt x="352703" y="75076"/>
                  <a:pt x="351294" y="76843"/>
                  <a:pt x="349468" y="78281"/>
                </a:cubicBezTo>
                <a:cubicBezTo>
                  <a:pt x="347641" y="79718"/>
                  <a:pt x="345465" y="80805"/>
                  <a:pt x="342939" y="81542"/>
                </a:cubicBezTo>
                <a:cubicBezTo>
                  <a:pt x="340412" y="82281"/>
                  <a:pt x="337634" y="82650"/>
                  <a:pt x="334602" y="82650"/>
                </a:cubicBezTo>
                <a:cubicBezTo>
                  <a:pt x="332737" y="82650"/>
                  <a:pt x="330959" y="82505"/>
                  <a:pt x="329268" y="82214"/>
                </a:cubicBezTo>
                <a:cubicBezTo>
                  <a:pt x="327578" y="81923"/>
                  <a:pt x="326062" y="81554"/>
                  <a:pt x="324721" y="81108"/>
                </a:cubicBezTo>
                <a:cubicBezTo>
                  <a:pt x="323380" y="80661"/>
                  <a:pt x="322244" y="80196"/>
                  <a:pt x="321311" y="79711"/>
                </a:cubicBezTo>
                <a:cubicBezTo>
                  <a:pt x="320378" y="79226"/>
                  <a:pt x="319698" y="78789"/>
                  <a:pt x="319271" y="78401"/>
                </a:cubicBezTo>
                <a:cubicBezTo>
                  <a:pt x="318843" y="78013"/>
                  <a:pt x="318532" y="77470"/>
                  <a:pt x="318338" y="76771"/>
                </a:cubicBezTo>
                <a:cubicBezTo>
                  <a:pt x="318144" y="76073"/>
                  <a:pt x="318046" y="75122"/>
                  <a:pt x="318046" y="73919"/>
                </a:cubicBezTo>
                <a:cubicBezTo>
                  <a:pt x="318046" y="73182"/>
                  <a:pt x="318085" y="72561"/>
                  <a:pt x="318163" y="72057"/>
                </a:cubicBezTo>
                <a:cubicBezTo>
                  <a:pt x="318241" y="71552"/>
                  <a:pt x="318338" y="71145"/>
                  <a:pt x="318454" y="70835"/>
                </a:cubicBezTo>
                <a:cubicBezTo>
                  <a:pt x="318571" y="70524"/>
                  <a:pt x="318736" y="70301"/>
                  <a:pt x="318950" y="70165"/>
                </a:cubicBezTo>
                <a:cubicBezTo>
                  <a:pt x="319164" y="70029"/>
                  <a:pt x="319407" y="69962"/>
                  <a:pt x="319679" y="69962"/>
                </a:cubicBezTo>
                <a:cubicBezTo>
                  <a:pt x="320106" y="69962"/>
                  <a:pt x="320738" y="70223"/>
                  <a:pt x="321573" y="70747"/>
                </a:cubicBezTo>
                <a:cubicBezTo>
                  <a:pt x="322409" y="71271"/>
                  <a:pt x="323439" y="71843"/>
                  <a:pt x="324663" y="72464"/>
                </a:cubicBezTo>
                <a:cubicBezTo>
                  <a:pt x="325887" y="73085"/>
                  <a:pt x="327335" y="73658"/>
                  <a:pt x="329006" y="74181"/>
                </a:cubicBezTo>
                <a:cubicBezTo>
                  <a:pt x="330677" y="74705"/>
                  <a:pt x="332601" y="74967"/>
                  <a:pt x="334777" y="74967"/>
                </a:cubicBezTo>
                <a:cubicBezTo>
                  <a:pt x="336409" y="74967"/>
                  <a:pt x="337886" y="74793"/>
                  <a:pt x="339208" y="74443"/>
                </a:cubicBezTo>
                <a:cubicBezTo>
                  <a:pt x="340529" y="74093"/>
                  <a:pt x="341676" y="73577"/>
                  <a:pt x="342647" y="72897"/>
                </a:cubicBezTo>
                <a:cubicBezTo>
                  <a:pt x="343619" y="72217"/>
                  <a:pt x="344367" y="71352"/>
                  <a:pt x="344891" y="70302"/>
                </a:cubicBezTo>
                <a:cubicBezTo>
                  <a:pt x="345416" y="69252"/>
                  <a:pt x="345678" y="68007"/>
                  <a:pt x="345678" y="66569"/>
                </a:cubicBezTo>
                <a:cubicBezTo>
                  <a:pt x="345678" y="65094"/>
                  <a:pt x="345300" y="63851"/>
                  <a:pt x="344542" y="62841"/>
                </a:cubicBezTo>
                <a:cubicBezTo>
                  <a:pt x="343784" y="61831"/>
                  <a:pt x="342783" y="60937"/>
                  <a:pt x="341540" y="60161"/>
                </a:cubicBezTo>
                <a:cubicBezTo>
                  <a:pt x="340296" y="59384"/>
                  <a:pt x="338897" y="58695"/>
                  <a:pt x="337342" y="58093"/>
                </a:cubicBezTo>
                <a:cubicBezTo>
                  <a:pt x="335788" y="57491"/>
                  <a:pt x="334185" y="56860"/>
                  <a:pt x="332533" y="56200"/>
                </a:cubicBezTo>
                <a:cubicBezTo>
                  <a:pt x="330881" y="55539"/>
                  <a:pt x="329268" y="54791"/>
                  <a:pt x="327694" y="53955"/>
                </a:cubicBezTo>
                <a:cubicBezTo>
                  <a:pt x="326120" y="53120"/>
                  <a:pt x="324712" y="52100"/>
                  <a:pt x="323468" y="50896"/>
                </a:cubicBezTo>
                <a:cubicBezTo>
                  <a:pt x="322224" y="49692"/>
                  <a:pt x="321223" y="48255"/>
                  <a:pt x="320466" y="46585"/>
                </a:cubicBezTo>
                <a:cubicBezTo>
                  <a:pt x="319708" y="44916"/>
                  <a:pt x="319329" y="42915"/>
                  <a:pt x="319329" y="40585"/>
                </a:cubicBezTo>
                <a:cubicBezTo>
                  <a:pt x="319329" y="38526"/>
                  <a:pt x="319727" y="36555"/>
                  <a:pt x="320524" y="34672"/>
                </a:cubicBezTo>
                <a:cubicBezTo>
                  <a:pt x="321321" y="32787"/>
                  <a:pt x="322516" y="31136"/>
                  <a:pt x="324109" y="29719"/>
                </a:cubicBezTo>
                <a:cubicBezTo>
                  <a:pt x="325703" y="28300"/>
                  <a:pt x="327694" y="27164"/>
                  <a:pt x="330084" y="26310"/>
                </a:cubicBezTo>
                <a:cubicBezTo>
                  <a:pt x="332475" y="25455"/>
                  <a:pt x="335263" y="25028"/>
                  <a:pt x="338450" y="25028"/>
                </a:cubicBezTo>
                <a:cubicBezTo>
                  <a:pt x="339849" y="25028"/>
                  <a:pt x="341248" y="25146"/>
                  <a:pt x="342647" y="25383"/>
                </a:cubicBezTo>
                <a:cubicBezTo>
                  <a:pt x="344046" y="25619"/>
                  <a:pt x="345309" y="25914"/>
                  <a:pt x="346436" y="26268"/>
                </a:cubicBezTo>
                <a:cubicBezTo>
                  <a:pt x="347563" y="26622"/>
                  <a:pt x="348525" y="27006"/>
                  <a:pt x="349322" y="27420"/>
                </a:cubicBezTo>
                <a:cubicBezTo>
                  <a:pt x="350119" y="27833"/>
                  <a:pt x="350721" y="28198"/>
                  <a:pt x="351129" y="28513"/>
                </a:cubicBezTo>
                <a:cubicBezTo>
                  <a:pt x="351537" y="28828"/>
                  <a:pt x="351809" y="29102"/>
                  <a:pt x="351945" y="29335"/>
                </a:cubicBezTo>
                <a:cubicBezTo>
                  <a:pt x="352081" y="29568"/>
                  <a:pt x="352178" y="29830"/>
                  <a:pt x="352237" y="30121"/>
                </a:cubicBezTo>
                <a:cubicBezTo>
                  <a:pt x="352295" y="30412"/>
                  <a:pt x="352353" y="30771"/>
                  <a:pt x="352412" y="31198"/>
                </a:cubicBezTo>
                <a:cubicBezTo>
                  <a:pt x="352470" y="31624"/>
                  <a:pt x="352499" y="32148"/>
                  <a:pt x="352499" y="32769"/>
                </a:cubicBezTo>
                <a:cubicBezTo>
                  <a:pt x="352499" y="33429"/>
                  <a:pt x="352470" y="34001"/>
                  <a:pt x="352412" y="34486"/>
                </a:cubicBezTo>
                <a:cubicBezTo>
                  <a:pt x="352353" y="34971"/>
                  <a:pt x="352256" y="35369"/>
                  <a:pt x="352120" y="35679"/>
                </a:cubicBezTo>
                <a:cubicBezTo>
                  <a:pt x="351984" y="35990"/>
                  <a:pt x="351819" y="36213"/>
                  <a:pt x="351625" y="36349"/>
                </a:cubicBezTo>
                <a:cubicBezTo>
                  <a:pt x="351430" y="36484"/>
                  <a:pt x="351217" y="36552"/>
                  <a:pt x="350983" y="36552"/>
                </a:cubicBezTo>
                <a:cubicBezTo>
                  <a:pt x="350634" y="36552"/>
                  <a:pt x="350128" y="36336"/>
                  <a:pt x="349468" y="35903"/>
                </a:cubicBezTo>
                <a:cubicBezTo>
                  <a:pt x="348807" y="35470"/>
                  <a:pt x="347952" y="35007"/>
                  <a:pt x="346903" y="34515"/>
                </a:cubicBezTo>
                <a:cubicBezTo>
                  <a:pt x="345853" y="34023"/>
                  <a:pt x="344619" y="33560"/>
                  <a:pt x="343201" y="33127"/>
                </a:cubicBezTo>
                <a:cubicBezTo>
                  <a:pt x="341782" y="32694"/>
                  <a:pt x="340160" y="32478"/>
                  <a:pt x="338333" y="32478"/>
                </a:cubicBezTo>
                <a:cubicBezTo>
                  <a:pt x="336701" y="32478"/>
                  <a:pt x="335263" y="32663"/>
                  <a:pt x="334019" y="33033"/>
                </a:cubicBezTo>
                <a:cubicBezTo>
                  <a:pt x="332776" y="33401"/>
                  <a:pt x="331756" y="33926"/>
                  <a:pt x="330959" y="34606"/>
                </a:cubicBezTo>
                <a:cubicBezTo>
                  <a:pt x="330162" y="35286"/>
                  <a:pt x="329560" y="36093"/>
                  <a:pt x="329152" y="37027"/>
                </a:cubicBezTo>
                <a:cubicBezTo>
                  <a:pt x="328744" y="37960"/>
                  <a:pt x="328540" y="38970"/>
                  <a:pt x="328540" y="40059"/>
                </a:cubicBezTo>
                <a:cubicBezTo>
                  <a:pt x="328540" y="41574"/>
                  <a:pt x="328928" y="42846"/>
                  <a:pt x="329705" y="43875"/>
                </a:cubicBezTo>
                <a:cubicBezTo>
                  <a:pt x="330483" y="44905"/>
                  <a:pt x="331493" y="45808"/>
                  <a:pt x="332737" y="46585"/>
                </a:cubicBezTo>
                <a:cubicBezTo>
                  <a:pt x="333981" y="47361"/>
                  <a:pt x="335399" y="48060"/>
                  <a:pt x="336992" y="48682"/>
                </a:cubicBezTo>
                <a:cubicBezTo>
                  <a:pt x="338586" y="49303"/>
                  <a:pt x="340208" y="49944"/>
                  <a:pt x="341860" y="50605"/>
                </a:cubicBezTo>
                <a:cubicBezTo>
                  <a:pt x="343512" y="51265"/>
                  <a:pt x="345144" y="52003"/>
                  <a:pt x="346757" y="52819"/>
                </a:cubicBezTo>
                <a:cubicBezTo>
                  <a:pt x="348370" y="53635"/>
                  <a:pt x="349798" y="54625"/>
                  <a:pt x="351042" y="55791"/>
                </a:cubicBezTo>
                <a:cubicBezTo>
                  <a:pt x="352285" y="56956"/>
                  <a:pt x="353286" y="58355"/>
                  <a:pt x="354044" y="59987"/>
                </a:cubicBezTo>
                <a:cubicBezTo>
                  <a:pt x="354802" y="61618"/>
                  <a:pt x="355181" y="63560"/>
                  <a:pt x="355181" y="65813"/>
                </a:cubicBezTo>
                <a:close/>
                <a:moveTo>
                  <a:pt x="408199" y="80089"/>
                </a:moveTo>
                <a:cubicBezTo>
                  <a:pt x="408199" y="80555"/>
                  <a:pt x="408044" y="80904"/>
                  <a:pt x="407733" y="81137"/>
                </a:cubicBezTo>
                <a:cubicBezTo>
                  <a:pt x="407422" y="81370"/>
                  <a:pt x="406994" y="81544"/>
                  <a:pt x="406450" y="81661"/>
                </a:cubicBezTo>
                <a:cubicBezTo>
                  <a:pt x="405906" y="81777"/>
                  <a:pt x="405109" y="81835"/>
                  <a:pt x="404060" y="81835"/>
                </a:cubicBezTo>
                <a:cubicBezTo>
                  <a:pt x="403050" y="81835"/>
                  <a:pt x="402243" y="81777"/>
                  <a:pt x="401641" y="81661"/>
                </a:cubicBezTo>
                <a:cubicBezTo>
                  <a:pt x="401038" y="81544"/>
                  <a:pt x="400601" y="81370"/>
                  <a:pt x="400329" y="81137"/>
                </a:cubicBezTo>
                <a:cubicBezTo>
                  <a:pt x="400057" y="80904"/>
                  <a:pt x="399921" y="80555"/>
                  <a:pt x="399921" y="80089"/>
                </a:cubicBezTo>
                <a:lnTo>
                  <a:pt x="399921" y="74851"/>
                </a:lnTo>
                <a:cubicBezTo>
                  <a:pt x="397628" y="77295"/>
                  <a:pt x="395073" y="79206"/>
                  <a:pt x="392255" y="80584"/>
                </a:cubicBezTo>
                <a:cubicBezTo>
                  <a:pt x="389438" y="81961"/>
                  <a:pt x="386455" y="82650"/>
                  <a:pt x="383307" y="82650"/>
                </a:cubicBezTo>
                <a:cubicBezTo>
                  <a:pt x="380547" y="82650"/>
                  <a:pt x="378050" y="82290"/>
                  <a:pt x="375816" y="81570"/>
                </a:cubicBezTo>
                <a:cubicBezTo>
                  <a:pt x="373581" y="80849"/>
                  <a:pt x="371677" y="79808"/>
                  <a:pt x="370103" y="78445"/>
                </a:cubicBezTo>
                <a:cubicBezTo>
                  <a:pt x="368529" y="77082"/>
                  <a:pt x="367305" y="75408"/>
                  <a:pt x="366430" y="73423"/>
                </a:cubicBezTo>
                <a:cubicBezTo>
                  <a:pt x="365556" y="71437"/>
                  <a:pt x="365119" y="69178"/>
                  <a:pt x="365119" y="66646"/>
                </a:cubicBezTo>
                <a:cubicBezTo>
                  <a:pt x="365119" y="63687"/>
                  <a:pt x="365721" y="61118"/>
                  <a:pt x="366926" y="58937"/>
                </a:cubicBezTo>
                <a:cubicBezTo>
                  <a:pt x="368131" y="56756"/>
                  <a:pt x="369860" y="54945"/>
                  <a:pt x="372114" y="53504"/>
                </a:cubicBezTo>
                <a:cubicBezTo>
                  <a:pt x="374368" y="52064"/>
                  <a:pt x="377127" y="50983"/>
                  <a:pt x="380392" y="50263"/>
                </a:cubicBezTo>
                <a:cubicBezTo>
                  <a:pt x="383657" y="49543"/>
                  <a:pt x="387329" y="49183"/>
                  <a:pt x="391410" y="49183"/>
                </a:cubicBezTo>
                <a:lnTo>
                  <a:pt x="398639" y="49183"/>
                </a:lnTo>
                <a:lnTo>
                  <a:pt x="398639" y="45123"/>
                </a:lnTo>
                <a:cubicBezTo>
                  <a:pt x="398639" y="43112"/>
                  <a:pt x="398425" y="41334"/>
                  <a:pt x="397997" y="39788"/>
                </a:cubicBezTo>
                <a:cubicBezTo>
                  <a:pt x="397570" y="38241"/>
                  <a:pt x="396880" y="36955"/>
                  <a:pt x="395928" y="35930"/>
                </a:cubicBezTo>
                <a:cubicBezTo>
                  <a:pt x="394976" y="34906"/>
                  <a:pt x="393742" y="34133"/>
                  <a:pt x="392226" y="33611"/>
                </a:cubicBezTo>
                <a:cubicBezTo>
                  <a:pt x="390710" y="33089"/>
                  <a:pt x="388845" y="32827"/>
                  <a:pt x="386630" y="32827"/>
                </a:cubicBezTo>
                <a:cubicBezTo>
                  <a:pt x="384259" y="32827"/>
                  <a:pt x="382131" y="33106"/>
                  <a:pt x="380246" y="33662"/>
                </a:cubicBezTo>
                <a:cubicBezTo>
                  <a:pt x="378361" y="34219"/>
                  <a:pt x="376710" y="34833"/>
                  <a:pt x="375291" y="35505"/>
                </a:cubicBezTo>
                <a:cubicBezTo>
                  <a:pt x="373873" y="36176"/>
                  <a:pt x="372687" y="36791"/>
                  <a:pt x="371735" y="37347"/>
                </a:cubicBezTo>
                <a:cubicBezTo>
                  <a:pt x="370783" y="37904"/>
                  <a:pt x="370074" y="38182"/>
                  <a:pt x="369607" y="38182"/>
                </a:cubicBezTo>
                <a:cubicBezTo>
                  <a:pt x="369296" y="38182"/>
                  <a:pt x="369024" y="38104"/>
                  <a:pt x="368791" y="37949"/>
                </a:cubicBezTo>
                <a:cubicBezTo>
                  <a:pt x="368558" y="37794"/>
                  <a:pt x="368354" y="37561"/>
                  <a:pt x="368179" y="37251"/>
                </a:cubicBezTo>
                <a:cubicBezTo>
                  <a:pt x="368004" y="36940"/>
                  <a:pt x="367878" y="36543"/>
                  <a:pt x="367800" y="36058"/>
                </a:cubicBezTo>
                <a:cubicBezTo>
                  <a:pt x="367722" y="35573"/>
                  <a:pt x="367684" y="35039"/>
                  <a:pt x="367684" y="34457"/>
                </a:cubicBezTo>
                <a:cubicBezTo>
                  <a:pt x="367684" y="33487"/>
                  <a:pt x="367752" y="32721"/>
                  <a:pt x="367888" y="32158"/>
                </a:cubicBezTo>
                <a:cubicBezTo>
                  <a:pt x="368024" y="31595"/>
                  <a:pt x="368354" y="31062"/>
                  <a:pt x="368879" y="30557"/>
                </a:cubicBezTo>
                <a:cubicBezTo>
                  <a:pt x="369403" y="30053"/>
                  <a:pt x="370307" y="29465"/>
                  <a:pt x="371589" y="28795"/>
                </a:cubicBezTo>
                <a:cubicBezTo>
                  <a:pt x="372872" y="28123"/>
                  <a:pt x="374349" y="27509"/>
                  <a:pt x="376020" y="26954"/>
                </a:cubicBezTo>
                <a:cubicBezTo>
                  <a:pt x="377691" y="26399"/>
                  <a:pt x="379518" y="25939"/>
                  <a:pt x="381500" y="25575"/>
                </a:cubicBezTo>
                <a:cubicBezTo>
                  <a:pt x="383482" y="25210"/>
                  <a:pt x="385483" y="25028"/>
                  <a:pt x="387504" y="25028"/>
                </a:cubicBezTo>
                <a:cubicBezTo>
                  <a:pt x="391274" y="25028"/>
                  <a:pt x="394480" y="25455"/>
                  <a:pt x="397123" y="26308"/>
                </a:cubicBezTo>
                <a:cubicBezTo>
                  <a:pt x="399766" y="27162"/>
                  <a:pt x="401903" y="28413"/>
                  <a:pt x="403535" y="30063"/>
                </a:cubicBezTo>
                <a:cubicBezTo>
                  <a:pt x="405168" y="31712"/>
                  <a:pt x="406353" y="33758"/>
                  <a:pt x="407091" y="36203"/>
                </a:cubicBezTo>
                <a:cubicBezTo>
                  <a:pt x="407830" y="38648"/>
                  <a:pt x="408199" y="41500"/>
                  <a:pt x="408199" y="44759"/>
                </a:cubicBezTo>
                <a:lnTo>
                  <a:pt x="408199" y="80089"/>
                </a:lnTo>
                <a:moveTo>
                  <a:pt x="398639" y="56109"/>
                </a:moveTo>
                <a:lnTo>
                  <a:pt x="390419" y="56109"/>
                </a:lnTo>
                <a:cubicBezTo>
                  <a:pt x="387776" y="56109"/>
                  <a:pt x="385483" y="56334"/>
                  <a:pt x="383540" y="56784"/>
                </a:cubicBezTo>
                <a:cubicBezTo>
                  <a:pt x="381597" y="57232"/>
                  <a:pt x="379984" y="57896"/>
                  <a:pt x="378701" y="58774"/>
                </a:cubicBezTo>
                <a:cubicBezTo>
                  <a:pt x="377419" y="59652"/>
                  <a:pt x="376477" y="60706"/>
                  <a:pt x="375874" y="61937"/>
                </a:cubicBezTo>
                <a:cubicBezTo>
                  <a:pt x="375272" y="63166"/>
                  <a:pt x="374971" y="64581"/>
                  <a:pt x="374971" y="66182"/>
                </a:cubicBezTo>
                <a:cubicBezTo>
                  <a:pt x="374971" y="68915"/>
                  <a:pt x="375835" y="71092"/>
                  <a:pt x="377565" y="72712"/>
                </a:cubicBezTo>
                <a:cubicBezTo>
                  <a:pt x="379294" y="74332"/>
                  <a:pt x="381713" y="75142"/>
                  <a:pt x="384822" y="75142"/>
                </a:cubicBezTo>
                <a:cubicBezTo>
                  <a:pt x="387349" y="75142"/>
                  <a:pt x="389690" y="74498"/>
                  <a:pt x="391847" y="73210"/>
                </a:cubicBezTo>
                <a:cubicBezTo>
                  <a:pt x="394004" y="71921"/>
                  <a:pt x="396268" y="69949"/>
                  <a:pt x="398639" y="67295"/>
                </a:cubicBezTo>
                <a:lnTo>
                  <a:pt x="398639" y="56109"/>
                </a:lnTo>
                <a:close/>
                <a:moveTo>
                  <a:pt x="434633" y="80029"/>
                </a:moveTo>
                <a:cubicBezTo>
                  <a:pt x="434633" y="80340"/>
                  <a:pt x="434556" y="80602"/>
                  <a:pt x="434400" y="80817"/>
                </a:cubicBezTo>
                <a:cubicBezTo>
                  <a:pt x="434245" y="81030"/>
                  <a:pt x="433992" y="81214"/>
                  <a:pt x="433642" y="81370"/>
                </a:cubicBezTo>
                <a:cubicBezTo>
                  <a:pt x="433292" y="81525"/>
                  <a:pt x="432807" y="81641"/>
                  <a:pt x="432185" y="81719"/>
                </a:cubicBezTo>
                <a:cubicBezTo>
                  <a:pt x="431563" y="81796"/>
                  <a:pt x="430766" y="81835"/>
                  <a:pt x="429795" y="81835"/>
                </a:cubicBezTo>
                <a:cubicBezTo>
                  <a:pt x="428862" y="81835"/>
                  <a:pt x="428085" y="81796"/>
                  <a:pt x="427463" y="81719"/>
                </a:cubicBezTo>
                <a:cubicBezTo>
                  <a:pt x="426841" y="81641"/>
                  <a:pt x="426346" y="81525"/>
                  <a:pt x="425976" y="81370"/>
                </a:cubicBezTo>
                <a:cubicBezTo>
                  <a:pt x="425607" y="81214"/>
                  <a:pt x="425355" y="81030"/>
                  <a:pt x="425219" y="80817"/>
                </a:cubicBezTo>
                <a:cubicBezTo>
                  <a:pt x="425083" y="80602"/>
                  <a:pt x="425015" y="80340"/>
                  <a:pt x="425015" y="80029"/>
                </a:cubicBezTo>
                <a:lnTo>
                  <a:pt x="425015" y="2214"/>
                </a:lnTo>
                <a:cubicBezTo>
                  <a:pt x="425015" y="1903"/>
                  <a:pt x="425083" y="1632"/>
                  <a:pt x="425219" y="1399"/>
                </a:cubicBezTo>
                <a:cubicBezTo>
                  <a:pt x="425355" y="1165"/>
                  <a:pt x="425607" y="970"/>
                  <a:pt x="425976" y="815"/>
                </a:cubicBezTo>
                <a:cubicBezTo>
                  <a:pt x="426346" y="660"/>
                  <a:pt x="426841" y="543"/>
                  <a:pt x="427463" y="466"/>
                </a:cubicBezTo>
                <a:cubicBezTo>
                  <a:pt x="428085" y="388"/>
                  <a:pt x="428862" y="349"/>
                  <a:pt x="429795" y="349"/>
                </a:cubicBezTo>
                <a:cubicBezTo>
                  <a:pt x="430766" y="349"/>
                  <a:pt x="431563" y="388"/>
                  <a:pt x="432185" y="466"/>
                </a:cubicBezTo>
                <a:cubicBezTo>
                  <a:pt x="432807" y="543"/>
                  <a:pt x="433292" y="660"/>
                  <a:pt x="433642" y="815"/>
                </a:cubicBezTo>
                <a:cubicBezTo>
                  <a:pt x="433992" y="970"/>
                  <a:pt x="434245" y="1165"/>
                  <a:pt x="434400" y="1399"/>
                </a:cubicBezTo>
                <a:cubicBezTo>
                  <a:pt x="434556" y="1632"/>
                  <a:pt x="434633" y="1903"/>
                  <a:pt x="434633" y="2214"/>
                </a:cubicBezTo>
                <a:lnTo>
                  <a:pt x="434633" y="80029"/>
                </a:lnTo>
                <a:close/>
                <a:moveTo>
                  <a:pt x="521294" y="60383"/>
                </a:moveTo>
                <a:cubicBezTo>
                  <a:pt x="521294" y="63919"/>
                  <a:pt x="520643" y="67067"/>
                  <a:pt x="519341" y="69827"/>
                </a:cubicBezTo>
                <a:cubicBezTo>
                  <a:pt x="518039" y="72586"/>
                  <a:pt x="516232" y="74927"/>
                  <a:pt x="513919" y="76851"/>
                </a:cubicBezTo>
                <a:cubicBezTo>
                  <a:pt x="511607" y="78775"/>
                  <a:pt x="508887" y="80222"/>
                  <a:pt x="505758" y="81193"/>
                </a:cubicBezTo>
                <a:cubicBezTo>
                  <a:pt x="502630" y="82164"/>
                  <a:pt x="499258" y="82650"/>
                  <a:pt x="495644" y="82650"/>
                </a:cubicBezTo>
                <a:cubicBezTo>
                  <a:pt x="493118" y="82650"/>
                  <a:pt x="490776" y="82437"/>
                  <a:pt x="488619" y="82010"/>
                </a:cubicBezTo>
                <a:cubicBezTo>
                  <a:pt x="486462" y="81583"/>
                  <a:pt x="484538" y="81059"/>
                  <a:pt x="482848" y="80438"/>
                </a:cubicBezTo>
                <a:cubicBezTo>
                  <a:pt x="481157" y="79817"/>
                  <a:pt x="479739" y="79177"/>
                  <a:pt x="478592" y="78518"/>
                </a:cubicBezTo>
                <a:cubicBezTo>
                  <a:pt x="477446" y="77858"/>
                  <a:pt x="476649" y="77295"/>
                  <a:pt x="476202" y="76830"/>
                </a:cubicBezTo>
                <a:cubicBezTo>
                  <a:pt x="475755" y="76364"/>
                  <a:pt x="475425" y="75772"/>
                  <a:pt x="475211" y="75054"/>
                </a:cubicBezTo>
                <a:cubicBezTo>
                  <a:pt x="474997" y="74337"/>
                  <a:pt x="474891" y="73376"/>
                  <a:pt x="474891" y="72173"/>
                </a:cubicBezTo>
                <a:cubicBezTo>
                  <a:pt x="474891" y="71320"/>
                  <a:pt x="474929" y="70612"/>
                  <a:pt x="475007" y="70049"/>
                </a:cubicBezTo>
                <a:cubicBezTo>
                  <a:pt x="475085" y="69486"/>
                  <a:pt x="475201" y="69030"/>
                  <a:pt x="475357" y="68681"/>
                </a:cubicBezTo>
                <a:cubicBezTo>
                  <a:pt x="475512" y="68332"/>
                  <a:pt x="475707" y="68089"/>
                  <a:pt x="475940" y="67954"/>
                </a:cubicBezTo>
                <a:cubicBezTo>
                  <a:pt x="476173" y="67818"/>
                  <a:pt x="476445" y="67750"/>
                  <a:pt x="476756" y="67750"/>
                </a:cubicBezTo>
                <a:cubicBezTo>
                  <a:pt x="477300" y="67750"/>
                  <a:pt x="478068" y="68080"/>
                  <a:pt x="479059" y="68739"/>
                </a:cubicBezTo>
                <a:cubicBezTo>
                  <a:pt x="480050" y="69399"/>
                  <a:pt x="481322" y="70117"/>
                  <a:pt x="482877" y="70893"/>
                </a:cubicBezTo>
                <a:cubicBezTo>
                  <a:pt x="484432" y="71669"/>
                  <a:pt x="486307" y="72396"/>
                  <a:pt x="488503" y="73075"/>
                </a:cubicBezTo>
                <a:cubicBezTo>
                  <a:pt x="490698" y="73755"/>
                  <a:pt x="493234" y="74094"/>
                  <a:pt x="496110" y="74094"/>
                </a:cubicBezTo>
                <a:cubicBezTo>
                  <a:pt x="498286" y="74094"/>
                  <a:pt x="500278" y="73802"/>
                  <a:pt x="502085" y="73219"/>
                </a:cubicBezTo>
                <a:cubicBezTo>
                  <a:pt x="503893" y="72636"/>
                  <a:pt x="505447" y="71810"/>
                  <a:pt x="506749" y="70740"/>
                </a:cubicBezTo>
                <a:cubicBezTo>
                  <a:pt x="508051" y="69669"/>
                  <a:pt x="509052" y="68356"/>
                  <a:pt x="509751" y="66800"/>
                </a:cubicBezTo>
                <a:cubicBezTo>
                  <a:pt x="510451" y="65245"/>
                  <a:pt x="510801" y="63475"/>
                  <a:pt x="510801" y="61491"/>
                </a:cubicBezTo>
                <a:cubicBezTo>
                  <a:pt x="510801" y="59353"/>
                  <a:pt x="510315" y="57527"/>
                  <a:pt x="509343" y="56013"/>
                </a:cubicBezTo>
                <a:cubicBezTo>
                  <a:pt x="508372" y="54497"/>
                  <a:pt x="507089" y="53166"/>
                  <a:pt x="505496" y="52020"/>
                </a:cubicBezTo>
                <a:cubicBezTo>
                  <a:pt x="503902" y="50873"/>
                  <a:pt x="502085" y="49823"/>
                  <a:pt x="500045" y="48872"/>
                </a:cubicBezTo>
                <a:cubicBezTo>
                  <a:pt x="498005" y="47919"/>
                  <a:pt x="495916" y="46947"/>
                  <a:pt x="493778" y="45956"/>
                </a:cubicBezTo>
                <a:cubicBezTo>
                  <a:pt x="491641" y="44965"/>
                  <a:pt x="489562" y="43868"/>
                  <a:pt x="487541" y="42664"/>
                </a:cubicBezTo>
                <a:cubicBezTo>
                  <a:pt x="485520" y="41458"/>
                  <a:pt x="483713" y="40040"/>
                  <a:pt x="482119" y="38408"/>
                </a:cubicBezTo>
                <a:cubicBezTo>
                  <a:pt x="480526" y="36775"/>
                  <a:pt x="479234" y="34861"/>
                  <a:pt x="478243" y="32665"/>
                </a:cubicBezTo>
                <a:cubicBezTo>
                  <a:pt x="477251" y="30469"/>
                  <a:pt x="476756" y="27836"/>
                  <a:pt x="476756" y="24766"/>
                </a:cubicBezTo>
                <a:cubicBezTo>
                  <a:pt x="476756" y="21619"/>
                  <a:pt x="477329" y="18812"/>
                  <a:pt x="478476" y="16344"/>
                </a:cubicBezTo>
                <a:cubicBezTo>
                  <a:pt x="479622" y="13876"/>
                  <a:pt x="481216" y="11806"/>
                  <a:pt x="483256" y="10135"/>
                </a:cubicBezTo>
                <a:cubicBezTo>
                  <a:pt x="485296" y="8464"/>
                  <a:pt x="487725" y="7191"/>
                  <a:pt x="490543" y="6317"/>
                </a:cubicBezTo>
                <a:cubicBezTo>
                  <a:pt x="493361" y="5443"/>
                  <a:pt x="496402" y="5006"/>
                  <a:pt x="499666" y="5006"/>
                </a:cubicBezTo>
                <a:cubicBezTo>
                  <a:pt x="501337" y="5006"/>
                  <a:pt x="503018" y="5153"/>
                  <a:pt x="504709" y="5448"/>
                </a:cubicBezTo>
                <a:cubicBezTo>
                  <a:pt x="506399" y="5741"/>
                  <a:pt x="507993" y="6133"/>
                  <a:pt x="509489" y="6624"/>
                </a:cubicBezTo>
                <a:cubicBezTo>
                  <a:pt x="510985" y="7114"/>
                  <a:pt x="512316" y="7664"/>
                  <a:pt x="513482" y="8272"/>
                </a:cubicBezTo>
                <a:cubicBezTo>
                  <a:pt x="514648" y="8880"/>
                  <a:pt x="515416" y="9370"/>
                  <a:pt x="515785" y="9744"/>
                </a:cubicBezTo>
                <a:cubicBezTo>
                  <a:pt x="516154" y="10116"/>
                  <a:pt x="516397" y="10409"/>
                  <a:pt x="516514" y="10622"/>
                </a:cubicBezTo>
                <a:cubicBezTo>
                  <a:pt x="516630" y="10836"/>
                  <a:pt x="516727" y="11107"/>
                  <a:pt x="516805" y="11437"/>
                </a:cubicBezTo>
                <a:cubicBezTo>
                  <a:pt x="516883" y="11767"/>
                  <a:pt x="516941" y="12165"/>
                  <a:pt x="516980" y="12630"/>
                </a:cubicBezTo>
                <a:cubicBezTo>
                  <a:pt x="517019" y="13096"/>
                  <a:pt x="517038" y="13697"/>
                  <a:pt x="517038" y="14435"/>
                </a:cubicBezTo>
                <a:cubicBezTo>
                  <a:pt x="517038" y="15133"/>
                  <a:pt x="517009" y="15754"/>
                  <a:pt x="516951" y="16297"/>
                </a:cubicBezTo>
                <a:cubicBezTo>
                  <a:pt x="516893" y="16840"/>
                  <a:pt x="516805" y="17296"/>
                  <a:pt x="516688" y="17665"/>
                </a:cubicBezTo>
                <a:cubicBezTo>
                  <a:pt x="516572" y="18034"/>
                  <a:pt x="516407" y="18305"/>
                  <a:pt x="516193" y="18480"/>
                </a:cubicBezTo>
                <a:cubicBezTo>
                  <a:pt x="515979" y="18654"/>
                  <a:pt x="515736" y="18742"/>
                  <a:pt x="515464" y="18742"/>
                </a:cubicBezTo>
                <a:cubicBezTo>
                  <a:pt x="515037" y="18742"/>
                  <a:pt x="514366" y="18467"/>
                  <a:pt x="513453" y="17918"/>
                </a:cubicBezTo>
                <a:cubicBezTo>
                  <a:pt x="512540" y="17369"/>
                  <a:pt x="511422" y="16751"/>
                  <a:pt x="510101" y="16064"/>
                </a:cubicBezTo>
                <a:cubicBezTo>
                  <a:pt x="508780" y="15378"/>
                  <a:pt x="507215" y="14751"/>
                  <a:pt x="505408" y="14182"/>
                </a:cubicBezTo>
                <a:cubicBezTo>
                  <a:pt x="503601" y="13613"/>
                  <a:pt x="501570" y="13329"/>
                  <a:pt x="499316" y="13329"/>
                </a:cubicBezTo>
                <a:cubicBezTo>
                  <a:pt x="497218" y="13329"/>
                  <a:pt x="495391" y="13611"/>
                  <a:pt x="493837" y="14176"/>
                </a:cubicBezTo>
                <a:cubicBezTo>
                  <a:pt x="492282" y="14740"/>
                  <a:pt x="491000" y="15489"/>
                  <a:pt x="489989" y="16423"/>
                </a:cubicBezTo>
                <a:cubicBezTo>
                  <a:pt x="488979" y="17356"/>
                  <a:pt x="488221" y="18465"/>
                  <a:pt x="487716" y="19749"/>
                </a:cubicBezTo>
                <a:cubicBezTo>
                  <a:pt x="487210" y="21034"/>
                  <a:pt x="486958" y="22395"/>
                  <a:pt x="486958" y="23835"/>
                </a:cubicBezTo>
                <a:cubicBezTo>
                  <a:pt x="486958" y="25934"/>
                  <a:pt x="487444" y="27741"/>
                  <a:pt x="488415" y="29257"/>
                </a:cubicBezTo>
                <a:cubicBezTo>
                  <a:pt x="489387" y="30771"/>
                  <a:pt x="490679" y="32112"/>
                  <a:pt x="492292" y="33278"/>
                </a:cubicBezTo>
                <a:cubicBezTo>
                  <a:pt x="493905" y="34444"/>
                  <a:pt x="495741" y="35513"/>
                  <a:pt x="497801" y="36485"/>
                </a:cubicBezTo>
                <a:cubicBezTo>
                  <a:pt x="499860" y="37456"/>
                  <a:pt x="501959" y="38437"/>
                  <a:pt x="504097" y="39428"/>
                </a:cubicBezTo>
                <a:cubicBezTo>
                  <a:pt x="506234" y="40419"/>
                  <a:pt x="508333" y="41507"/>
                  <a:pt x="510393" y="42693"/>
                </a:cubicBezTo>
                <a:cubicBezTo>
                  <a:pt x="512452" y="43878"/>
                  <a:pt x="514289" y="45276"/>
                  <a:pt x="515901" y="46889"/>
                </a:cubicBezTo>
                <a:cubicBezTo>
                  <a:pt x="517514" y="48502"/>
                  <a:pt x="518816" y="50406"/>
                  <a:pt x="519807" y="52602"/>
                </a:cubicBezTo>
                <a:cubicBezTo>
                  <a:pt x="520798" y="54797"/>
                  <a:pt x="521294" y="57391"/>
                  <a:pt x="521294" y="60383"/>
                </a:cubicBezTo>
                <a:close/>
                <a:moveTo>
                  <a:pt x="579110" y="51569"/>
                </a:moveTo>
                <a:cubicBezTo>
                  <a:pt x="579110" y="53082"/>
                  <a:pt x="578731" y="54159"/>
                  <a:pt x="577973" y="54799"/>
                </a:cubicBezTo>
                <a:cubicBezTo>
                  <a:pt x="577215" y="55440"/>
                  <a:pt x="576351" y="55760"/>
                  <a:pt x="575379" y="55760"/>
                </a:cubicBezTo>
                <a:lnTo>
                  <a:pt x="540985" y="55760"/>
                </a:lnTo>
                <a:cubicBezTo>
                  <a:pt x="540985" y="58678"/>
                  <a:pt x="541276" y="61305"/>
                  <a:pt x="541859" y="63641"/>
                </a:cubicBezTo>
                <a:cubicBezTo>
                  <a:pt x="542442" y="65976"/>
                  <a:pt x="543414" y="67981"/>
                  <a:pt x="544774" y="69654"/>
                </a:cubicBezTo>
                <a:cubicBezTo>
                  <a:pt x="546134" y="71328"/>
                  <a:pt x="547902" y="72612"/>
                  <a:pt x="550079" y="73508"/>
                </a:cubicBezTo>
                <a:cubicBezTo>
                  <a:pt x="552255" y="74403"/>
                  <a:pt x="554917" y="74851"/>
                  <a:pt x="558065" y="74851"/>
                </a:cubicBezTo>
                <a:cubicBezTo>
                  <a:pt x="560553" y="74851"/>
                  <a:pt x="562768" y="74647"/>
                  <a:pt x="564711" y="74240"/>
                </a:cubicBezTo>
                <a:cubicBezTo>
                  <a:pt x="566654" y="73832"/>
                  <a:pt x="568335" y="73376"/>
                  <a:pt x="569754" y="72872"/>
                </a:cubicBezTo>
                <a:cubicBezTo>
                  <a:pt x="571172" y="72367"/>
                  <a:pt x="572338" y="71911"/>
                  <a:pt x="573251" y="71504"/>
                </a:cubicBezTo>
                <a:cubicBezTo>
                  <a:pt x="574165" y="71097"/>
                  <a:pt x="574854" y="70893"/>
                  <a:pt x="575321" y="70893"/>
                </a:cubicBezTo>
                <a:cubicBezTo>
                  <a:pt x="575593" y="70893"/>
                  <a:pt x="575836" y="70961"/>
                  <a:pt x="576050" y="71097"/>
                </a:cubicBezTo>
                <a:cubicBezTo>
                  <a:pt x="576263" y="71232"/>
                  <a:pt x="576428" y="71436"/>
                  <a:pt x="576545" y="71708"/>
                </a:cubicBezTo>
                <a:cubicBezTo>
                  <a:pt x="576662" y="71979"/>
                  <a:pt x="576749" y="72358"/>
                  <a:pt x="576807" y="72843"/>
                </a:cubicBezTo>
                <a:cubicBezTo>
                  <a:pt x="576866" y="73328"/>
                  <a:pt x="576895" y="73919"/>
                  <a:pt x="576895" y="74618"/>
                </a:cubicBezTo>
                <a:cubicBezTo>
                  <a:pt x="576895" y="75122"/>
                  <a:pt x="576875" y="75559"/>
                  <a:pt x="576837" y="75927"/>
                </a:cubicBezTo>
                <a:cubicBezTo>
                  <a:pt x="576798" y="76296"/>
                  <a:pt x="576749" y="76626"/>
                  <a:pt x="576691" y="76917"/>
                </a:cubicBezTo>
                <a:cubicBezTo>
                  <a:pt x="576632" y="77208"/>
                  <a:pt x="576535" y="77470"/>
                  <a:pt x="576399" y="77703"/>
                </a:cubicBezTo>
                <a:cubicBezTo>
                  <a:pt x="576263" y="77936"/>
                  <a:pt x="576088" y="78159"/>
                  <a:pt x="575875" y="78372"/>
                </a:cubicBezTo>
                <a:cubicBezTo>
                  <a:pt x="575661" y="78585"/>
                  <a:pt x="575029" y="78935"/>
                  <a:pt x="573980" y="79420"/>
                </a:cubicBezTo>
                <a:cubicBezTo>
                  <a:pt x="572931" y="79905"/>
                  <a:pt x="571570" y="80380"/>
                  <a:pt x="569899" y="80846"/>
                </a:cubicBezTo>
                <a:cubicBezTo>
                  <a:pt x="568228" y="81311"/>
                  <a:pt x="566295" y="81729"/>
                  <a:pt x="564099" y="82097"/>
                </a:cubicBezTo>
                <a:cubicBezTo>
                  <a:pt x="561903" y="82466"/>
                  <a:pt x="559562" y="82650"/>
                  <a:pt x="557074" y="82650"/>
                </a:cubicBezTo>
                <a:cubicBezTo>
                  <a:pt x="552760" y="82650"/>
                  <a:pt x="548981" y="82048"/>
                  <a:pt x="545736" y="80844"/>
                </a:cubicBezTo>
                <a:cubicBezTo>
                  <a:pt x="542491" y="79640"/>
                  <a:pt x="539761" y="77853"/>
                  <a:pt x="537545" y="75484"/>
                </a:cubicBezTo>
                <a:cubicBezTo>
                  <a:pt x="535330" y="73114"/>
                  <a:pt x="533659" y="70143"/>
                  <a:pt x="532532" y="66569"/>
                </a:cubicBezTo>
                <a:cubicBezTo>
                  <a:pt x="531405" y="62996"/>
                  <a:pt x="530841" y="58840"/>
                  <a:pt x="530841" y="54101"/>
                </a:cubicBezTo>
                <a:cubicBezTo>
                  <a:pt x="530841" y="49595"/>
                  <a:pt x="531424" y="45545"/>
                  <a:pt x="532590" y="41953"/>
                </a:cubicBezTo>
                <a:cubicBezTo>
                  <a:pt x="533756" y="38360"/>
                  <a:pt x="535437" y="35311"/>
                  <a:pt x="537633" y="32805"/>
                </a:cubicBezTo>
                <a:cubicBezTo>
                  <a:pt x="539829" y="30300"/>
                  <a:pt x="542481" y="28378"/>
                  <a:pt x="545590" y="27038"/>
                </a:cubicBezTo>
                <a:cubicBezTo>
                  <a:pt x="548699" y="25698"/>
                  <a:pt x="552177" y="25028"/>
                  <a:pt x="556025" y="25028"/>
                </a:cubicBezTo>
                <a:cubicBezTo>
                  <a:pt x="560145" y="25028"/>
                  <a:pt x="563652" y="25687"/>
                  <a:pt x="566547" y="27007"/>
                </a:cubicBezTo>
                <a:cubicBezTo>
                  <a:pt x="569443" y="28326"/>
                  <a:pt x="571823" y="30101"/>
                  <a:pt x="573689" y="32332"/>
                </a:cubicBezTo>
                <a:cubicBezTo>
                  <a:pt x="575554" y="34564"/>
                  <a:pt x="576924" y="37183"/>
                  <a:pt x="577798" y="40190"/>
                </a:cubicBezTo>
                <a:cubicBezTo>
                  <a:pt x="578673" y="43197"/>
                  <a:pt x="579110" y="46408"/>
                  <a:pt x="579110" y="49823"/>
                </a:cubicBezTo>
                <a:lnTo>
                  <a:pt x="579110" y="51569"/>
                </a:lnTo>
                <a:moveTo>
                  <a:pt x="569433" y="48717"/>
                </a:moveTo>
                <a:cubicBezTo>
                  <a:pt x="569550" y="43673"/>
                  <a:pt x="568432" y="39715"/>
                  <a:pt x="566081" y="36843"/>
                </a:cubicBezTo>
                <a:cubicBezTo>
                  <a:pt x="563730" y="33972"/>
                  <a:pt x="560242" y="32536"/>
                  <a:pt x="555617" y="32536"/>
                </a:cubicBezTo>
                <a:cubicBezTo>
                  <a:pt x="553246" y="32536"/>
                  <a:pt x="551167" y="32982"/>
                  <a:pt x="549379" y="33875"/>
                </a:cubicBezTo>
                <a:cubicBezTo>
                  <a:pt x="547592" y="34767"/>
                  <a:pt x="546095" y="35951"/>
                  <a:pt x="544891" y="37425"/>
                </a:cubicBezTo>
                <a:cubicBezTo>
                  <a:pt x="543686" y="38900"/>
                  <a:pt x="542753" y="40617"/>
                  <a:pt x="542092" y="42576"/>
                </a:cubicBezTo>
                <a:cubicBezTo>
                  <a:pt x="541432" y="44536"/>
                  <a:pt x="541062" y="46583"/>
                  <a:pt x="540985" y="48717"/>
                </a:cubicBezTo>
                <a:lnTo>
                  <a:pt x="569433" y="48717"/>
                </a:lnTo>
                <a:close/>
                <a:moveTo>
                  <a:pt x="621304" y="76248"/>
                </a:moveTo>
                <a:cubicBezTo>
                  <a:pt x="621304" y="77373"/>
                  <a:pt x="621227" y="78265"/>
                  <a:pt x="621071" y="78925"/>
                </a:cubicBezTo>
                <a:cubicBezTo>
                  <a:pt x="620916" y="79585"/>
                  <a:pt x="620682" y="80070"/>
                  <a:pt x="620372" y="80380"/>
                </a:cubicBezTo>
                <a:cubicBezTo>
                  <a:pt x="620061" y="80691"/>
                  <a:pt x="619594" y="80982"/>
                  <a:pt x="618972" y="81253"/>
                </a:cubicBezTo>
                <a:cubicBezTo>
                  <a:pt x="618351" y="81525"/>
                  <a:pt x="617641" y="81748"/>
                  <a:pt x="616845" y="81923"/>
                </a:cubicBezTo>
                <a:cubicBezTo>
                  <a:pt x="616048" y="82097"/>
                  <a:pt x="615203" y="82243"/>
                  <a:pt x="614309" y="82359"/>
                </a:cubicBezTo>
                <a:cubicBezTo>
                  <a:pt x="613415" y="82475"/>
                  <a:pt x="612521" y="82534"/>
                  <a:pt x="611627" y="82534"/>
                </a:cubicBezTo>
                <a:cubicBezTo>
                  <a:pt x="608907" y="82534"/>
                  <a:pt x="606575" y="82174"/>
                  <a:pt x="604632" y="81455"/>
                </a:cubicBezTo>
                <a:cubicBezTo>
                  <a:pt x="602689" y="80735"/>
                  <a:pt x="601095" y="79645"/>
                  <a:pt x="599851" y="78187"/>
                </a:cubicBezTo>
                <a:cubicBezTo>
                  <a:pt x="598608" y="76728"/>
                  <a:pt x="597704" y="74880"/>
                  <a:pt x="597141" y="72644"/>
                </a:cubicBezTo>
                <a:cubicBezTo>
                  <a:pt x="596577" y="70408"/>
                  <a:pt x="596295" y="67773"/>
                  <a:pt x="596295" y="64740"/>
                </a:cubicBezTo>
                <a:lnTo>
                  <a:pt x="596295" y="34050"/>
                </a:lnTo>
                <a:lnTo>
                  <a:pt x="588950" y="34050"/>
                </a:lnTo>
                <a:cubicBezTo>
                  <a:pt x="588367" y="34050"/>
                  <a:pt x="587901" y="33739"/>
                  <a:pt x="587551" y="33118"/>
                </a:cubicBezTo>
                <a:cubicBezTo>
                  <a:pt x="587201" y="32497"/>
                  <a:pt x="587026" y="31489"/>
                  <a:pt x="587026" y="30092"/>
                </a:cubicBezTo>
                <a:cubicBezTo>
                  <a:pt x="587026" y="29354"/>
                  <a:pt x="587075" y="28734"/>
                  <a:pt x="587172" y="28229"/>
                </a:cubicBezTo>
                <a:cubicBezTo>
                  <a:pt x="587269" y="27725"/>
                  <a:pt x="587396" y="27308"/>
                  <a:pt x="587551" y="26978"/>
                </a:cubicBezTo>
                <a:cubicBezTo>
                  <a:pt x="587707" y="26648"/>
                  <a:pt x="587911" y="26415"/>
                  <a:pt x="588163" y="26279"/>
                </a:cubicBezTo>
                <a:cubicBezTo>
                  <a:pt x="588416" y="26143"/>
                  <a:pt x="588698" y="26076"/>
                  <a:pt x="589008" y="26076"/>
                </a:cubicBezTo>
                <a:lnTo>
                  <a:pt x="596295" y="26076"/>
                </a:lnTo>
                <a:lnTo>
                  <a:pt x="596295" y="13620"/>
                </a:lnTo>
                <a:cubicBezTo>
                  <a:pt x="596295" y="13348"/>
                  <a:pt x="596363" y="13096"/>
                  <a:pt x="596499" y="12863"/>
                </a:cubicBezTo>
                <a:cubicBezTo>
                  <a:pt x="596635" y="12630"/>
                  <a:pt x="596888" y="12427"/>
                  <a:pt x="597257" y="12252"/>
                </a:cubicBezTo>
                <a:cubicBezTo>
                  <a:pt x="597627" y="12077"/>
                  <a:pt x="598122" y="11951"/>
                  <a:pt x="598744" y="11874"/>
                </a:cubicBezTo>
                <a:cubicBezTo>
                  <a:pt x="599366" y="11796"/>
                  <a:pt x="600143" y="11757"/>
                  <a:pt x="601076" y="11757"/>
                </a:cubicBezTo>
                <a:cubicBezTo>
                  <a:pt x="602047" y="11757"/>
                  <a:pt x="602844" y="11796"/>
                  <a:pt x="603466" y="11874"/>
                </a:cubicBezTo>
                <a:cubicBezTo>
                  <a:pt x="604088" y="11951"/>
                  <a:pt x="604573" y="12077"/>
                  <a:pt x="604923" y="12252"/>
                </a:cubicBezTo>
                <a:cubicBezTo>
                  <a:pt x="605273" y="12427"/>
                  <a:pt x="605526" y="12630"/>
                  <a:pt x="605681" y="12863"/>
                </a:cubicBezTo>
                <a:cubicBezTo>
                  <a:pt x="605836" y="13096"/>
                  <a:pt x="605914" y="13348"/>
                  <a:pt x="605914" y="13620"/>
                </a:cubicBezTo>
                <a:lnTo>
                  <a:pt x="605914" y="26076"/>
                </a:lnTo>
                <a:lnTo>
                  <a:pt x="619380" y="26076"/>
                </a:lnTo>
                <a:cubicBezTo>
                  <a:pt x="619691" y="26076"/>
                  <a:pt x="619963" y="26143"/>
                  <a:pt x="620197" y="26279"/>
                </a:cubicBezTo>
                <a:cubicBezTo>
                  <a:pt x="620430" y="26415"/>
                  <a:pt x="620634" y="26648"/>
                  <a:pt x="620809" y="26978"/>
                </a:cubicBezTo>
                <a:cubicBezTo>
                  <a:pt x="620984" y="27308"/>
                  <a:pt x="621110" y="27725"/>
                  <a:pt x="621188" y="28229"/>
                </a:cubicBezTo>
                <a:cubicBezTo>
                  <a:pt x="621265" y="28734"/>
                  <a:pt x="621304" y="29354"/>
                  <a:pt x="621304" y="30092"/>
                </a:cubicBezTo>
                <a:cubicBezTo>
                  <a:pt x="621304" y="31489"/>
                  <a:pt x="621129" y="32497"/>
                  <a:pt x="620780" y="33118"/>
                </a:cubicBezTo>
                <a:cubicBezTo>
                  <a:pt x="620430" y="33739"/>
                  <a:pt x="619963" y="34050"/>
                  <a:pt x="619380" y="34050"/>
                </a:cubicBezTo>
                <a:lnTo>
                  <a:pt x="605914" y="34050"/>
                </a:lnTo>
                <a:lnTo>
                  <a:pt x="605914" y="63354"/>
                </a:lnTo>
                <a:cubicBezTo>
                  <a:pt x="605914" y="66972"/>
                  <a:pt x="606449" y="69706"/>
                  <a:pt x="607517" y="71555"/>
                </a:cubicBezTo>
                <a:cubicBezTo>
                  <a:pt x="608586" y="73403"/>
                  <a:pt x="610500" y="74327"/>
                  <a:pt x="613259" y="74327"/>
                </a:cubicBezTo>
                <a:cubicBezTo>
                  <a:pt x="614153" y="74327"/>
                  <a:pt x="614950" y="74240"/>
                  <a:pt x="615650" y="74065"/>
                </a:cubicBezTo>
                <a:cubicBezTo>
                  <a:pt x="616349" y="73890"/>
                  <a:pt x="616971" y="73706"/>
                  <a:pt x="617515" y="73512"/>
                </a:cubicBezTo>
                <a:cubicBezTo>
                  <a:pt x="618059" y="73318"/>
                  <a:pt x="618525" y="73134"/>
                  <a:pt x="618914" y="72959"/>
                </a:cubicBezTo>
                <a:cubicBezTo>
                  <a:pt x="619303" y="72784"/>
                  <a:pt x="619653" y="72697"/>
                  <a:pt x="619963" y="72697"/>
                </a:cubicBezTo>
                <a:cubicBezTo>
                  <a:pt x="620158" y="72697"/>
                  <a:pt x="620342" y="72746"/>
                  <a:pt x="620517" y="72843"/>
                </a:cubicBezTo>
                <a:cubicBezTo>
                  <a:pt x="620692" y="72940"/>
                  <a:pt x="620828" y="73124"/>
                  <a:pt x="620925" y="73396"/>
                </a:cubicBezTo>
                <a:cubicBezTo>
                  <a:pt x="621022" y="73667"/>
                  <a:pt x="621110" y="74036"/>
                  <a:pt x="621188" y="74501"/>
                </a:cubicBezTo>
                <a:cubicBezTo>
                  <a:pt x="621265" y="74967"/>
                  <a:pt x="621304" y="75549"/>
                  <a:pt x="621304" y="76248"/>
                </a:cubicBezTo>
                <a:close/>
                <a:moveTo>
                  <a:pt x="709052" y="53286"/>
                </a:moveTo>
                <a:cubicBezTo>
                  <a:pt x="709052" y="57558"/>
                  <a:pt x="708489" y="61490"/>
                  <a:pt x="707362" y="65083"/>
                </a:cubicBezTo>
                <a:cubicBezTo>
                  <a:pt x="706235" y="68676"/>
                  <a:pt x="704554" y="71774"/>
                  <a:pt x="702319" y="74378"/>
                </a:cubicBezTo>
                <a:cubicBezTo>
                  <a:pt x="700085" y="76980"/>
                  <a:pt x="697286" y="79009"/>
                  <a:pt x="693925" y="80466"/>
                </a:cubicBezTo>
                <a:cubicBezTo>
                  <a:pt x="690563" y="81922"/>
                  <a:pt x="686667" y="82650"/>
                  <a:pt x="682236" y="82650"/>
                </a:cubicBezTo>
                <a:cubicBezTo>
                  <a:pt x="677923" y="82650"/>
                  <a:pt x="674163" y="82009"/>
                  <a:pt x="670956" y="80728"/>
                </a:cubicBezTo>
                <a:cubicBezTo>
                  <a:pt x="667750" y="79446"/>
                  <a:pt x="665078" y="77581"/>
                  <a:pt x="662941" y="75134"/>
                </a:cubicBezTo>
                <a:cubicBezTo>
                  <a:pt x="660803" y="72687"/>
                  <a:pt x="659210" y="69716"/>
                  <a:pt x="658160" y="66220"/>
                </a:cubicBezTo>
                <a:cubicBezTo>
                  <a:pt x="657111" y="62724"/>
                  <a:pt x="656586" y="58762"/>
                  <a:pt x="656586" y="54334"/>
                </a:cubicBezTo>
                <a:cubicBezTo>
                  <a:pt x="656586" y="50062"/>
                  <a:pt x="657140" y="46129"/>
                  <a:pt x="658248" y="42536"/>
                </a:cubicBezTo>
                <a:cubicBezTo>
                  <a:pt x="659355" y="38944"/>
                  <a:pt x="661027" y="35846"/>
                  <a:pt x="663261" y="33244"/>
                </a:cubicBezTo>
                <a:cubicBezTo>
                  <a:pt x="665496" y="30640"/>
                  <a:pt x="668284" y="28620"/>
                  <a:pt x="671627" y="27183"/>
                </a:cubicBezTo>
                <a:cubicBezTo>
                  <a:pt x="674969" y="25746"/>
                  <a:pt x="678875" y="25028"/>
                  <a:pt x="683344" y="25028"/>
                </a:cubicBezTo>
                <a:cubicBezTo>
                  <a:pt x="687658" y="25028"/>
                  <a:pt x="691418" y="25669"/>
                  <a:pt x="694624" y="26950"/>
                </a:cubicBezTo>
                <a:cubicBezTo>
                  <a:pt x="697831" y="28232"/>
                  <a:pt x="700502" y="30096"/>
                  <a:pt x="702640" y="32543"/>
                </a:cubicBezTo>
                <a:cubicBezTo>
                  <a:pt x="704777" y="34990"/>
                  <a:pt x="706381" y="37962"/>
                  <a:pt x="707449" y="41458"/>
                </a:cubicBezTo>
                <a:cubicBezTo>
                  <a:pt x="708518" y="44954"/>
                  <a:pt x="709052" y="48896"/>
                  <a:pt x="709052" y="53286"/>
                </a:cubicBezTo>
                <a:moveTo>
                  <a:pt x="698909" y="53926"/>
                </a:moveTo>
                <a:cubicBezTo>
                  <a:pt x="698909" y="51090"/>
                  <a:pt x="698647" y="48409"/>
                  <a:pt x="698122" y="45883"/>
                </a:cubicBezTo>
                <a:cubicBezTo>
                  <a:pt x="697597" y="43357"/>
                  <a:pt x="696733" y="41143"/>
                  <a:pt x="695528" y="39239"/>
                </a:cubicBezTo>
                <a:cubicBezTo>
                  <a:pt x="694323" y="37335"/>
                  <a:pt x="692691" y="35830"/>
                  <a:pt x="690631" y="34722"/>
                </a:cubicBezTo>
                <a:cubicBezTo>
                  <a:pt x="688571" y="33614"/>
                  <a:pt x="686006" y="33060"/>
                  <a:pt x="682936" y="33060"/>
                </a:cubicBezTo>
                <a:cubicBezTo>
                  <a:pt x="680099" y="33060"/>
                  <a:pt x="677660" y="33565"/>
                  <a:pt x="675620" y="34575"/>
                </a:cubicBezTo>
                <a:cubicBezTo>
                  <a:pt x="673580" y="35585"/>
                  <a:pt x="671899" y="37014"/>
                  <a:pt x="670577" y="38860"/>
                </a:cubicBezTo>
                <a:cubicBezTo>
                  <a:pt x="669256" y="40706"/>
                  <a:pt x="668275" y="42892"/>
                  <a:pt x="667633" y="45418"/>
                </a:cubicBezTo>
                <a:cubicBezTo>
                  <a:pt x="666992" y="47942"/>
                  <a:pt x="666672" y="50701"/>
                  <a:pt x="666672" y="53693"/>
                </a:cubicBezTo>
                <a:cubicBezTo>
                  <a:pt x="666672" y="56569"/>
                  <a:pt x="666934" y="59269"/>
                  <a:pt x="667459" y="61795"/>
                </a:cubicBezTo>
                <a:cubicBezTo>
                  <a:pt x="667983" y="64321"/>
                  <a:pt x="668858" y="66526"/>
                  <a:pt x="670082" y="68410"/>
                </a:cubicBezTo>
                <a:cubicBezTo>
                  <a:pt x="671306" y="70294"/>
                  <a:pt x="672948" y="71791"/>
                  <a:pt x="675008" y="72899"/>
                </a:cubicBezTo>
                <a:cubicBezTo>
                  <a:pt x="677068" y="74006"/>
                  <a:pt x="679633" y="74560"/>
                  <a:pt x="682703" y="74560"/>
                </a:cubicBezTo>
                <a:cubicBezTo>
                  <a:pt x="685501" y="74560"/>
                  <a:pt x="687930" y="74055"/>
                  <a:pt x="689990" y="73045"/>
                </a:cubicBezTo>
                <a:cubicBezTo>
                  <a:pt x="692050" y="72034"/>
                  <a:pt x="693740" y="70616"/>
                  <a:pt x="695062" y="68790"/>
                </a:cubicBezTo>
                <a:cubicBezTo>
                  <a:pt x="696383" y="66963"/>
                  <a:pt x="697354" y="64787"/>
                  <a:pt x="697976" y="62262"/>
                </a:cubicBezTo>
                <a:cubicBezTo>
                  <a:pt x="698598" y="59736"/>
                  <a:pt x="698909" y="56958"/>
                  <a:pt x="698909" y="53926"/>
                </a:cubicBezTo>
                <a:close/>
                <a:moveTo>
                  <a:pt x="752024" y="6111"/>
                </a:moveTo>
                <a:cubicBezTo>
                  <a:pt x="752024" y="6849"/>
                  <a:pt x="751986" y="7440"/>
                  <a:pt x="751908" y="7887"/>
                </a:cubicBezTo>
                <a:cubicBezTo>
                  <a:pt x="751830" y="8333"/>
                  <a:pt x="751743" y="8692"/>
                  <a:pt x="751645" y="8963"/>
                </a:cubicBezTo>
                <a:cubicBezTo>
                  <a:pt x="751548" y="9235"/>
                  <a:pt x="751422" y="9419"/>
                  <a:pt x="751267" y="9516"/>
                </a:cubicBezTo>
                <a:cubicBezTo>
                  <a:pt x="751111" y="9613"/>
                  <a:pt x="750917" y="9662"/>
                  <a:pt x="750684" y="9662"/>
                </a:cubicBezTo>
                <a:cubicBezTo>
                  <a:pt x="750412" y="9662"/>
                  <a:pt x="750071" y="9575"/>
                  <a:pt x="749663" y="9400"/>
                </a:cubicBezTo>
                <a:cubicBezTo>
                  <a:pt x="749255" y="9225"/>
                  <a:pt x="748760" y="9031"/>
                  <a:pt x="748177" y="8818"/>
                </a:cubicBezTo>
                <a:cubicBezTo>
                  <a:pt x="747594" y="8605"/>
                  <a:pt x="746904" y="8411"/>
                  <a:pt x="746107" y="8236"/>
                </a:cubicBezTo>
                <a:cubicBezTo>
                  <a:pt x="745311" y="8061"/>
                  <a:pt x="744388" y="7974"/>
                  <a:pt x="743338" y="7974"/>
                </a:cubicBezTo>
                <a:cubicBezTo>
                  <a:pt x="741900" y="7974"/>
                  <a:pt x="740676" y="8206"/>
                  <a:pt x="739666" y="8671"/>
                </a:cubicBezTo>
                <a:cubicBezTo>
                  <a:pt x="738655" y="9135"/>
                  <a:pt x="737839" y="9860"/>
                  <a:pt x="737217" y="10846"/>
                </a:cubicBezTo>
                <a:cubicBezTo>
                  <a:pt x="736595" y="11832"/>
                  <a:pt x="736149" y="13108"/>
                  <a:pt x="735876" y="14675"/>
                </a:cubicBezTo>
                <a:cubicBezTo>
                  <a:pt x="735604" y="16241"/>
                  <a:pt x="735468" y="18146"/>
                  <a:pt x="735468" y="20390"/>
                </a:cubicBezTo>
                <a:lnTo>
                  <a:pt x="735468" y="26076"/>
                </a:lnTo>
                <a:lnTo>
                  <a:pt x="747186" y="26076"/>
                </a:lnTo>
                <a:cubicBezTo>
                  <a:pt x="747497" y="26076"/>
                  <a:pt x="747759" y="26143"/>
                  <a:pt x="747973" y="26279"/>
                </a:cubicBezTo>
                <a:cubicBezTo>
                  <a:pt x="748187" y="26415"/>
                  <a:pt x="748381" y="26648"/>
                  <a:pt x="748556" y="26978"/>
                </a:cubicBezTo>
                <a:cubicBezTo>
                  <a:pt x="748731" y="27308"/>
                  <a:pt x="748867" y="27725"/>
                  <a:pt x="748964" y="28229"/>
                </a:cubicBezTo>
                <a:cubicBezTo>
                  <a:pt x="749061" y="28734"/>
                  <a:pt x="749110" y="29354"/>
                  <a:pt x="749110" y="30092"/>
                </a:cubicBezTo>
                <a:cubicBezTo>
                  <a:pt x="749110" y="31489"/>
                  <a:pt x="748935" y="32497"/>
                  <a:pt x="748585" y="33118"/>
                </a:cubicBezTo>
                <a:cubicBezTo>
                  <a:pt x="748235" y="33739"/>
                  <a:pt x="747769" y="34050"/>
                  <a:pt x="747186" y="34050"/>
                </a:cubicBezTo>
                <a:lnTo>
                  <a:pt x="735468" y="34050"/>
                </a:lnTo>
                <a:lnTo>
                  <a:pt x="735468" y="80029"/>
                </a:lnTo>
                <a:cubicBezTo>
                  <a:pt x="735468" y="80340"/>
                  <a:pt x="735391" y="80602"/>
                  <a:pt x="735235" y="80817"/>
                </a:cubicBezTo>
                <a:cubicBezTo>
                  <a:pt x="735080" y="81030"/>
                  <a:pt x="734817" y="81214"/>
                  <a:pt x="734448" y="81370"/>
                </a:cubicBezTo>
                <a:cubicBezTo>
                  <a:pt x="734079" y="81525"/>
                  <a:pt x="733584" y="81641"/>
                  <a:pt x="732962" y="81719"/>
                </a:cubicBezTo>
                <a:cubicBezTo>
                  <a:pt x="732340" y="81796"/>
                  <a:pt x="731563" y="81835"/>
                  <a:pt x="730630" y="81835"/>
                </a:cubicBezTo>
                <a:cubicBezTo>
                  <a:pt x="729697" y="81835"/>
                  <a:pt x="728920" y="81796"/>
                  <a:pt x="728298" y="81719"/>
                </a:cubicBezTo>
                <a:cubicBezTo>
                  <a:pt x="727676" y="81641"/>
                  <a:pt x="727181" y="81525"/>
                  <a:pt x="726812" y="81370"/>
                </a:cubicBezTo>
                <a:cubicBezTo>
                  <a:pt x="726442" y="81214"/>
                  <a:pt x="726180" y="81030"/>
                  <a:pt x="726025" y="80817"/>
                </a:cubicBezTo>
                <a:cubicBezTo>
                  <a:pt x="725869" y="80602"/>
                  <a:pt x="725791" y="80340"/>
                  <a:pt x="725791" y="80029"/>
                </a:cubicBezTo>
                <a:lnTo>
                  <a:pt x="725791" y="34050"/>
                </a:lnTo>
                <a:lnTo>
                  <a:pt x="718388" y="34050"/>
                </a:lnTo>
                <a:cubicBezTo>
                  <a:pt x="717766" y="34050"/>
                  <a:pt x="717300" y="33739"/>
                  <a:pt x="716989" y="33118"/>
                </a:cubicBezTo>
                <a:cubicBezTo>
                  <a:pt x="716678" y="32497"/>
                  <a:pt x="716522" y="31489"/>
                  <a:pt x="716522" y="30092"/>
                </a:cubicBezTo>
                <a:cubicBezTo>
                  <a:pt x="716522" y="29354"/>
                  <a:pt x="716561" y="28734"/>
                  <a:pt x="716639" y="28229"/>
                </a:cubicBezTo>
                <a:cubicBezTo>
                  <a:pt x="716717" y="27725"/>
                  <a:pt x="716833" y="27308"/>
                  <a:pt x="716989" y="26978"/>
                </a:cubicBezTo>
                <a:cubicBezTo>
                  <a:pt x="717144" y="26648"/>
                  <a:pt x="717338" y="26415"/>
                  <a:pt x="717572" y="26279"/>
                </a:cubicBezTo>
                <a:cubicBezTo>
                  <a:pt x="717805" y="26143"/>
                  <a:pt x="718077" y="26076"/>
                  <a:pt x="718388" y="26076"/>
                </a:cubicBezTo>
                <a:lnTo>
                  <a:pt x="725791" y="26076"/>
                </a:lnTo>
                <a:lnTo>
                  <a:pt x="725791" y="20675"/>
                </a:lnTo>
                <a:cubicBezTo>
                  <a:pt x="725791" y="17035"/>
                  <a:pt x="726131" y="13908"/>
                  <a:pt x="726812" y="11295"/>
                </a:cubicBezTo>
                <a:cubicBezTo>
                  <a:pt x="727492" y="8682"/>
                  <a:pt x="728531" y="6543"/>
                  <a:pt x="729930" y="4878"/>
                </a:cubicBezTo>
                <a:cubicBezTo>
                  <a:pt x="731329" y="3213"/>
                  <a:pt x="733088" y="1984"/>
                  <a:pt x="735206" y="1191"/>
                </a:cubicBezTo>
                <a:cubicBezTo>
                  <a:pt x="737324" y="397"/>
                  <a:pt x="739821" y="0"/>
                  <a:pt x="742697" y="0"/>
                </a:cubicBezTo>
                <a:cubicBezTo>
                  <a:pt x="744057" y="0"/>
                  <a:pt x="745379" y="126"/>
                  <a:pt x="746661" y="378"/>
                </a:cubicBezTo>
                <a:cubicBezTo>
                  <a:pt x="747944" y="631"/>
                  <a:pt x="748935" y="902"/>
                  <a:pt x="749634" y="1193"/>
                </a:cubicBezTo>
                <a:cubicBezTo>
                  <a:pt x="750334" y="1484"/>
                  <a:pt x="750800" y="1746"/>
                  <a:pt x="751033" y="1979"/>
                </a:cubicBezTo>
                <a:cubicBezTo>
                  <a:pt x="751267" y="2212"/>
                  <a:pt x="751461" y="2512"/>
                  <a:pt x="751616" y="2881"/>
                </a:cubicBezTo>
                <a:cubicBezTo>
                  <a:pt x="751772" y="3250"/>
                  <a:pt x="751879" y="3696"/>
                  <a:pt x="751937" y="4220"/>
                </a:cubicBezTo>
                <a:cubicBezTo>
                  <a:pt x="751995" y="4744"/>
                  <a:pt x="752024" y="5374"/>
                  <a:pt x="752024" y="61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EngineFeatures">
            <a:extLst xmlns:a="http://schemas.openxmlformats.org/drawingml/2006/main">
              <a:ext uri="{FF2B5EF4-FFF2-40B4-BE49-F238E27FC236}">
                <a16:creationId xmlns:a16="http://schemas.microsoft.com/office/drawing/2014/main" id="{6111DA60-0A19-494E-99AE-A56F743C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798" y="2442564"/>
            <a:ext cx="761576" cy="98598"/>
          </a:xfrm>
          <a:custGeom xmlns:a="http://schemas.openxmlformats.org/drawingml/2006/main">
            <a:pathLst>
              <a:path w="761576" h="98598">
                <a:moveTo>
                  <a:pt x="41973" y="73163"/>
                </a:moveTo>
                <a:cubicBezTo>
                  <a:pt x="41973" y="73861"/>
                  <a:pt x="41934" y="74472"/>
                  <a:pt x="41856" y="74996"/>
                </a:cubicBezTo>
                <a:cubicBezTo>
                  <a:pt x="41779" y="75520"/>
                  <a:pt x="41642" y="75957"/>
                  <a:pt x="41448" y="76306"/>
                </a:cubicBezTo>
                <a:cubicBezTo>
                  <a:pt x="41254" y="76655"/>
                  <a:pt x="41030" y="76907"/>
                  <a:pt x="40778" y="77062"/>
                </a:cubicBezTo>
                <a:cubicBezTo>
                  <a:pt x="40525" y="77218"/>
                  <a:pt x="40243" y="77295"/>
                  <a:pt x="39932" y="77295"/>
                </a:cubicBezTo>
                <a:lnTo>
                  <a:pt x="3731" y="77295"/>
                </a:lnTo>
                <a:cubicBezTo>
                  <a:pt x="2837" y="77295"/>
                  <a:pt x="1992" y="76995"/>
                  <a:pt x="1195" y="76393"/>
                </a:cubicBezTo>
                <a:cubicBezTo>
                  <a:pt x="398" y="75792"/>
                  <a:pt x="0" y="74734"/>
                  <a:pt x="0" y="73221"/>
                </a:cubicBezTo>
                <a:lnTo>
                  <a:pt x="0" y="6053"/>
                </a:lnTo>
                <a:cubicBezTo>
                  <a:pt x="0" y="4540"/>
                  <a:pt x="398" y="3483"/>
                  <a:pt x="1195" y="2881"/>
                </a:cubicBezTo>
                <a:cubicBezTo>
                  <a:pt x="1992" y="2280"/>
                  <a:pt x="2837" y="1979"/>
                  <a:pt x="3731" y="1979"/>
                </a:cubicBezTo>
                <a:lnTo>
                  <a:pt x="39524" y="1979"/>
                </a:lnTo>
                <a:cubicBezTo>
                  <a:pt x="39835" y="1979"/>
                  <a:pt x="40117" y="2057"/>
                  <a:pt x="40370" y="2212"/>
                </a:cubicBezTo>
                <a:cubicBezTo>
                  <a:pt x="40622" y="2367"/>
                  <a:pt x="40826" y="2619"/>
                  <a:pt x="40982" y="2968"/>
                </a:cubicBezTo>
                <a:cubicBezTo>
                  <a:pt x="41137" y="3318"/>
                  <a:pt x="41264" y="3754"/>
                  <a:pt x="41361" y="4278"/>
                </a:cubicBezTo>
                <a:cubicBezTo>
                  <a:pt x="41458" y="4802"/>
                  <a:pt x="41506" y="5452"/>
                  <a:pt x="41506" y="6228"/>
                </a:cubicBezTo>
                <a:cubicBezTo>
                  <a:pt x="41506" y="6926"/>
                  <a:pt x="41458" y="7537"/>
                  <a:pt x="41361" y="8061"/>
                </a:cubicBezTo>
                <a:cubicBezTo>
                  <a:pt x="41264" y="8585"/>
                  <a:pt x="41137" y="9012"/>
                  <a:pt x="40982" y="9342"/>
                </a:cubicBezTo>
                <a:cubicBezTo>
                  <a:pt x="40826" y="9672"/>
                  <a:pt x="40622" y="9914"/>
                  <a:pt x="40370" y="10069"/>
                </a:cubicBezTo>
                <a:cubicBezTo>
                  <a:pt x="40117" y="10225"/>
                  <a:pt x="39835" y="10302"/>
                  <a:pt x="39524" y="10302"/>
                </a:cubicBezTo>
                <a:lnTo>
                  <a:pt x="10027" y="10302"/>
                </a:lnTo>
                <a:lnTo>
                  <a:pt x="10027" y="33933"/>
                </a:lnTo>
                <a:lnTo>
                  <a:pt x="35327" y="33933"/>
                </a:lnTo>
                <a:cubicBezTo>
                  <a:pt x="35638" y="33933"/>
                  <a:pt x="35920" y="34020"/>
                  <a:pt x="36172" y="34195"/>
                </a:cubicBezTo>
                <a:cubicBezTo>
                  <a:pt x="36425" y="34370"/>
                  <a:pt x="36639" y="34612"/>
                  <a:pt x="36814" y="34923"/>
                </a:cubicBezTo>
                <a:cubicBezTo>
                  <a:pt x="36989" y="35233"/>
                  <a:pt x="37115" y="35660"/>
                  <a:pt x="37193" y="36203"/>
                </a:cubicBezTo>
                <a:cubicBezTo>
                  <a:pt x="37270" y="36746"/>
                  <a:pt x="37309" y="37387"/>
                  <a:pt x="37309" y="38124"/>
                </a:cubicBezTo>
                <a:cubicBezTo>
                  <a:pt x="37309" y="38822"/>
                  <a:pt x="37270" y="39424"/>
                  <a:pt x="37193" y="39928"/>
                </a:cubicBezTo>
                <a:cubicBezTo>
                  <a:pt x="37115" y="40433"/>
                  <a:pt x="36989" y="40840"/>
                  <a:pt x="36814" y="41150"/>
                </a:cubicBezTo>
                <a:cubicBezTo>
                  <a:pt x="36639" y="41461"/>
                  <a:pt x="36425" y="41684"/>
                  <a:pt x="36172" y="41820"/>
                </a:cubicBezTo>
                <a:cubicBezTo>
                  <a:pt x="35920" y="41956"/>
                  <a:pt x="35638" y="42023"/>
                  <a:pt x="35327" y="42023"/>
                </a:cubicBezTo>
                <a:lnTo>
                  <a:pt x="10027" y="42023"/>
                </a:lnTo>
                <a:lnTo>
                  <a:pt x="10027" y="68972"/>
                </a:lnTo>
                <a:lnTo>
                  <a:pt x="39932" y="68972"/>
                </a:lnTo>
                <a:cubicBezTo>
                  <a:pt x="40243" y="68972"/>
                  <a:pt x="40525" y="69050"/>
                  <a:pt x="40778" y="69205"/>
                </a:cubicBezTo>
                <a:cubicBezTo>
                  <a:pt x="41030" y="69360"/>
                  <a:pt x="41254" y="69603"/>
                  <a:pt x="41448" y="69932"/>
                </a:cubicBezTo>
                <a:cubicBezTo>
                  <a:pt x="41642" y="70262"/>
                  <a:pt x="41779" y="70689"/>
                  <a:pt x="41856" y="71213"/>
                </a:cubicBezTo>
                <a:cubicBezTo>
                  <a:pt x="41934" y="71737"/>
                  <a:pt x="41973" y="72387"/>
                  <a:pt x="41973" y="73163"/>
                </a:cubicBezTo>
                <a:close/>
                <a:moveTo>
                  <a:pt x="102107" y="75840"/>
                </a:moveTo>
                <a:cubicBezTo>
                  <a:pt x="102107" y="76151"/>
                  <a:pt x="102029" y="76413"/>
                  <a:pt x="101874" y="76626"/>
                </a:cubicBezTo>
                <a:cubicBezTo>
                  <a:pt x="101718" y="76839"/>
                  <a:pt x="101465" y="77024"/>
                  <a:pt x="101116" y="77179"/>
                </a:cubicBezTo>
                <a:cubicBezTo>
                  <a:pt x="100766" y="77334"/>
                  <a:pt x="100280" y="77451"/>
                  <a:pt x="99658" y="77528"/>
                </a:cubicBezTo>
                <a:cubicBezTo>
                  <a:pt x="99036" y="77606"/>
                  <a:pt x="98259" y="77645"/>
                  <a:pt x="97326" y="77645"/>
                </a:cubicBezTo>
                <a:cubicBezTo>
                  <a:pt x="96355" y="77645"/>
                  <a:pt x="95558" y="77606"/>
                  <a:pt x="94936" y="77528"/>
                </a:cubicBezTo>
                <a:cubicBezTo>
                  <a:pt x="94315" y="77451"/>
                  <a:pt x="93829" y="77334"/>
                  <a:pt x="93479" y="77179"/>
                </a:cubicBezTo>
                <a:cubicBezTo>
                  <a:pt x="93129" y="77024"/>
                  <a:pt x="92877" y="76839"/>
                  <a:pt x="92721" y="76626"/>
                </a:cubicBezTo>
                <a:cubicBezTo>
                  <a:pt x="92566" y="76413"/>
                  <a:pt x="92488" y="76151"/>
                  <a:pt x="92488" y="75840"/>
                </a:cubicBezTo>
                <a:lnTo>
                  <a:pt x="92488" y="45167"/>
                </a:lnTo>
                <a:cubicBezTo>
                  <a:pt x="92488" y="42179"/>
                  <a:pt x="92255" y="39773"/>
                  <a:pt x="91788" y="37949"/>
                </a:cubicBezTo>
                <a:cubicBezTo>
                  <a:pt x="91322" y="36125"/>
                  <a:pt x="90642" y="34554"/>
                  <a:pt x="89748" y="33235"/>
                </a:cubicBezTo>
                <a:cubicBezTo>
                  <a:pt x="88854" y="31915"/>
                  <a:pt x="87698" y="30906"/>
                  <a:pt x="86279" y="30208"/>
                </a:cubicBezTo>
                <a:cubicBezTo>
                  <a:pt x="84861" y="29510"/>
                  <a:pt x="83219" y="29160"/>
                  <a:pt x="81353" y="29160"/>
                </a:cubicBezTo>
                <a:cubicBezTo>
                  <a:pt x="78944" y="29160"/>
                  <a:pt x="76534" y="30014"/>
                  <a:pt x="74125" y="31721"/>
                </a:cubicBezTo>
                <a:cubicBezTo>
                  <a:pt x="71715" y="33429"/>
                  <a:pt x="69189" y="35931"/>
                  <a:pt x="66546" y="39230"/>
                </a:cubicBezTo>
                <a:lnTo>
                  <a:pt x="66546" y="75840"/>
                </a:lnTo>
                <a:cubicBezTo>
                  <a:pt x="66546" y="76151"/>
                  <a:pt x="66469" y="76413"/>
                  <a:pt x="66313" y="76626"/>
                </a:cubicBezTo>
                <a:cubicBezTo>
                  <a:pt x="66158" y="76839"/>
                  <a:pt x="65905" y="77024"/>
                  <a:pt x="65555" y="77179"/>
                </a:cubicBezTo>
                <a:cubicBezTo>
                  <a:pt x="65206" y="77334"/>
                  <a:pt x="64720" y="77451"/>
                  <a:pt x="64098" y="77528"/>
                </a:cubicBezTo>
                <a:cubicBezTo>
                  <a:pt x="63476" y="77606"/>
                  <a:pt x="62679" y="77645"/>
                  <a:pt x="61708" y="77645"/>
                </a:cubicBezTo>
                <a:cubicBezTo>
                  <a:pt x="60775" y="77645"/>
                  <a:pt x="59998" y="77606"/>
                  <a:pt x="59376" y="77528"/>
                </a:cubicBezTo>
                <a:cubicBezTo>
                  <a:pt x="58754" y="77451"/>
                  <a:pt x="58259" y="77334"/>
                  <a:pt x="57890" y="77179"/>
                </a:cubicBezTo>
                <a:cubicBezTo>
                  <a:pt x="57520" y="77024"/>
                  <a:pt x="57268" y="76839"/>
                  <a:pt x="57132" y="76626"/>
                </a:cubicBezTo>
                <a:cubicBezTo>
                  <a:pt x="56996" y="76413"/>
                  <a:pt x="56928" y="76151"/>
                  <a:pt x="56928" y="75840"/>
                </a:cubicBezTo>
                <a:lnTo>
                  <a:pt x="56928" y="23456"/>
                </a:lnTo>
                <a:cubicBezTo>
                  <a:pt x="56928" y="23146"/>
                  <a:pt x="56986" y="22884"/>
                  <a:pt x="57103" y="22671"/>
                </a:cubicBezTo>
                <a:cubicBezTo>
                  <a:pt x="57219" y="22457"/>
                  <a:pt x="57452" y="22263"/>
                  <a:pt x="57802" y="22089"/>
                </a:cubicBezTo>
                <a:cubicBezTo>
                  <a:pt x="58152" y="21914"/>
                  <a:pt x="58599" y="21798"/>
                  <a:pt x="59143" y="21739"/>
                </a:cubicBezTo>
                <a:cubicBezTo>
                  <a:pt x="59687" y="21681"/>
                  <a:pt x="60406" y="21652"/>
                  <a:pt x="61300" y="21652"/>
                </a:cubicBezTo>
                <a:cubicBezTo>
                  <a:pt x="62155" y="21652"/>
                  <a:pt x="62864" y="21681"/>
                  <a:pt x="63428" y="21739"/>
                </a:cubicBezTo>
                <a:cubicBezTo>
                  <a:pt x="63991" y="21798"/>
                  <a:pt x="64428" y="21914"/>
                  <a:pt x="64739" y="22089"/>
                </a:cubicBezTo>
                <a:cubicBezTo>
                  <a:pt x="65050" y="22263"/>
                  <a:pt x="65274" y="22457"/>
                  <a:pt x="65410" y="22671"/>
                </a:cubicBezTo>
                <a:cubicBezTo>
                  <a:pt x="65546" y="22884"/>
                  <a:pt x="65614" y="23146"/>
                  <a:pt x="65614" y="23456"/>
                </a:cubicBezTo>
                <a:lnTo>
                  <a:pt x="65614" y="30383"/>
                </a:lnTo>
                <a:cubicBezTo>
                  <a:pt x="68567" y="27084"/>
                  <a:pt x="71511" y="24669"/>
                  <a:pt x="74445" y="23136"/>
                </a:cubicBezTo>
                <a:cubicBezTo>
                  <a:pt x="77380" y="21603"/>
                  <a:pt x="80343" y="20837"/>
                  <a:pt x="83336" y="20837"/>
                </a:cubicBezTo>
                <a:cubicBezTo>
                  <a:pt x="86833" y="20837"/>
                  <a:pt x="89777" y="21429"/>
                  <a:pt x="92167" y="22612"/>
                </a:cubicBezTo>
                <a:cubicBezTo>
                  <a:pt x="94557" y="23796"/>
                  <a:pt x="96491" y="25377"/>
                  <a:pt x="97968" y="27356"/>
                </a:cubicBezTo>
                <a:cubicBezTo>
                  <a:pt x="99445" y="29335"/>
                  <a:pt x="100504" y="31653"/>
                  <a:pt x="101145" y="34311"/>
                </a:cubicBezTo>
                <a:cubicBezTo>
                  <a:pt x="101786" y="36969"/>
                  <a:pt x="102107" y="40161"/>
                  <a:pt x="102107" y="43886"/>
                </a:cubicBezTo>
                <a:lnTo>
                  <a:pt x="102107" y="75840"/>
                </a:lnTo>
                <a:close/>
                <a:moveTo>
                  <a:pt x="163816" y="25785"/>
                </a:moveTo>
                <a:cubicBezTo>
                  <a:pt x="163816" y="27143"/>
                  <a:pt x="163631" y="28122"/>
                  <a:pt x="163262" y="28724"/>
                </a:cubicBezTo>
                <a:cubicBezTo>
                  <a:pt x="162893" y="29325"/>
                  <a:pt x="162416" y="29626"/>
                  <a:pt x="161833" y="29626"/>
                </a:cubicBezTo>
                <a:lnTo>
                  <a:pt x="154313" y="29626"/>
                </a:lnTo>
                <a:cubicBezTo>
                  <a:pt x="155674" y="31027"/>
                  <a:pt x="156626" y="32574"/>
                  <a:pt x="157170" y="34268"/>
                </a:cubicBezTo>
                <a:cubicBezTo>
                  <a:pt x="157714" y="35961"/>
                  <a:pt x="157986" y="37721"/>
                  <a:pt x="157986" y="39550"/>
                </a:cubicBezTo>
                <a:cubicBezTo>
                  <a:pt x="157986" y="42572"/>
                  <a:pt x="157500" y="45245"/>
                  <a:pt x="156529" y="47569"/>
                </a:cubicBezTo>
                <a:cubicBezTo>
                  <a:pt x="155557" y="49894"/>
                  <a:pt x="154168" y="51860"/>
                  <a:pt x="152360" y="53468"/>
                </a:cubicBezTo>
                <a:cubicBezTo>
                  <a:pt x="150553" y="55076"/>
                  <a:pt x="148406" y="56306"/>
                  <a:pt x="145919" y="57158"/>
                </a:cubicBezTo>
                <a:cubicBezTo>
                  <a:pt x="143431" y="58011"/>
                  <a:pt x="140672" y="58437"/>
                  <a:pt x="137641" y="58437"/>
                </a:cubicBezTo>
                <a:cubicBezTo>
                  <a:pt x="135503" y="58437"/>
                  <a:pt x="133473" y="58156"/>
                  <a:pt x="131549" y="57595"/>
                </a:cubicBezTo>
                <a:cubicBezTo>
                  <a:pt x="129625" y="57034"/>
                  <a:pt x="128139" y="56327"/>
                  <a:pt x="127089" y="55474"/>
                </a:cubicBezTo>
                <a:cubicBezTo>
                  <a:pt x="126390" y="56173"/>
                  <a:pt x="125817" y="56968"/>
                  <a:pt x="125370" y="57861"/>
                </a:cubicBezTo>
                <a:cubicBezTo>
                  <a:pt x="124923" y="58752"/>
                  <a:pt x="124699" y="59779"/>
                  <a:pt x="124699" y="60942"/>
                </a:cubicBezTo>
                <a:cubicBezTo>
                  <a:pt x="124699" y="62300"/>
                  <a:pt x="125331" y="63425"/>
                  <a:pt x="126594" y="64318"/>
                </a:cubicBezTo>
                <a:cubicBezTo>
                  <a:pt x="127857" y="65209"/>
                  <a:pt x="129538" y="65693"/>
                  <a:pt x="131636" y="65771"/>
                </a:cubicBezTo>
                <a:lnTo>
                  <a:pt x="145336" y="66355"/>
                </a:lnTo>
                <a:cubicBezTo>
                  <a:pt x="147940" y="66432"/>
                  <a:pt x="150330" y="66792"/>
                  <a:pt x="152506" y="67435"/>
                </a:cubicBezTo>
                <a:cubicBezTo>
                  <a:pt x="154683" y="68078"/>
                  <a:pt x="156567" y="68993"/>
                  <a:pt x="158161" y="70182"/>
                </a:cubicBezTo>
                <a:cubicBezTo>
                  <a:pt x="159754" y="71369"/>
                  <a:pt x="160998" y="72829"/>
                  <a:pt x="161892" y="74562"/>
                </a:cubicBezTo>
                <a:cubicBezTo>
                  <a:pt x="162786" y="76294"/>
                  <a:pt x="163233" y="78310"/>
                  <a:pt x="163233" y="80607"/>
                </a:cubicBezTo>
                <a:cubicBezTo>
                  <a:pt x="163233" y="83022"/>
                  <a:pt x="162727" y="85319"/>
                  <a:pt x="161717" y="87499"/>
                </a:cubicBezTo>
                <a:cubicBezTo>
                  <a:pt x="160706" y="89681"/>
                  <a:pt x="159162" y="91598"/>
                  <a:pt x="157082" y="93252"/>
                </a:cubicBezTo>
                <a:cubicBezTo>
                  <a:pt x="155003" y="94908"/>
                  <a:pt x="152351" y="96212"/>
                  <a:pt x="149125" y="97167"/>
                </a:cubicBezTo>
                <a:cubicBezTo>
                  <a:pt x="145899" y="98121"/>
                  <a:pt x="142091" y="98598"/>
                  <a:pt x="137699" y="98598"/>
                </a:cubicBezTo>
                <a:cubicBezTo>
                  <a:pt x="133463" y="98598"/>
                  <a:pt x="129858" y="98239"/>
                  <a:pt x="126885" y="97519"/>
                </a:cubicBezTo>
                <a:cubicBezTo>
                  <a:pt x="123912" y="96802"/>
                  <a:pt x="121473" y="95821"/>
                  <a:pt x="119569" y="94578"/>
                </a:cubicBezTo>
                <a:cubicBezTo>
                  <a:pt x="117665" y="93337"/>
                  <a:pt x="116285" y="91852"/>
                  <a:pt x="115430" y="90124"/>
                </a:cubicBezTo>
                <a:cubicBezTo>
                  <a:pt x="114575" y="88396"/>
                  <a:pt x="114148" y="86522"/>
                  <a:pt x="114148" y="84502"/>
                </a:cubicBezTo>
                <a:cubicBezTo>
                  <a:pt x="114148" y="83221"/>
                  <a:pt x="114303" y="81979"/>
                  <a:pt x="114614" y="80775"/>
                </a:cubicBezTo>
                <a:cubicBezTo>
                  <a:pt x="114925" y="79571"/>
                  <a:pt x="115401" y="78425"/>
                  <a:pt x="116042" y="77337"/>
                </a:cubicBezTo>
                <a:cubicBezTo>
                  <a:pt x="116684" y="76251"/>
                  <a:pt x="117480" y="75213"/>
                  <a:pt x="118432" y="74223"/>
                </a:cubicBezTo>
                <a:cubicBezTo>
                  <a:pt x="119385" y="73233"/>
                  <a:pt x="120482" y="72252"/>
                  <a:pt x="121726" y="71280"/>
                </a:cubicBezTo>
                <a:cubicBezTo>
                  <a:pt x="119822" y="70307"/>
                  <a:pt x="118413" y="69079"/>
                  <a:pt x="117500" y="67599"/>
                </a:cubicBezTo>
                <a:cubicBezTo>
                  <a:pt x="116586" y="66117"/>
                  <a:pt x="116130" y="64519"/>
                  <a:pt x="116130" y="62804"/>
                </a:cubicBezTo>
                <a:cubicBezTo>
                  <a:pt x="116130" y="60428"/>
                  <a:pt x="116616" y="58304"/>
                  <a:pt x="117587" y="56433"/>
                </a:cubicBezTo>
                <a:cubicBezTo>
                  <a:pt x="118559" y="54562"/>
                  <a:pt x="119763" y="52886"/>
                  <a:pt x="121201" y="51405"/>
                </a:cubicBezTo>
                <a:cubicBezTo>
                  <a:pt x="119997" y="49972"/>
                  <a:pt x="119045" y="48354"/>
                  <a:pt x="118345" y="46553"/>
                </a:cubicBezTo>
                <a:cubicBezTo>
                  <a:pt x="117645" y="44751"/>
                  <a:pt x="117296" y="42572"/>
                  <a:pt x="117296" y="40015"/>
                </a:cubicBezTo>
                <a:cubicBezTo>
                  <a:pt x="117296" y="37032"/>
                  <a:pt x="117801" y="34359"/>
                  <a:pt x="118811" y="31996"/>
                </a:cubicBezTo>
                <a:cubicBezTo>
                  <a:pt x="119822" y="29633"/>
                  <a:pt x="121221" y="27637"/>
                  <a:pt x="123009" y="26010"/>
                </a:cubicBezTo>
                <a:cubicBezTo>
                  <a:pt x="124796" y="24383"/>
                  <a:pt x="126944" y="23133"/>
                  <a:pt x="129450" y="22261"/>
                </a:cubicBezTo>
                <a:cubicBezTo>
                  <a:pt x="131957" y="21389"/>
                  <a:pt x="134687" y="20954"/>
                  <a:pt x="137641" y="20954"/>
                </a:cubicBezTo>
                <a:cubicBezTo>
                  <a:pt x="139234" y="20954"/>
                  <a:pt x="140721" y="21036"/>
                  <a:pt x="142100" y="21201"/>
                </a:cubicBezTo>
                <a:cubicBezTo>
                  <a:pt x="143480" y="21365"/>
                  <a:pt x="144772" y="21593"/>
                  <a:pt x="145977" y="21885"/>
                </a:cubicBezTo>
                <a:lnTo>
                  <a:pt x="161833" y="21885"/>
                </a:lnTo>
                <a:cubicBezTo>
                  <a:pt x="162494" y="21885"/>
                  <a:pt x="162990" y="22205"/>
                  <a:pt x="163320" y="22845"/>
                </a:cubicBezTo>
                <a:cubicBezTo>
                  <a:pt x="163650" y="23485"/>
                  <a:pt x="163816" y="24465"/>
                  <a:pt x="163816" y="25785"/>
                </a:cubicBezTo>
                <a:moveTo>
                  <a:pt x="148775" y="39608"/>
                </a:moveTo>
                <a:cubicBezTo>
                  <a:pt x="148775" y="36048"/>
                  <a:pt x="147794" y="33271"/>
                  <a:pt x="145831" y="31278"/>
                </a:cubicBezTo>
                <a:cubicBezTo>
                  <a:pt x="143869" y="29284"/>
                  <a:pt x="141080" y="28287"/>
                  <a:pt x="137466" y="28287"/>
                </a:cubicBezTo>
                <a:cubicBezTo>
                  <a:pt x="135600" y="28287"/>
                  <a:pt x="133978" y="28597"/>
                  <a:pt x="132598" y="29217"/>
                </a:cubicBezTo>
                <a:cubicBezTo>
                  <a:pt x="131219" y="29835"/>
                  <a:pt x="130072" y="30686"/>
                  <a:pt x="129159" y="31770"/>
                </a:cubicBezTo>
                <a:cubicBezTo>
                  <a:pt x="128245" y="32855"/>
                  <a:pt x="127565" y="34103"/>
                  <a:pt x="127118" y="35516"/>
                </a:cubicBezTo>
                <a:cubicBezTo>
                  <a:pt x="126672" y="36928"/>
                  <a:pt x="126448" y="38409"/>
                  <a:pt x="126448" y="39957"/>
                </a:cubicBezTo>
                <a:cubicBezTo>
                  <a:pt x="126448" y="43401"/>
                  <a:pt x="127429" y="46110"/>
                  <a:pt x="129392" y="48084"/>
                </a:cubicBezTo>
                <a:cubicBezTo>
                  <a:pt x="131355" y="50058"/>
                  <a:pt x="134104" y="51045"/>
                  <a:pt x="137641" y="51045"/>
                </a:cubicBezTo>
                <a:cubicBezTo>
                  <a:pt x="139545" y="51045"/>
                  <a:pt x="141197" y="50746"/>
                  <a:pt x="142596" y="50147"/>
                </a:cubicBezTo>
                <a:cubicBezTo>
                  <a:pt x="143995" y="49546"/>
                  <a:pt x="145151" y="48714"/>
                  <a:pt x="146065" y="47649"/>
                </a:cubicBezTo>
                <a:cubicBezTo>
                  <a:pt x="146978" y="46585"/>
                  <a:pt x="147658" y="45356"/>
                  <a:pt x="148105" y="43962"/>
                </a:cubicBezTo>
                <a:cubicBezTo>
                  <a:pt x="148552" y="42569"/>
                  <a:pt x="148775" y="41118"/>
                  <a:pt x="148775" y="39608"/>
                </a:cubicBezTo>
                <a:moveTo>
                  <a:pt x="153614" y="81130"/>
                </a:moveTo>
                <a:cubicBezTo>
                  <a:pt x="153614" y="78863"/>
                  <a:pt x="152691" y="77115"/>
                  <a:pt x="150845" y="75886"/>
                </a:cubicBezTo>
                <a:cubicBezTo>
                  <a:pt x="148999" y="74655"/>
                  <a:pt x="146502" y="74001"/>
                  <a:pt x="143354" y="73923"/>
                </a:cubicBezTo>
                <a:lnTo>
                  <a:pt x="129771" y="73454"/>
                </a:lnTo>
                <a:cubicBezTo>
                  <a:pt x="128527" y="74430"/>
                  <a:pt x="127507" y="75358"/>
                  <a:pt x="126710" y="76237"/>
                </a:cubicBezTo>
                <a:cubicBezTo>
                  <a:pt x="125914" y="77116"/>
                  <a:pt x="125282" y="77956"/>
                  <a:pt x="124816" y="78756"/>
                </a:cubicBezTo>
                <a:cubicBezTo>
                  <a:pt x="124349" y="79556"/>
                  <a:pt x="124029" y="80347"/>
                  <a:pt x="123854" y="81128"/>
                </a:cubicBezTo>
                <a:cubicBezTo>
                  <a:pt x="123679" y="81910"/>
                  <a:pt x="123592" y="82711"/>
                  <a:pt x="123592" y="83530"/>
                </a:cubicBezTo>
                <a:cubicBezTo>
                  <a:pt x="123592" y="86070"/>
                  <a:pt x="124874" y="87993"/>
                  <a:pt x="127439" y="89302"/>
                </a:cubicBezTo>
                <a:cubicBezTo>
                  <a:pt x="130004" y="90610"/>
                  <a:pt x="133580" y="91264"/>
                  <a:pt x="138165" y="91264"/>
                </a:cubicBezTo>
                <a:cubicBezTo>
                  <a:pt x="141080" y="91264"/>
                  <a:pt x="143519" y="90981"/>
                  <a:pt x="145482" y="90415"/>
                </a:cubicBezTo>
                <a:cubicBezTo>
                  <a:pt x="147444" y="89849"/>
                  <a:pt x="149028" y="89097"/>
                  <a:pt x="150233" y="88159"/>
                </a:cubicBezTo>
                <a:cubicBezTo>
                  <a:pt x="151437" y="87222"/>
                  <a:pt x="152302" y="86148"/>
                  <a:pt x="152827" y="84936"/>
                </a:cubicBezTo>
                <a:cubicBezTo>
                  <a:pt x="153351" y="83726"/>
                  <a:pt x="153614" y="82457"/>
                  <a:pt x="153614" y="81130"/>
                </a:cubicBezTo>
                <a:close/>
                <a:moveTo>
                  <a:pt x="185960" y="75840"/>
                </a:moveTo>
                <a:cubicBezTo>
                  <a:pt x="185960" y="76151"/>
                  <a:pt x="185882" y="76413"/>
                  <a:pt x="185726" y="76626"/>
                </a:cubicBezTo>
                <a:cubicBezTo>
                  <a:pt x="185571" y="76839"/>
                  <a:pt x="185318" y="77024"/>
                  <a:pt x="184969" y="77179"/>
                </a:cubicBezTo>
                <a:cubicBezTo>
                  <a:pt x="184619" y="77334"/>
                  <a:pt x="184133" y="77451"/>
                  <a:pt x="183511" y="77528"/>
                </a:cubicBezTo>
                <a:cubicBezTo>
                  <a:pt x="182889" y="77606"/>
                  <a:pt x="182093" y="77645"/>
                  <a:pt x="181121" y="77645"/>
                </a:cubicBezTo>
                <a:cubicBezTo>
                  <a:pt x="180188" y="77645"/>
                  <a:pt x="179411" y="77606"/>
                  <a:pt x="178789" y="77528"/>
                </a:cubicBezTo>
                <a:cubicBezTo>
                  <a:pt x="178167" y="77451"/>
                  <a:pt x="177672" y="77334"/>
                  <a:pt x="177303" y="77179"/>
                </a:cubicBezTo>
                <a:cubicBezTo>
                  <a:pt x="176934" y="77024"/>
                  <a:pt x="176681" y="76839"/>
                  <a:pt x="176545" y="76626"/>
                </a:cubicBezTo>
                <a:cubicBezTo>
                  <a:pt x="176409" y="76413"/>
                  <a:pt x="176341" y="76151"/>
                  <a:pt x="176341" y="75840"/>
                </a:cubicBezTo>
                <a:lnTo>
                  <a:pt x="176341" y="23456"/>
                </a:lnTo>
                <a:cubicBezTo>
                  <a:pt x="176341" y="23185"/>
                  <a:pt x="176409" y="22932"/>
                  <a:pt x="176545" y="22700"/>
                </a:cubicBezTo>
                <a:cubicBezTo>
                  <a:pt x="176681" y="22467"/>
                  <a:pt x="176934" y="22273"/>
                  <a:pt x="177303" y="22118"/>
                </a:cubicBezTo>
                <a:cubicBezTo>
                  <a:pt x="177672" y="21962"/>
                  <a:pt x="178167" y="21846"/>
                  <a:pt x="178789" y="21768"/>
                </a:cubicBezTo>
                <a:cubicBezTo>
                  <a:pt x="179411" y="21691"/>
                  <a:pt x="180188" y="21652"/>
                  <a:pt x="181121" y="21652"/>
                </a:cubicBezTo>
                <a:cubicBezTo>
                  <a:pt x="182093" y="21652"/>
                  <a:pt x="182889" y="21691"/>
                  <a:pt x="183511" y="21768"/>
                </a:cubicBezTo>
                <a:cubicBezTo>
                  <a:pt x="184133" y="21846"/>
                  <a:pt x="184619" y="21962"/>
                  <a:pt x="184969" y="22118"/>
                </a:cubicBezTo>
                <a:cubicBezTo>
                  <a:pt x="185318" y="22273"/>
                  <a:pt x="185571" y="22467"/>
                  <a:pt x="185726" y="22700"/>
                </a:cubicBezTo>
                <a:cubicBezTo>
                  <a:pt x="185882" y="22932"/>
                  <a:pt x="185960" y="23185"/>
                  <a:pt x="185960" y="23456"/>
                </a:cubicBezTo>
                <a:lnTo>
                  <a:pt x="185960" y="75840"/>
                </a:lnTo>
                <a:moveTo>
                  <a:pt x="187067" y="5704"/>
                </a:moveTo>
                <a:cubicBezTo>
                  <a:pt x="187067" y="7955"/>
                  <a:pt x="186640" y="9487"/>
                  <a:pt x="185785" y="10302"/>
                </a:cubicBezTo>
                <a:cubicBezTo>
                  <a:pt x="184930" y="11117"/>
                  <a:pt x="183356" y="11524"/>
                  <a:pt x="181063" y="11524"/>
                </a:cubicBezTo>
                <a:cubicBezTo>
                  <a:pt x="178809" y="11524"/>
                  <a:pt x="177264" y="11127"/>
                  <a:pt x="176428" y="10331"/>
                </a:cubicBezTo>
                <a:cubicBezTo>
                  <a:pt x="175593" y="9536"/>
                  <a:pt x="175175" y="8032"/>
                  <a:pt x="175175" y="5820"/>
                </a:cubicBezTo>
                <a:cubicBezTo>
                  <a:pt x="175175" y="3570"/>
                  <a:pt x="175602" y="2037"/>
                  <a:pt x="176457" y="1222"/>
                </a:cubicBezTo>
                <a:cubicBezTo>
                  <a:pt x="177312" y="407"/>
                  <a:pt x="178886" y="0"/>
                  <a:pt x="181179" y="0"/>
                </a:cubicBezTo>
                <a:cubicBezTo>
                  <a:pt x="183433" y="0"/>
                  <a:pt x="184978" y="398"/>
                  <a:pt x="185814" y="1193"/>
                </a:cubicBezTo>
                <a:cubicBezTo>
                  <a:pt x="186649" y="1989"/>
                  <a:pt x="187067" y="3492"/>
                  <a:pt x="187067" y="5704"/>
                </a:cubicBezTo>
                <a:close/>
                <a:moveTo>
                  <a:pt x="249707" y="75840"/>
                </a:moveTo>
                <a:cubicBezTo>
                  <a:pt x="249707" y="76151"/>
                  <a:pt x="249630" y="76413"/>
                  <a:pt x="249474" y="76626"/>
                </a:cubicBezTo>
                <a:cubicBezTo>
                  <a:pt x="249319" y="76839"/>
                  <a:pt x="249066" y="77024"/>
                  <a:pt x="248716" y="77179"/>
                </a:cubicBezTo>
                <a:cubicBezTo>
                  <a:pt x="248367" y="77334"/>
                  <a:pt x="247881" y="77451"/>
                  <a:pt x="247259" y="77528"/>
                </a:cubicBezTo>
                <a:cubicBezTo>
                  <a:pt x="246637" y="77606"/>
                  <a:pt x="245860" y="77645"/>
                  <a:pt x="244927" y="77645"/>
                </a:cubicBezTo>
                <a:cubicBezTo>
                  <a:pt x="243956" y="77645"/>
                  <a:pt x="243159" y="77606"/>
                  <a:pt x="242537" y="77528"/>
                </a:cubicBezTo>
                <a:cubicBezTo>
                  <a:pt x="241915" y="77451"/>
                  <a:pt x="241429" y="77334"/>
                  <a:pt x="241080" y="77179"/>
                </a:cubicBezTo>
                <a:cubicBezTo>
                  <a:pt x="240730" y="77024"/>
                  <a:pt x="240477" y="76839"/>
                  <a:pt x="240322" y="76626"/>
                </a:cubicBezTo>
                <a:cubicBezTo>
                  <a:pt x="240166" y="76413"/>
                  <a:pt x="240089" y="76151"/>
                  <a:pt x="240089" y="75840"/>
                </a:cubicBezTo>
                <a:lnTo>
                  <a:pt x="240089" y="45167"/>
                </a:lnTo>
                <a:cubicBezTo>
                  <a:pt x="240089" y="42179"/>
                  <a:pt x="239856" y="39773"/>
                  <a:pt x="239389" y="37949"/>
                </a:cubicBezTo>
                <a:cubicBezTo>
                  <a:pt x="238923" y="36125"/>
                  <a:pt x="238243" y="34554"/>
                  <a:pt x="237349" y="33235"/>
                </a:cubicBezTo>
                <a:cubicBezTo>
                  <a:pt x="236455" y="31915"/>
                  <a:pt x="235299" y="30906"/>
                  <a:pt x="233880" y="30208"/>
                </a:cubicBezTo>
                <a:cubicBezTo>
                  <a:pt x="232462" y="29510"/>
                  <a:pt x="230820" y="29160"/>
                  <a:pt x="228954" y="29160"/>
                </a:cubicBezTo>
                <a:cubicBezTo>
                  <a:pt x="226545" y="29160"/>
                  <a:pt x="224135" y="30014"/>
                  <a:pt x="221726" y="31721"/>
                </a:cubicBezTo>
                <a:cubicBezTo>
                  <a:pt x="219316" y="33429"/>
                  <a:pt x="216790" y="35931"/>
                  <a:pt x="214147" y="39230"/>
                </a:cubicBezTo>
                <a:lnTo>
                  <a:pt x="214147" y="75840"/>
                </a:lnTo>
                <a:cubicBezTo>
                  <a:pt x="214147" y="76151"/>
                  <a:pt x="214069" y="76413"/>
                  <a:pt x="213914" y="76626"/>
                </a:cubicBezTo>
                <a:cubicBezTo>
                  <a:pt x="213759" y="76839"/>
                  <a:pt x="213506" y="77024"/>
                  <a:pt x="213156" y="77179"/>
                </a:cubicBezTo>
                <a:cubicBezTo>
                  <a:pt x="212806" y="77334"/>
                  <a:pt x="212321" y="77451"/>
                  <a:pt x="211699" y="77528"/>
                </a:cubicBezTo>
                <a:cubicBezTo>
                  <a:pt x="211077" y="77606"/>
                  <a:pt x="210280" y="77645"/>
                  <a:pt x="209309" y="77645"/>
                </a:cubicBezTo>
                <a:cubicBezTo>
                  <a:pt x="208376" y="77645"/>
                  <a:pt x="207599" y="77606"/>
                  <a:pt x="206977" y="77528"/>
                </a:cubicBezTo>
                <a:cubicBezTo>
                  <a:pt x="206355" y="77451"/>
                  <a:pt x="205859" y="77334"/>
                  <a:pt x="205490" y="77179"/>
                </a:cubicBezTo>
                <a:cubicBezTo>
                  <a:pt x="205121" y="77024"/>
                  <a:pt x="204868" y="76839"/>
                  <a:pt x="204732" y="76626"/>
                </a:cubicBezTo>
                <a:cubicBezTo>
                  <a:pt x="204596" y="76413"/>
                  <a:pt x="204528" y="76151"/>
                  <a:pt x="204528" y="75840"/>
                </a:cubicBezTo>
                <a:lnTo>
                  <a:pt x="204528" y="23456"/>
                </a:lnTo>
                <a:cubicBezTo>
                  <a:pt x="204528" y="23146"/>
                  <a:pt x="204587" y="22884"/>
                  <a:pt x="204703" y="22671"/>
                </a:cubicBezTo>
                <a:cubicBezTo>
                  <a:pt x="204820" y="22457"/>
                  <a:pt x="205053" y="22263"/>
                  <a:pt x="205403" y="22089"/>
                </a:cubicBezTo>
                <a:cubicBezTo>
                  <a:pt x="205753" y="21914"/>
                  <a:pt x="206200" y="21798"/>
                  <a:pt x="206744" y="21739"/>
                </a:cubicBezTo>
                <a:cubicBezTo>
                  <a:pt x="207288" y="21681"/>
                  <a:pt x="208007" y="21652"/>
                  <a:pt x="208901" y="21652"/>
                </a:cubicBezTo>
                <a:cubicBezTo>
                  <a:pt x="209756" y="21652"/>
                  <a:pt x="210465" y="21681"/>
                  <a:pt x="211028" y="21739"/>
                </a:cubicBezTo>
                <a:cubicBezTo>
                  <a:pt x="211592" y="21798"/>
                  <a:pt x="212029" y="21914"/>
                  <a:pt x="212340" y="22089"/>
                </a:cubicBezTo>
                <a:cubicBezTo>
                  <a:pt x="212651" y="22263"/>
                  <a:pt x="212874" y="22457"/>
                  <a:pt x="213010" y="22671"/>
                </a:cubicBezTo>
                <a:cubicBezTo>
                  <a:pt x="213146" y="22884"/>
                  <a:pt x="213214" y="23146"/>
                  <a:pt x="213214" y="23456"/>
                </a:cubicBezTo>
                <a:lnTo>
                  <a:pt x="213214" y="30383"/>
                </a:lnTo>
                <a:cubicBezTo>
                  <a:pt x="216168" y="27084"/>
                  <a:pt x="219112" y="24669"/>
                  <a:pt x="222046" y="23136"/>
                </a:cubicBezTo>
                <a:cubicBezTo>
                  <a:pt x="224980" y="21603"/>
                  <a:pt x="227944" y="20837"/>
                  <a:pt x="230936" y="20837"/>
                </a:cubicBezTo>
                <a:cubicBezTo>
                  <a:pt x="234434" y="20837"/>
                  <a:pt x="237378" y="21429"/>
                  <a:pt x="239768" y="22612"/>
                </a:cubicBezTo>
                <a:cubicBezTo>
                  <a:pt x="242158" y="23796"/>
                  <a:pt x="244092" y="25377"/>
                  <a:pt x="245568" y="27356"/>
                </a:cubicBezTo>
                <a:cubicBezTo>
                  <a:pt x="247045" y="29335"/>
                  <a:pt x="248104" y="31653"/>
                  <a:pt x="248746" y="34311"/>
                </a:cubicBezTo>
                <a:cubicBezTo>
                  <a:pt x="249387" y="36969"/>
                  <a:pt x="249707" y="40161"/>
                  <a:pt x="249707" y="43886"/>
                </a:cubicBezTo>
                <a:lnTo>
                  <a:pt x="249707" y="75840"/>
                </a:lnTo>
                <a:close/>
                <a:moveTo>
                  <a:pt x="312349" y="47378"/>
                </a:moveTo>
                <a:cubicBezTo>
                  <a:pt x="312349" y="48892"/>
                  <a:pt x="311970" y="49968"/>
                  <a:pt x="311213" y="50609"/>
                </a:cubicBezTo>
                <a:cubicBezTo>
                  <a:pt x="310455" y="51249"/>
                  <a:pt x="309590" y="51569"/>
                  <a:pt x="308618" y="51569"/>
                </a:cubicBezTo>
                <a:lnTo>
                  <a:pt x="274224" y="51569"/>
                </a:lnTo>
                <a:cubicBezTo>
                  <a:pt x="274224" y="54488"/>
                  <a:pt x="274515" y="57115"/>
                  <a:pt x="275098" y="59450"/>
                </a:cubicBezTo>
                <a:cubicBezTo>
                  <a:pt x="275681" y="61786"/>
                  <a:pt x="276653" y="63790"/>
                  <a:pt x="278013" y="65463"/>
                </a:cubicBezTo>
                <a:cubicBezTo>
                  <a:pt x="279373" y="67137"/>
                  <a:pt x="281142" y="68422"/>
                  <a:pt x="283318" y="69318"/>
                </a:cubicBezTo>
                <a:cubicBezTo>
                  <a:pt x="285494" y="70213"/>
                  <a:pt x="288157" y="70660"/>
                  <a:pt x="291305" y="70660"/>
                </a:cubicBezTo>
                <a:cubicBezTo>
                  <a:pt x="293792" y="70660"/>
                  <a:pt x="296007" y="70456"/>
                  <a:pt x="297950" y="70049"/>
                </a:cubicBezTo>
                <a:cubicBezTo>
                  <a:pt x="299893" y="69641"/>
                  <a:pt x="301574" y="69185"/>
                  <a:pt x="302993" y="68681"/>
                </a:cubicBezTo>
                <a:cubicBezTo>
                  <a:pt x="304411" y="68177"/>
                  <a:pt x="305577" y="67721"/>
                  <a:pt x="306491" y="67313"/>
                </a:cubicBezTo>
                <a:cubicBezTo>
                  <a:pt x="307404" y="66906"/>
                  <a:pt x="308094" y="66702"/>
                  <a:pt x="308560" y="66702"/>
                </a:cubicBezTo>
                <a:cubicBezTo>
                  <a:pt x="308832" y="66702"/>
                  <a:pt x="309075" y="66770"/>
                  <a:pt x="309289" y="66906"/>
                </a:cubicBezTo>
                <a:cubicBezTo>
                  <a:pt x="309503" y="67042"/>
                  <a:pt x="309668" y="67245"/>
                  <a:pt x="309784" y="67517"/>
                </a:cubicBezTo>
                <a:cubicBezTo>
                  <a:pt x="309901" y="67789"/>
                  <a:pt x="309988" y="68167"/>
                  <a:pt x="310047" y="68652"/>
                </a:cubicBezTo>
                <a:cubicBezTo>
                  <a:pt x="310105" y="69137"/>
                  <a:pt x="310134" y="69729"/>
                  <a:pt x="310134" y="70427"/>
                </a:cubicBezTo>
                <a:cubicBezTo>
                  <a:pt x="310134" y="70932"/>
                  <a:pt x="310115" y="71368"/>
                  <a:pt x="310076" y="71737"/>
                </a:cubicBezTo>
                <a:cubicBezTo>
                  <a:pt x="310037" y="72105"/>
                  <a:pt x="309988" y="72435"/>
                  <a:pt x="309930" y="72726"/>
                </a:cubicBezTo>
                <a:cubicBezTo>
                  <a:pt x="309872" y="73017"/>
                  <a:pt x="309775" y="73279"/>
                  <a:pt x="309639" y="73512"/>
                </a:cubicBezTo>
                <a:cubicBezTo>
                  <a:pt x="309503" y="73745"/>
                  <a:pt x="309328" y="73968"/>
                  <a:pt x="309114" y="74181"/>
                </a:cubicBezTo>
                <a:cubicBezTo>
                  <a:pt x="308900" y="74395"/>
                  <a:pt x="308269" y="74744"/>
                  <a:pt x="307219" y="75229"/>
                </a:cubicBezTo>
                <a:cubicBezTo>
                  <a:pt x="306170" y="75714"/>
                  <a:pt x="304810" y="76189"/>
                  <a:pt x="303139" y="76655"/>
                </a:cubicBezTo>
                <a:cubicBezTo>
                  <a:pt x="301467" y="77121"/>
                  <a:pt x="299534" y="77538"/>
                  <a:pt x="297338" y="77906"/>
                </a:cubicBezTo>
                <a:cubicBezTo>
                  <a:pt x="295142" y="78275"/>
                  <a:pt x="292801" y="78459"/>
                  <a:pt x="290314" y="78459"/>
                </a:cubicBezTo>
                <a:cubicBezTo>
                  <a:pt x="286000" y="78459"/>
                  <a:pt x="282220" y="77857"/>
                  <a:pt x="278975" y="76653"/>
                </a:cubicBezTo>
                <a:cubicBezTo>
                  <a:pt x="275730" y="75449"/>
                  <a:pt x="273000" y="73662"/>
                  <a:pt x="270785" y="71293"/>
                </a:cubicBezTo>
                <a:cubicBezTo>
                  <a:pt x="268569" y="68924"/>
                  <a:pt x="266898" y="65952"/>
                  <a:pt x="265771" y="62379"/>
                </a:cubicBezTo>
                <a:cubicBezTo>
                  <a:pt x="264644" y="58805"/>
                  <a:pt x="264081" y="54649"/>
                  <a:pt x="264081" y="49910"/>
                </a:cubicBezTo>
                <a:cubicBezTo>
                  <a:pt x="264081" y="45404"/>
                  <a:pt x="264663" y="41355"/>
                  <a:pt x="265829" y="37762"/>
                </a:cubicBezTo>
                <a:cubicBezTo>
                  <a:pt x="266995" y="34169"/>
                  <a:pt x="268676" y="31120"/>
                  <a:pt x="270872" y="28615"/>
                </a:cubicBezTo>
                <a:cubicBezTo>
                  <a:pt x="273068" y="26109"/>
                  <a:pt x="275720" y="24187"/>
                  <a:pt x="278829" y="22847"/>
                </a:cubicBezTo>
                <a:cubicBezTo>
                  <a:pt x="281938" y="21507"/>
                  <a:pt x="285417" y="20837"/>
                  <a:pt x="289264" y="20837"/>
                </a:cubicBezTo>
                <a:cubicBezTo>
                  <a:pt x="293384" y="20837"/>
                  <a:pt x="296891" y="21497"/>
                  <a:pt x="299787" y="22816"/>
                </a:cubicBezTo>
                <a:cubicBezTo>
                  <a:pt x="302682" y="24135"/>
                  <a:pt x="305062" y="25911"/>
                  <a:pt x="306928" y="28142"/>
                </a:cubicBezTo>
                <a:cubicBezTo>
                  <a:pt x="308793" y="30373"/>
                  <a:pt x="310163" y="32992"/>
                  <a:pt x="311038" y="35999"/>
                </a:cubicBezTo>
                <a:cubicBezTo>
                  <a:pt x="311912" y="39007"/>
                  <a:pt x="312349" y="42218"/>
                  <a:pt x="312349" y="45632"/>
                </a:cubicBezTo>
                <a:lnTo>
                  <a:pt x="312349" y="47378"/>
                </a:lnTo>
                <a:moveTo>
                  <a:pt x="302672" y="44526"/>
                </a:moveTo>
                <a:cubicBezTo>
                  <a:pt x="302789" y="39482"/>
                  <a:pt x="301671" y="35524"/>
                  <a:pt x="299320" y="32653"/>
                </a:cubicBezTo>
                <a:cubicBezTo>
                  <a:pt x="296969" y="29781"/>
                  <a:pt x="293481" y="28345"/>
                  <a:pt x="288856" y="28345"/>
                </a:cubicBezTo>
                <a:cubicBezTo>
                  <a:pt x="286485" y="28345"/>
                  <a:pt x="284406" y="28792"/>
                  <a:pt x="282619" y="29684"/>
                </a:cubicBezTo>
                <a:cubicBezTo>
                  <a:pt x="280831" y="30577"/>
                  <a:pt x="279335" y="31760"/>
                  <a:pt x="278130" y="33235"/>
                </a:cubicBezTo>
                <a:cubicBezTo>
                  <a:pt x="276925" y="34709"/>
                  <a:pt x="275992" y="36426"/>
                  <a:pt x="275332" y="38386"/>
                </a:cubicBezTo>
                <a:cubicBezTo>
                  <a:pt x="274671" y="40345"/>
                  <a:pt x="274302" y="42392"/>
                  <a:pt x="274224" y="44526"/>
                </a:cubicBezTo>
                <a:lnTo>
                  <a:pt x="302672" y="44526"/>
                </a:lnTo>
                <a:close/>
                <a:moveTo>
                  <a:pt x="394493" y="6286"/>
                </a:moveTo>
                <a:cubicBezTo>
                  <a:pt x="394493" y="7023"/>
                  <a:pt x="394454" y="7664"/>
                  <a:pt x="394376" y="8207"/>
                </a:cubicBezTo>
                <a:cubicBezTo>
                  <a:pt x="394298" y="8750"/>
                  <a:pt x="394162" y="9187"/>
                  <a:pt x="393968" y="9516"/>
                </a:cubicBezTo>
                <a:cubicBezTo>
                  <a:pt x="393774" y="9846"/>
                  <a:pt x="393550" y="10089"/>
                  <a:pt x="393298" y="10244"/>
                </a:cubicBezTo>
                <a:cubicBezTo>
                  <a:pt x="393045" y="10399"/>
                  <a:pt x="392783" y="10477"/>
                  <a:pt x="392511" y="10477"/>
                </a:cubicBezTo>
                <a:lnTo>
                  <a:pt x="364879" y="10477"/>
                </a:lnTo>
                <a:lnTo>
                  <a:pt x="364879" y="36028"/>
                </a:lnTo>
                <a:lnTo>
                  <a:pt x="390995" y="36028"/>
                </a:lnTo>
                <a:cubicBezTo>
                  <a:pt x="391267" y="36028"/>
                  <a:pt x="391529" y="36096"/>
                  <a:pt x="391782" y="36232"/>
                </a:cubicBezTo>
                <a:cubicBezTo>
                  <a:pt x="392035" y="36368"/>
                  <a:pt x="392258" y="36591"/>
                  <a:pt x="392452" y="36902"/>
                </a:cubicBezTo>
                <a:cubicBezTo>
                  <a:pt x="392647" y="37212"/>
                  <a:pt x="392783" y="37629"/>
                  <a:pt x="392861" y="38153"/>
                </a:cubicBezTo>
                <a:cubicBezTo>
                  <a:pt x="392938" y="38677"/>
                  <a:pt x="392977" y="39346"/>
                  <a:pt x="392977" y="40161"/>
                </a:cubicBezTo>
                <a:cubicBezTo>
                  <a:pt x="392977" y="40898"/>
                  <a:pt x="392938" y="41529"/>
                  <a:pt x="392861" y="42053"/>
                </a:cubicBezTo>
                <a:cubicBezTo>
                  <a:pt x="392783" y="42576"/>
                  <a:pt x="392647" y="43003"/>
                  <a:pt x="392452" y="43333"/>
                </a:cubicBezTo>
                <a:cubicBezTo>
                  <a:pt x="392258" y="43663"/>
                  <a:pt x="392035" y="43915"/>
                  <a:pt x="391782" y="44090"/>
                </a:cubicBezTo>
                <a:cubicBezTo>
                  <a:pt x="391529" y="44264"/>
                  <a:pt x="391267" y="44352"/>
                  <a:pt x="390995" y="44352"/>
                </a:cubicBezTo>
                <a:lnTo>
                  <a:pt x="364879" y="44352"/>
                </a:lnTo>
                <a:lnTo>
                  <a:pt x="364879" y="75778"/>
                </a:lnTo>
                <a:cubicBezTo>
                  <a:pt x="364879" y="76051"/>
                  <a:pt x="364801" y="76314"/>
                  <a:pt x="364645" y="76566"/>
                </a:cubicBezTo>
                <a:cubicBezTo>
                  <a:pt x="364490" y="76818"/>
                  <a:pt x="364218" y="77013"/>
                  <a:pt x="363829" y="77150"/>
                </a:cubicBezTo>
                <a:cubicBezTo>
                  <a:pt x="363441" y="77286"/>
                  <a:pt x="362935" y="77402"/>
                  <a:pt x="362314" y="77499"/>
                </a:cubicBezTo>
                <a:cubicBezTo>
                  <a:pt x="361692" y="77596"/>
                  <a:pt x="360876" y="77645"/>
                  <a:pt x="359865" y="77645"/>
                </a:cubicBezTo>
                <a:cubicBezTo>
                  <a:pt x="358932" y="77645"/>
                  <a:pt x="358136" y="77596"/>
                  <a:pt x="357475" y="77499"/>
                </a:cubicBezTo>
                <a:cubicBezTo>
                  <a:pt x="356814" y="77402"/>
                  <a:pt x="356290" y="77286"/>
                  <a:pt x="355901" y="77150"/>
                </a:cubicBezTo>
                <a:cubicBezTo>
                  <a:pt x="355512" y="77014"/>
                  <a:pt x="355240" y="76820"/>
                  <a:pt x="355085" y="76568"/>
                </a:cubicBezTo>
                <a:cubicBezTo>
                  <a:pt x="354930" y="76316"/>
                  <a:pt x="354852" y="76054"/>
                  <a:pt x="354852" y="75782"/>
                </a:cubicBezTo>
                <a:lnTo>
                  <a:pt x="354852" y="6053"/>
                </a:lnTo>
                <a:cubicBezTo>
                  <a:pt x="354852" y="4540"/>
                  <a:pt x="355250" y="3483"/>
                  <a:pt x="356047" y="2881"/>
                </a:cubicBezTo>
                <a:cubicBezTo>
                  <a:pt x="356844" y="2280"/>
                  <a:pt x="357689" y="1979"/>
                  <a:pt x="358583" y="1979"/>
                </a:cubicBezTo>
                <a:lnTo>
                  <a:pt x="392511" y="1979"/>
                </a:lnTo>
                <a:cubicBezTo>
                  <a:pt x="392783" y="1979"/>
                  <a:pt x="393045" y="2057"/>
                  <a:pt x="393298" y="2212"/>
                </a:cubicBezTo>
                <a:cubicBezTo>
                  <a:pt x="393550" y="2367"/>
                  <a:pt x="393774" y="2619"/>
                  <a:pt x="393968" y="2968"/>
                </a:cubicBezTo>
                <a:cubicBezTo>
                  <a:pt x="394162" y="3318"/>
                  <a:pt x="394298" y="3774"/>
                  <a:pt x="394376" y="4336"/>
                </a:cubicBezTo>
                <a:cubicBezTo>
                  <a:pt x="394454" y="4899"/>
                  <a:pt x="394493" y="5549"/>
                  <a:pt x="394493" y="6286"/>
                </a:cubicBezTo>
                <a:close/>
                <a:moveTo>
                  <a:pt x="453231" y="47378"/>
                </a:moveTo>
                <a:cubicBezTo>
                  <a:pt x="453231" y="48892"/>
                  <a:pt x="452853" y="49968"/>
                  <a:pt x="452095" y="50609"/>
                </a:cubicBezTo>
                <a:cubicBezTo>
                  <a:pt x="451337" y="51249"/>
                  <a:pt x="450472" y="51569"/>
                  <a:pt x="449501" y="51569"/>
                </a:cubicBezTo>
                <a:lnTo>
                  <a:pt x="415106" y="51569"/>
                </a:lnTo>
                <a:cubicBezTo>
                  <a:pt x="415106" y="54488"/>
                  <a:pt x="415398" y="57115"/>
                  <a:pt x="415981" y="59450"/>
                </a:cubicBezTo>
                <a:cubicBezTo>
                  <a:pt x="416564" y="61786"/>
                  <a:pt x="417535" y="63790"/>
                  <a:pt x="418895" y="65463"/>
                </a:cubicBezTo>
                <a:cubicBezTo>
                  <a:pt x="420256" y="67137"/>
                  <a:pt x="422024" y="68422"/>
                  <a:pt x="424200" y="69318"/>
                </a:cubicBezTo>
                <a:cubicBezTo>
                  <a:pt x="426377" y="70213"/>
                  <a:pt x="429039" y="70660"/>
                  <a:pt x="432187" y="70660"/>
                </a:cubicBezTo>
                <a:cubicBezTo>
                  <a:pt x="434674" y="70660"/>
                  <a:pt x="436889" y="70456"/>
                  <a:pt x="438832" y="70049"/>
                </a:cubicBezTo>
                <a:cubicBezTo>
                  <a:pt x="440776" y="69641"/>
                  <a:pt x="442456" y="69185"/>
                  <a:pt x="443875" y="68681"/>
                </a:cubicBezTo>
                <a:cubicBezTo>
                  <a:pt x="445294" y="68177"/>
                  <a:pt x="446459" y="67721"/>
                  <a:pt x="447373" y="67313"/>
                </a:cubicBezTo>
                <a:cubicBezTo>
                  <a:pt x="448286" y="66906"/>
                  <a:pt x="448976" y="66702"/>
                  <a:pt x="449442" y="66702"/>
                </a:cubicBezTo>
                <a:cubicBezTo>
                  <a:pt x="449714" y="66702"/>
                  <a:pt x="449957" y="66770"/>
                  <a:pt x="450171" y="66906"/>
                </a:cubicBezTo>
                <a:cubicBezTo>
                  <a:pt x="450385" y="67042"/>
                  <a:pt x="450550" y="67245"/>
                  <a:pt x="450666" y="67517"/>
                </a:cubicBezTo>
                <a:cubicBezTo>
                  <a:pt x="450783" y="67789"/>
                  <a:pt x="450870" y="68167"/>
                  <a:pt x="450929" y="68652"/>
                </a:cubicBezTo>
                <a:cubicBezTo>
                  <a:pt x="450987" y="69137"/>
                  <a:pt x="451016" y="69729"/>
                  <a:pt x="451016" y="70427"/>
                </a:cubicBezTo>
                <a:cubicBezTo>
                  <a:pt x="451016" y="70932"/>
                  <a:pt x="450997" y="71368"/>
                  <a:pt x="450958" y="71737"/>
                </a:cubicBezTo>
                <a:cubicBezTo>
                  <a:pt x="450919" y="72105"/>
                  <a:pt x="450870" y="72435"/>
                  <a:pt x="450812" y="72726"/>
                </a:cubicBezTo>
                <a:cubicBezTo>
                  <a:pt x="450754" y="73017"/>
                  <a:pt x="450657" y="73279"/>
                  <a:pt x="450521" y="73512"/>
                </a:cubicBezTo>
                <a:cubicBezTo>
                  <a:pt x="450385" y="73745"/>
                  <a:pt x="450210" y="73968"/>
                  <a:pt x="449996" y="74181"/>
                </a:cubicBezTo>
                <a:cubicBezTo>
                  <a:pt x="449782" y="74395"/>
                  <a:pt x="449151" y="74744"/>
                  <a:pt x="448101" y="75229"/>
                </a:cubicBezTo>
                <a:cubicBezTo>
                  <a:pt x="447052" y="75714"/>
                  <a:pt x="445692" y="76189"/>
                  <a:pt x="444021" y="76655"/>
                </a:cubicBezTo>
                <a:cubicBezTo>
                  <a:pt x="442350" y="77121"/>
                  <a:pt x="440416" y="77538"/>
                  <a:pt x="438220" y="77906"/>
                </a:cubicBezTo>
                <a:cubicBezTo>
                  <a:pt x="436025" y="78275"/>
                  <a:pt x="433683" y="78459"/>
                  <a:pt x="431196" y="78459"/>
                </a:cubicBezTo>
                <a:cubicBezTo>
                  <a:pt x="426882" y="78459"/>
                  <a:pt x="423102" y="77857"/>
                  <a:pt x="419857" y="76653"/>
                </a:cubicBezTo>
                <a:cubicBezTo>
                  <a:pt x="416612" y="75449"/>
                  <a:pt x="413882" y="73662"/>
                  <a:pt x="411667" y="71293"/>
                </a:cubicBezTo>
                <a:cubicBezTo>
                  <a:pt x="409451" y="68924"/>
                  <a:pt x="407780" y="65952"/>
                  <a:pt x="406653" y="62379"/>
                </a:cubicBezTo>
                <a:cubicBezTo>
                  <a:pt x="405526" y="58805"/>
                  <a:pt x="404963" y="54649"/>
                  <a:pt x="404963" y="49910"/>
                </a:cubicBezTo>
                <a:cubicBezTo>
                  <a:pt x="404963" y="45404"/>
                  <a:pt x="405546" y="41355"/>
                  <a:pt x="406712" y="37762"/>
                </a:cubicBezTo>
                <a:cubicBezTo>
                  <a:pt x="407877" y="34169"/>
                  <a:pt x="409558" y="31120"/>
                  <a:pt x="411754" y="28615"/>
                </a:cubicBezTo>
                <a:cubicBezTo>
                  <a:pt x="413950" y="26109"/>
                  <a:pt x="416602" y="24187"/>
                  <a:pt x="419711" y="22847"/>
                </a:cubicBezTo>
                <a:cubicBezTo>
                  <a:pt x="422821" y="21507"/>
                  <a:pt x="426299" y="20837"/>
                  <a:pt x="430146" y="20837"/>
                </a:cubicBezTo>
                <a:cubicBezTo>
                  <a:pt x="434266" y="20837"/>
                  <a:pt x="437773" y="21497"/>
                  <a:pt x="440669" y="22816"/>
                </a:cubicBezTo>
                <a:cubicBezTo>
                  <a:pt x="443564" y="24135"/>
                  <a:pt x="445944" y="25911"/>
                  <a:pt x="447810" y="28142"/>
                </a:cubicBezTo>
                <a:cubicBezTo>
                  <a:pt x="449675" y="30373"/>
                  <a:pt x="451045" y="32992"/>
                  <a:pt x="451920" y="35999"/>
                </a:cubicBezTo>
                <a:cubicBezTo>
                  <a:pt x="452794" y="39007"/>
                  <a:pt x="453231" y="42218"/>
                  <a:pt x="453231" y="45632"/>
                </a:cubicBezTo>
                <a:lnTo>
                  <a:pt x="453231" y="47378"/>
                </a:lnTo>
                <a:moveTo>
                  <a:pt x="443554" y="44526"/>
                </a:moveTo>
                <a:cubicBezTo>
                  <a:pt x="443671" y="39482"/>
                  <a:pt x="442554" y="35524"/>
                  <a:pt x="440202" y="32653"/>
                </a:cubicBezTo>
                <a:cubicBezTo>
                  <a:pt x="437851" y="29781"/>
                  <a:pt x="434363" y="28345"/>
                  <a:pt x="429738" y="28345"/>
                </a:cubicBezTo>
                <a:cubicBezTo>
                  <a:pt x="427368" y="28345"/>
                  <a:pt x="425288" y="28792"/>
                  <a:pt x="423501" y="29684"/>
                </a:cubicBezTo>
                <a:cubicBezTo>
                  <a:pt x="421713" y="30577"/>
                  <a:pt x="420217" y="31760"/>
                  <a:pt x="419012" y="33235"/>
                </a:cubicBezTo>
                <a:cubicBezTo>
                  <a:pt x="417807" y="34709"/>
                  <a:pt x="416874" y="36426"/>
                  <a:pt x="416214" y="38386"/>
                </a:cubicBezTo>
                <a:cubicBezTo>
                  <a:pt x="415553" y="40345"/>
                  <a:pt x="415184" y="42392"/>
                  <a:pt x="415106" y="44526"/>
                </a:cubicBezTo>
                <a:lnTo>
                  <a:pt x="443554" y="44526"/>
                </a:lnTo>
                <a:close/>
                <a:moveTo>
                  <a:pt x="507715" y="75898"/>
                </a:moveTo>
                <a:cubicBezTo>
                  <a:pt x="507715" y="76364"/>
                  <a:pt x="507560" y="76713"/>
                  <a:pt x="507249" y="76946"/>
                </a:cubicBezTo>
                <a:cubicBezTo>
                  <a:pt x="506938" y="77179"/>
                  <a:pt x="506510" y="77354"/>
                  <a:pt x="505966" y="77470"/>
                </a:cubicBezTo>
                <a:cubicBezTo>
                  <a:pt x="505422" y="77586"/>
                  <a:pt x="504625" y="77645"/>
                  <a:pt x="503576" y="77645"/>
                </a:cubicBezTo>
                <a:cubicBezTo>
                  <a:pt x="502566" y="77645"/>
                  <a:pt x="501759" y="77586"/>
                  <a:pt x="501157" y="77470"/>
                </a:cubicBezTo>
                <a:cubicBezTo>
                  <a:pt x="500555" y="77354"/>
                  <a:pt x="500117" y="77179"/>
                  <a:pt x="499845" y="76946"/>
                </a:cubicBezTo>
                <a:cubicBezTo>
                  <a:pt x="499573" y="76713"/>
                  <a:pt x="499437" y="76364"/>
                  <a:pt x="499437" y="75898"/>
                </a:cubicBezTo>
                <a:lnTo>
                  <a:pt x="499437" y="70660"/>
                </a:lnTo>
                <a:cubicBezTo>
                  <a:pt x="497144" y="73105"/>
                  <a:pt x="494589" y="75016"/>
                  <a:pt x="491771" y="76393"/>
                </a:cubicBezTo>
                <a:cubicBezTo>
                  <a:pt x="488954" y="77771"/>
                  <a:pt x="485971" y="78459"/>
                  <a:pt x="482823" y="78459"/>
                </a:cubicBezTo>
                <a:cubicBezTo>
                  <a:pt x="480064" y="78459"/>
                  <a:pt x="477567" y="78099"/>
                  <a:pt x="475332" y="77379"/>
                </a:cubicBezTo>
                <a:cubicBezTo>
                  <a:pt x="473097" y="76659"/>
                  <a:pt x="471193" y="75617"/>
                  <a:pt x="469619" y="74254"/>
                </a:cubicBezTo>
                <a:cubicBezTo>
                  <a:pt x="468045" y="72891"/>
                  <a:pt x="466821" y="71217"/>
                  <a:pt x="465946" y="69232"/>
                </a:cubicBezTo>
                <a:cubicBezTo>
                  <a:pt x="465072" y="67246"/>
                  <a:pt x="464635" y="64987"/>
                  <a:pt x="464635" y="62455"/>
                </a:cubicBezTo>
                <a:cubicBezTo>
                  <a:pt x="464635" y="59496"/>
                  <a:pt x="465237" y="56927"/>
                  <a:pt x="466442" y="54747"/>
                </a:cubicBezTo>
                <a:cubicBezTo>
                  <a:pt x="467647" y="52565"/>
                  <a:pt x="469376" y="50754"/>
                  <a:pt x="471630" y="49314"/>
                </a:cubicBezTo>
                <a:cubicBezTo>
                  <a:pt x="473884" y="47873"/>
                  <a:pt x="476644" y="46793"/>
                  <a:pt x="479908" y="46072"/>
                </a:cubicBezTo>
                <a:cubicBezTo>
                  <a:pt x="483173" y="45352"/>
                  <a:pt x="486845" y="44992"/>
                  <a:pt x="490926" y="44992"/>
                </a:cubicBezTo>
                <a:lnTo>
                  <a:pt x="498155" y="44992"/>
                </a:lnTo>
                <a:lnTo>
                  <a:pt x="498155" y="40932"/>
                </a:lnTo>
                <a:cubicBezTo>
                  <a:pt x="498155" y="38922"/>
                  <a:pt x="497941" y="37143"/>
                  <a:pt x="497513" y="35597"/>
                </a:cubicBezTo>
                <a:cubicBezTo>
                  <a:pt x="497086" y="34050"/>
                  <a:pt x="496396" y="32764"/>
                  <a:pt x="495444" y="31740"/>
                </a:cubicBezTo>
                <a:cubicBezTo>
                  <a:pt x="494492" y="30715"/>
                  <a:pt x="493258" y="29942"/>
                  <a:pt x="491742" y="29420"/>
                </a:cubicBezTo>
                <a:cubicBezTo>
                  <a:pt x="490226" y="28898"/>
                  <a:pt x="488361" y="28637"/>
                  <a:pt x="486146" y="28637"/>
                </a:cubicBezTo>
                <a:cubicBezTo>
                  <a:pt x="483775" y="28637"/>
                  <a:pt x="481647" y="28915"/>
                  <a:pt x="479762" y="29471"/>
                </a:cubicBezTo>
                <a:cubicBezTo>
                  <a:pt x="477878" y="30028"/>
                  <a:pt x="476226" y="30642"/>
                  <a:pt x="474807" y="31314"/>
                </a:cubicBezTo>
                <a:cubicBezTo>
                  <a:pt x="473389" y="31986"/>
                  <a:pt x="472203" y="32600"/>
                  <a:pt x="471251" y="33156"/>
                </a:cubicBezTo>
                <a:cubicBezTo>
                  <a:pt x="470299" y="33713"/>
                  <a:pt x="469590" y="33991"/>
                  <a:pt x="469123" y="33991"/>
                </a:cubicBezTo>
                <a:cubicBezTo>
                  <a:pt x="468813" y="33991"/>
                  <a:pt x="468541" y="33914"/>
                  <a:pt x="468307" y="33758"/>
                </a:cubicBezTo>
                <a:cubicBezTo>
                  <a:pt x="468074" y="33603"/>
                  <a:pt x="467870" y="33370"/>
                  <a:pt x="467695" y="33060"/>
                </a:cubicBezTo>
                <a:cubicBezTo>
                  <a:pt x="467520" y="32750"/>
                  <a:pt x="467394" y="32352"/>
                  <a:pt x="467316" y="31867"/>
                </a:cubicBezTo>
                <a:cubicBezTo>
                  <a:pt x="467239" y="31382"/>
                  <a:pt x="467200" y="30848"/>
                  <a:pt x="467200" y="30266"/>
                </a:cubicBezTo>
                <a:cubicBezTo>
                  <a:pt x="467200" y="29296"/>
                  <a:pt x="467268" y="28530"/>
                  <a:pt x="467404" y="27967"/>
                </a:cubicBezTo>
                <a:cubicBezTo>
                  <a:pt x="467540" y="27405"/>
                  <a:pt x="467870" y="26871"/>
                  <a:pt x="468395" y="26367"/>
                </a:cubicBezTo>
                <a:cubicBezTo>
                  <a:pt x="468919" y="25862"/>
                  <a:pt x="469823" y="25275"/>
                  <a:pt x="471106" y="24604"/>
                </a:cubicBezTo>
                <a:cubicBezTo>
                  <a:pt x="472388" y="23932"/>
                  <a:pt x="473865" y="23319"/>
                  <a:pt x="475536" y="22763"/>
                </a:cubicBezTo>
                <a:cubicBezTo>
                  <a:pt x="477207" y="22208"/>
                  <a:pt x="479034" y="21748"/>
                  <a:pt x="481016" y="21385"/>
                </a:cubicBezTo>
                <a:cubicBezTo>
                  <a:pt x="482998" y="21020"/>
                  <a:pt x="484999" y="20837"/>
                  <a:pt x="487020" y="20837"/>
                </a:cubicBezTo>
                <a:cubicBezTo>
                  <a:pt x="490790" y="20837"/>
                  <a:pt x="493996" y="21264"/>
                  <a:pt x="496639" y="22118"/>
                </a:cubicBezTo>
                <a:cubicBezTo>
                  <a:pt x="499282" y="22971"/>
                  <a:pt x="501419" y="24223"/>
                  <a:pt x="503052" y="25872"/>
                </a:cubicBezTo>
                <a:cubicBezTo>
                  <a:pt x="504684" y="27521"/>
                  <a:pt x="505869" y="29568"/>
                  <a:pt x="506608" y="32012"/>
                </a:cubicBezTo>
                <a:cubicBezTo>
                  <a:pt x="507346" y="34457"/>
                  <a:pt x="507715" y="37309"/>
                  <a:pt x="507715" y="40568"/>
                </a:cubicBezTo>
                <a:lnTo>
                  <a:pt x="507715" y="75898"/>
                </a:lnTo>
                <a:moveTo>
                  <a:pt x="498155" y="51918"/>
                </a:moveTo>
                <a:lnTo>
                  <a:pt x="489935" y="51918"/>
                </a:lnTo>
                <a:cubicBezTo>
                  <a:pt x="487292" y="51918"/>
                  <a:pt x="484999" y="52143"/>
                  <a:pt x="483056" y="52593"/>
                </a:cubicBezTo>
                <a:cubicBezTo>
                  <a:pt x="481113" y="53042"/>
                  <a:pt x="479500" y="53705"/>
                  <a:pt x="478218" y="54583"/>
                </a:cubicBezTo>
                <a:cubicBezTo>
                  <a:pt x="476935" y="55461"/>
                  <a:pt x="475993" y="56515"/>
                  <a:pt x="475390" y="57746"/>
                </a:cubicBezTo>
                <a:cubicBezTo>
                  <a:pt x="474788" y="58975"/>
                  <a:pt x="474487" y="60391"/>
                  <a:pt x="474487" y="61991"/>
                </a:cubicBezTo>
                <a:cubicBezTo>
                  <a:pt x="474487" y="64724"/>
                  <a:pt x="475351" y="66901"/>
                  <a:pt x="477081" y="68521"/>
                </a:cubicBezTo>
                <a:cubicBezTo>
                  <a:pt x="478810" y="70141"/>
                  <a:pt x="481230" y="70951"/>
                  <a:pt x="484339" y="70951"/>
                </a:cubicBezTo>
                <a:cubicBezTo>
                  <a:pt x="486865" y="70951"/>
                  <a:pt x="489206" y="70307"/>
                  <a:pt x="491363" y="69019"/>
                </a:cubicBezTo>
                <a:cubicBezTo>
                  <a:pt x="493520" y="67730"/>
                  <a:pt x="495784" y="65759"/>
                  <a:pt x="498155" y="63104"/>
                </a:cubicBezTo>
                <a:lnTo>
                  <a:pt x="498155" y="51918"/>
                </a:lnTo>
                <a:close/>
                <a:moveTo>
                  <a:pt x="551861" y="72057"/>
                </a:moveTo>
                <a:cubicBezTo>
                  <a:pt x="551861" y="73182"/>
                  <a:pt x="551783" y="74075"/>
                  <a:pt x="551628" y="74734"/>
                </a:cubicBezTo>
                <a:cubicBezTo>
                  <a:pt x="551472" y="75394"/>
                  <a:pt x="551239" y="75879"/>
                  <a:pt x="550928" y="76189"/>
                </a:cubicBezTo>
                <a:cubicBezTo>
                  <a:pt x="550617" y="76500"/>
                  <a:pt x="550151" y="76791"/>
                  <a:pt x="549529" y="77062"/>
                </a:cubicBezTo>
                <a:cubicBezTo>
                  <a:pt x="548907" y="77334"/>
                  <a:pt x="548198" y="77557"/>
                  <a:pt x="547401" y="77732"/>
                </a:cubicBezTo>
                <a:cubicBezTo>
                  <a:pt x="546605" y="77906"/>
                  <a:pt x="545759" y="78052"/>
                  <a:pt x="544866" y="78168"/>
                </a:cubicBezTo>
                <a:cubicBezTo>
                  <a:pt x="543972" y="78285"/>
                  <a:pt x="543078" y="78343"/>
                  <a:pt x="542184" y="78343"/>
                </a:cubicBezTo>
                <a:cubicBezTo>
                  <a:pt x="539463" y="78343"/>
                  <a:pt x="537132" y="77983"/>
                  <a:pt x="535188" y="77264"/>
                </a:cubicBezTo>
                <a:cubicBezTo>
                  <a:pt x="533245" y="76544"/>
                  <a:pt x="531652" y="75455"/>
                  <a:pt x="530408" y="73996"/>
                </a:cubicBezTo>
                <a:cubicBezTo>
                  <a:pt x="529165" y="72537"/>
                  <a:pt x="528261" y="70690"/>
                  <a:pt x="527697" y="68454"/>
                </a:cubicBezTo>
                <a:cubicBezTo>
                  <a:pt x="527134" y="66218"/>
                  <a:pt x="526852" y="63583"/>
                  <a:pt x="526852" y="60549"/>
                </a:cubicBezTo>
                <a:lnTo>
                  <a:pt x="526852" y="29859"/>
                </a:lnTo>
                <a:lnTo>
                  <a:pt x="519507" y="29859"/>
                </a:lnTo>
                <a:cubicBezTo>
                  <a:pt x="518924" y="29859"/>
                  <a:pt x="518458" y="29548"/>
                  <a:pt x="518108" y="28928"/>
                </a:cubicBezTo>
                <a:cubicBezTo>
                  <a:pt x="517758" y="28307"/>
                  <a:pt x="517583" y="27298"/>
                  <a:pt x="517583" y="25901"/>
                </a:cubicBezTo>
                <a:cubicBezTo>
                  <a:pt x="517583" y="25164"/>
                  <a:pt x="517632" y="24543"/>
                  <a:pt x="517729" y="24038"/>
                </a:cubicBezTo>
                <a:cubicBezTo>
                  <a:pt x="517826" y="23534"/>
                  <a:pt x="517952" y="23117"/>
                  <a:pt x="518108" y="22787"/>
                </a:cubicBezTo>
                <a:cubicBezTo>
                  <a:pt x="518263" y="22457"/>
                  <a:pt x="518467" y="22224"/>
                  <a:pt x="518720" y="22089"/>
                </a:cubicBezTo>
                <a:cubicBezTo>
                  <a:pt x="518973" y="21953"/>
                  <a:pt x="519254" y="21885"/>
                  <a:pt x="519565" y="21885"/>
                </a:cubicBezTo>
                <a:lnTo>
                  <a:pt x="526852" y="21885"/>
                </a:lnTo>
                <a:lnTo>
                  <a:pt x="526852" y="9429"/>
                </a:lnTo>
                <a:cubicBezTo>
                  <a:pt x="526852" y="9157"/>
                  <a:pt x="526920" y="8905"/>
                  <a:pt x="527056" y="8672"/>
                </a:cubicBezTo>
                <a:cubicBezTo>
                  <a:pt x="527192" y="8440"/>
                  <a:pt x="527445" y="8236"/>
                  <a:pt x="527814" y="8061"/>
                </a:cubicBezTo>
                <a:cubicBezTo>
                  <a:pt x="528183" y="7887"/>
                  <a:pt x="528679" y="7761"/>
                  <a:pt x="529301" y="7683"/>
                </a:cubicBezTo>
                <a:cubicBezTo>
                  <a:pt x="529922" y="7605"/>
                  <a:pt x="530700" y="7567"/>
                  <a:pt x="531632" y="7567"/>
                </a:cubicBezTo>
                <a:cubicBezTo>
                  <a:pt x="532604" y="7567"/>
                  <a:pt x="533401" y="7605"/>
                  <a:pt x="534023" y="7683"/>
                </a:cubicBezTo>
                <a:cubicBezTo>
                  <a:pt x="534644" y="7761"/>
                  <a:pt x="535130" y="7887"/>
                  <a:pt x="535480" y="8061"/>
                </a:cubicBezTo>
                <a:cubicBezTo>
                  <a:pt x="535830" y="8236"/>
                  <a:pt x="536082" y="8440"/>
                  <a:pt x="536238" y="8672"/>
                </a:cubicBezTo>
                <a:cubicBezTo>
                  <a:pt x="536393" y="8905"/>
                  <a:pt x="536471" y="9157"/>
                  <a:pt x="536471" y="9429"/>
                </a:cubicBezTo>
                <a:lnTo>
                  <a:pt x="536471" y="21885"/>
                </a:lnTo>
                <a:lnTo>
                  <a:pt x="549937" y="21885"/>
                </a:lnTo>
                <a:cubicBezTo>
                  <a:pt x="550248" y="21885"/>
                  <a:pt x="550520" y="21953"/>
                  <a:pt x="550753" y="22089"/>
                </a:cubicBezTo>
                <a:cubicBezTo>
                  <a:pt x="550987" y="22224"/>
                  <a:pt x="551191" y="22457"/>
                  <a:pt x="551365" y="22787"/>
                </a:cubicBezTo>
                <a:cubicBezTo>
                  <a:pt x="551540" y="23117"/>
                  <a:pt x="551667" y="23534"/>
                  <a:pt x="551744" y="24038"/>
                </a:cubicBezTo>
                <a:cubicBezTo>
                  <a:pt x="551822" y="24543"/>
                  <a:pt x="551861" y="25164"/>
                  <a:pt x="551861" y="25901"/>
                </a:cubicBezTo>
                <a:cubicBezTo>
                  <a:pt x="551861" y="27298"/>
                  <a:pt x="551686" y="28307"/>
                  <a:pt x="551336" y="28928"/>
                </a:cubicBezTo>
                <a:cubicBezTo>
                  <a:pt x="550987" y="29548"/>
                  <a:pt x="550520" y="29859"/>
                  <a:pt x="549937" y="29859"/>
                </a:cubicBezTo>
                <a:lnTo>
                  <a:pt x="536471" y="29859"/>
                </a:lnTo>
                <a:lnTo>
                  <a:pt x="536471" y="59163"/>
                </a:lnTo>
                <a:cubicBezTo>
                  <a:pt x="536471" y="62781"/>
                  <a:pt x="537005" y="65515"/>
                  <a:pt x="538074" y="67364"/>
                </a:cubicBezTo>
                <a:cubicBezTo>
                  <a:pt x="539143" y="69212"/>
                  <a:pt x="541057" y="70136"/>
                  <a:pt x="543816" y="70136"/>
                </a:cubicBezTo>
                <a:cubicBezTo>
                  <a:pt x="544710" y="70136"/>
                  <a:pt x="545507" y="70049"/>
                  <a:pt x="546206" y="69874"/>
                </a:cubicBezTo>
                <a:cubicBezTo>
                  <a:pt x="546906" y="69700"/>
                  <a:pt x="547528" y="69515"/>
                  <a:pt x="548072" y="69321"/>
                </a:cubicBezTo>
                <a:cubicBezTo>
                  <a:pt x="548616" y="69127"/>
                  <a:pt x="549082" y="68943"/>
                  <a:pt x="549471" y="68768"/>
                </a:cubicBezTo>
                <a:cubicBezTo>
                  <a:pt x="549860" y="68594"/>
                  <a:pt x="550209" y="68506"/>
                  <a:pt x="550520" y="68506"/>
                </a:cubicBezTo>
                <a:cubicBezTo>
                  <a:pt x="550715" y="68506"/>
                  <a:pt x="550899" y="68555"/>
                  <a:pt x="551074" y="68652"/>
                </a:cubicBezTo>
                <a:cubicBezTo>
                  <a:pt x="551249" y="68749"/>
                  <a:pt x="551385" y="68933"/>
                  <a:pt x="551482" y="69205"/>
                </a:cubicBezTo>
                <a:cubicBezTo>
                  <a:pt x="551579" y="69477"/>
                  <a:pt x="551667" y="69845"/>
                  <a:pt x="551744" y="70311"/>
                </a:cubicBezTo>
                <a:cubicBezTo>
                  <a:pt x="551822" y="70776"/>
                  <a:pt x="551861" y="71358"/>
                  <a:pt x="551861" y="72057"/>
                </a:cubicBezTo>
                <a:close/>
                <a:moveTo>
                  <a:pt x="609317" y="75840"/>
                </a:moveTo>
                <a:cubicBezTo>
                  <a:pt x="609317" y="76151"/>
                  <a:pt x="609249" y="76413"/>
                  <a:pt x="609113" y="76626"/>
                </a:cubicBezTo>
                <a:cubicBezTo>
                  <a:pt x="608977" y="76839"/>
                  <a:pt x="608734" y="77024"/>
                  <a:pt x="608384" y="77179"/>
                </a:cubicBezTo>
                <a:cubicBezTo>
                  <a:pt x="608034" y="77334"/>
                  <a:pt x="607578" y="77451"/>
                  <a:pt x="607014" y="77528"/>
                </a:cubicBezTo>
                <a:cubicBezTo>
                  <a:pt x="606451" y="77606"/>
                  <a:pt x="605761" y="77645"/>
                  <a:pt x="604945" y="77645"/>
                </a:cubicBezTo>
                <a:cubicBezTo>
                  <a:pt x="604051" y="77645"/>
                  <a:pt x="603322" y="77606"/>
                  <a:pt x="602759" y="77528"/>
                </a:cubicBezTo>
                <a:cubicBezTo>
                  <a:pt x="602195" y="77451"/>
                  <a:pt x="601748" y="77334"/>
                  <a:pt x="601418" y="77179"/>
                </a:cubicBezTo>
                <a:cubicBezTo>
                  <a:pt x="601088" y="77024"/>
                  <a:pt x="600864" y="76839"/>
                  <a:pt x="600748" y="76626"/>
                </a:cubicBezTo>
                <a:cubicBezTo>
                  <a:pt x="600631" y="76413"/>
                  <a:pt x="600573" y="76151"/>
                  <a:pt x="600573" y="75840"/>
                </a:cubicBezTo>
                <a:lnTo>
                  <a:pt x="600573" y="68914"/>
                </a:lnTo>
                <a:cubicBezTo>
                  <a:pt x="597580" y="72233"/>
                  <a:pt x="594626" y="74654"/>
                  <a:pt x="591712" y="76177"/>
                </a:cubicBezTo>
                <a:cubicBezTo>
                  <a:pt x="588797" y="77698"/>
                  <a:pt x="585843" y="78459"/>
                  <a:pt x="582851" y="78459"/>
                </a:cubicBezTo>
                <a:cubicBezTo>
                  <a:pt x="579353" y="78459"/>
                  <a:pt x="576409" y="77877"/>
                  <a:pt x="574019" y="76711"/>
                </a:cubicBezTo>
                <a:cubicBezTo>
                  <a:pt x="571629" y="75546"/>
                  <a:pt x="569695" y="73964"/>
                  <a:pt x="568219" y="71964"/>
                </a:cubicBezTo>
                <a:cubicBezTo>
                  <a:pt x="566742" y="69963"/>
                  <a:pt x="565683" y="67633"/>
                  <a:pt x="565041" y="64972"/>
                </a:cubicBezTo>
                <a:cubicBezTo>
                  <a:pt x="564400" y="62311"/>
                  <a:pt x="564080" y="59077"/>
                  <a:pt x="564080" y="55270"/>
                </a:cubicBezTo>
                <a:lnTo>
                  <a:pt x="564080" y="23458"/>
                </a:lnTo>
                <a:cubicBezTo>
                  <a:pt x="564080" y="23148"/>
                  <a:pt x="564148" y="22886"/>
                  <a:pt x="564284" y="22672"/>
                </a:cubicBezTo>
                <a:cubicBezTo>
                  <a:pt x="564420" y="22458"/>
                  <a:pt x="564682" y="22263"/>
                  <a:pt x="565071" y="22089"/>
                </a:cubicBezTo>
                <a:cubicBezTo>
                  <a:pt x="565459" y="21914"/>
                  <a:pt x="565964" y="21798"/>
                  <a:pt x="566586" y="21739"/>
                </a:cubicBezTo>
                <a:cubicBezTo>
                  <a:pt x="567208" y="21681"/>
                  <a:pt x="567985" y="21652"/>
                  <a:pt x="568918" y="21652"/>
                </a:cubicBezTo>
                <a:cubicBezTo>
                  <a:pt x="569851" y="21652"/>
                  <a:pt x="570628" y="21681"/>
                  <a:pt x="571250" y="21739"/>
                </a:cubicBezTo>
                <a:cubicBezTo>
                  <a:pt x="571872" y="21798"/>
                  <a:pt x="572367" y="21914"/>
                  <a:pt x="572736" y="22089"/>
                </a:cubicBezTo>
                <a:cubicBezTo>
                  <a:pt x="573106" y="22263"/>
                  <a:pt x="573368" y="22458"/>
                  <a:pt x="573523" y="22672"/>
                </a:cubicBezTo>
                <a:cubicBezTo>
                  <a:pt x="573679" y="22886"/>
                  <a:pt x="573757" y="23148"/>
                  <a:pt x="573757" y="23458"/>
                </a:cubicBezTo>
                <a:lnTo>
                  <a:pt x="573757" y="53994"/>
                </a:lnTo>
                <a:cubicBezTo>
                  <a:pt x="573757" y="57063"/>
                  <a:pt x="573980" y="59520"/>
                  <a:pt x="574427" y="61366"/>
                </a:cubicBezTo>
                <a:cubicBezTo>
                  <a:pt x="574874" y="63211"/>
                  <a:pt x="575554" y="64785"/>
                  <a:pt x="576467" y="66087"/>
                </a:cubicBezTo>
                <a:cubicBezTo>
                  <a:pt x="577381" y="67388"/>
                  <a:pt x="578537" y="68399"/>
                  <a:pt x="579936" y="69118"/>
                </a:cubicBezTo>
                <a:cubicBezTo>
                  <a:pt x="581335" y="69835"/>
                  <a:pt x="582967" y="70194"/>
                  <a:pt x="584833" y="70194"/>
                </a:cubicBezTo>
                <a:cubicBezTo>
                  <a:pt x="587242" y="70194"/>
                  <a:pt x="589642" y="69336"/>
                  <a:pt x="592032" y="67619"/>
                </a:cubicBezTo>
                <a:cubicBezTo>
                  <a:pt x="594422" y="65902"/>
                  <a:pt x="596958" y="63384"/>
                  <a:pt x="599640" y="60067"/>
                </a:cubicBezTo>
                <a:lnTo>
                  <a:pt x="599640" y="23456"/>
                </a:lnTo>
                <a:cubicBezTo>
                  <a:pt x="599640" y="23146"/>
                  <a:pt x="599708" y="22884"/>
                  <a:pt x="599844" y="22671"/>
                </a:cubicBezTo>
                <a:cubicBezTo>
                  <a:pt x="599980" y="22457"/>
                  <a:pt x="600242" y="22263"/>
                  <a:pt x="600631" y="22089"/>
                </a:cubicBezTo>
                <a:cubicBezTo>
                  <a:pt x="601020" y="21914"/>
                  <a:pt x="601515" y="21798"/>
                  <a:pt x="602117" y="21739"/>
                </a:cubicBezTo>
                <a:cubicBezTo>
                  <a:pt x="602720" y="21681"/>
                  <a:pt x="603507" y="21652"/>
                  <a:pt x="604478" y="21652"/>
                </a:cubicBezTo>
                <a:cubicBezTo>
                  <a:pt x="605411" y="21652"/>
                  <a:pt x="606188" y="21681"/>
                  <a:pt x="606810" y="21739"/>
                </a:cubicBezTo>
                <a:cubicBezTo>
                  <a:pt x="607432" y="21798"/>
                  <a:pt x="607918" y="21914"/>
                  <a:pt x="608268" y="22089"/>
                </a:cubicBezTo>
                <a:cubicBezTo>
                  <a:pt x="608617" y="22263"/>
                  <a:pt x="608880" y="22457"/>
                  <a:pt x="609055" y="22671"/>
                </a:cubicBezTo>
                <a:cubicBezTo>
                  <a:pt x="609230" y="22884"/>
                  <a:pt x="609317" y="23146"/>
                  <a:pt x="609317" y="23456"/>
                </a:cubicBezTo>
                <a:lnTo>
                  <a:pt x="609317" y="75840"/>
                </a:lnTo>
                <a:close/>
                <a:moveTo>
                  <a:pt x="658108" y="26890"/>
                </a:moveTo>
                <a:cubicBezTo>
                  <a:pt x="658108" y="27744"/>
                  <a:pt x="658088" y="28462"/>
                  <a:pt x="658049" y="29044"/>
                </a:cubicBezTo>
                <a:cubicBezTo>
                  <a:pt x="658010" y="29626"/>
                  <a:pt x="657933" y="30082"/>
                  <a:pt x="657816" y="30412"/>
                </a:cubicBezTo>
                <a:cubicBezTo>
                  <a:pt x="657699" y="30742"/>
                  <a:pt x="657554" y="30994"/>
                  <a:pt x="657379" y="31168"/>
                </a:cubicBezTo>
                <a:cubicBezTo>
                  <a:pt x="657204" y="31343"/>
                  <a:pt x="656961" y="31430"/>
                  <a:pt x="656650" y="31430"/>
                </a:cubicBezTo>
                <a:cubicBezTo>
                  <a:pt x="656339" y="31430"/>
                  <a:pt x="655960" y="31343"/>
                  <a:pt x="655513" y="31168"/>
                </a:cubicBezTo>
                <a:cubicBezTo>
                  <a:pt x="655066" y="30994"/>
                  <a:pt x="654561" y="30819"/>
                  <a:pt x="653998" y="30645"/>
                </a:cubicBezTo>
                <a:cubicBezTo>
                  <a:pt x="653434" y="30470"/>
                  <a:pt x="652803" y="30305"/>
                  <a:pt x="652103" y="30150"/>
                </a:cubicBezTo>
                <a:cubicBezTo>
                  <a:pt x="651404" y="29995"/>
                  <a:pt x="650646" y="29917"/>
                  <a:pt x="649830" y="29917"/>
                </a:cubicBezTo>
                <a:cubicBezTo>
                  <a:pt x="648858" y="29917"/>
                  <a:pt x="647906" y="30111"/>
                  <a:pt x="646973" y="30499"/>
                </a:cubicBezTo>
                <a:cubicBezTo>
                  <a:pt x="646040" y="30887"/>
                  <a:pt x="645059" y="31527"/>
                  <a:pt x="644029" y="32420"/>
                </a:cubicBezTo>
                <a:cubicBezTo>
                  <a:pt x="642999" y="33312"/>
                  <a:pt x="641921" y="34496"/>
                  <a:pt x="640794" y="35970"/>
                </a:cubicBezTo>
                <a:cubicBezTo>
                  <a:pt x="639667" y="37445"/>
                  <a:pt x="638423" y="39249"/>
                  <a:pt x="637063" y="41383"/>
                </a:cubicBezTo>
                <a:lnTo>
                  <a:pt x="637063" y="75840"/>
                </a:lnTo>
                <a:cubicBezTo>
                  <a:pt x="637063" y="76151"/>
                  <a:pt x="636985" y="76413"/>
                  <a:pt x="636830" y="76626"/>
                </a:cubicBezTo>
                <a:cubicBezTo>
                  <a:pt x="636674" y="76839"/>
                  <a:pt x="636422" y="77024"/>
                  <a:pt x="636072" y="77179"/>
                </a:cubicBezTo>
                <a:cubicBezTo>
                  <a:pt x="635722" y="77334"/>
                  <a:pt x="635236" y="77451"/>
                  <a:pt x="634614" y="77528"/>
                </a:cubicBezTo>
                <a:cubicBezTo>
                  <a:pt x="633993" y="77606"/>
                  <a:pt x="633196" y="77645"/>
                  <a:pt x="632224" y="77645"/>
                </a:cubicBezTo>
                <a:cubicBezTo>
                  <a:pt x="631292" y="77645"/>
                  <a:pt x="630514" y="77606"/>
                  <a:pt x="629893" y="77528"/>
                </a:cubicBezTo>
                <a:cubicBezTo>
                  <a:pt x="629271" y="77451"/>
                  <a:pt x="628775" y="77334"/>
                  <a:pt x="628406" y="77179"/>
                </a:cubicBezTo>
                <a:cubicBezTo>
                  <a:pt x="628037" y="77024"/>
                  <a:pt x="627784" y="76839"/>
                  <a:pt x="627648" y="76626"/>
                </a:cubicBezTo>
                <a:cubicBezTo>
                  <a:pt x="627512" y="76413"/>
                  <a:pt x="627444" y="76151"/>
                  <a:pt x="627444" y="75840"/>
                </a:cubicBezTo>
                <a:lnTo>
                  <a:pt x="627444" y="23456"/>
                </a:lnTo>
                <a:cubicBezTo>
                  <a:pt x="627444" y="23146"/>
                  <a:pt x="627502" y="22884"/>
                  <a:pt x="627619" y="22671"/>
                </a:cubicBezTo>
                <a:cubicBezTo>
                  <a:pt x="627736" y="22457"/>
                  <a:pt x="627969" y="22263"/>
                  <a:pt x="628319" y="22089"/>
                </a:cubicBezTo>
                <a:cubicBezTo>
                  <a:pt x="628668" y="21914"/>
                  <a:pt x="629115" y="21798"/>
                  <a:pt x="629659" y="21739"/>
                </a:cubicBezTo>
                <a:cubicBezTo>
                  <a:pt x="630203" y="21681"/>
                  <a:pt x="630922" y="21652"/>
                  <a:pt x="631816" y="21652"/>
                </a:cubicBezTo>
                <a:cubicBezTo>
                  <a:pt x="632671" y="21652"/>
                  <a:pt x="633381" y="21681"/>
                  <a:pt x="633944" y="21739"/>
                </a:cubicBezTo>
                <a:cubicBezTo>
                  <a:pt x="634508" y="21798"/>
                  <a:pt x="634945" y="21914"/>
                  <a:pt x="635256" y="22089"/>
                </a:cubicBezTo>
                <a:cubicBezTo>
                  <a:pt x="635567" y="22263"/>
                  <a:pt x="635790" y="22457"/>
                  <a:pt x="635926" y="22671"/>
                </a:cubicBezTo>
                <a:cubicBezTo>
                  <a:pt x="636062" y="22884"/>
                  <a:pt x="636130" y="23146"/>
                  <a:pt x="636130" y="23456"/>
                </a:cubicBezTo>
                <a:lnTo>
                  <a:pt x="636130" y="31081"/>
                </a:lnTo>
                <a:cubicBezTo>
                  <a:pt x="637568" y="28986"/>
                  <a:pt x="638919" y="27278"/>
                  <a:pt x="640182" y="25959"/>
                </a:cubicBezTo>
                <a:cubicBezTo>
                  <a:pt x="641445" y="24640"/>
                  <a:pt x="642640" y="23602"/>
                  <a:pt x="643767" y="22845"/>
                </a:cubicBezTo>
                <a:cubicBezTo>
                  <a:pt x="644894" y="22089"/>
                  <a:pt x="646011" y="21565"/>
                  <a:pt x="647119" y="21274"/>
                </a:cubicBezTo>
                <a:cubicBezTo>
                  <a:pt x="648226" y="20983"/>
                  <a:pt x="649344" y="20837"/>
                  <a:pt x="650471" y="20837"/>
                </a:cubicBezTo>
                <a:cubicBezTo>
                  <a:pt x="650976" y="20837"/>
                  <a:pt x="651549" y="20866"/>
                  <a:pt x="652191" y="20924"/>
                </a:cubicBezTo>
                <a:cubicBezTo>
                  <a:pt x="652832" y="20983"/>
                  <a:pt x="653502" y="21089"/>
                  <a:pt x="654202" y="21245"/>
                </a:cubicBezTo>
                <a:cubicBezTo>
                  <a:pt x="654901" y="21400"/>
                  <a:pt x="655533" y="21574"/>
                  <a:pt x="656096" y="21768"/>
                </a:cubicBezTo>
                <a:cubicBezTo>
                  <a:pt x="656660" y="21962"/>
                  <a:pt x="657058" y="22156"/>
                  <a:pt x="657291" y="22350"/>
                </a:cubicBezTo>
                <a:cubicBezTo>
                  <a:pt x="657525" y="22544"/>
                  <a:pt x="657680" y="22729"/>
                  <a:pt x="657758" y="22903"/>
                </a:cubicBezTo>
                <a:cubicBezTo>
                  <a:pt x="657836" y="23078"/>
                  <a:pt x="657904" y="23301"/>
                  <a:pt x="657962" y="23573"/>
                </a:cubicBezTo>
                <a:cubicBezTo>
                  <a:pt x="658020" y="23844"/>
                  <a:pt x="658059" y="24242"/>
                  <a:pt x="658078" y="24766"/>
                </a:cubicBezTo>
                <a:cubicBezTo>
                  <a:pt x="658098" y="25290"/>
                  <a:pt x="658108" y="25998"/>
                  <a:pt x="658108" y="26890"/>
                </a:cubicBezTo>
                <a:close/>
                <a:moveTo>
                  <a:pt x="713679" y="47378"/>
                </a:moveTo>
                <a:cubicBezTo>
                  <a:pt x="713679" y="48892"/>
                  <a:pt x="713300" y="49968"/>
                  <a:pt x="712542" y="50609"/>
                </a:cubicBezTo>
                <a:cubicBezTo>
                  <a:pt x="711785" y="51249"/>
                  <a:pt x="710920" y="51569"/>
                  <a:pt x="709948" y="51569"/>
                </a:cubicBezTo>
                <a:lnTo>
                  <a:pt x="675554" y="51569"/>
                </a:lnTo>
                <a:cubicBezTo>
                  <a:pt x="675554" y="54488"/>
                  <a:pt x="675845" y="57115"/>
                  <a:pt x="676428" y="59450"/>
                </a:cubicBezTo>
                <a:cubicBezTo>
                  <a:pt x="677011" y="61786"/>
                  <a:pt x="677983" y="63790"/>
                  <a:pt x="679343" y="65463"/>
                </a:cubicBezTo>
                <a:cubicBezTo>
                  <a:pt x="680703" y="67137"/>
                  <a:pt x="682472" y="68422"/>
                  <a:pt x="684648" y="69318"/>
                </a:cubicBezTo>
                <a:cubicBezTo>
                  <a:pt x="686824" y="70213"/>
                  <a:pt x="689486" y="70660"/>
                  <a:pt x="692634" y="70660"/>
                </a:cubicBezTo>
                <a:cubicBezTo>
                  <a:pt x="695122" y="70660"/>
                  <a:pt x="697337" y="70456"/>
                  <a:pt x="699280" y="70049"/>
                </a:cubicBezTo>
                <a:cubicBezTo>
                  <a:pt x="701223" y="69641"/>
                  <a:pt x="702904" y="69185"/>
                  <a:pt x="704323" y="68681"/>
                </a:cubicBezTo>
                <a:cubicBezTo>
                  <a:pt x="705741" y="68177"/>
                  <a:pt x="706907" y="67721"/>
                  <a:pt x="707820" y="67313"/>
                </a:cubicBezTo>
                <a:cubicBezTo>
                  <a:pt x="708734" y="66906"/>
                  <a:pt x="709424" y="66702"/>
                  <a:pt x="709890" y="66702"/>
                </a:cubicBezTo>
                <a:cubicBezTo>
                  <a:pt x="710162" y="66702"/>
                  <a:pt x="710405" y="66770"/>
                  <a:pt x="710619" y="66906"/>
                </a:cubicBezTo>
                <a:cubicBezTo>
                  <a:pt x="710832" y="67042"/>
                  <a:pt x="710998" y="67245"/>
                  <a:pt x="711114" y="67517"/>
                </a:cubicBezTo>
                <a:cubicBezTo>
                  <a:pt x="711231" y="67789"/>
                  <a:pt x="711318" y="68167"/>
                  <a:pt x="711376" y="68652"/>
                </a:cubicBezTo>
                <a:cubicBezTo>
                  <a:pt x="711435" y="69137"/>
                  <a:pt x="711464" y="69729"/>
                  <a:pt x="711464" y="70427"/>
                </a:cubicBezTo>
                <a:cubicBezTo>
                  <a:pt x="711464" y="70932"/>
                  <a:pt x="711444" y="71368"/>
                  <a:pt x="711406" y="71737"/>
                </a:cubicBezTo>
                <a:cubicBezTo>
                  <a:pt x="711367" y="72105"/>
                  <a:pt x="711318" y="72435"/>
                  <a:pt x="711260" y="72726"/>
                </a:cubicBezTo>
                <a:cubicBezTo>
                  <a:pt x="711202" y="73017"/>
                  <a:pt x="711104" y="73279"/>
                  <a:pt x="710968" y="73512"/>
                </a:cubicBezTo>
                <a:cubicBezTo>
                  <a:pt x="710832" y="73745"/>
                  <a:pt x="710657" y="73968"/>
                  <a:pt x="710444" y="74181"/>
                </a:cubicBezTo>
                <a:cubicBezTo>
                  <a:pt x="710230" y="74395"/>
                  <a:pt x="709598" y="74744"/>
                  <a:pt x="708549" y="75229"/>
                </a:cubicBezTo>
                <a:cubicBezTo>
                  <a:pt x="707500" y="75714"/>
                  <a:pt x="706140" y="76189"/>
                  <a:pt x="704468" y="76655"/>
                </a:cubicBezTo>
                <a:cubicBezTo>
                  <a:pt x="702797" y="77121"/>
                  <a:pt x="700864" y="77538"/>
                  <a:pt x="698668" y="77906"/>
                </a:cubicBezTo>
                <a:cubicBezTo>
                  <a:pt x="696472" y="78275"/>
                  <a:pt x="694131" y="78459"/>
                  <a:pt x="691643" y="78459"/>
                </a:cubicBezTo>
                <a:cubicBezTo>
                  <a:pt x="687330" y="78459"/>
                  <a:pt x="683550" y="77857"/>
                  <a:pt x="680305" y="76653"/>
                </a:cubicBezTo>
                <a:cubicBezTo>
                  <a:pt x="677060" y="75449"/>
                  <a:pt x="674330" y="73662"/>
                  <a:pt x="672114" y="71293"/>
                </a:cubicBezTo>
                <a:cubicBezTo>
                  <a:pt x="669899" y="68924"/>
                  <a:pt x="668228" y="65952"/>
                  <a:pt x="667101" y="62379"/>
                </a:cubicBezTo>
                <a:cubicBezTo>
                  <a:pt x="665974" y="58805"/>
                  <a:pt x="665410" y="54649"/>
                  <a:pt x="665410" y="49910"/>
                </a:cubicBezTo>
                <a:cubicBezTo>
                  <a:pt x="665410" y="45404"/>
                  <a:pt x="665993" y="41355"/>
                  <a:pt x="667159" y="37762"/>
                </a:cubicBezTo>
                <a:cubicBezTo>
                  <a:pt x="668325" y="34169"/>
                  <a:pt x="670006" y="31120"/>
                  <a:pt x="672202" y="28615"/>
                </a:cubicBezTo>
                <a:cubicBezTo>
                  <a:pt x="674398" y="26109"/>
                  <a:pt x="677050" y="24187"/>
                  <a:pt x="680159" y="22847"/>
                </a:cubicBezTo>
                <a:cubicBezTo>
                  <a:pt x="683268" y="21507"/>
                  <a:pt x="686747" y="20837"/>
                  <a:pt x="690594" y="20837"/>
                </a:cubicBezTo>
                <a:cubicBezTo>
                  <a:pt x="694714" y="20837"/>
                  <a:pt x="698221" y="21497"/>
                  <a:pt x="701116" y="22816"/>
                </a:cubicBezTo>
                <a:cubicBezTo>
                  <a:pt x="704012" y="24135"/>
                  <a:pt x="706392" y="25911"/>
                  <a:pt x="708258" y="28142"/>
                </a:cubicBezTo>
                <a:cubicBezTo>
                  <a:pt x="710123" y="30373"/>
                  <a:pt x="711493" y="32992"/>
                  <a:pt x="712367" y="35999"/>
                </a:cubicBezTo>
                <a:cubicBezTo>
                  <a:pt x="713242" y="39007"/>
                  <a:pt x="713679" y="42218"/>
                  <a:pt x="713679" y="45632"/>
                </a:cubicBezTo>
                <a:lnTo>
                  <a:pt x="713679" y="47378"/>
                </a:lnTo>
                <a:moveTo>
                  <a:pt x="704002" y="44526"/>
                </a:moveTo>
                <a:cubicBezTo>
                  <a:pt x="704119" y="39482"/>
                  <a:pt x="703001" y="35524"/>
                  <a:pt x="700650" y="32653"/>
                </a:cubicBezTo>
                <a:cubicBezTo>
                  <a:pt x="698299" y="29781"/>
                  <a:pt x="694811" y="28345"/>
                  <a:pt x="690186" y="28345"/>
                </a:cubicBezTo>
                <a:cubicBezTo>
                  <a:pt x="687815" y="28345"/>
                  <a:pt x="685736" y="28792"/>
                  <a:pt x="683948" y="29684"/>
                </a:cubicBezTo>
                <a:cubicBezTo>
                  <a:pt x="682161" y="30577"/>
                  <a:pt x="680664" y="31760"/>
                  <a:pt x="679460" y="33235"/>
                </a:cubicBezTo>
                <a:cubicBezTo>
                  <a:pt x="678255" y="34709"/>
                  <a:pt x="677322" y="36426"/>
                  <a:pt x="676661" y="38386"/>
                </a:cubicBezTo>
                <a:cubicBezTo>
                  <a:pt x="676001" y="40345"/>
                  <a:pt x="675632" y="42392"/>
                  <a:pt x="675554" y="44526"/>
                </a:cubicBezTo>
                <a:lnTo>
                  <a:pt x="704002" y="44526"/>
                </a:lnTo>
                <a:close/>
                <a:moveTo>
                  <a:pt x="761576" y="61622"/>
                </a:moveTo>
                <a:cubicBezTo>
                  <a:pt x="761576" y="64302"/>
                  <a:pt x="761081" y="66691"/>
                  <a:pt x="760089" y="68788"/>
                </a:cubicBezTo>
                <a:cubicBezTo>
                  <a:pt x="759098" y="70885"/>
                  <a:pt x="757690" y="72652"/>
                  <a:pt x="755863" y="74090"/>
                </a:cubicBezTo>
                <a:cubicBezTo>
                  <a:pt x="754036" y="75527"/>
                  <a:pt x="751860" y="76614"/>
                  <a:pt x="749334" y="77352"/>
                </a:cubicBezTo>
                <a:cubicBezTo>
                  <a:pt x="746808" y="78090"/>
                  <a:pt x="744029" y="78459"/>
                  <a:pt x="740998" y="78459"/>
                </a:cubicBezTo>
                <a:cubicBezTo>
                  <a:pt x="739132" y="78459"/>
                  <a:pt x="737354" y="78314"/>
                  <a:pt x="735664" y="78023"/>
                </a:cubicBezTo>
                <a:cubicBezTo>
                  <a:pt x="733973" y="77732"/>
                  <a:pt x="732457" y="77363"/>
                  <a:pt x="731117" y="76917"/>
                </a:cubicBezTo>
                <a:cubicBezTo>
                  <a:pt x="729776" y="76471"/>
                  <a:pt x="728639" y="76005"/>
                  <a:pt x="727706" y="75520"/>
                </a:cubicBezTo>
                <a:cubicBezTo>
                  <a:pt x="726774" y="75035"/>
                  <a:pt x="726093" y="74598"/>
                  <a:pt x="725666" y="74210"/>
                </a:cubicBezTo>
                <a:cubicBezTo>
                  <a:pt x="725238" y="73822"/>
                  <a:pt x="724928" y="73279"/>
                  <a:pt x="724733" y="72581"/>
                </a:cubicBezTo>
                <a:cubicBezTo>
                  <a:pt x="724539" y="71882"/>
                  <a:pt x="724442" y="70932"/>
                  <a:pt x="724442" y="69729"/>
                </a:cubicBezTo>
                <a:cubicBezTo>
                  <a:pt x="724442" y="68991"/>
                  <a:pt x="724481" y="68371"/>
                  <a:pt x="724558" y="67866"/>
                </a:cubicBezTo>
                <a:cubicBezTo>
                  <a:pt x="724636" y="67362"/>
                  <a:pt x="724733" y="66954"/>
                  <a:pt x="724850" y="66644"/>
                </a:cubicBezTo>
                <a:cubicBezTo>
                  <a:pt x="724966" y="66333"/>
                  <a:pt x="725132" y="66110"/>
                  <a:pt x="725345" y="65975"/>
                </a:cubicBezTo>
                <a:cubicBezTo>
                  <a:pt x="725559" y="65839"/>
                  <a:pt x="725802" y="65771"/>
                  <a:pt x="726074" y="65771"/>
                </a:cubicBezTo>
                <a:cubicBezTo>
                  <a:pt x="726502" y="65771"/>
                  <a:pt x="727133" y="66033"/>
                  <a:pt x="727969" y="66557"/>
                </a:cubicBezTo>
                <a:cubicBezTo>
                  <a:pt x="728804" y="67080"/>
                  <a:pt x="729834" y="67653"/>
                  <a:pt x="731058" y="68274"/>
                </a:cubicBezTo>
                <a:cubicBezTo>
                  <a:pt x="732282" y="68894"/>
                  <a:pt x="733730" y="69467"/>
                  <a:pt x="735401" y="69991"/>
                </a:cubicBezTo>
                <a:cubicBezTo>
                  <a:pt x="737072" y="70514"/>
                  <a:pt x="738996" y="70776"/>
                  <a:pt x="741173" y="70776"/>
                </a:cubicBezTo>
                <a:cubicBezTo>
                  <a:pt x="742805" y="70776"/>
                  <a:pt x="744282" y="70602"/>
                  <a:pt x="745603" y="70253"/>
                </a:cubicBezTo>
                <a:cubicBezTo>
                  <a:pt x="746924" y="69902"/>
                  <a:pt x="748071" y="69387"/>
                  <a:pt x="749042" y="68707"/>
                </a:cubicBezTo>
                <a:cubicBezTo>
                  <a:pt x="750014" y="68026"/>
                  <a:pt x="750762" y="67161"/>
                  <a:pt x="751287" y="66111"/>
                </a:cubicBezTo>
                <a:cubicBezTo>
                  <a:pt x="751812" y="65061"/>
                  <a:pt x="752074" y="63817"/>
                  <a:pt x="752074" y="62379"/>
                </a:cubicBezTo>
                <a:cubicBezTo>
                  <a:pt x="752074" y="60903"/>
                  <a:pt x="751695" y="59660"/>
                  <a:pt x="750937" y="58650"/>
                </a:cubicBezTo>
                <a:cubicBezTo>
                  <a:pt x="750179" y="57640"/>
                  <a:pt x="749179" y="56747"/>
                  <a:pt x="747935" y="55971"/>
                </a:cubicBezTo>
                <a:cubicBezTo>
                  <a:pt x="746691" y="55193"/>
                  <a:pt x="745292" y="54504"/>
                  <a:pt x="743738" y="53903"/>
                </a:cubicBezTo>
                <a:cubicBezTo>
                  <a:pt x="742183" y="53300"/>
                  <a:pt x="740580" y="52669"/>
                  <a:pt x="738928" y="52009"/>
                </a:cubicBezTo>
                <a:cubicBezTo>
                  <a:pt x="737276" y="51348"/>
                  <a:pt x="735664" y="50600"/>
                  <a:pt x="734090" y="49765"/>
                </a:cubicBezTo>
                <a:cubicBezTo>
                  <a:pt x="732516" y="48929"/>
                  <a:pt x="731107" y="47909"/>
                  <a:pt x="729863" y="46705"/>
                </a:cubicBezTo>
                <a:cubicBezTo>
                  <a:pt x="728620" y="45501"/>
                  <a:pt x="727619" y="44064"/>
                  <a:pt x="726861" y="42395"/>
                </a:cubicBezTo>
                <a:cubicBezTo>
                  <a:pt x="726103" y="40725"/>
                  <a:pt x="725724" y="38725"/>
                  <a:pt x="725724" y="36394"/>
                </a:cubicBezTo>
                <a:cubicBezTo>
                  <a:pt x="725724" y="34335"/>
                  <a:pt x="726123" y="32364"/>
                  <a:pt x="726919" y="30481"/>
                </a:cubicBezTo>
                <a:cubicBezTo>
                  <a:pt x="727716" y="28596"/>
                  <a:pt x="728911" y="26946"/>
                  <a:pt x="730504" y="25528"/>
                </a:cubicBezTo>
                <a:cubicBezTo>
                  <a:pt x="732098" y="24109"/>
                  <a:pt x="734090" y="22973"/>
                  <a:pt x="736480" y="22119"/>
                </a:cubicBezTo>
                <a:cubicBezTo>
                  <a:pt x="738870" y="21265"/>
                  <a:pt x="741658" y="20837"/>
                  <a:pt x="744845" y="20837"/>
                </a:cubicBezTo>
                <a:cubicBezTo>
                  <a:pt x="746244" y="20837"/>
                  <a:pt x="747643" y="20955"/>
                  <a:pt x="749042" y="21192"/>
                </a:cubicBezTo>
                <a:cubicBezTo>
                  <a:pt x="750442" y="21428"/>
                  <a:pt x="751705" y="21724"/>
                  <a:pt x="752832" y="22078"/>
                </a:cubicBezTo>
                <a:cubicBezTo>
                  <a:pt x="753959" y="22432"/>
                  <a:pt x="754921" y="22815"/>
                  <a:pt x="755717" y="23229"/>
                </a:cubicBezTo>
                <a:cubicBezTo>
                  <a:pt x="756514" y="23642"/>
                  <a:pt x="757116" y="24007"/>
                  <a:pt x="757524" y="24322"/>
                </a:cubicBezTo>
                <a:cubicBezTo>
                  <a:pt x="757933" y="24637"/>
                  <a:pt x="758205" y="24911"/>
                  <a:pt x="758341" y="25144"/>
                </a:cubicBezTo>
                <a:cubicBezTo>
                  <a:pt x="758477" y="25377"/>
                  <a:pt x="758574" y="25639"/>
                  <a:pt x="758632" y="25930"/>
                </a:cubicBezTo>
                <a:cubicBezTo>
                  <a:pt x="758690" y="26221"/>
                  <a:pt x="758749" y="26580"/>
                  <a:pt x="758807" y="27007"/>
                </a:cubicBezTo>
                <a:cubicBezTo>
                  <a:pt x="758865" y="27434"/>
                  <a:pt x="758894" y="27957"/>
                  <a:pt x="758894" y="28578"/>
                </a:cubicBezTo>
                <a:cubicBezTo>
                  <a:pt x="758894" y="29238"/>
                  <a:pt x="758865" y="29810"/>
                  <a:pt x="758807" y="30295"/>
                </a:cubicBezTo>
                <a:cubicBezTo>
                  <a:pt x="758749" y="30780"/>
                  <a:pt x="758652" y="31178"/>
                  <a:pt x="758516" y="31489"/>
                </a:cubicBezTo>
                <a:cubicBezTo>
                  <a:pt x="758379" y="31799"/>
                  <a:pt x="758214" y="32022"/>
                  <a:pt x="758020" y="32158"/>
                </a:cubicBezTo>
                <a:cubicBezTo>
                  <a:pt x="757826" y="32294"/>
                  <a:pt x="757612" y="32362"/>
                  <a:pt x="757379" y="32362"/>
                </a:cubicBezTo>
                <a:cubicBezTo>
                  <a:pt x="757029" y="32362"/>
                  <a:pt x="756524" y="32145"/>
                  <a:pt x="755863" y="31712"/>
                </a:cubicBezTo>
                <a:cubicBezTo>
                  <a:pt x="755202" y="31279"/>
                  <a:pt x="754347" y="30817"/>
                  <a:pt x="753298" y="30324"/>
                </a:cubicBezTo>
                <a:cubicBezTo>
                  <a:pt x="752249" y="29832"/>
                  <a:pt x="751015" y="29370"/>
                  <a:pt x="749596" y="28937"/>
                </a:cubicBezTo>
                <a:cubicBezTo>
                  <a:pt x="748178" y="28504"/>
                  <a:pt x="746555" y="28287"/>
                  <a:pt x="744729" y="28287"/>
                </a:cubicBezTo>
                <a:cubicBezTo>
                  <a:pt x="743096" y="28287"/>
                  <a:pt x="741658" y="28472"/>
                  <a:pt x="740415" y="28842"/>
                </a:cubicBezTo>
                <a:cubicBezTo>
                  <a:pt x="739171" y="29211"/>
                  <a:pt x="738151" y="29735"/>
                  <a:pt x="737354" y="30415"/>
                </a:cubicBezTo>
                <a:cubicBezTo>
                  <a:pt x="736558" y="31096"/>
                  <a:pt x="735955" y="31903"/>
                  <a:pt x="735547" y="32836"/>
                </a:cubicBezTo>
                <a:cubicBezTo>
                  <a:pt x="735139" y="33769"/>
                  <a:pt x="734935" y="34779"/>
                  <a:pt x="734935" y="35868"/>
                </a:cubicBezTo>
                <a:cubicBezTo>
                  <a:pt x="734935" y="37383"/>
                  <a:pt x="735324" y="38655"/>
                  <a:pt x="736101" y="39684"/>
                </a:cubicBezTo>
                <a:cubicBezTo>
                  <a:pt x="736878" y="40714"/>
                  <a:pt x="737889" y="41617"/>
                  <a:pt x="739132" y="42395"/>
                </a:cubicBezTo>
                <a:cubicBezTo>
                  <a:pt x="740376" y="43171"/>
                  <a:pt x="741794" y="43870"/>
                  <a:pt x="743388" y="44492"/>
                </a:cubicBezTo>
                <a:cubicBezTo>
                  <a:pt x="744981" y="45113"/>
                  <a:pt x="746604" y="45753"/>
                  <a:pt x="748255" y="46414"/>
                </a:cubicBezTo>
                <a:cubicBezTo>
                  <a:pt x="749907" y="47074"/>
                  <a:pt x="751539" y="47812"/>
                  <a:pt x="753152" y="48628"/>
                </a:cubicBezTo>
                <a:cubicBezTo>
                  <a:pt x="754765" y="49444"/>
                  <a:pt x="756193" y="50435"/>
                  <a:pt x="757437" y="51600"/>
                </a:cubicBezTo>
                <a:cubicBezTo>
                  <a:pt x="758681" y="52765"/>
                  <a:pt x="759681" y="54164"/>
                  <a:pt x="760439" y="55796"/>
                </a:cubicBezTo>
                <a:cubicBezTo>
                  <a:pt x="761197" y="57427"/>
                  <a:pt x="761576" y="59369"/>
                  <a:pt x="761576" y="61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89013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2026-09-05T14:21:45.6920000Z</dcterms:created>
  <dcterms:modified xsi:type="dcterms:W3CDTF">2026-09-05T14:21:45.6920000Z</dcterms:modified>
</coreProperties>
</file>