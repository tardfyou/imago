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84c75db54041a0" /><Relationship Type="http://schemas.openxmlformats.org/officeDocument/2006/relationships/extended-properties" Target="/docProps/app.xml" Id="R29d406252d444a45" /><Relationship Type="http://schemas.openxmlformats.org/officeDocument/2006/relationships/officeDocument" Target="/ppt/presentation.xml" Id="Rb88399b7a3bd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faaf282304a6d"/>
  </p:sldMasterIdLst>
  <p:notesMasterIdLst>
    <p:notesMasterId xmlns:r="http://schemas.openxmlformats.org/officeDocument/2006/relationships" r:id="Rb940055f6020407c"/>
  </p:notesMasterIdLst>
  <p:sldIdLst>
    <p:sldId xmlns:r="http://schemas.openxmlformats.org/officeDocument/2006/relationships" id="256" r:id="R86f730129f8645a2"/>
  </p:sldIdLst>
  <p:sldSz cx="6057900" cy="5000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b8c28f8cda4b04" /><Relationship Type="http://schemas.openxmlformats.org/officeDocument/2006/relationships/slideMaster" Target="/ppt/slideMasters/slideMaster1.xml" Id="R6c5faaf282304a6d" /><Relationship Type="http://schemas.openxmlformats.org/officeDocument/2006/relationships/notesMaster" Target="/ppt/notesMasters/notesMaster1.xml" Id="Rb940055f6020407c" /><Relationship Type="http://schemas.openxmlformats.org/officeDocument/2006/relationships/presProps" Target="/ppt/presProps.xml" Id="R21ab881f8bf34092" /><Relationship Type="http://schemas.openxmlformats.org/officeDocument/2006/relationships/tableStyles" Target="/ppt/tableStyles.xml" Id="Rb17d52141dd94284" /><Relationship Type="http://schemas.openxmlformats.org/officeDocument/2006/relationships/slide" Target="/ppt/slides/slide1.xml" Id="R86f730129f86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716fb0ee26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e6d6a1b944fdb" /><Relationship Type="http://schemas.openxmlformats.org/officeDocument/2006/relationships/notesMaster" Target="/ppt/notesMasters/notesMaster1.xml" Id="Rea43a19c569246e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素材ID：SE-057</ns1:t>
            </ns1:r>
          </ns1:p>
          <ns1:p>
            <ns1:r>
              <ns1:t>论文：Towards Understanding and Characterizing Vulnerabilities in Intelligent Connected Vehicles through Real-World Exploits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借鉴点：云平台、手机、IVI、T-Box、ECU和外部接口分布在相互连接的层次图中，以编号、红色标记和硬件小图标联通软硬件视图。</ns1:t>
            </ns1:r>
          </ns1:p>
          <ns1:p>
            <ns1:r>
              <ns1:t>论文URL：https://sen-chen.github.io/pdf/C61-ICSE2026-Towards%20Understanding%20and%20Characterizing%20Vulnerabilities%20in%20Intelligent%20Connected%20Vehicles%20through%20Real-World%20Exploits.pdf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634b4a7f64f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60cae455694a77" /><Relationship Type="http://schemas.openxmlformats.org/officeDocument/2006/relationships/slideLayout" Target="/ppt/slideLayouts/slideLayout1.xml" Id="R391eeed3520b42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1eeed3520b42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bdfcbf4e64587" /><Relationship Type="http://schemas.openxmlformats.org/officeDocument/2006/relationships/image" Target="/ppt/media/image.png" Id="R85641f217df749db" /><Relationship Type="http://schemas.openxmlformats.org/officeDocument/2006/relationships/image" Target="/ppt/media/image2.png" Id="R18c574902caf4a56" /><Relationship Type="http://schemas.openxmlformats.org/officeDocument/2006/relationships/image" Target="/ppt/media/image3.png" Id="R078638b199bf418d" /><Relationship Type="http://schemas.openxmlformats.org/officeDocument/2006/relationships/image" Target="/ppt/media/image4.png" Id="R84c96938b7524110" /><Relationship Type="http://schemas.openxmlformats.org/officeDocument/2006/relationships/image" Target="/ppt/media/image5.png" Id="R9d4e5e57d7fe41d3" /><Relationship Type="http://schemas.openxmlformats.org/officeDocument/2006/relationships/image" Target="/ppt/media/image6.png" Id="Rea7561cbd5a74b75" /><Relationship Type="http://schemas.openxmlformats.org/officeDocument/2006/relationships/image" Target="/ppt/media/image7.png" Id="R72f3fae5cb4a4f46" /><Relationship Type="http://schemas.openxmlformats.org/officeDocument/2006/relationships/image" Target="/ppt/media/image8.png" Id="R5a1ee56825454f15" /><Relationship Type="http://schemas.openxmlformats.org/officeDocument/2006/relationships/image" Target="/ppt/media/image9.png" Id="R6824ba96c98d4782" /><Relationship Type="http://schemas.openxmlformats.org/officeDocument/2006/relationships/image" Target="/ppt/media/image10.png" Id="Ra9572b85797841f1" /><Relationship Type="http://schemas.openxmlformats.org/officeDocument/2006/relationships/image" Target="/ppt/media/image11.png" Id="R120bdb6e619d4eab" /><Relationship Type="http://schemas.openxmlformats.org/officeDocument/2006/relationships/image" Target="/ppt/media/image12.png" Id="Rabdb60754b4c4277" /><Relationship Type="http://schemas.openxmlformats.org/officeDocument/2006/relationships/image" Target="/ppt/media/image13.png" Id="R068b791747874ba2" /><Relationship Type="http://schemas.openxmlformats.org/officeDocument/2006/relationships/image" Target="/ppt/media/image14.png" Id="R2b25b56eabac492d" /><Relationship Type="http://schemas.openxmlformats.org/officeDocument/2006/relationships/image" Target="/ppt/media/image15.png" Id="R40e727cabe584f16" /><Relationship Type="http://schemas.openxmlformats.org/officeDocument/2006/relationships/image" Target="/ppt/media/image16.png" Id="R39b7a23c642f43c2" /><Relationship Type="http://schemas.openxmlformats.org/officeDocument/2006/relationships/notesSlide" Target="/ppt/notesSlides/notesSlide1.xml" Id="R635b69ce085c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7A11B-A882-4BC7-B338-430CCE80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9" y="48217"/>
            <a:ext cx="5998121" cy="4952408"/>
          </a:xfrm>
          <a:custGeom xmlns:a="http://schemas.openxmlformats.org/drawingml/2006/main">
            <a:pathLst>
              <a:path w="5998121" h="4952408">
                <a:moveTo>
                  <a:pt x="0" y="4952408"/>
                </a:moveTo>
                <a:lnTo>
                  <a:pt x="0" y="0"/>
                </a:lnTo>
                <a:lnTo>
                  <a:pt x="5998121" y="0"/>
                </a:lnTo>
                <a:lnTo>
                  <a:pt x="5998121" y="4952408"/>
                </a:lnTo>
                <a:lnTo>
                  <a:pt x="0" y="49524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D7E84-CD6B-4816-BF14-9E66E286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450" y="2260157"/>
            <a:ext cx="1978083" cy="628954"/>
          </a:xfrm>
          <a:custGeom xmlns:a="http://schemas.openxmlformats.org/drawingml/2006/main">
            <a:pathLst>
              <a:path w="1978083" h="628954">
                <a:moveTo>
                  <a:pt x="0" y="628954"/>
                </a:moveTo>
                <a:lnTo>
                  <a:pt x="1978083" y="628954"/>
                </a:lnTo>
                <a:lnTo>
                  <a:pt x="1978083" y="0"/>
                </a:lnTo>
                <a:lnTo>
                  <a:pt x="0" y="0"/>
                </a:lnTo>
                <a:lnTo>
                  <a:pt x="0" y="628954"/>
                </a:lnTo>
                <a:close/>
                <a:moveTo>
                  <a:pt x="1966242" y="617113"/>
                </a:moveTo>
                <a:lnTo>
                  <a:pt x="11841" y="617113"/>
                </a:lnTo>
                <a:lnTo>
                  <a:pt x="11841" y="11841"/>
                </a:lnTo>
                <a:lnTo>
                  <a:pt x="1966242" y="11841"/>
                </a:lnTo>
                <a:lnTo>
                  <a:pt x="1966242" y="6171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Hardware">
            <a:extLst xmlns:a="http://schemas.openxmlformats.org/drawingml/2006/main">
              <a:ext uri="{FF2B5EF4-FFF2-40B4-BE49-F238E27FC236}">
                <a16:creationId xmlns:a16="http://schemas.microsoft.com/office/drawing/2014/main" id="{E7582C83-0839-4E7B-9F4F-0D8E7D0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051" y="2515857"/>
            <a:ext cx="645307" cy="117788"/>
          </a:xfrm>
          <a:custGeom xmlns:a="http://schemas.openxmlformats.org/drawingml/2006/main">
            <a:pathLst>
              <a:path w="645307" h="117788">
                <a:moveTo>
                  <a:pt x="31356" y="56376"/>
                </a:moveTo>
                <a:lnTo>
                  <a:pt x="82533" y="56376"/>
                </a:lnTo>
                <a:lnTo>
                  <a:pt x="82533" y="24857"/>
                </a:lnTo>
                <a:cubicBezTo>
                  <a:pt x="82533" y="19281"/>
                  <a:pt x="82181" y="15608"/>
                  <a:pt x="81476" y="13837"/>
                </a:cubicBezTo>
                <a:cubicBezTo>
                  <a:pt x="80935" y="12497"/>
                  <a:pt x="79798" y="11344"/>
                  <a:pt x="78065" y="10377"/>
                </a:cubicBezTo>
                <a:cubicBezTo>
                  <a:pt x="75736" y="9091"/>
                  <a:pt x="73272" y="8448"/>
                  <a:pt x="70673" y="8448"/>
                </a:cubicBezTo>
                <a:lnTo>
                  <a:pt x="66773" y="8448"/>
                </a:lnTo>
                <a:lnTo>
                  <a:pt x="66773" y="5361"/>
                </a:lnTo>
                <a:lnTo>
                  <a:pt x="113888" y="5361"/>
                </a:lnTo>
                <a:lnTo>
                  <a:pt x="113888" y="8448"/>
                </a:lnTo>
                <a:lnTo>
                  <a:pt x="109989" y="8448"/>
                </a:lnTo>
                <a:cubicBezTo>
                  <a:pt x="107390" y="8448"/>
                  <a:pt x="104926" y="9065"/>
                  <a:pt x="102597" y="10299"/>
                </a:cubicBezTo>
                <a:cubicBezTo>
                  <a:pt x="100864" y="11157"/>
                  <a:pt x="99686" y="12457"/>
                  <a:pt x="99063" y="14201"/>
                </a:cubicBezTo>
                <a:cubicBezTo>
                  <a:pt x="98441" y="15942"/>
                  <a:pt x="98129" y="19494"/>
                  <a:pt x="98129" y="24857"/>
                </a:cubicBezTo>
                <a:lnTo>
                  <a:pt x="98129" y="96017"/>
                </a:lnTo>
                <a:cubicBezTo>
                  <a:pt x="98129" y="101568"/>
                  <a:pt x="98481" y="105233"/>
                  <a:pt x="99185" y="107012"/>
                </a:cubicBezTo>
                <a:cubicBezTo>
                  <a:pt x="99727" y="108359"/>
                  <a:pt x="100837" y="109517"/>
                  <a:pt x="102516" y="110487"/>
                </a:cubicBezTo>
                <a:cubicBezTo>
                  <a:pt x="104899" y="111780"/>
                  <a:pt x="107390" y="112426"/>
                  <a:pt x="109989" y="112426"/>
                </a:cubicBezTo>
                <a:lnTo>
                  <a:pt x="113888" y="112426"/>
                </a:lnTo>
                <a:lnTo>
                  <a:pt x="113888" y="115513"/>
                </a:lnTo>
                <a:lnTo>
                  <a:pt x="66773" y="115513"/>
                </a:lnTo>
                <a:lnTo>
                  <a:pt x="66773" y="112426"/>
                </a:lnTo>
                <a:lnTo>
                  <a:pt x="70673" y="112426"/>
                </a:lnTo>
                <a:cubicBezTo>
                  <a:pt x="75167" y="112426"/>
                  <a:pt x="78444" y="111106"/>
                  <a:pt x="80502" y="108466"/>
                </a:cubicBezTo>
                <a:cubicBezTo>
                  <a:pt x="81856" y="106742"/>
                  <a:pt x="82533" y="102592"/>
                  <a:pt x="82533" y="96017"/>
                </a:cubicBezTo>
                <a:lnTo>
                  <a:pt x="82533" y="62387"/>
                </a:lnTo>
                <a:lnTo>
                  <a:pt x="31356" y="62387"/>
                </a:lnTo>
                <a:lnTo>
                  <a:pt x="31356" y="96017"/>
                </a:lnTo>
                <a:cubicBezTo>
                  <a:pt x="31356" y="101568"/>
                  <a:pt x="31708" y="105233"/>
                  <a:pt x="32412" y="107012"/>
                </a:cubicBezTo>
                <a:cubicBezTo>
                  <a:pt x="32953" y="108359"/>
                  <a:pt x="34091" y="109517"/>
                  <a:pt x="35824" y="110487"/>
                </a:cubicBezTo>
                <a:cubicBezTo>
                  <a:pt x="38152" y="111780"/>
                  <a:pt x="40616" y="112426"/>
                  <a:pt x="43216" y="112426"/>
                </a:cubicBezTo>
                <a:lnTo>
                  <a:pt x="47196" y="112426"/>
                </a:lnTo>
                <a:lnTo>
                  <a:pt x="47196" y="115513"/>
                </a:lnTo>
                <a:lnTo>
                  <a:pt x="0" y="115513"/>
                </a:lnTo>
                <a:lnTo>
                  <a:pt x="0" y="112426"/>
                </a:lnTo>
                <a:lnTo>
                  <a:pt x="3899" y="112426"/>
                </a:lnTo>
                <a:cubicBezTo>
                  <a:pt x="8448" y="112426"/>
                  <a:pt x="11752" y="111106"/>
                  <a:pt x="13810" y="108466"/>
                </a:cubicBezTo>
                <a:cubicBezTo>
                  <a:pt x="15109" y="106742"/>
                  <a:pt x="15759" y="102592"/>
                  <a:pt x="15759" y="96017"/>
                </a:cubicBezTo>
                <a:lnTo>
                  <a:pt x="15759" y="24857"/>
                </a:lnTo>
                <a:cubicBezTo>
                  <a:pt x="15759" y="19281"/>
                  <a:pt x="15407" y="15608"/>
                  <a:pt x="14703" y="13837"/>
                </a:cubicBezTo>
                <a:cubicBezTo>
                  <a:pt x="14162" y="12497"/>
                  <a:pt x="13051" y="11344"/>
                  <a:pt x="11373" y="10377"/>
                </a:cubicBezTo>
                <a:cubicBezTo>
                  <a:pt x="8990" y="9091"/>
                  <a:pt x="6499" y="8448"/>
                  <a:pt x="3899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7196" y="5361"/>
                </a:lnTo>
                <a:lnTo>
                  <a:pt x="47196" y="8448"/>
                </a:lnTo>
                <a:lnTo>
                  <a:pt x="43216" y="8448"/>
                </a:lnTo>
                <a:cubicBezTo>
                  <a:pt x="40616" y="8448"/>
                  <a:pt x="38152" y="9065"/>
                  <a:pt x="35824" y="10299"/>
                </a:cubicBezTo>
                <a:cubicBezTo>
                  <a:pt x="34145" y="11157"/>
                  <a:pt x="32981" y="12457"/>
                  <a:pt x="32331" y="14201"/>
                </a:cubicBezTo>
                <a:cubicBezTo>
                  <a:pt x="31681" y="15942"/>
                  <a:pt x="31356" y="19494"/>
                  <a:pt x="31356" y="24857"/>
                </a:cubicBezTo>
                <a:lnTo>
                  <a:pt x="31356" y="56376"/>
                </a:lnTo>
                <a:close/>
                <a:moveTo>
                  <a:pt x="164109" y="104877"/>
                </a:moveTo>
                <a:cubicBezTo>
                  <a:pt x="156473" y="110778"/>
                  <a:pt x="151680" y="114188"/>
                  <a:pt x="149731" y="115107"/>
                </a:cubicBezTo>
                <a:cubicBezTo>
                  <a:pt x="146806" y="116461"/>
                  <a:pt x="143692" y="117138"/>
                  <a:pt x="140389" y="117138"/>
                </a:cubicBezTo>
                <a:cubicBezTo>
                  <a:pt x="135244" y="117138"/>
                  <a:pt x="131006" y="115378"/>
                  <a:pt x="127676" y="111858"/>
                </a:cubicBezTo>
                <a:cubicBezTo>
                  <a:pt x="124345" y="108337"/>
                  <a:pt x="122680" y="103707"/>
                  <a:pt x="122680" y="97967"/>
                </a:cubicBezTo>
                <a:cubicBezTo>
                  <a:pt x="122680" y="94338"/>
                  <a:pt x="123492" y="91197"/>
                  <a:pt x="125117" y="88544"/>
                </a:cubicBezTo>
                <a:cubicBezTo>
                  <a:pt x="127337" y="84861"/>
                  <a:pt x="131196" y="81395"/>
                  <a:pt x="136693" y="78146"/>
                </a:cubicBezTo>
                <a:cubicBezTo>
                  <a:pt x="142189" y="74897"/>
                  <a:pt x="151328" y="70943"/>
                  <a:pt x="164109" y="66286"/>
                </a:cubicBezTo>
                <a:lnTo>
                  <a:pt x="164109" y="63372"/>
                </a:lnTo>
                <a:cubicBezTo>
                  <a:pt x="164109" y="55980"/>
                  <a:pt x="162931" y="50908"/>
                  <a:pt x="160575" y="48156"/>
                </a:cubicBezTo>
                <a:cubicBezTo>
                  <a:pt x="158219" y="45404"/>
                  <a:pt x="154794" y="44028"/>
                  <a:pt x="150299" y="44028"/>
                </a:cubicBezTo>
                <a:cubicBezTo>
                  <a:pt x="146887" y="44028"/>
                  <a:pt x="144180" y="44949"/>
                  <a:pt x="142176" y="46790"/>
                </a:cubicBezTo>
                <a:cubicBezTo>
                  <a:pt x="140118" y="48631"/>
                  <a:pt x="139089" y="50743"/>
                  <a:pt x="139089" y="53126"/>
                </a:cubicBezTo>
                <a:lnTo>
                  <a:pt x="139252" y="57838"/>
                </a:lnTo>
                <a:cubicBezTo>
                  <a:pt x="139252" y="60329"/>
                  <a:pt x="138615" y="62251"/>
                  <a:pt x="137343" y="63605"/>
                </a:cubicBezTo>
                <a:cubicBezTo>
                  <a:pt x="136070" y="64959"/>
                  <a:pt x="134405" y="65636"/>
                  <a:pt x="132347" y="65636"/>
                </a:cubicBezTo>
                <a:cubicBezTo>
                  <a:pt x="130343" y="65636"/>
                  <a:pt x="128705" y="64930"/>
                  <a:pt x="127432" y="63519"/>
                </a:cubicBezTo>
                <a:cubicBezTo>
                  <a:pt x="126160" y="62106"/>
                  <a:pt x="125523" y="60177"/>
                  <a:pt x="125523" y="57734"/>
                </a:cubicBezTo>
                <a:cubicBezTo>
                  <a:pt x="125523" y="53061"/>
                  <a:pt x="127906" y="48769"/>
                  <a:pt x="132672" y="44858"/>
                </a:cubicBezTo>
                <a:cubicBezTo>
                  <a:pt x="137437" y="40947"/>
                  <a:pt x="144126" y="38992"/>
                  <a:pt x="152736" y="38992"/>
                </a:cubicBezTo>
                <a:cubicBezTo>
                  <a:pt x="159343" y="38992"/>
                  <a:pt x="164759" y="40100"/>
                  <a:pt x="168983" y="42317"/>
                </a:cubicBezTo>
                <a:cubicBezTo>
                  <a:pt x="172178" y="43994"/>
                  <a:pt x="174534" y="46618"/>
                  <a:pt x="176050" y="50189"/>
                </a:cubicBezTo>
                <a:cubicBezTo>
                  <a:pt x="177025" y="52514"/>
                  <a:pt x="177512" y="57274"/>
                  <a:pt x="177512" y="64468"/>
                </a:cubicBezTo>
                <a:lnTo>
                  <a:pt x="177512" y="89701"/>
                </a:lnTo>
                <a:cubicBezTo>
                  <a:pt x="177512" y="96787"/>
                  <a:pt x="177648" y="101128"/>
                  <a:pt x="177918" y="102724"/>
                </a:cubicBezTo>
                <a:cubicBezTo>
                  <a:pt x="178189" y="104320"/>
                  <a:pt x="178636" y="105389"/>
                  <a:pt x="179259" y="105930"/>
                </a:cubicBezTo>
                <a:cubicBezTo>
                  <a:pt x="179882" y="106470"/>
                  <a:pt x="180599" y="106740"/>
                  <a:pt x="181411" y="106740"/>
                </a:cubicBezTo>
                <a:cubicBezTo>
                  <a:pt x="182278" y="106740"/>
                  <a:pt x="183036" y="106550"/>
                  <a:pt x="183686" y="106171"/>
                </a:cubicBezTo>
                <a:cubicBezTo>
                  <a:pt x="184823" y="105467"/>
                  <a:pt x="187016" y="103491"/>
                  <a:pt x="190266" y="100241"/>
                </a:cubicBezTo>
                <a:lnTo>
                  <a:pt x="190266" y="104790"/>
                </a:lnTo>
                <a:cubicBezTo>
                  <a:pt x="184200" y="112914"/>
                  <a:pt x="178406" y="116975"/>
                  <a:pt x="172882" y="116975"/>
                </a:cubicBezTo>
                <a:cubicBezTo>
                  <a:pt x="170228" y="116975"/>
                  <a:pt x="168116" y="116061"/>
                  <a:pt x="166546" y="114234"/>
                </a:cubicBezTo>
                <a:cubicBezTo>
                  <a:pt x="164975" y="112404"/>
                  <a:pt x="164163" y="109285"/>
                  <a:pt x="164109" y="104877"/>
                </a:cubicBezTo>
                <a:moveTo>
                  <a:pt x="164109" y="99609"/>
                </a:moveTo>
                <a:lnTo>
                  <a:pt x="164109" y="71322"/>
                </a:lnTo>
                <a:cubicBezTo>
                  <a:pt x="155931" y="74565"/>
                  <a:pt x="150651" y="76861"/>
                  <a:pt x="148268" y="78212"/>
                </a:cubicBezTo>
                <a:cubicBezTo>
                  <a:pt x="143990" y="80590"/>
                  <a:pt x="140930" y="83076"/>
                  <a:pt x="139089" y="85670"/>
                </a:cubicBezTo>
                <a:cubicBezTo>
                  <a:pt x="137248" y="88263"/>
                  <a:pt x="136327" y="91099"/>
                  <a:pt x="136327" y="94179"/>
                </a:cubicBezTo>
                <a:cubicBezTo>
                  <a:pt x="136327" y="98070"/>
                  <a:pt x="137492" y="101299"/>
                  <a:pt x="139820" y="103866"/>
                </a:cubicBezTo>
                <a:cubicBezTo>
                  <a:pt x="142149" y="106432"/>
                  <a:pt x="144830" y="107715"/>
                  <a:pt x="147862" y="107715"/>
                </a:cubicBezTo>
                <a:cubicBezTo>
                  <a:pt x="151978" y="107715"/>
                  <a:pt x="157394" y="105013"/>
                  <a:pt x="164109" y="99609"/>
                </a:cubicBezTo>
                <a:close/>
                <a:moveTo>
                  <a:pt x="217133" y="38992"/>
                </a:moveTo>
                <a:lnTo>
                  <a:pt x="217133" y="55726"/>
                </a:lnTo>
                <a:cubicBezTo>
                  <a:pt x="223361" y="44570"/>
                  <a:pt x="229751" y="38992"/>
                  <a:pt x="236304" y="38992"/>
                </a:cubicBezTo>
                <a:cubicBezTo>
                  <a:pt x="239283" y="38992"/>
                  <a:pt x="241747" y="39899"/>
                  <a:pt x="243696" y="41713"/>
                </a:cubicBezTo>
                <a:cubicBezTo>
                  <a:pt x="245646" y="43527"/>
                  <a:pt x="246621" y="45626"/>
                  <a:pt x="246621" y="48009"/>
                </a:cubicBezTo>
                <a:cubicBezTo>
                  <a:pt x="246621" y="50121"/>
                  <a:pt x="245917" y="51908"/>
                  <a:pt x="244509" y="53370"/>
                </a:cubicBezTo>
                <a:cubicBezTo>
                  <a:pt x="243101" y="54832"/>
                  <a:pt x="241422" y="55563"/>
                  <a:pt x="239472" y="55563"/>
                </a:cubicBezTo>
                <a:cubicBezTo>
                  <a:pt x="237577" y="55563"/>
                  <a:pt x="235451" y="54643"/>
                  <a:pt x="233095" y="52801"/>
                </a:cubicBezTo>
                <a:cubicBezTo>
                  <a:pt x="230740" y="50960"/>
                  <a:pt x="228993" y="50039"/>
                  <a:pt x="227856" y="50039"/>
                </a:cubicBezTo>
                <a:cubicBezTo>
                  <a:pt x="226881" y="50039"/>
                  <a:pt x="225825" y="50577"/>
                  <a:pt x="224688" y="51651"/>
                </a:cubicBezTo>
                <a:cubicBezTo>
                  <a:pt x="222251" y="53856"/>
                  <a:pt x="219733" y="57486"/>
                  <a:pt x="217133" y="62539"/>
                </a:cubicBezTo>
                <a:lnTo>
                  <a:pt x="217133" y="98129"/>
                </a:lnTo>
                <a:cubicBezTo>
                  <a:pt x="217133" y="102248"/>
                  <a:pt x="217648" y="105364"/>
                  <a:pt x="218677" y="107476"/>
                </a:cubicBezTo>
                <a:cubicBezTo>
                  <a:pt x="219381" y="108940"/>
                  <a:pt x="220626" y="110158"/>
                  <a:pt x="222413" y="111132"/>
                </a:cubicBezTo>
                <a:cubicBezTo>
                  <a:pt x="224200" y="112103"/>
                  <a:pt x="226773" y="112589"/>
                  <a:pt x="230130" y="112589"/>
                </a:cubicBezTo>
                <a:lnTo>
                  <a:pt x="230130" y="115513"/>
                </a:lnTo>
                <a:lnTo>
                  <a:pt x="192032" y="115513"/>
                </a:lnTo>
                <a:lnTo>
                  <a:pt x="192032" y="112589"/>
                </a:lnTo>
                <a:cubicBezTo>
                  <a:pt x="195823" y="112589"/>
                  <a:pt x="198639" y="111986"/>
                  <a:pt x="200480" y="110781"/>
                </a:cubicBezTo>
                <a:cubicBezTo>
                  <a:pt x="201834" y="109905"/>
                  <a:pt x="202782" y="108508"/>
                  <a:pt x="203324" y="106590"/>
                </a:cubicBezTo>
                <a:cubicBezTo>
                  <a:pt x="203594" y="105658"/>
                  <a:pt x="203730" y="103000"/>
                  <a:pt x="203730" y="98617"/>
                </a:cubicBezTo>
                <a:lnTo>
                  <a:pt x="203730" y="70023"/>
                </a:lnTo>
                <a:cubicBezTo>
                  <a:pt x="203730" y="61358"/>
                  <a:pt x="203554" y="56200"/>
                  <a:pt x="203202" y="54548"/>
                </a:cubicBezTo>
                <a:cubicBezTo>
                  <a:pt x="202850" y="52896"/>
                  <a:pt x="202200" y="51691"/>
                  <a:pt x="201252" y="50933"/>
                </a:cubicBezTo>
                <a:cubicBezTo>
                  <a:pt x="200304" y="50175"/>
                  <a:pt x="199127" y="49796"/>
                  <a:pt x="197718" y="49796"/>
                </a:cubicBezTo>
                <a:cubicBezTo>
                  <a:pt x="196040" y="49796"/>
                  <a:pt x="194144" y="50202"/>
                  <a:pt x="192032" y="51014"/>
                </a:cubicBezTo>
                <a:lnTo>
                  <a:pt x="191220" y="48090"/>
                </a:lnTo>
                <a:lnTo>
                  <a:pt x="213721" y="38992"/>
                </a:lnTo>
                <a:lnTo>
                  <a:pt x="217133" y="38992"/>
                </a:lnTo>
                <a:close/>
                <a:moveTo>
                  <a:pt x="302981" y="107151"/>
                </a:moveTo>
                <a:cubicBezTo>
                  <a:pt x="299352" y="110940"/>
                  <a:pt x="295805" y="113661"/>
                  <a:pt x="292339" y="115312"/>
                </a:cubicBezTo>
                <a:cubicBezTo>
                  <a:pt x="288873" y="116963"/>
                  <a:pt x="285137" y="117788"/>
                  <a:pt x="281129" y="117788"/>
                </a:cubicBezTo>
                <a:cubicBezTo>
                  <a:pt x="273006" y="117788"/>
                  <a:pt x="265911" y="114397"/>
                  <a:pt x="259846" y="107616"/>
                </a:cubicBezTo>
                <a:cubicBezTo>
                  <a:pt x="253781" y="100833"/>
                  <a:pt x="250748" y="92117"/>
                  <a:pt x="250748" y="81469"/>
                </a:cubicBezTo>
                <a:cubicBezTo>
                  <a:pt x="250748" y="70822"/>
                  <a:pt x="254106" y="61081"/>
                  <a:pt x="260821" y="52245"/>
                </a:cubicBezTo>
                <a:cubicBezTo>
                  <a:pt x="267536" y="43410"/>
                  <a:pt x="276174" y="38992"/>
                  <a:pt x="286734" y="38992"/>
                </a:cubicBezTo>
                <a:cubicBezTo>
                  <a:pt x="293287" y="38992"/>
                  <a:pt x="298702" y="41076"/>
                  <a:pt x="302981" y="45244"/>
                </a:cubicBezTo>
                <a:lnTo>
                  <a:pt x="302981" y="31356"/>
                </a:lnTo>
                <a:cubicBezTo>
                  <a:pt x="302981" y="22889"/>
                  <a:pt x="302778" y="17685"/>
                  <a:pt x="302371" y="15744"/>
                </a:cubicBezTo>
                <a:cubicBezTo>
                  <a:pt x="301965" y="13803"/>
                  <a:pt x="301329" y="12481"/>
                  <a:pt x="300462" y="11779"/>
                </a:cubicBezTo>
                <a:cubicBezTo>
                  <a:pt x="299596" y="11075"/>
                  <a:pt x="298513" y="10723"/>
                  <a:pt x="297213" y="10723"/>
                </a:cubicBezTo>
                <a:cubicBezTo>
                  <a:pt x="295805" y="10723"/>
                  <a:pt x="293937" y="11156"/>
                  <a:pt x="291608" y="12022"/>
                </a:cubicBezTo>
                <a:lnTo>
                  <a:pt x="290552" y="9098"/>
                </a:lnTo>
                <a:lnTo>
                  <a:pt x="312729" y="0"/>
                </a:lnTo>
                <a:lnTo>
                  <a:pt x="316384" y="0"/>
                </a:lnTo>
                <a:lnTo>
                  <a:pt x="316384" y="86107"/>
                </a:lnTo>
                <a:cubicBezTo>
                  <a:pt x="316384" y="94790"/>
                  <a:pt x="316587" y="100089"/>
                  <a:pt x="316993" y="102003"/>
                </a:cubicBezTo>
                <a:cubicBezTo>
                  <a:pt x="317399" y="103917"/>
                  <a:pt x="318049" y="105253"/>
                  <a:pt x="318943" y="106011"/>
                </a:cubicBezTo>
                <a:cubicBezTo>
                  <a:pt x="319836" y="106768"/>
                  <a:pt x="320879" y="107146"/>
                  <a:pt x="322070" y="107146"/>
                </a:cubicBezTo>
                <a:cubicBezTo>
                  <a:pt x="323533" y="107146"/>
                  <a:pt x="325482" y="106686"/>
                  <a:pt x="327919" y="105765"/>
                </a:cubicBezTo>
                <a:lnTo>
                  <a:pt x="328813" y="108689"/>
                </a:lnTo>
                <a:lnTo>
                  <a:pt x="306717" y="117788"/>
                </a:lnTo>
                <a:lnTo>
                  <a:pt x="302981" y="117788"/>
                </a:lnTo>
                <a:lnTo>
                  <a:pt x="302981" y="107151"/>
                </a:lnTo>
                <a:moveTo>
                  <a:pt x="302981" y="101478"/>
                </a:moveTo>
                <a:lnTo>
                  <a:pt x="302981" y="63232"/>
                </a:lnTo>
                <a:cubicBezTo>
                  <a:pt x="302656" y="59558"/>
                  <a:pt x="301681" y="56209"/>
                  <a:pt x="300056" y="53185"/>
                </a:cubicBezTo>
                <a:cubicBezTo>
                  <a:pt x="298432" y="50159"/>
                  <a:pt x="296279" y="47877"/>
                  <a:pt x="293598" y="46338"/>
                </a:cubicBezTo>
                <a:cubicBezTo>
                  <a:pt x="290918" y="44798"/>
                  <a:pt x="288305" y="44028"/>
                  <a:pt x="285759" y="44028"/>
                </a:cubicBezTo>
                <a:cubicBezTo>
                  <a:pt x="280994" y="44028"/>
                  <a:pt x="276742" y="46162"/>
                  <a:pt x="273006" y="50430"/>
                </a:cubicBezTo>
                <a:cubicBezTo>
                  <a:pt x="268078" y="56047"/>
                  <a:pt x="265614" y="64258"/>
                  <a:pt x="265614" y="75062"/>
                </a:cubicBezTo>
                <a:cubicBezTo>
                  <a:pt x="265614" y="85974"/>
                  <a:pt x="267996" y="94334"/>
                  <a:pt x="272762" y="100142"/>
                </a:cubicBezTo>
                <a:cubicBezTo>
                  <a:pt x="277528" y="105949"/>
                  <a:pt x="282835" y="108852"/>
                  <a:pt x="288684" y="108852"/>
                </a:cubicBezTo>
                <a:cubicBezTo>
                  <a:pt x="293612" y="108852"/>
                  <a:pt x="298377" y="106394"/>
                  <a:pt x="302981" y="101478"/>
                </a:cubicBezTo>
                <a:close/>
                <a:moveTo>
                  <a:pt x="329167" y="41104"/>
                </a:moveTo>
                <a:lnTo>
                  <a:pt x="360360" y="41104"/>
                </a:lnTo>
                <a:lnTo>
                  <a:pt x="360360" y="44028"/>
                </a:lnTo>
                <a:cubicBezTo>
                  <a:pt x="357490" y="44246"/>
                  <a:pt x="355608" y="44765"/>
                  <a:pt x="354715" y="45584"/>
                </a:cubicBezTo>
                <a:cubicBezTo>
                  <a:pt x="353821" y="46402"/>
                  <a:pt x="353374" y="47574"/>
                  <a:pt x="353374" y="49100"/>
                </a:cubicBezTo>
                <a:cubicBezTo>
                  <a:pt x="353374" y="50792"/>
                  <a:pt x="353835" y="52839"/>
                  <a:pt x="354755" y="55238"/>
                </a:cubicBezTo>
                <a:lnTo>
                  <a:pt x="370677" y="97957"/>
                </a:lnTo>
                <a:lnTo>
                  <a:pt x="386680" y="63113"/>
                </a:lnTo>
                <a:lnTo>
                  <a:pt x="382456" y="52233"/>
                </a:lnTo>
                <a:cubicBezTo>
                  <a:pt x="381156" y="48951"/>
                  <a:pt x="379450" y="46681"/>
                  <a:pt x="377338" y="45422"/>
                </a:cubicBezTo>
                <a:cubicBezTo>
                  <a:pt x="376146" y="44657"/>
                  <a:pt x="373926" y="44192"/>
                  <a:pt x="370677" y="44028"/>
                </a:cubicBezTo>
                <a:lnTo>
                  <a:pt x="370677" y="41104"/>
                </a:lnTo>
                <a:lnTo>
                  <a:pt x="406094" y="41104"/>
                </a:lnTo>
                <a:lnTo>
                  <a:pt x="406094" y="44028"/>
                </a:lnTo>
                <a:cubicBezTo>
                  <a:pt x="402195" y="44192"/>
                  <a:pt x="399433" y="44905"/>
                  <a:pt x="397809" y="46166"/>
                </a:cubicBezTo>
                <a:cubicBezTo>
                  <a:pt x="396725" y="47044"/>
                  <a:pt x="396184" y="48443"/>
                  <a:pt x="396184" y="50362"/>
                </a:cubicBezTo>
                <a:cubicBezTo>
                  <a:pt x="396184" y="51445"/>
                  <a:pt x="396400" y="52556"/>
                  <a:pt x="396834" y="53695"/>
                </a:cubicBezTo>
                <a:lnTo>
                  <a:pt x="413730" y="96469"/>
                </a:lnTo>
                <a:lnTo>
                  <a:pt x="429408" y="55238"/>
                </a:lnTo>
                <a:cubicBezTo>
                  <a:pt x="430491" y="52292"/>
                  <a:pt x="431033" y="49946"/>
                  <a:pt x="431033" y="48202"/>
                </a:cubicBezTo>
                <a:cubicBezTo>
                  <a:pt x="431033" y="47164"/>
                  <a:pt x="430505" y="46237"/>
                  <a:pt x="429449" y="45419"/>
                </a:cubicBezTo>
                <a:cubicBezTo>
                  <a:pt x="428393" y="44600"/>
                  <a:pt x="426321" y="44136"/>
                  <a:pt x="423234" y="44028"/>
                </a:cubicBezTo>
                <a:lnTo>
                  <a:pt x="423234" y="41104"/>
                </a:lnTo>
                <a:lnTo>
                  <a:pt x="446711" y="41104"/>
                </a:lnTo>
                <a:lnTo>
                  <a:pt x="446711" y="44028"/>
                </a:lnTo>
                <a:cubicBezTo>
                  <a:pt x="441999" y="44736"/>
                  <a:pt x="438533" y="47945"/>
                  <a:pt x="436313" y="53657"/>
                </a:cubicBezTo>
                <a:lnTo>
                  <a:pt x="411456" y="117788"/>
                </a:lnTo>
                <a:lnTo>
                  <a:pt x="408125" y="117788"/>
                </a:lnTo>
                <a:lnTo>
                  <a:pt x="389523" y="70353"/>
                </a:lnTo>
                <a:lnTo>
                  <a:pt x="367834" y="117788"/>
                </a:lnTo>
                <a:lnTo>
                  <a:pt x="364828" y="117788"/>
                </a:lnTo>
                <a:lnTo>
                  <a:pt x="340946" y="55238"/>
                </a:lnTo>
                <a:cubicBezTo>
                  <a:pt x="339375" y="51256"/>
                  <a:pt x="337832" y="48570"/>
                  <a:pt x="336315" y="47178"/>
                </a:cubicBezTo>
                <a:cubicBezTo>
                  <a:pt x="334799" y="45787"/>
                  <a:pt x="332416" y="44737"/>
                  <a:pt x="329167" y="44028"/>
                </a:cubicBezTo>
                <a:lnTo>
                  <a:pt x="329167" y="41104"/>
                </a:lnTo>
                <a:close/>
                <a:moveTo>
                  <a:pt x="495063" y="104877"/>
                </a:moveTo>
                <a:cubicBezTo>
                  <a:pt x="487427" y="110778"/>
                  <a:pt x="482634" y="114188"/>
                  <a:pt x="480685" y="115107"/>
                </a:cubicBezTo>
                <a:cubicBezTo>
                  <a:pt x="477760" y="116461"/>
                  <a:pt x="474646" y="117138"/>
                  <a:pt x="471343" y="117138"/>
                </a:cubicBezTo>
                <a:cubicBezTo>
                  <a:pt x="466198" y="117138"/>
                  <a:pt x="461960" y="115378"/>
                  <a:pt x="458630" y="111858"/>
                </a:cubicBezTo>
                <a:cubicBezTo>
                  <a:pt x="455299" y="108337"/>
                  <a:pt x="453634" y="103707"/>
                  <a:pt x="453634" y="97967"/>
                </a:cubicBezTo>
                <a:cubicBezTo>
                  <a:pt x="453634" y="94338"/>
                  <a:pt x="454446" y="91197"/>
                  <a:pt x="456071" y="88544"/>
                </a:cubicBezTo>
                <a:cubicBezTo>
                  <a:pt x="458291" y="84861"/>
                  <a:pt x="462150" y="81395"/>
                  <a:pt x="467647" y="78146"/>
                </a:cubicBezTo>
                <a:cubicBezTo>
                  <a:pt x="473143" y="74897"/>
                  <a:pt x="482282" y="70943"/>
                  <a:pt x="495063" y="66286"/>
                </a:cubicBezTo>
                <a:lnTo>
                  <a:pt x="495063" y="63372"/>
                </a:lnTo>
                <a:cubicBezTo>
                  <a:pt x="495063" y="55980"/>
                  <a:pt x="493885" y="50908"/>
                  <a:pt x="491529" y="48156"/>
                </a:cubicBezTo>
                <a:cubicBezTo>
                  <a:pt x="489173" y="45404"/>
                  <a:pt x="485748" y="44028"/>
                  <a:pt x="481253" y="44028"/>
                </a:cubicBezTo>
                <a:cubicBezTo>
                  <a:pt x="477841" y="44028"/>
                  <a:pt x="475134" y="44949"/>
                  <a:pt x="473130" y="46790"/>
                </a:cubicBezTo>
                <a:cubicBezTo>
                  <a:pt x="471072" y="48631"/>
                  <a:pt x="470043" y="50743"/>
                  <a:pt x="470043" y="53126"/>
                </a:cubicBezTo>
                <a:lnTo>
                  <a:pt x="470206" y="57838"/>
                </a:lnTo>
                <a:cubicBezTo>
                  <a:pt x="470206" y="60329"/>
                  <a:pt x="469569" y="62251"/>
                  <a:pt x="468297" y="63605"/>
                </a:cubicBezTo>
                <a:cubicBezTo>
                  <a:pt x="467024" y="64959"/>
                  <a:pt x="465359" y="65636"/>
                  <a:pt x="463301" y="65636"/>
                </a:cubicBezTo>
                <a:cubicBezTo>
                  <a:pt x="461297" y="65636"/>
                  <a:pt x="459659" y="64930"/>
                  <a:pt x="458386" y="63519"/>
                </a:cubicBezTo>
                <a:cubicBezTo>
                  <a:pt x="457113" y="62106"/>
                  <a:pt x="456477" y="60177"/>
                  <a:pt x="456477" y="57734"/>
                </a:cubicBezTo>
                <a:cubicBezTo>
                  <a:pt x="456477" y="53061"/>
                  <a:pt x="458860" y="48769"/>
                  <a:pt x="463626" y="44858"/>
                </a:cubicBezTo>
                <a:cubicBezTo>
                  <a:pt x="468391" y="40947"/>
                  <a:pt x="475079" y="38992"/>
                  <a:pt x="483690" y="38992"/>
                </a:cubicBezTo>
                <a:cubicBezTo>
                  <a:pt x="490297" y="38992"/>
                  <a:pt x="495713" y="40100"/>
                  <a:pt x="499937" y="42317"/>
                </a:cubicBezTo>
                <a:cubicBezTo>
                  <a:pt x="503132" y="43994"/>
                  <a:pt x="505488" y="46618"/>
                  <a:pt x="507004" y="50189"/>
                </a:cubicBezTo>
                <a:cubicBezTo>
                  <a:pt x="507979" y="52514"/>
                  <a:pt x="508466" y="57274"/>
                  <a:pt x="508466" y="64468"/>
                </a:cubicBezTo>
                <a:lnTo>
                  <a:pt x="508466" y="89701"/>
                </a:lnTo>
                <a:cubicBezTo>
                  <a:pt x="508466" y="96787"/>
                  <a:pt x="508602" y="101128"/>
                  <a:pt x="508872" y="102724"/>
                </a:cubicBezTo>
                <a:cubicBezTo>
                  <a:pt x="509143" y="104320"/>
                  <a:pt x="509590" y="105389"/>
                  <a:pt x="510213" y="105930"/>
                </a:cubicBezTo>
                <a:cubicBezTo>
                  <a:pt x="510835" y="106470"/>
                  <a:pt x="511553" y="106740"/>
                  <a:pt x="512365" y="106740"/>
                </a:cubicBezTo>
                <a:cubicBezTo>
                  <a:pt x="513232" y="106740"/>
                  <a:pt x="513990" y="106550"/>
                  <a:pt x="514640" y="106171"/>
                </a:cubicBezTo>
                <a:cubicBezTo>
                  <a:pt x="515777" y="105467"/>
                  <a:pt x="517970" y="103491"/>
                  <a:pt x="521220" y="100241"/>
                </a:cubicBezTo>
                <a:lnTo>
                  <a:pt x="521220" y="104790"/>
                </a:lnTo>
                <a:cubicBezTo>
                  <a:pt x="515154" y="112914"/>
                  <a:pt x="509360" y="116975"/>
                  <a:pt x="503836" y="116975"/>
                </a:cubicBezTo>
                <a:cubicBezTo>
                  <a:pt x="501182" y="116975"/>
                  <a:pt x="499070" y="116061"/>
                  <a:pt x="497500" y="114234"/>
                </a:cubicBezTo>
                <a:cubicBezTo>
                  <a:pt x="495929" y="112404"/>
                  <a:pt x="495117" y="109285"/>
                  <a:pt x="495063" y="104877"/>
                </a:cubicBezTo>
                <a:moveTo>
                  <a:pt x="495063" y="99609"/>
                </a:moveTo>
                <a:lnTo>
                  <a:pt x="495063" y="71322"/>
                </a:lnTo>
                <a:cubicBezTo>
                  <a:pt x="486885" y="74565"/>
                  <a:pt x="481605" y="76861"/>
                  <a:pt x="479222" y="78212"/>
                </a:cubicBezTo>
                <a:cubicBezTo>
                  <a:pt x="474944" y="80590"/>
                  <a:pt x="471884" y="83076"/>
                  <a:pt x="470043" y="85670"/>
                </a:cubicBezTo>
                <a:cubicBezTo>
                  <a:pt x="468202" y="88263"/>
                  <a:pt x="467281" y="91099"/>
                  <a:pt x="467281" y="94179"/>
                </a:cubicBezTo>
                <a:cubicBezTo>
                  <a:pt x="467281" y="98070"/>
                  <a:pt x="468445" y="101299"/>
                  <a:pt x="470774" y="103866"/>
                </a:cubicBezTo>
                <a:cubicBezTo>
                  <a:pt x="473103" y="106432"/>
                  <a:pt x="475783" y="107715"/>
                  <a:pt x="478816" y="107715"/>
                </a:cubicBezTo>
                <a:cubicBezTo>
                  <a:pt x="482932" y="107715"/>
                  <a:pt x="488347" y="105013"/>
                  <a:pt x="495063" y="99609"/>
                </a:cubicBezTo>
                <a:close/>
                <a:moveTo>
                  <a:pt x="548087" y="38992"/>
                </a:moveTo>
                <a:lnTo>
                  <a:pt x="548087" y="55726"/>
                </a:lnTo>
                <a:cubicBezTo>
                  <a:pt x="554315" y="44570"/>
                  <a:pt x="560705" y="38992"/>
                  <a:pt x="567258" y="38992"/>
                </a:cubicBezTo>
                <a:cubicBezTo>
                  <a:pt x="570236" y="38992"/>
                  <a:pt x="572700" y="39899"/>
                  <a:pt x="574650" y="41713"/>
                </a:cubicBezTo>
                <a:cubicBezTo>
                  <a:pt x="576599" y="43527"/>
                  <a:pt x="577574" y="45626"/>
                  <a:pt x="577574" y="48009"/>
                </a:cubicBezTo>
                <a:cubicBezTo>
                  <a:pt x="577574" y="50121"/>
                  <a:pt x="576870" y="51908"/>
                  <a:pt x="575462" y="53370"/>
                </a:cubicBezTo>
                <a:cubicBezTo>
                  <a:pt x="574054" y="54832"/>
                  <a:pt x="572375" y="55563"/>
                  <a:pt x="570426" y="55563"/>
                </a:cubicBezTo>
                <a:cubicBezTo>
                  <a:pt x="568530" y="55563"/>
                  <a:pt x="566405" y="54643"/>
                  <a:pt x="564049" y="52801"/>
                </a:cubicBezTo>
                <a:cubicBezTo>
                  <a:pt x="561693" y="50960"/>
                  <a:pt x="559947" y="50039"/>
                  <a:pt x="558809" y="50039"/>
                </a:cubicBezTo>
                <a:cubicBezTo>
                  <a:pt x="557835" y="50039"/>
                  <a:pt x="556779" y="50577"/>
                  <a:pt x="555641" y="51651"/>
                </a:cubicBezTo>
                <a:cubicBezTo>
                  <a:pt x="553204" y="53856"/>
                  <a:pt x="550686" y="57486"/>
                  <a:pt x="548087" y="62539"/>
                </a:cubicBezTo>
                <a:lnTo>
                  <a:pt x="548087" y="98129"/>
                </a:lnTo>
                <a:cubicBezTo>
                  <a:pt x="548087" y="102248"/>
                  <a:pt x="548601" y="105364"/>
                  <a:pt x="549630" y="107476"/>
                </a:cubicBezTo>
                <a:cubicBezTo>
                  <a:pt x="550334" y="108940"/>
                  <a:pt x="551580" y="110158"/>
                  <a:pt x="553367" y="111132"/>
                </a:cubicBezTo>
                <a:cubicBezTo>
                  <a:pt x="555154" y="112103"/>
                  <a:pt x="557726" y="112589"/>
                  <a:pt x="561084" y="112589"/>
                </a:cubicBezTo>
                <a:lnTo>
                  <a:pt x="561084" y="115513"/>
                </a:lnTo>
                <a:lnTo>
                  <a:pt x="522986" y="115513"/>
                </a:lnTo>
                <a:lnTo>
                  <a:pt x="522986" y="112589"/>
                </a:lnTo>
                <a:cubicBezTo>
                  <a:pt x="526777" y="112589"/>
                  <a:pt x="529593" y="111986"/>
                  <a:pt x="531434" y="110781"/>
                </a:cubicBezTo>
                <a:cubicBezTo>
                  <a:pt x="532788" y="109905"/>
                  <a:pt x="533736" y="108508"/>
                  <a:pt x="534277" y="106590"/>
                </a:cubicBezTo>
                <a:cubicBezTo>
                  <a:pt x="534548" y="105658"/>
                  <a:pt x="534683" y="103000"/>
                  <a:pt x="534683" y="98617"/>
                </a:cubicBezTo>
                <a:lnTo>
                  <a:pt x="534683" y="70023"/>
                </a:lnTo>
                <a:cubicBezTo>
                  <a:pt x="534683" y="61358"/>
                  <a:pt x="534507" y="56200"/>
                  <a:pt x="534155" y="54548"/>
                </a:cubicBezTo>
                <a:cubicBezTo>
                  <a:pt x="533803" y="52896"/>
                  <a:pt x="533153" y="51691"/>
                  <a:pt x="532206" y="50933"/>
                </a:cubicBezTo>
                <a:cubicBezTo>
                  <a:pt x="531258" y="50175"/>
                  <a:pt x="530080" y="49796"/>
                  <a:pt x="528672" y="49796"/>
                </a:cubicBezTo>
                <a:cubicBezTo>
                  <a:pt x="526993" y="49796"/>
                  <a:pt x="525098" y="50202"/>
                  <a:pt x="522986" y="51014"/>
                </a:cubicBezTo>
                <a:lnTo>
                  <a:pt x="522174" y="48090"/>
                </a:lnTo>
                <a:lnTo>
                  <a:pt x="544675" y="38992"/>
                </a:lnTo>
                <a:lnTo>
                  <a:pt x="548087" y="38992"/>
                </a:lnTo>
                <a:close/>
                <a:moveTo>
                  <a:pt x="593887" y="69210"/>
                </a:moveTo>
                <a:cubicBezTo>
                  <a:pt x="593833" y="80207"/>
                  <a:pt x="596513" y="88832"/>
                  <a:pt x="601929" y="95086"/>
                </a:cubicBezTo>
                <a:cubicBezTo>
                  <a:pt x="607344" y="101339"/>
                  <a:pt x="613708" y="104465"/>
                  <a:pt x="621019" y="104465"/>
                </a:cubicBezTo>
                <a:cubicBezTo>
                  <a:pt x="625893" y="104465"/>
                  <a:pt x="630130" y="103119"/>
                  <a:pt x="633732" y="100427"/>
                </a:cubicBezTo>
                <a:cubicBezTo>
                  <a:pt x="637333" y="97734"/>
                  <a:pt x="640352" y="93123"/>
                  <a:pt x="642789" y="86594"/>
                </a:cubicBezTo>
                <a:lnTo>
                  <a:pt x="645307" y="88226"/>
                </a:lnTo>
                <a:cubicBezTo>
                  <a:pt x="644170" y="95685"/>
                  <a:pt x="640866" y="102476"/>
                  <a:pt x="635397" y="108601"/>
                </a:cubicBezTo>
                <a:cubicBezTo>
                  <a:pt x="629927" y="114725"/>
                  <a:pt x="623076" y="117788"/>
                  <a:pt x="614845" y="117788"/>
                </a:cubicBezTo>
                <a:cubicBezTo>
                  <a:pt x="605909" y="117788"/>
                  <a:pt x="598260" y="114316"/>
                  <a:pt x="591897" y="107372"/>
                </a:cubicBezTo>
                <a:cubicBezTo>
                  <a:pt x="585533" y="100427"/>
                  <a:pt x="582352" y="91090"/>
                  <a:pt x="582352" y="79362"/>
                </a:cubicBezTo>
                <a:cubicBezTo>
                  <a:pt x="582352" y="66663"/>
                  <a:pt x="585615" y="56760"/>
                  <a:pt x="592140" y="49654"/>
                </a:cubicBezTo>
                <a:cubicBezTo>
                  <a:pt x="598666" y="42546"/>
                  <a:pt x="606857" y="38992"/>
                  <a:pt x="616713" y="38992"/>
                </a:cubicBezTo>
                <a:cubicBezTo>
                  <a:pt x="625053" y="38992"/>
                  <a:pt x="631904" y="41733"/>
                  <a:pt x="637265" y="47217"/>
                </a:cubicBezTo>
                <a:cubicBezTo>
                  <a:pt x="642627" y="52698"/>
                  <a:pt x="645307" y="60029"/>
                  <a:pt x="645307" y="69210"/>
                </a:cubicBezTo>
                <a:lnTo>
                  <a:pt x="593887" y="69210"/>
                </a:lnTo>
                <a:moveTo>
                  <a:pt x="593887" y="64499"/>
                </a:moveTo>
                <a:lnTo>
                  <a:pt x="628330" y="64499"/>
                </a:lnTo>
                <a:cubicBezTo>
                  <a:pt x="628059" y="59772"/>
                  <a:pt x="627490" y="56442"/>
                  <a:pt x="626624" y="54510"/>
                </a:cubicBezTo>
                <a:cubicBezTo>
                  <a:pt x="625270" y="51501"/>
                  <a:pt x="623252" y="49137"/>
                  <a:pt x="620572" y="47420"/>
                </a:cubicBezTo>
                <a:cubicBezTo>
                  <a:pt x="617891" y="45700"/>
                  <a:pt x="615089" y="44841"/>
                  <a:pt x="612164" y="44841"/>
                </a:cubicBezTo>
                <a:cubicBezTo>
                  <a:pt x="607669" y="44841"/>
                  <a:pt x="603648" y="46573"/>
                  <a:pt x="600101" y="50037"/>
                </a:cubicBezTo>
                <a:cubicBezTo>
                  <a:pt x="596554" y="53501"/>
                  <a:pt x="594483" y="58322"/>
                  <a:pt x="593887" y="644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41f217df749db"/>
          <a:stretch xmlns:a="http://schemas.openxmlformats.org/drawingml/2006/main"/>
        </p:blipFill>
        <p:spPr>
          <a:xfrm xmlns:a="http://schemas.openxmlformats.org/drawingml/2006/main">
            <a:off x="2814922" y="2307878"/>
            <a:ext cx="1086995" cy="529166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35581-9A3A-4819-83D7-2614E245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450" y="1920205"/>
            <a:ext cx="1978083" cy="297302"/>
          </a:xfrm>
          <a:custGeom xmlns:a="http://schemas.openxmlformats.org/drawingml/2006/main">
            <a:pathLst>
              <a:path w="1978083" h="297302">
                <a:moveTo>
                  <a:pt x="0" y="297302"/>
                </a:moveTo>
                <a:lnTo>
                  <a:pt x="1978083" y="297302"/>
                </a:lnTo>
                <a:lnTo>
                  <a:pt x="1978083" y="0"/>
                </a:lnTo>
                <a:lnTo>
                  <a:pt x="0" y="0"/>
                </a:lnTo>
                <a:lnTo>
                  <a:pt x="0" y="297302"/>
                </a:lnTo>
                <a:close/>
                <a:moveTo>
                  <a:pt x="1966242" y="285461"/>
                </a:moveTo>
                <a:lnTo>
                  <a:pt x="11841" y="285461"/>
                </a:lnTo>
                <a:lnTo>
                  <a:pt x="11841" y="11841"/>
                </a:lnTo>
                <a:lnTo>
                  <a:pt x="1966242" y="11841"/>
                </a:lnTo>
                <a:lnTo>
                  <a:pt x="1966242" y="2854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OperatingSystem:">
            <a:extLst xmlns:a="http://schemas.openxmlformats.org/drawingml/2006/main">
              <a:ext uri="{FF2B5EF4-FFF2-40B4-BE49-F238E27FC236}">
                <a16:creationId xmlns:a16="http://schemas.microsoft.com/office/drawing/2014/main" id="{F795859B-E6D9-44AE-9BEE-18A7D972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966" y="2010132"/>
            <a:ext cx="1219024" cy="151418"/>
          </a:xfrm>
          <a:custGeom xmlns:a="http://schemas.openxmlformats.org/drawingml/2006/main">
            <a:pathLst>
              <a:path w="1219024" h="151418">
                <a:moveTo>
                  <a:pt x="54995" y="2924"/>
                </a:moveTo>
                <a:cubicBezTo>
                  <a:pt x="69292" y="2924"/>
                  <a:pt x="81680" y="8346"/>
                  <a:pt x="92159" y="19189"/>
                </a:cubicBezTo>
                <a:cubicBezTo>
                  <a:pt x="102638" y="30032"/>
                  <a:pt x="107877" y="43564"/>
                  <a:pt x="107877" y="59787"/>
                </a:cubicBezTo>
                <a:cubicBezTo>
                  <a:pt x="107877" y="76498"/>
                  <a:pt x="102597" y="90369"/>
                  <a:pt x="92037" y="101401"/>
                </a:cubicBezTo>
                <a:cubicBezTo>
                  <a:pt x="81476" y="112434"/>
                  <a:pt x="68696" y="117950"/>
                  <a:pt x="53695" y="117950"/>
                </a:cubicBezTo>
                <a:cubicBezTo>
                  <a:pt x="38531" y="117950"/>
                  <a:pt x="25791" y="112569"/>
                  <a:pt x="15475" y="101808"/>
                </a:cubicBezTo>
                <a:cubicBezTo>
                  <a:pt x="5158" y="91046"/>
                  <a:pt x="0" y="77120"/>
                  <a:pt x="0" y="60031"/>
                </a:cubicBezTo>
                <a:cubicBezTo>
                  <a:pt x="0" y="42564"/>
                  <a:pt x="5957" y="28315"/>
                  <a:pt x="17871" y="17282"/>
                </a:cubicBezTo>
                <a:cubicBezTo>
                  <a:pt x="28215" y="7710"/>
                  <a:pt x="40589" y="2924"/>
                  <a:pt x="54995" y="2924"/>
                </a:cubicBezTo>
                <a:moveTo>
                  <a:pt x="53451" y="8773"/>
                </a:moveTo>
                <a:cubicBezTo>
                  <a:pt x="43595" y="8773"/>
                  <a:pt x="35688" y="12423"/>
                  <a:pt x="29731" y="19722"/>
                </a:cubicBezTo>
                <a:cubicBezTo>
                  <a:pt x="22312" y="28806"/>
                  <a:pt x="18602" y="42108"/>
                  <a:pt x="18602" y="59627"/>
                </a:cubicBezTo>
                <a:cubicBezTo>
                  <a:pt x="18602" y="77578"/>
                  <a:pt x="22447" y="91393"/>
                  <a:pt x="30137" y="101071"/>
                </a:cubicBezTo>
                <a:cubicBezTo>
                  <a:pt x="36040" y="108425"/>
                  <a:pt x="43839" y="112101"/>
                  <a:pt x="53532" y="112101"/>
                </a:cubicBezTo>
                <a:cubicBezTo>
                  <a:pt x="63876" y="112101"/>
                  <a:pt x="72419" y="108073"/>
                  <a:pt x="79161" y="100018"/>
                </a:cubicBezTo>
                <a:cubicBezTo>
                  <a:pt x="85904" y="91961"/>
                  <a:pt x="89275" y="79254"/>
                  <a:pt x="89275" y="61897"/>
                </a:cubicBezTo>
                <a:cubicBezTo>
                  <a:pt x="89275" y="43081"/>
                  <a:pt x="85565" y="29050"/>
                  <a:pt x="78146" y="19803"/>
                </a:cubicBezTo>
                <a:cubicBezTo>
                  <a:pt x="72189" y="12450"/>
                  <a:pt x="63957" y="8773"/>
                  <a:pt x="53451" y="8773"/>
                </a:cubicBezTo>
                <a:close/>
                <a:moveTo>
                  <a:pt x="113582" y="48252"/>
                </a:moveTo>
                <a:lnTo>
                  <a:pt x="136490" y="39154"/>
                </a:lnTo>
                <a:lnTo>
                  <a:pt x="139577" y="39154"/>
                </a:lnTo>
                <a:lnTo>
                  <a:pt x="139577" y="56619"/>
                </a:lnTo>
                <a:cubicBezTo>
                  <a:pt x="143422" y="50097"/>
                  <a:pt x="147280" y="45528"/>
                  <a:pt x="151152" y="42914"/>
                </a:cubicBezTo>
                <a:cubicBezTo>
                  <a:pt x="155024" y="40299"/>
                  <a:pt x="159099" y="38992"/>
                  <a:pt x="163378" y="38992"/>
                </a:cubicBezTo>
                <a:cubicBezTo>
                  <a:pt x="170851" y="38992"/>
                  <a:pt x="177079" y="41913"/>
                  <a:pt x="182061" y="47755"/>
                </a:cubicBezTo>
                <a:cubicBezTo>
                  <a:pt x="188181" y="54896"/>
                  <a:pt x="191241" y="64202"/>
                  <a:pt x="191241" y="75671"/>
                </a:cubicBezTo>
                <a:cubicBezTo>
                  <a:pt x="191241" y="88492"/>
                  <a:pt x="187558" y="99096"/>
                  <a:pt x="180193" y="107481"/>
                </a:cubicBezTo>
                <a:cubicBezTo>
                  <a:pt x="174128" y="114352"/>
                  <a:pt x="166492" y="117788"/>
                  <a:pt x="157285" y="117788"/>
                </a:cubicBezTo>
                <a:cubicBezTo>
                  <a:pt x="153278" y="117788"/>
                  <a:pt x="149812" y="117219"/>
                  <a:pt x="146887" y="116082"/>
                </a:cubicBezTo>
                <a:cubicBezTo>
                  <a:pt x="144721" y="115269"/>
                  <a:pt x="142284" y="113645"/>
                  <a:pt x="139577" y="111208"/>
                </a:cubicBezTo>
                <a:lnTo>
                  <a:pt x="139577" y="133872"/>
                </a:lnTo>
                <a:cubicBezTo>
                  <a:pt x="139577" y="138991"/>
                  <a:pt x="139888" y="142245"/>
                  <a:pt x="140511" y="143635"/>
                </a:cubicBezTo>
                <a:cubicBezTo>
                  <a:pt x="141133" y="145024"/>
                  <a:pt x="142217" y="146127"/>
                  <a:pt x="143760" y="146943"/>
                </a:cubicBezTo>
                <a:cubicBezTo>
                  <a:pt x="145303" y="147760"/>
                  <a:pt x="148106" y="148169"/>
                  <a:pt x="152168" y="148169"/>
                </a:cubicBezTo>
                <a:lnTo>
                  <a:pt x="152168" y="151093"/>
                </a:lnTo>
                <a:lnTo>
                  <a:pt x="113176" y="151093"/>
                </a:lnTo>
                <a:lnTo>
                  <a:pt x="113176" y="148169"/>
                </a:lnTo>
                <a:lnTo>
                  <a:pt x="115207" y="148169"/>
                </a:lnTo>
                <a:cubicBezTo>
                  <a:pt x="118185" y="148223"/>
                  <a:pt x="120730" y="147651"/>
                  <a:pt x="122843" y="146453"/>
                </a:cubicBezTo>
                <a:cubicBezTo>
                  <a:pt x="123871" y="145853"/>
                  <a:pt x="124670" y="144887"/>
                  <a:pt x="125239" y="143554"/>
                </a:cubicBezTo>
                <a:cubicBezTo>
                  <a:pt x="125808" y="142220"/>
                  <a:pt x="126092" y="138830"/>
                  <a:pt x="126092" y="133384"/>
                </a:cubicBezTo>
                <a:lnTo>
                  <a:pt x="126092" y="62874"/>
                </a:lnTo>
                <a:cubicBezTo>
                  <a:pt x="126092" y="58022"/>
                  <a:pt x="125875" y="54942"/>
                  <a:pt x="125442" y="53634"/>
                </a:cubicBezTo>
                <a:cubicBezTo>
                  <a:pt x="125009" y="52324"/>
                  <a:pt x="124318" y="51343"/>
                  <a:pt x="123371" y="50692"/>
                </a:cubicBezTo>
                <a:cubicBezTo>
                  <a:pt x="122423" y="50040"/>
                  <a:pt x="121137" y="49714"/>
                  <a:pt x="119512" y="49714"/>
                </a:cubicBezTo>
                <a:cubicBezTo>
                  <a:pt x="118212" y="49714"/>
                  <a:pt x="116561" y="50094"/>
                  <a:pt x="114557" y="50852"/>
                </a:cubicBezTo>
                <a:lnTo>
                  <a:pt x="113582" y="48252"/>
                </a:lnTo>
                <a:moveTo>
                  <a:pt x="139577" y="61412"/>
                </a:moveTo>
                <a:lnTo>
                  <a:pt x="139577" y="89194"/>
                </a:lnTo>
                <a:cubicBezTo>
                  <a:pt x="139577" y="95205"/>
                  <a:pt x="139820" y="99158"/>
                  <a:pt x="140308" y="101054"/>
                </a:cubicBezTo>
                <a:cubicBezTo>
                  <a:pt x="141066" y="104195"/>
                  <a:pt x="142921" y="106957"/>
                  <a:pt x="145872" y="109339"/>
                </a:cubicBezTo>
                <a:cubicBezTo>
                  <a:pt x="148824" y="111722"/>
                  <a:pt x="152547" y="112914"/>
                  <a:pt x="157042" y="112914"/>
                </a:cubicBezTo>
                <a:cubicBezTo>
                  <a:pt x="162457" y="112914"/>
                  <a:pt x="166844" y="110802"/>
                  <a:pt x="170201" y="106577"/>
                </a:cubicBezTo>
                <a:cubicBezTo>
                  <a:pt x="174588" y="101054"/>
                  <a:pt x="176781" y="93282"/>
                  <a:pt x="176781" y="83264"/>
                </a:cubicBezTo>
                <a:cubicBezTo>
                  <a:pt x="176781" y="71891"/>
                  <a:pt x="174290" y="63145"/>
                  <a:pt x="169308" y="57025"/>
                </a:cubicBezTo>
                <a:cubicBezTo>
                  <a:pt x="165842" y="52801"/>
                  <a:pt x="161726" y="50689"/>
                  <a:pt x="156960" y="50689"/>
                </a:cubicBezTo>
                <a:cubicBezTo>
                  <a:pt x="154361" y="50689"/>
                  <a:pt x="151788" y="51339"/>
                  <a:pt x="149243" y="52639"/>
                </a:cubicBezTo>
                <a:cubicBezTo>
                  <a:pt x="147294" y="53614"/>
                  <a:pt x="144071" y="56538"/>
                  <a:pt x="139577" y="61412"/>
                </a:cubicBezTo>
                <a:close/>
                <a:moveTo>
                  <a:pt x="214340" y="69210"/>
                </a:moveTo>
                <a:cubicBezTo>
                  <a:pt x="214285" y="80207"/>
                  <a:pt x="216966" y="88832"/>
                  <a:pt x="222382" y="95086"/>
                </a:cubicBezTo>
                <a:cubicBezTo>
                  <a:pt x="227797" y="101339"/>
                  <a:pt x="234160" y="104465"/>
                  <a:pt x="241471" y="104465"/>
                </a:cubicBezTo>
                <a:cubicBezTo>
                  <a:pt x="246345" y="104465"/>
                  <a:pt x="250583" y="103119"/>
                  <a:pt x="254184" y="100427"/>
                </a:cubicBezTo>
                <a:cubicBezTo>
                  <a:pt x="257786" y="97734"/>
                  <a:pt x="260805" y="93123"/>
                  <a:pt x="263242" y="86594"/>
                </a:cubicBezTo>
                <a:lnTo>
                  <a:pt x="265760" y="88226"/>
                </a:lnTo>
                <a:cubicBezTo>
                  <a:pt x="264623" y="95685"/>
                  <a:pt x="261319" y="102476"/>
                  <a:pt x="255850" y="108601"/>
                </a:cubicBezTo>
                <a:cubicBezTo>
                  <a:pt x="250380" y="114725"/>
                  <a:pt x="243529" y="117788"/>
                  <a:pt x="235298" y="117788"/>
                </a:cubicBezTo>
                <a:cubicBezTo>
                  <a:pt x="226362" y="117788"/>
                  <a:pt x="218713" y="114316"/>
                  <a:pt x="212349" y="107372"/>
                </a:cubicBezTo>
                <a:cubicBezTo>
                  <a:pt x="205986" y="100427"/>
                  <a:pt x="202805" y="91090"/>
                  <a:pt x="202805" y="79362"/>
                </a:cubicBezTo>
                <a:cubicBezTo>
                  <a:pt x="202805" y="66663"/>
                  <a:pt x="206067" y="56760"/>
                  <a:pt x="212593" y="49654"/>
                </a:cubicBezTo>
                <a:cubicBezTo>
                  <a:pt x="219119" y="42546"/>
                  <a:pt x="227310" y="38992"/>
                  <a:pt x="237166" y="38992"/>
                </a:cubicBezTo>
                <a:cubicBezTo>
                  <a:pt x="245506" y="38992"/>
                  <a:pt x="252357" y="41733"/>
                  <a:pt x="257718" y="47217"/>
                </a:cubicBezTo>
                <a:cubicBezTo>
                  <a:pt x="263079" y="52698"/>
                  <a:pt x="265760" y="60029"/>
                  <a:pt x="265760" y="69210"/>
                </a:cubicBezTo>
                <a:lnTo>
                  <a:pt x="214340" y="69210"/>
                </a:lnTo>
                <a:moveTo>
                  <a:pt x="214340" y="64499"/>
                </a:moveTo>
                <a:lnTo>
                  <a:pt x="248782" y="64499"/>
                </a:lnTo>
                <a:cubicBezTo>
                  <a:pt x="248512" y="59772"/>
                  <a:pt x="247943" y="56442"/>
                  <a:pt x="247076" y="54510"/>
                </a:cubicBezTo>
                <a:cubicBezTo>
                  <a:pt x="245723" y="51501"/>
                  <a:pt x="243705" y="49137"/>
                  <a:pt x="241025" y="47420"/>
                </a:cubicBezTo>
                <a:cubicBezTo>
                  <a:pt x="238344" y="45700"/>
                  <a:pt x="235541" y="44841"/>
                  <a:pt x="232617" y="44841"/>
                </a:cubicBezTo>
                <a:cubicBezTo>
                  <a:pt x="228122" y="44841"/>
                  <a:pt x="224101" y="46573"/>
                  <a:pt x="220554" y="50037"/>
                </a:cubicBezTo>
                <a:cubicBezTo>
                  <a:pt x="217007" y="53501"/>
                  <a:pt x="214935" y="58322"/>
                  <a:pt x="214340" y="64499"/>
                </a:cubicBezTo>
                <a:close/>
                <a:moveTo>
                  <a:pt x="297014" y="38992"/>
                </a:moveTo>
                <a:lnTo>
                  <a:pt x="297014" y="55726"/>
                </a:lnTo>
                <a:cubicBezTo>
                  <a:pt x="303241" y="44570"/>
                  <a:pt x="309632" y="38992"/>
                  <a:pt x="316185" y="38992"/>
                </a:cubicBezTo>
                <a:cubicBezTo>
                  <a:pt x="319163" y="38992"/>
                  <a:pt x="321627" y="39899"/>
                  <a:pt x="323577" y="41713"/>
                </a:cubicBezTo>
                <a:cubicBezTo>
                  <a:pt x="325526" y="43527"/>
                  <a:pt x="326501" y="45626"/>
                  <a:pt x="326501" y="48009"/>
                </a:cubicBezTo>
                <a:cubicBezTo>
                  <a:pt x="326501" y="50121"/>
                  <a:pt x="325797" y="51908"/>
                  <a:pt x="324389" y="53370"/>
                </a:cubicBezTo>
                <a:cubicBezTo>
                  <a:pt x="322981" y="54832"/>
                  <a:pt x="321302" y="55563"/>
                  <a:pt x="319353" y="55563"/>
                </a:cubicBezTo>
                <a:cubicBezTo>
                  <a:pt x="317457" y="55563"/>
                  <a:pt x="315332" y="54643"/>
                  <a:pt x="312976" y="52801"/>
                </a:cubicBezTo>
                <a:cubicBezTo>
                  <a:pt x="310620" y="50960"/>
                  <a:pt x="308874" y="50039"/>
                  <a:pt x="307736" y="50039"/>
                </a:cubicBezTo>
                <a:cubicBezTo>
                  <a:pt x="306762" y="50039"/>
                  <a:pt x="305705" y="50577"/>
                  <a:pt x="304568" y="51651"/>
                </a:cubicBezTo>
                <a:cubicBezTo>
                  <a:pt x="302131" y="53856"/>
                  <a:pt x="299613" y="57486"/>
                  <a:pt x="297014" y="62539"/>
                </a:cubicBezTo>
                <a:lnTo>
                  <a:pt x="297014" y="98129"/>
                </a:lnTo>
                <a:cubicBezTo>
                  <a:pt x="297014" y="102248"/>
                  <a:pt x="297528" y="105364"/>
                  <a:pt x="298557" y="107476"/>
                </a:cubicBezTo>
                <a:cubicBezTo>
                  <a:pt x="299261" y="108940"/>
                  <a:pt x="300507" y="110158"/>
                  <a:pt x="302294" y="111132"/>
                </a:cubicBezTo>
                <a:cubicBezTo>
                  <a:pt x="304081" y="112103"/>
                  <a:pt x="306653" y="112589"/>
                  <a:pt x="310011" y="112589"/>
                </a:cubicBezTo>
                <a:lnTo>
                  <a:pt x="310011" y="115513"/>
                </a:lnTo>
                <a:lnTo>
                  <a:pt x="271913" y="115513"/>
                </a:lnTo>
                <a:lnTo>
                  <a:pt x="271913" y="112589"/>
                </a:lnTo>
                <a:cubicBezTo>
                  <a:pt x="275704" y="112589"/>
                  <a:pt x="278520" y="111986"/>
                  <a:pt x="280361" y="110781"/>
                </a:cubicBezTo>
                <a:cubicBezTo>
                  <a:pt x="281715" y="109905"/>
                  <a:pt x="282662" y="108508"/>
                  <a:pt x="283204" y="106590"/>
                </a:cubicBezTo>
                <a:cubicBezTo>
                  <a:pt x="283475" y="105658"/>
                  <a:pt x="283610" y="103000"/>
                  <a:pt x="283610" y="98617"/>
                </a:cubicBezTo>
                <a:lnTo>
                  <a:pt x="283610" y="70023"/>
                </a:lnTo>
                <a:cubicBezTo>
                  <a:pt x="283610" y="61358"/>
                  <a:pt x="283434" y="56200"/>
                  <a:pt x="283082" y="54548"/>
                </a:cubicBezTo>
                <a:cubicBezTo>
                  <a:pt x="282730" y="52896"/>
                  <a:pt x="282080" y="51691"/>
                  <a:pt x="281133" y="50933"/>
                </a:cubicBezTo>
                <a:cubicBezTo>
                  <a:pt x="280185" y="50175"/>
                  <a:pt x="279007" y="49796"/>
                  <a:pt x="277599" y="49796"/>
                </a:cubicBezTo>
                <a:cubicBezTo>
                  <a:pt x="275920" y="49796"/>
                  <a:pt x="274025" y="50202"/>
                  <a:pt x="271913" y="51014"/>
                </a:cubicBezTo>
                <a:lnTo>
                  <a:pt x="271100" y="48090"/>
                </a:lnTo>
                <a:lnTo>
                  <a:pt x="293602" y="38992"/>
                </a:lnTo>
                <a:lnTo>
                  <a:pt x="297014" y="38992"/>
                </a:lnTo>
                <a:close/>
                <a:moveTo>
                  <a:pt x="372463" y="104877"/>
                </a:moveTo>
                <a:cubicBezTo>
                  <a:pt x="364827" y="110778"/>
                  <a:pt x="360035" y="114188"/>
                  <a:pt x="358085" y="115107"/>
                </a:cubicBezTo>
                <a:cubicBezTo>
                  <a:pt x="355161" y="116461"/>
                  <a:pt x="352047" y="117138"/>
                  <a:pt x="348743" y="117138"/>
                </a:cubicBezTo>
                <a:cubicBezTo>
                  <a:pt x="343599" y="117138"/>
                  <a:pt x="339361" y="115378"/>
                  <a:pt x="336030" y="111858"/>
                </a:cubicBezTo>
                <a:cubicBezTo>
                  <a:pt x="332700" y="108337"/>
                  <a:pt x="331035" y="103707"/>
                  <a:pt x="331035" y="97967"/>
                </a:cubicBezTo>
                <a:cubicBezTo>
                  <a:pt x="331035" y="94338"/>
                  <a:pt x="331847" y="91197"/>
                  <a:pt x="333472" y="88544"/>
                </a:cubicBezTo>
                <a:cubicBezTo>
                  <a:pt x="335692" y="84861"/>
                  <a:pt x="339551" y="81395"/>
                  <a:pt x="345047" y="78146"/>
                </a:cubicBezTo>
                <a:cubicBezTo>
                  <a:pt x="350544" y="74897"/>
                  <a:pt x="359683" y="70943"/>
                  <a:pt x="372463" y="66286"/>
                </a:cubicBezTo>
                <a:lnTo>
                  <a:pt x="372463" y="63372"/>
                </a:lnTo>
                <a:cubicBezTo>
                  <a:pt x="372463" y="55980"/>
                  <a:pt x="371285" y="50908"/>
                  <a:pt x="368930" y="48156"/>
                </a:cubicBezTo>
                <a:cubicBezTo>
                  <a:pt x="366574" y="45404"/>
                  <a:pt x="363149" y="44028"/>
                  <a:pt x="358654" y="44028"/>
                </a:cubicBezTo>
                <a:cubicBezTo>
                  <a:pt x="355242" y="44028"/>
                  <a:pt x="352534" y="44949"/>
                  <a:pt x="350530" y="46790"/>
                </a:cubicBezTo>
                <a:cubicBezTo>
                  <a:pt x="348473" y="48631"/>
                  <a:pt x="347444" y="50743"/>
                  <a:pt x="347444" y="53126"/>
                </a:cubicBezTo>
                <a:lnTo>
                  <a:pt x="347606" y="57838"/>
                </a:lnTo>
                <a:cubicBezTo>
                  <a:pt x="347606" y="60329"/>
                  <a:pt x="346970" y="62251"/>
                  <a:pt x="345697" y="63605"/>
                </a:cubicBezTo>
                <a:cubicBezTo>
                  <a:pt x="344424" y="64959"/>
                  <a:pt x="342759" y="65636"/>
                  <a:pt x="340701" y="65636"/>
                </a:cubicBezTo>
                <a:cubicBezTo>
                  <a:pt x="338698" y="65636"/>
                  <a:pt x="337059" y="64930"/>
                  <a:pt x="335787" y="63519"/>
                </a:cubicBezTo>
                <a:cubicBezTo>
                  <a:pt x="334514" y="62106"/>
                  <a:pt x="333878" y="60177"/>
                  <a:pt x="333878" y="57734"/>
                </a:cubicBezTo>
                <a:cubicBezTo>
                  <a:pt x="333878" y="53061"/>
                  <a:pt x="336261" y="48769"/>
                  <a:pt x="341026" y="44858"/>
                </a:cubicBezTo>
                <a:cubicBezTo>
                  <a:pt x="345792" y="40947"/>
                  <a:pt x="352480" y="38992"/>
                  <a:pt x="361091" y="38992"/>
                </a:cubicBezTo>
                <a:cubicBezTo>
                  <a:pt x="367698" y="38992"/>
                  <a:pt x="373113" y="40100"/>
                  <a:pt x="377337" y="42317"/>
                </a:cubicBezTo>
                <a:cubicBezTo>
                  <a:pt x="380532" y="43994"/>
                  <a:pt x="382888" y="46618"/>
                  <a:pt x="384405" y="50189"/>
                </a:cubicBezTo>
                <a:cubicBezTo>
                  <a:pt x="385379" y="52514"/>
                  <a:pt x="385867" y="57274"/>
                  <a:pt x="385867" y="64468"/>
                </a:cubicBezTo>
                <a:lnTo>
                  <a:pt x="385867" y="89701"/>
                </a:lnTo>
                <a:cubicBezTo>
                  <a:pt x="385867" y="96787"/>
                  <a:pt x="386002" y="101128"/>
                  <a:pt x="386273" y="102724"/>
                </a:cubicBezTo>
                <a:cubicBezTo>
                  <a:pt x="386544" y="104320"/>
                  <a:pt x="386990" y="105389"/>
                  <a:pt x="387613" y="105930"/>
                </a:cubicBezTo>
                <a:cubicBezTo>
                  <a:pt x="388236" y="106470"/>
                  <a:pt x="388954" y="106740"/>
                  <a:pt x="389766" y="106740"/>
                </a:cubicBezTo>
                <a:cubicBezTo>
                  <a:pt x="390632" y="106740"/>
                  <a:pt x="391391" y="106550"/>
                  <a:pt x="392040" y="106171"/>
                </a:cubicBezTo>
                <a:cubicBezTo>
                  <a:pt x="393178" y="105467"/>
                  <a:pt x="395371" y="103491"/>
                  <a:pt x="398620" y="100241"/>
                </a:cubicBezTo>
                <a:lnTo>
                  <a:pt x="398620" y="104790"/>
                </a:lnTo>
                <a:cubicBezTo>
                  <a:pt x="392555" y="112914"/>
                  <a:pt x="386760" y="116975"/>
                  <a:pt x="381236" y="116975"/>
                </a:cubicBezTo>
                <a:cubicBezTo>
                  <a:pt x="378583" y="116975"/>
                  <a:pt x="376471" y="116061"/>
                  <a:pt x="374900" y="114234"/>
                </a:cubicBezTo>
                <a:cubicBezTo>
                  <a:pt x="373330" y="112404"/>
                  <a:pt x="372517" y="109285"/>
                  <a:pt x="372463" y="104877"/>
                </a:cubicBezTo>
                <a:moveTo>
                  <a:pt x="372463" y="99609"/>
                </a:moveTo>
                <a:lnTo>
                  <a:pt x="372463" y="71322"/>
                </a:lnTo>
                <a:cubicBezTo>
                  <a:pt x="364286" y="74565"/>
                  <a:pt x="359006" y="76861"/>
                  <a:pt x="356623" y="78212"/>
                </a:cubicBezTo>
                <a:cubicBezTo>
                  <a:pt x="352345" y="80590"/>
                  <a:pt x="349285" y="83076"/>
                  <a:pt x="347444" y="85670"/>
                </a:cubicBezTo>
                <a:cubicBezTo>
                  <a:pt x="345602" y="88263"/>
                  <a:pt x="344682" y="91099"/>
                  <a:pt x="344682" y="94179"/>
                </a:cubicBezTo>
                <a:cubicBezTo>
                  <a:pt x="344682" y="98070"/>
                  <a:pt x="345846" y="101299"/>
                  <a:pt x="348175" y="103866"/>
                </a:cubicBezTo>
                <a:cubicBezTo>
                  <a:pt x="350503" y="106432"/>
                  <a:pt x="353184" y="107715"/>
                  <a:pt x="356217" y="107715"/>
                </a:cubicBezTo>
                <a:cubicBezTo>
                  <a:pt x="360333" y="107715"/>
                  <a:pt x="365748" y="105013"/>
                  <a:pt x="372463" y="99609"/>
                </a:cubicBezTo>
                <a:close/>
                <a:moveTo>
                  <a:pt x="425325" y="16571"/>
                </a:moveTo>
                <a:lnTo>
                  <a:pt x="425325" y="41104"/>
                </a:lnTo>
                <a:lnTo>
                  <a:pt x="442709" y="41104"/>
                </a:lnTo>
                <a:lnTo>
                  <a:pt x="442709" y="46628"/>
                </a:lnTo>
                <a:lnTo>
                  <a:pt x="425325" y="46790"/>
                </a:lnTo>
                <a:lnTo>
                  <a:pt x="425325" y="95108"/>
                </a:lnTo>
                <a:cubicBezTo>
                  <a:pt x="425325" y="99933"/>
                  <a:pt x="426016" y="103187"/>
                  <a:pt x="427397" y="104869"/>
                </a:cubicBezTo>
                <a:cubicBezTo>
                  <a:pt x="428778" y="106550"/>
                  <a:pt x="430551" y="107390"/>
                  <a:pt x="432718" y="107390"/>
                </a:cubicBezTo>
                <a:cubicBezTo>
                  <a:pt x="434505" y="107390"/>
                  <a:pt x="436238" y="106828"/>
                  <a:pt x="437916" y="105704"/>
                </a:cubicBezTo>
                <a:cubicBezTo>
                  <a:pt x="439595" y="104580"/>
                  <a:pt x="440895" y="102922"/>
                  <a:pt x="441816" y="100729"/>
                </a:cubicBezTo>
                <a:lnTo>
                  <a:pt x="444984" y="100729"/>
                </a:lnTo>
                <a:cubicBezTo>
                  <a:pt x="443088" y="106063"/>
                  <a:pt x="440408" y="110077"/>
                  <a:pt x="436942" y="112771"/>
                </a:cubicBezTo>
                <a:cubicBezTo>
                  <a:pt x="433476" y="115466"/>
                  <a:pt x="429902" y="116813"/>
                  <a:pt x="426219" y="116813"/>
                </a:cubicBezTo>
                <a:cubicBezTo>
                  <a:pt x="423728" y="116813"/>
                  <a:pt x="421291" y="116120"/>
                  <a:pt x="418908" y="114734"/>
                </a:cubicBezTo>
                <a:cubicBezTo>
                  <a:pt x="416525" y="113348"/>
                  <a:pt x="414765" y="111364"/>
                  <a:pt x="413628" y="108783"/>
                </a:cubicBezTo>
                <a:cubicBezTo>
                  <a:pt x="412491" y="106203"/>
                  <a:pt x="411922" y="102222"/>
                  <a:pt x="411922" y="96842"/>
                </a:cubicBezTo>
                <a:lnTo>
                  <a:pt x="411922" y="46628"/>
                </a:lnTo>
                <a:lnTo>
                  <a:pt x="400143" y="46628"/>
                </a:lnTo>
                <a:lnTo>
                  <a:pt x="400143" y="44023"/>
                </a:lnTo>
                <a:cubicBezTo>
                  <a:pt x="403122" y="42838"/>
                  <a:pt x="406168" y="40833"/>
                  <a:pt x="409282" y="38007"/>
                </a:cubicBezTo>
                <a:cubicBezTo>
                  <a:pt x="412396" y="35181"/>
                  <a:pt x="415171" y="31812"/>
                  <a:pt x="417608" y="27901"/>
                </a:cubicBezTo>
                <a:cubicBezTo>
                  <a:pt x="418854" y="25836"/>
                  <a:pt x="420587" y="22060"/>
                  <a:pt x="422807" y="16571"/>
                </a:cubicBezTo>
                <a:lnTo>
                  <a:pt x="425325" y="16571"/>
                </a:lnTo>
                <a:close/>
                <a:moveTo>
                  <a:pt x="468824" y="0"/>
                </a:moveTo>
                <a:cubicBezTo>
                  <a:pt x="471098" y="0"/>
                  <a:pt x="473035" y="803"/>
                  <a:pt x="474632" y="2409"/>
                </a:cubicBezTo>
                <a:cubicBezTo>
                  <a:pt x="476230" y="4013"/>
                  <a:pt x="477028" y="5959"/>
                  <a:pt x="477028" y="8245"/>
                </a:cubicBezTo>
                <a:cubicBezTo>
                  <a:pt x="477028" y="10531"/>
                  <a:pt x="476230" y="12491"/>
                  <a:pt x="474632" y="14124"/>
                </a:cubicBezTo>
                <a:cubicBezTo>
                  <a:pt x="473035" y="15756"/>
                  <a:pt x="471098" y="16571"/>
                  <a:pt x="468824" y="16571"/>
                </a:cubicBezTo>
                <a:cubicBezTo>
                  <a:pt x="466549" y="16571"/>
                  <a:pt x="464600" y="15756"/>
                  <a:pt x="462975" y="14124"/>
                </a:cubicBezTo>
                <a:cubicBezTo>
                  <a:pt x="461351" y="12491"/>
                  <a:pt x="460538" y="10531"/>
                  <a:pt x="460538" y="8245"/>
                </a:cubicBezTo>
                <a:cubicBezTo>
                  <a:pt x="460538" y="5959"/>
                  <a:pt x="461337" y="4013"/>
                  <a:pt x="462935" y="2409"/>
                </a:cubicBezTo>
                <a:cubicBezTo>
                  <a:pt x="464532" y="803"/>
                  <a:pt x="466495" y="0"/>
                  <a:pt x="468824" y="0"/>
                </a:cubicBezTo>
                <a:moveTo>
                  <a:pt x="475566" y="38992"/>
                </a:moveTo>
                <a:lnTo>
                  <a:pt x="475566" y="98617"/>
                </a:lnTo>
                <a:cubicBezTo>
                  <a:pt x="475566" y="103301"/>
                  <a:pt x="475905" y="106420"/>
                  <a:pt x="476582" y="107974"/>
                </a:cubicBezTo>
                <a:cubicBezTo>
                  <a:pt x="477259" y="109526"/>
                  <a:pt x="478261" y="110683"/>
                  <a:pt x="479587" y="111446"/>
                </a:cubicBezTo>
                <a:cubicBezTo>
                  <a:pt x="480914" y="112208"/>
                  <a:pt x="483338" y="112589"/>
                  <a:pt x="486858" y="112589"/>
                </a:cubicBezTo>
                <a:lnTo>
                  <a:pt x="486858" y="115513"/>
                </a:lnTo>
                <a:lnTo>
                  <a:pt x="450709" y="115513"/>
                </a:lnTo>
                <a:lnTo>
                  <a:pt x="450709" y="112589"/>
                </a:lnTo>
                <a:cubicBezTo>
                  <a:pt x="454337" y="112589"/>
                  <a:pt x="456774" y="112235"/>
                  <a:pt x="458020" y="111528"/>
                </a:cubicBezTo>
                <a:cubicBezTo>
                  <a:pt x="459266" y="110818"/>
                  <a:pt x="460254" y="109647"/>
                  <a:pt x="460985" y="108014"/>
                </a:cubicBezTo>
                <a:cubicBezTo>
                  <a:pt x="461716" y="106379"/>
                  <a:pt x="462082" y="103247"/>
                  <a:pt x="462082" y="98617"/>
                </a:cubicBezTo>
                <a:lnTo>
                  <a:pt x="462082" y="70185"/>
                </a:lnTo>
                <a:cubicBezTo>
                  <a:pt x="462082" y="62082"/>
                  <a:pt x="461838" y="56834"/>
                  <a:pt x="461351" y="54441"/>
                </a:cubicBezTo>
                <a:cubicBezTo>
                  <a:pt x="460971" y="52700"/>
                  <a:pt x="460376" y="51491"/>
                  <a:pt x="459563" y="50814"/>
                </a:cubicBezTo>
                <a:cubicBezTo>
                  <a:pt x="458751" y="50135"/>
                  <a:pt x="457641" y="49796"/>
                  <a:pt x="456233" y="49796"/>
                </a:cubicBezTo>
                <a:cubicBezTo>
                  <a:pt x="454717" y="49796"/>
                  <a:pt x="452875" y="50202"/>
                  <a:pt x="450709" y="51014"/>
                </a:cubicBezTo>
                <a:lnTo>
                  <a:pt x="449572" y="48090"/>
                </a:lnTo>
                <a:lnTo>
                  <a:pt x="471992" y="38992"/>
                </a:lnTo>
                <a:lnTo>
                  <a:pt x="475566" y="38992"/>
                </a:lnTo>
                <a:close/>
                <a:moveTo>
                  <a:pt x="517765" y="54670"/>
                </a:moveTo>
                <a:cubicBezTo>
                  <a:pt x="526484" y="44218"/>
                  <a:pt x="534797" y="38992"/>
                  <a:pt x="542704" y="38992"/>
                </a:cubicBezTo>
                <a:cubicBezTo>
                  <a:pt x="546765" y="38992"/>
                  <a:pt x="550258" y="40005"/>
                  <a:pt x="553183" y="42030"/>
                </a:cubicBezTo>
                <a:cubicBezTo>
                  <a:pt x="556107" y="44054"/>
                  <a:pt x="558436" y="47389"/>
                  <a:pt x="560169" y="52035"/>
                </a:cubicBezTo>
                <a:cubicBezTo>
                  <a:pt x="561360" y="55276"/>
                  <a:pt x="561956" y="60244"/>
                  <a:pt x="561956" y="66941"/>
                </a:cubicBezTo>
                <a:lnTo>
                  <a:pt x="561956" y="98617"/>
                </a:lnTo>
                <a:cubicBezTo>
                  <a:pt x="561956" y="103355"/>
                  <a:pt x="562335" y="106569"/>
                  <a:pt x="563093" y="108258"/>
                </a:cubicBezTo>
                <a:cubicBezTo>
                  <a:pt x="563689" y="109620"/>
                  <a:pt x="564650" y="110683"/>
                  <a:pt x="565977" y="111446"/>
                </a:cubicBezTo>
                <a:cubicBezTo>
                  <a:pt x="567304" y="112208"/>
                  <a:pt x="569754" y="112589"/>
                  <a:pt x="573329" y="112589"/>
                </a:cubicBezTo>
                <a:lnTo>
                  <a:pt x="573329" y="115513"/>
                </a:lnTo>
                <a:lnTo>
                  <a:pt x="536530" y="115513"/>
                </a:lnTo>
                <a:lnTo>
                  <a:pt x="536530" y="112589"/>
                </a:lnTo>
                <a:lnTo>
                  <a:pt x="538074" y="112589"/>
                </a:lnTo>
                <a:cubicBezTo>
                  <a:pt x="541540" y="112589"/>
                  <a:pt x="543963" y="112058"/>
                  <a:pt x="545344" y="110997"/>
                </a:cubicBezTo>
                <a:cubicBezTo>
                  <a:pt x="546725" y="109934"/>
                  <a:pt x="547686" y="108368"/>
                  <a:pt x="548228" y="106298"/>
                </a:cubicBezTo>
                <a:cubicBezTo>
                  <a:pt x="548444" y="105481"/>
                  <a:pt x="548553" y="102920"/>
                  <a:pt x="548553" y="98617"/>
                </a:cubicBezTo>
                <a:lnTo>
                  <a:pt x="548553" y="68205"/>
                </a:lnTo>
                <a:cubicBezTo>
                  <a:pt x="548553" y="61446"/>
                  <a:pt x="547673" y="56539"/>
                  <a:pt x="545913" y="53484"/>
                </a:cubicBezTo>
                <a:cubicBezTo>
                  <a:pt x="544152" y="50429"/>
                  <a:pt x="541187" y="48902"/>
                  <a:pt x="537018" y="48902"/>
                </a:cubicBezTo>
                <a:cubicBezTo>
                  <a:pt x="530573" y="48902"/>
                  <a:pt x="524156" y="52422"/>
                  <a:pt x="517765" y="59462"/>
                </a:cubicBezTo>
                <a:lnTo>
                  <a:pt x="517765" y="98617"/>
                </a:lnTo>
                <a:cubicBezTo>
                  <a:pt x="517765" y="103682"/>
                  <a:pt x="518063" y="106814"/>
                  <a:pt x="518659" y="108014"/>
                </a:cubicBezTo>
                <a:cubicBezTo>
                  <a:pt x="519417" y="109593"/>
                  <a:pt x="520460" y="110751"/>
                  <a:pt x="521786" y="111487"/>
                </a:cubicBezTo>
                <a:cubicBezTo>
                  <a:pt x="523113" y="112221"/>
                  <a:pt x="525807" y="112589"/>
                  <a:pt x="529869" y="112589"/>
                </a:cubicBezTo>
                <a:lnTo>
                  <a:pt x="529869" y="115513"/>
                </a:lnTo>
                <a:lnTo>
                  <a:pt x="493071" y="115513"/>
                </a:lnTo>
                <a:lnTo>
                  <a:pt x="493071" y="112589"/>
                </a:lnTo>
                <a:lnTo>
                  <a:pt x="494695" y="112589"/>
                </a:lnTo>
                <a:cubicBezTo>
                  <a:pt x="498486" y="112589"/>
                  <a:pt x="501045" y="111622"/>
                  <a:pt x="502372" y="109690"/>
                </a:cubicBezTo>
                <a:cubicBezTo>
                  <a:pt x="503699" y="107755"/>
                  <a:pt x="504362" y="104064"/>
                  <a:pt x="504362" y="98617"/>
                </a:cubicBezTo>
                <a:lnTo>
                  <a:pt x="504362" y="71160"/>
                </a:lnTo>
                <a:cubicBezTo>
                  <a:pt x="504362" y="62224"/>
                  <a:pt x="504159" y="56782"/>
                  <a:pt x="503753" y="54832"/>
                </a:cubicBezTo>
                <a:cubicBezTo>
                  <a:pt x="503347" y="52883"/>
                  <a:pt x="502724" y="51556"/>
                  <a:pt x="501884" y="50852"/>
                </a:cubicBezTo>
                <a:cubicBezTo>
                  <a:pt x="501045" y="50148"/>
                  <a:pt x="499921" y="49796"/>
                  <a:pt x="498513" y="49796"/>
                </a:cubicBezTo>
                <a:cubicBezTo>
                  <a:pt x="496997" y="49796"/>
                  <a:pt x="495183" y="50202"/>
                  <a:pt x="493071" y="51014"/>
                </a:cubicBezTo>
                <a:lnTo>
                  <a:pt x="491852" y="48090"/>
                </a:lnTo>
                <a:lnTo>
                  <a:pt x="514272" y="38992"/>
                </a:lnTo>
                <a:lnTo>
                  <a:pt x="517765" y="38992"/>
                </a:lnTo>
                <a:lnTo>
                  <a:pt x="517765" y="54670"/>
                </a:lnTo>
                <a:close/>
                <a:moveTo>
                  <a:pt x="598865" y="88399"/>
                </a:moveTo>
                <a:cubicBezTo>
                  <a:pt x="594316" y="86182"/>
                  <a:pt x="590823" y="83086"/>
                  <a:pt x="588386" y="79111"/>
                </a:cubicBezTo>
                <a:cubicBezTo>
                  <a:pt x="585949" y="75135"/>
                  <a:pt x="584730" y="70740"/>
                  <a:pt x="584730" y="65925"/>
                </a:cubicBezTo>
                <a:cubicBezTo>
                  <a:pt x="584730" y="58571"/>
                  <a:pt x="587506" y="52243"/>
                  <a:pt x="593056" y="46942"/>
                </a:cubicBezTo>
                <a:cubicBezTo>
                  <a:pt x="598607" y="41642"/>
                  <a:pt x="605715" y="38992"/>
                  <a:pt x="614380" y="38992"/>
                </a:cubicBezTo>
                <a:cubicBezTo>
                  <a:pt x="621474" y="38992"/>
                  <a:pt x="627621" y="40725"/>
                  <a:pt x="632820" y="44191"/>
                </a:cubicBezTo>
                <a:lnTo>
                  <a:pt x="648579" y="44191"/>
                </a:lnTo>
                <a:cubicBezTo>
                  <a:pt x="650908" y="44191"/>
                  <a:pt x="652262" y="44258"/>
                  <a:pt x="652641" y="44394"/>
                </a:cubicBezTo>
                <a:cubicBezTo>
                  <a:pt x="653020" y="44529"/>
                  <a:pt x="653291" y="44759"/>
                  <a:pt x="653453" y="45084"/>
                </a:cubicBezTo>
                <a:cubicBezTo>
                  <a:pt x="653778" y="45572"/>
                  <a:pt x="653940" y="46438"/>
                  <a:pt x="653940" y="47684"/>
                </a:cubicBezTo>
                <a:cubicBezTo>
                  <a:pt x="653940" y="49092"/>
                  <a:pt x="653805" y="50066"/>
                  <a:pt x="653534" y="50608"/>
                </a:cubicBezTo>
                <a:cubicBezTo>
                  <a:pt x="653372" y="50879"/>
                  <a:pt x="653088" y="51095"/>
                  <a:pt x="652681" y="51258"/>
                </a:cubicBezTo>
                <a:cubicBezTo>
                  <a:pt x="652275" y="51420"/>
                  <a:pt x="650908" y="51502"/>
                  <a:pt x="648579" y="51502"/>
                </a:cubicBezTo>
                <a:lnTo>
                  <a:pt x="638912" y="51502"/>
                </a:lnTo>
                <a:cubicBezTo>
                  <a:pt x="641945" y="55401"/>
                  <a:pt x="643461" y="60383"/>
                  <a:pt x="643461" y="66448"/>
                </a:cubicBezTo>
                <a:cubicBezTo>
                  <a:pt x="643461" y="73380"/>
                  <a:pt x="640808" y="79310"/>
                  <a:pt x="635501" y="84238"/>
                </a:cubicBezTo>
                <a:cubicBezTo>
                  <a:pt x="630193" y="89167"/>
                  <a:pt x="623072" y="91631"/>
                  <a:pt x="614136" y="91631"/>
                </a:cubicBezTo>
                <a:cubicBezTo>
                  <a:pt x="610454" y="91631"/>
                  <a:pt x="606690" y="91078"/>
                  <a:pt x="602845" y="89973"/>
                </a:cubicBezTo>
                <a:cubicBezTo>
                  <a:pt x="600462" y="92000"/>
                  <a:pt x="598851" y="93774"/>
                  <a:pt x="598012" y="95294"/>
                </a:cubicBezTo>
                <a:cubicBezTo>
                  <a:pt x="597172" y="96813"/>
                  <a:pt x="596753" y="98106"/>
                  <a:pt x="596753" y="99173"/>
                </a:cubicBezTo>
                <a:cubicBezTo>
                  <a:pt x="596753" y="100080"/>
                  <a:pt x="597199" y="100960"/>
                  <a:pt x="598093" y="101813"/>
                </a:cubicBezTo>
                <a:cubicBezTo>
                  <a:pt x="598986" y="102666"/>
                  <a:pt x="600733" y="103279"/>
                  <a:pt x="603332" y="103653"/>
                </a:cubicBezTo>
                <a:cubicBezTo>
                  <a:pt x="604849" y="103900"/>
                  <a:pt x="608640" y="104117"/>
                  <a:pt x="614705" y="104303"/>
                </a:cubicBezTo>
                <a:cubicBezTo>
                  <a:pt x="625861" y="104613"/>
                  <a:pt x="633091" y="105046"/>
                  <a:pt x="636394" y="105603"/>
                </a:cubicBezTo>
                <a:cubicBezTo>
                  <a:pt x="641431" y="106305"/>
                  <a:pt x="645452" y="108170"/>
                  <a:pt x="648457" y="111198"/>
                </a:cubicBezTo>
                <a:cubicBezTo>
                  <a:pt x="651463" y="114225"/>
                  <a:pt x="652966" y="117955"/>
                  <a:pt x="652966" y="122387"/>
                </a:cubicBezTo>
                <a:cubicBezTo>
                  <a:pt x="652966" y="128497"/>
                  <a:pt x="650095" y="134227"/>
                  <a:pt x="644355" y="139578"/>
                </a:cubicBezTo>
                <a:cubicBezTo>
                  <a:pt x="635907" y="147471"/>
                  <a:pt x="624886" y="151418"/>
                  <a:pt x="611293" y="151418"/>
                </a:cubicBezTo>
                <a:cubicBezTo>
                  <a:pt x="600841" y="151418"/>
                  <a:pt x="592014" y="149061"/>
                  <a:pt x="584811" y="144348"/>
                </a:cubicBezTo>
                <a:cubicBezTo>
                  <a:pt x="580750" y="141640"/>
                  <a:pt x="578719" y="138823"/>
                  <a:pt x="578719" y="135897"/>
                </a:cubicBezTo>
                <a:cubicBezTo>
                  <a:pt x="578719" y="134598"/>
                  <a:pt x="579017" y="133298"/>
                  <a:pt x="579612" y="131998"/>
                </a:cubicBezTo>
                <a:cubicBezTo>
                  <a:pt x="580533" y="129994"/>
                  <a:pt x="582429" y="127205"/>
                  <a:pt x="585299" y="123629"/>
                </a:cubicBezTo>
                <a:cubicBezTo>
                  <a:pt x="585678" y="123141"/>
                  <a:pt x="588440" y="120216"/>
                  <a:pt x="593584" y="114853"/>
                </a:cubicBezTo>
                <a:cubicBezTo>
                  <a:pt x="590768" y="113176"/>
                  <a:pt x="588778" y="111675"/>
                  <a:pt x="587614" y="110350"/>
                </a:cubicBezTo>
                <a:cubicBezTo>
                  <a:pt x="586450" y="109025"/>
                  <a:pt x="585867" y="107523"/>
                  <a:pt x="585867" y="105846"/>
                </a:cubicBezTo>
                <a:cubicBezTo>
                  <a:pt x="585867" y="103953"/>
                  <a:pt x="586639" y="101735"/>
                  <a:pt x="588183" y="99193"/>
                </a:cubicBezTo>
                <a:cubicBezTo>
                  <a:pt x="589726" y="96649"/>
                  <a:pt x="593287" y="93051"/>
                  <a:pt x="598865" y="88399"/>
                </a:cubicBezTo>
                <a:moveTo>
                  <a:pt x="612999" y="43053"/>
                </a:moveTo>
                <a:cubicBezTo>
                  <a:pt x="608992" y="43053"/>
                  <a:pt x="605634" y="44643"/>
                  <a:pt x="602926" y="47821"/>
                </a:cubicBezTo>
                <a:cubicBezTo>
                  <a:pt x="600218" y="50997"/>
                  <a:pt x="598865" y="55871"/>
                  <a:pt x="598865" y="62443"/>
                </a:cubicBezTo>
                <a:cubicBezTo>
                  <a:pt x="598865" y="70953"/>
                  <a:pt x="600706" y="77551"/>
                  <a:pt x="604388" y="82236"/>
                </a:cubicBezTo>
                <a:cubicBezTo>
                  <a:pt x="607205" y="85791"/>
                  <a:pt x="610779" y="87569"/>
                  <a:pt x="615111" y="87569"/>
                </a:cubicBezTo>
                <a:cubicBezTo>
                  <a:pt x="619227" y="87569"/>
                  <a:pt x="622612" y="86034"/>
                  <a:pt x="625265" y="82964"/>
                </a:cubicBezTo>
                <a:cubicBezTo>
                  <a:pt x="627919" y="79894"/>
                  <a:pt x="629246" y="75073"/>
                  <a:pt x="629246" y="68502"/>
                </a:cubicBezTo>
                <a:cubicBezTo>
                  <a:pt x="629246" y="59939"/>
                  <a:pt x="627377" y="53233"/>
                  <a:pt x="623641" y="48384"/>
                </a:cubicBezTo>
                <a:cubicBezTo>
                  <a:pt x="620879" y="44830"/>
                  <a:pt x="617332" y="43053"/>
                  <a:pt x="612999" y="43053"/>
                </a:cubicBezTo>
                <a:moveTo>
                  <a:pt x="598052" y="115513"/>
                </a:moveTo>
                <a:cubicBezTo>
                  <a:pt x="595507" y="118258"/>
                  <a:pt x="593584" y="120814"/>
                  <a:pt x="592285" y="123182"/>
                </a:cubicBezTo>
                <a:cubicBezTo>
                  <a:pt x="590985" y="125550"/>
                  <a:pt x="590335" y="127729"/>
                  <a:pt x="590335" y="129721"/>
                </a:cubicBezTo>
                <a:cubicBezTo>
                  <a:pt x="590335" y="132304"/>
                  <a:pt x="591906" y="134564"/>
                  <a:pt x="595047" y="136502"/>
                </a:cubicBezTo>
                <a:cubicBezTo>
                  <a:pt x="600462" y="139839"/>
                  <a:pt x="608288" y="141508"/>
                  <a:pt x="618523" y="141508"/>
                </a:cubicBezTo>
                <a:cubicBezTo>
                  <a:pt x="628271" y="141508"/>
                  <a:pt x="635460" y="139805"/>
                  <a:pt x="640090" y="136400"/>
                </a:cubicBezTo>
                <a:cubicBezTo>
                  <a:pt x="644721" y="132997"/>
                  <a:pt x="647036" y="129365"/>
                  <a:pt x="647036" y="125505"/>
                </a:cubicBezTo>
                <a:cubicBezTo>
                  <a:pt x="647036" y="122717"/>
                  <a:pt x="645655" y="120734"/>
                  <a:pt x="642893" y="119554"/>
                </a:cubicBezTo>
                <a:cubicBezTo>
                  <a:pt x="640077" y="118375"/>
                  <a:pt x="634499" y="117678"/>
                  <a:pt x="626159" y="117463"/>
                </a:cubicBezTo>
                <a:cubicBezTo>
                  <a:pt x="613974" y="117124"/>
                  <a:pt x="604605" y="116474"/>
                  <a:pt x="598052" y="115513"/>
                </a:cubicBezTo>
                <a:close/>
                <a:moveTo>
                  <a:pt x="774371" y="2924"/>
                </a:moveTo>
                <a:lnTo>
                  <a:pt x="774371" y="41104"/>
                </a:lnTo>
                <a:lnTo>
                  <a:pt x="771365" y="41104"/>
                </a:lnTo>
                <a:cubicBezTo>
                  <a:pt x="770390" y="33774"/>
                  <a:pt x="768644" y="27938"/>
                  <a:pt x="766126" y="23596"/>
                </a:cubicBezTo>
                <a:cubicBezTo>
                  <a:pt x="763607" y="19251"/>
                  <a:pt x="760020" y="15803"/>
                  <a:pt x="755362" y="13251"/>
                </a:cubicBezTo>
                <a:cubicBezTo>
                  <a:pt x="750705" y="10699"/>
                  <a:pt x="745885" y="9423"/>
                  <a:pt x="740903" y="9423"/>
                </a:cubicBezTo>
                <a:cubicBezTo>
                  <a:pt x="735271" y="9423"/>
                  <a:pt x="730613" y="11140"/>
                  <a:pt x="726931" y="14574"/>
                </a:cubicBezTo>
                <a:cubicBezTo>
                  <a:pt x="723248" y="18007"/>
                  <a:pt x="721407" y="21913"/>
                  <a:pt x="721407" y="26292"/>
                </a:cubicBezTo>
                <a:cubicBezTo>
                  <a:pt x="721407" y="29644"/>
                  <a:pt x="722571" y="32700"/>
                  <a:pt x="724900" y="35458"/>
                </a:cubicBezTo>
                <a:cubicBezTo>
                  <a:pt x="728258" y="39513"/>
                  <a:pt x="736246" y="44919"/>
                  <a:pt x="748864" y="51677"/>
                </a:cubicBezTo>
                <a:cubicBezTo>
                  <a:pt x="759153" y="57192"/>
                  <a:pt x="766180" y="61424"/>
                  <a:pt x="769944" y="64372"/>
                </a:cubicBezTo>
                <a:cubicBezTo>
                  <a:pt x="773707" y="67318"/>
                  <a:pt x="776605" y="70793"/>
                  <a:pt x="778636" y="74795"/>
                </a:cubicBezTo>
                <a:cubicBezTo>
                  <a:pt x="780666" y="78796"/>
                  <a:pt x="781682" y="82987"/>
                  <a:pt x="781682" y="87368"/>
                </a:cubicBezTo>
                <a:cubicBezTo>
                  <a:pt x="781682" y="95696"/>
                  <a:pt x="778446" y="102875"/>
                  <a:pt x="771974" y="108905"/>
                </a:cubicBezTo>
                <a:cubicBezTo>
                  <a:pt x="765503" y="114935"/>
                  <a:pt x="757177" y="117950"/>
                  <a:pt x="746995" y="117950"/>
                </a:cubicBezTo>
                <a:cubicBezTo>
                  <a:pt x="743800" y="117950"/>
                  <a:pt x="740795" y="117703"/>
                  <a:pt x="737979" y="117209"/>
                </a:cubicBezTo>
                <a:cubicBezTo>
                  <a:pt x="736300" y="116935"/>
                  <a:pt x="732820" y="115934"/>
                  <a:pt x="727540" y="114206"/>
                </a:cubicBezTo>
                <a:cubicBezTo>
                  <a:pt x="722260" y="112478"/>
                  <a:pt x="718916" y="111614"/>
                  <a:pt x="717508" y="111614"/>
                </a:cubicBezTo>
                <a:cubicBezTo>
                  <a:pt x="716154" y="111614"/>
                  <a:pt x="715084" y="112025"/>
                  <a:pt x="714299" y="112848"/>
                </a:cubicBezTo>
                <a:cubicBezTo>
                  <a:pt x="713514" y="113670"/>
                  <a:pt x="712932" y="115371"/>
                  <a:pt x="712553" y="117950"/>
                </a:cubicBezTo>
                <a:lnTo>
                  <a:pt x="709547" y="117950"/>
                </a:lnTo>
                <a:lnTo>
                  <a:pt x="709547" y="80096"/>
                </a:lnTo>
                <a:lnTo>
                  <a:pt x="712553" y="80096"/>
                </a:lnTo>
                <a:cubicBezTo>
                  <a:pt x="713961" y="88023"/>
                  <a:pt x="715856" y="93954"/>
                  <a:pt x="718239" y="97891"/>
                </a:cubicBezTo>
                <a:cubicBezTo>
                  <a:pt x="720622" y="101827"/>
                  <a:pt x="724264" y="105098"/>
                  <a:pt x="729165" y="107705"/>
                </a:cubicBezTo>
                <a:cubicBezTo>
                  <a:pt x="734066" y="110311"/>
                  <a:pt x="739441" y="111614"/>
                  <a:pt x="745289" y="111614"/>
                </a:cubicBezTo>
                <a:cubicBezTo>
                  <a:pt x="752059" y="111614"/>
                  <a:pt x="757407" y="109826"/>
                  <a:pt x="761333" y="106250"/>
                </a:cubicBezTo>
                <a:cubicBezTo>
                  <a:pt x="765259" y="102674"/>
                  <a:pt x="767222" y="98448"/>
                  <a:pt x="767222" y="93573"/>
                </a:cubicBezTo>
                <a:cubicBezTo>
                  <a:pt x="767222" y="90863"/>
                  <a:pt x="766478" y="88127"/>
                  <a:pt x="764988" y="85366"/>
                </a:cubicBezTo>
                <a:cubicBezTo>
                  <a:pt x="763499" y="82602"/>
                  <a:pt x="761184" y="80028"/>
                  <a:pt x="758043" y="77643"/>
                </a:cubicBezTo>
                <a:cubicBezTo>
                  <a:pt x="755931" y="76019"/>
                  <a:pt x="750163" y="72587"/>
                  <a:pt x="740740" y="67347"/>
                </a:cubicBezTo>
                <a:cubicBezTo>
                  <a:pt x="731317" y="62106"/>
                  <a:pt x="724616" y="57916"/>
                  <a:pt x="720635" y="54779"/>
                </a:cubicBezTo>
                <a:cubicBezTo>
                  <a:pt x="716655" y="51641"/>
                  <a:pt x="713636" y="48179"/>
                  <a:pt x="711578" y="44391"/>
                </a:cubicBezTo>
                <a:cubicBezTo>
                  <a:pt x="709520" y="40604"/>
                  <a:pt x="708491" y="36438"/>
                  <a:pt x="708491" y="31894"/>
                </a:cubicBezTo>
                <a:cubicBezTo>
                  <a:pt x="708491" y="23996"/>
                  <a:pt x="711524" y="17193"/>
                  <a:pt x="717589" y="11487"/>
                </a:cubicBezTo>
                <a:cubicBezTo>
                  <a:pt x="723654" y="5779"/>
                  <a:pt x="731372" y="2924"/>
                  <a:pt x="740740" y="2924"/>
                </a:cubicBezTo>
                <a:cubicBezTo>
                  <a:pt x="746589" y="2924"/>
                  <a:pt x="752790" y="4359"/>
                  <a:pt x="759343" y="7230"/>
                </a:cubicBezTo>
                <a:cubicBezTo>
                  <a:pt x="762375" y="8584"/>
                  <a:pt x="764515" y="9261"/>
                  <a:pt x="765760" y="9261"/>
                </a:cubicBezTo>
                <a:cubicBezTo>
                  <a:pt x="767168" y="9261"/>
                  <a:pt x="768319" y="8841"/>
                  <a:pt x="769213" y="8001"/>
                </a:cubicBezTo>
                <a:cubicBezTo>
                  <a:pt x="770106" y="7162"/>
                  <a:pt x="770824" y="5470"/>
                  <a:pt x="771365" y="2924"/>
                </a:cubicBezTo>
                <a:lnTo>
                  <a:pt x="774371" y="2924"/>
                </a:lnTo>
                <a:close/>
                <a:moveTo>
                  <a:pt x="791427" y="41104"/>
                </a:moveTo>
                <a:lnTo>
                  <a:pt x="826113" y="41104"/>
                </a:lnTo>
                <a:lnTo>
                  <a:pt x="826113" y="44028"/>
                </a:lnTo>
                <a:lnTo>
                  <a:pt x="824408" y="44028"/>
                </a:lnTo>
                <a:cubicBezTo>
                  <a:pt x="821971" y="44028"/>
                  <a:pt x="820143" y="44559"/>
                  <a:pt x="818924" y="45620"/>
                </a:cubicBezTo>
                <a:cubicBezTo>
                  <a:pt x="817706" y="46681"/>
                  <a:pt x="817097" y="48000"/>
                  <a:pt x="817097" y="49577"/>
                </a:cubicBezTo>
                <a:cubicBezTo>
                  <a:pt x="817097" y="51700"/>
                  <a:pt x="817990" y="54638"/>
                  <a:pt x="819777" y="58391"/>
                </a:cubicBezTo>
                <a:lnTo>
                  <a:pt x="837892" y="96017"/>
                </a:lnTo>
                <a:lnTo>
                  <a:pt x="854545" y="54819"/>
                </a:lnTo>
                <a:cubicBezTo>
                  <a:pt x="855466" y="52586"/>
                  <a:pt x="855926" y="50378"/>
                  <a:pt x="855926" y="48196"/>
                </a:cubicBezTo>
                <a:cubicBezTo>
                  <a:pt x="855926" y="47217"/>
                  <a:pt x="855736" y="46481"/>
                  <a:pt x="855357" y="45990"/>
                </a:cubicBezTo>
                <a:cubicBezTo>
                  <a:pt x="854924" y="45391"/>
                  <a:pt x="854247" y="44915"/>
                  <a:pt x="853326" y="44561"/>
                </a:cubicBezTo>
                <a:cubicBezTo>
                  <a:pt x="852406" y="44206"/>
                  <a:pt x="850781" y="44028"/>
                  <a:pt x="848452" y="44028"/>
                </a:cubicBezTo>
                <a:lnTo>
                  <a:pt x="848452" y="41104"/>
                </a:lnTo>
                <a:lnTo>
                  <a:pt x="872660" y="41104"/>
                </a:lnTo>
                <a:lnTo>
                  <a:pt x="872660" y="44028"/>
                </a:lnTo>
                <a:cubicBezTo>
                  <a:pt x="870656" y="44245"/>
                  <a:pt x="869113" y="44680"/>
                  <a:pt x="868030" y="45333"/>
                </a:cubicBezTo>
                <a:cubicBezTo>
                  <a:pt x="866946" y="45985"/>
                  <a:pt x="865755" y="47207"/>
                  <a:pt x="864455" y="49001"/>
                </a:cubicBezTo>
                <a:cubicBezTo>
                  <a:pt x="863968" y="49763"/>
                  <a:pt x="863047" y="51855"/>
                  <a:pt x="861693" y="55279"/>
                </a:cubicBezTo>
                <a:lnTo>
                  <a:pt x="831394" y="129490"/>
                </a:lnTo>
                <a:cubicBezTo>
                  <a:pt x="828469" y="136718"/>
                  <a:pt x="824638" y="142179"/>
                  <a:pt x="819899" y="145874"/>
                </a:cubicBezTo>
                <a:cubicBezTo>
                  <a:pt x="815161" y="149570"/>
                  <a:pt x="810598" y="151418"/>
                  <a:pt x="806211" y="151418"/>
                </a:cubicBezTo>
                <a:cubicBezTo>
                  <a:pt x="803016" y="151418"/>
                  <a:pt x="800390" y="150492"/>
                  <a:pt x="798332" y="148641"/>
                </a:cubicBezTo>
                <a:cubicBezTo>
                  <a:pt x="796274" y="146791"/>
                  <a:pt x="795245" y="144670"/>
                  <a:pt x="795245" y="142277"/>
                </a:cubicBezTo>
                <a:cubicBezTo>
                  <a:pt x="795245" y="139990"/>
                  <a:pt x="795990" y="138153"/>
                  <a:pt x="797479" y="136766"/>
                </a:cubicBezTo>
                <a:cubicBezTo>
                  <a:pt x="798968" y="135378"/>
                  <a:pt x="801012" y="134684"/>
                  <a:pt x="803612" y="134684"/>
                </a:cubicBezTo>
                <a:cubicBezTo>
                  <a:pt x="805399" y="134684"/>
                  <a:pt x="807836" y="135264"/>
                  <a:pt x="810923" y="136423"/>
                </a:cubicBezTo>
                <a:cubicBezTo>
                  <a:pt x="813089" y="137213"/>
                  <a:pt x="814443" y="137608"/>
                  <a:pt x="814984" y="137608"/>
                </a:cubicBezTo>
                <a:cubicBezTo>
                  <a:pt x="816609" y="137608"/>
                  <a:pt x="818383" y="136775"/>
                  <a:pt x="820305" y="135108"/>
                </a:cubicBezTo>
                <a:cubicBezTo>
                  <a:pt x="822228" y="133441"/>
                  <a:pt x="824164" y="130215"/>
                  <a:pt x="826113" y="125431"/>
                </a:cubicBezTo>
                <a:lnTo>
                  <a:pt x="831394" y="112434"/>
                </a:lnTo>
                <a:lnTo>
                  <a:pt x="804668" y="56449"/>
                </a:lnTo>
                <a:cubicBezTo>
                  <a:pt x="803856" y="54760"/>
                  <a:pt x="802556" y="52663"/>
                  <a:pt x="800769" y="50156"/>
                </a:cubicBezTo>
                <a:cubicBezTo>
                  <a:pt x="799415" y="48251"/>
                  <a:pt x="798305" y="46970"/>
                  <a:pt x="797438" y="46315"/>
                </a:cubicBezTo>
                <a:cubicBezTo>
                  <a:pt x="796193" y="45444"/>
                  <a:pt x="794189" y="44681"/>
                  <a:pt x="791427" y="44028"/>
                </a:cubicBezTo>
                <a:lnTo>
                  <a:pt x="791427" y="41104"/>
                </a:lnTo>
                <a:close/>
                <a:moveTo>
                  <a:pt x="926627" y="38992"/>
                </a:moveTo>
                <a:lnTo>
                  <a:pt x="926627" y="64336"/>
                </a:lnTo>
                <a:lnTo>
                  <a:pt x="923946" y="64336"/>
                </a:lnTo>
                <a:cubicBezTo>
                  <a:pt x="921888" y="56408"/>
                  <a:pt x="919248" y="51014"/>
                  <a:pt x="916026" y="48156"/>
                </a:cubicBezTo>
                <a:cubicBezTo>
                  <a:pt x="912804" y="45296"/>
                  <a:pt x="908702" y="43866"/>
                  <a:pt x="903719" y="43866"/>
                </a:cubicBezTo>
                <a:cubicBezTo>
                  <a:pt x="899928" y="43866"/>
                  <a:pt x="896869" y="44864"/>
                  <a:pt x="894540" y="46861"/>
                </a:cubicBezTo>
                <a:cubicBezTo>
                  <a:pt x="892211" y="48858"/>
                  <a:pt x="891047" y="51071"/>
                  <a:pt x="891047" y="53499"/>
                </a:cubicBezTo>
                <a:cubicBezTo>
                  <a:pt x="891047" y="56520"/>
                  <a:pt x="891913" y="59110"/>
                  <a:pt x="893646" y="61270"/>
                </a:cubicBezTo>
                <a:cubicBezTo>
                  <a:pt x="895325" y="63482"/>
                  <a:pt x="898737" y="65829"/>
                  <a:pt x="903882" y="68312"/>
                </a:cubicBezTo>
                <a:lnTo>
                  <a:pt x="915742" y="74059"/>
                </a:lnTo>
                <a:cubicBezTo>
                  <a:pt x="926735" y="79414"/>
                  <a:pt x="932232" y="86471"/>
                  <a:pt x="932232" y="95233"/>
                </a:cubicBezTo>
                <a:cubicBezTo>
                  <a:pt x="932232" y="101994"/>
                  <a:pt x="929673" y="107443"/>
                  <a:pt x="924556" y="111581"/>
                </a:cubicBezTo>
                <a:cubicBezTo>
                  <a:pt x="919438" y="115719"/>
                  <a:pt x="913711" y="117788"/>
                  <a:pt x="907375" y="117788"/>
                </a:cubicBezTo>
                <a:cubicBezTo>
                  <a:pt x="902826" y="117788"/>
                  <a:pt x="897627" y="117016"/>
                  <a:pt x="891778" y="115472"/>
                </a:cubicBezTo>
                <a:cubicBezTo>
                  <a:pt x="889991" y="114958"/>
                  <a:pt x="888529" y="114701"/>
                  <a:pt x="887392" y="114701"/>
                </a:cubicBezTo>
                <a:cubicBezTo>
                  <a:pt x="886146" y="114701"/>
                  <a:pt x="885171" y="115351"/>
                  <a:pt x="884467" y="116650"/>
                </a:cubicBezTo>
                <a:lnTo>
                  <a:pt x="881786" y="116650"/>
                </a:lnTo>
                <a:lnTo>
                  <a:pt x="881786" y="90006"/>
                </a:lnTo>
                <a:lnTo>
                  <a:pt x="884467" y="90006"/>
                </a:lnTo>
                <a:cubicBezTo>
                  <a:pt x="885984" y="97588"/>
                  <a:pt x="888881" y="103301"/>
                  <a:pt x="893159" y="107146"/>
                </a:cubicBezTo>
                <a:cubicBezTo>
                  <a:pt x="897437" y="110991"/>
                  <a:pt x="902230" y="112914"/>
                  <a:pt x="907537" y="112914"/>
                </a:cubicBezTo>
                <a:cubicBezTo>
                  <a:pt x="911274" y="112914"/>
                  <a:pt x="914320" y="111823"/>
                  <a:pt x="916676" y="109641"/>
                </a:cubicBezTo>
                <a:cubicBezTo>
                  <a:pt x="919032" y="107458"/>
                  <a:pt x="920210" y="104831"/>
                  <a:pt x="920210" y="101759"/>
                </a:cubicBezTo>
                <a:cubicBezTo>
                  <a:pt x="920210" y="98041"/>
                  <a:pt x="918896" y="94916"/>
                  <a:pt x="916270" y="92385"/>
                </a:cubicBezTo>
                <a:cubicBezTo>
                  <a:pt x="913643" y="89851"/>
                  <a:pt x="908404" y="86652"/>
                  <a:pt x="900551" y="82786"/>
                </a:cubicBezTo>
                <a:cubicBezTo>
                  <a:pt x="892699" y="78919"/>
                  <a:pt x="887554" y="75413"/>
                  <a:pt x="885117" y="72267"/>
                </a:cubicBezTo>
                <a:cubicBezTo>
                  <a:pt x="882680" y="69175"/>
                  <a:pt x="881462" y="65270"/>
                  <a:pt x="881462" y="60551"/>
                </a:cubicBezTo>
                <a:cubicBezTo>
                  <a:pt x="881462" y="54422"/>
                  <a:pt x="883560" y="49296"/>
                  <a:pt x="887757" y="45176"/>
                </a:cubicBezTo>
                <a:cubicBezTo>
                  <a:pt x="891954" y="41053"/>
                  <a:pt x="897383" y="38992"/>
                  <a:pt x="904044" y="38992"/>
                </a:cubicBezTo>
                <a:cubicBezTo>
                  <a:pt x="906969" y="38992"/>
                  <a:pt x="910516" y="39615"/>
                  <a:pt x="914686" y="40860"/>
                </a:cubicBezTo>
                <a:cubicBezTo>
                  <a:pt x="917448" y="41672"/>
                  <a:pt x="919289" y="42079"/>
                  <a:pt x="920210" y="42079"/>
                </a:cubicBezTo>
                <a:cubicBezTo>
                  <a:pt x="921076" y="42079"/>
                  <a:pt x="921753" y="41889"/>
                  <a:pt x="922240" y="41510"/>
                </a:cubicBezTo>
                <a:cubicBezTo>
                  <a:pt x="922728" y="41131"/>
                  <a:pt x="923296" y="40291"/>
                  <a:pt x="923946" y="38992"/>
                </a:cubicBezTo>
                <a:lnTo>
                  <a:pt x="926627" y="38992"/>
                </a:lnTo>
                <a:close/>
                <a:moveTo>
                  <a:pt x="964679" y="16571"/>
                </a:moveTo>
                <a:lnTo>
                  <a:pt x="964679" y="41104"/>
                </a:lnTo>
                <a:lnTo>
                  <a:pt x="982062" y="41104"/>
                </a:lnTo>
                <a:lnTo>
                  <a:pt x="982062" y="46628"/>
                </a:lnTo>
                <a:lnTo>
                  <a:pt x="964679" y="46790"/>
                </a:lnTo>
                <a:lnTo>
                  <a:pt x="964679" y="95108"/>
                </a:lnTo>
                <a:cubicBezTo>
                  <a:pt x="964679" y="99933"/>
                  <a:pt x="965369" y="103187"/>
                  <a:pt x="966750" y="104869"/>
                </a:cubicBezTo>
                <a:cubicBezTo>
                  <a:pt x="968131" y="106550"/>
                  <a:pt x="969905" y="107390"/>
                  <a:pt x="972071" y="107390"/>
                </a:cubicBezTo>
                <a:cubicBezTo>
                  <a:pt x="973858" y="107390"/>
                  <a:pt x="975591" y="106828"/>
                  <a:pt x="977270" y="105704"/>
                </a:cubicBezTo>
                <a:cubicBezTo>
                  <a:pt x="978948" y="104580"/>
                  <a:pt x="980248" y="102922"/>
                  <a:pt x="981169" y="100729"/>
                </a:cubicBezTo>
                <a:lnTo>
                  <a:pt x="984337" y="100729"/>
                </a:lnTo>
                <a:cubicBezTo>
                  <a:pt x="982441" y="106063"/>
                  <a:pt x="979761" y="110077"/>
                  <a:pt x="976295" y="112771"/>
                </a:cubicBezTo>
                <a:cubicBezTo>
                  <a:pt x="972829" y="115466"/>
                  <a:pt x="969255" y="116813"/>
                  <a:pt x="965572" y="116813"/>
                </a:cubicBezTo>
                <a:cubicBezTo>
                  <a:pt x="963081" y="116813"/>
                  <a:pt x="960644" y="116120"/>
                  <a:pt x="958261" y="114734"/>
                </a:cubicBezTo>
                <a:cubicBezTo>
                  <a:pt x="955878" y="113348"/>
                  <a:pt x="954118" y="111364"/>
                  <a:pt x="952981" y="108783"/>
                </a:cubicBezTo>
                <a:cubicBezTo>
                  <a:pt x="951844" y="106203"/>
                  <a:pt x="951275" y="102222"/>
                  <a:pt x="951275" y="96842"/>
                </a:cubicBezTo>
                <a:lnTo>
                  <a:pt x="951275" y="46628"/>
                </a:lnTo>
                <a:lnTo>
                  <a:pt x="939496" y="46628"/>
                </a:lnTo>
                <a:lnTo>
                  <a:pt x="939496" y="44023"/>
                </a:lnTo>
                <a:cubicBezTo>
                  <a:pt x="942475" y="42838"/>
                  <a:pt x="945521" y="40833"/>
                  <a:pt x="948635" y="38007"/>
                </a:cubicBezTo>
                <a:cubicBezTo>
                  <a:pt x="951749" y="35181"/>
                  <a:pt x="954524" y="31812"/>
                  <a:pt x="956961" y="27901"/>
                </a:cubicBezTo>
                <a:cubicBezTo>
                  <a:pt x="958207" y="25836"/>
                  <a:pt x="959940" y="22060"/>
                  <a:pt x="962160" y="16571"/>
                </a:cubicBezTo>
                <a:lnTo>
                  <a:pt x="964679" y="16571"/>
                </a:lnTo>
                <a:close/>
                <a:moveTo>
                  <a:pt x="1001759" y="69210"/>
                </a:moveTo>
                <a:cubicBezTo>
                  <a:pt x="1001705" y="80207"/>
                  <a:pt x="1004386" y="88832"/>
                  <a:pt x="1009801" y="95086"/>
                </a:cubicBezTo>
                <a:cubicBezTo>
                  <a:pt x="1015217" y="101339"/>
                  <a:pt x="1021580" y="104465"/>
                  <a:pt x="1028891" y="104465"/>
                </a:cubicBezTo>
                <a:cubicBezTo>
                  <a:pt x="1033765" y="104465"/>
                  <a:pt x="1038003" y="103119"/>
                  <a:pt x="1041604" y="100427"/>
                </a:cubicBezTo>
                <a:cubicBezTo>
                  <a:pt x="1045205" y="97734"/>
                  <a:pt x="1048225" y="93123"/>
                  <a:pt x="1050662" y="86594"/>
                </a:cubicBezTo>
                <a:lnTo>
                  <a:pt x="1053180" y="88226"/>
                </a:lnTo>
                <a:cubicBezTo>
                  <a:pt x="1052043" y="95685"/>
                  <a:pt x="1048739" y="102476"/>
                  <a:pt x="1043269" y="108601"/>
                </a:cubicBezTo>
                <a:cubicBezTo>
                  <a:pt x="1037800" y="114725"/>
                  <a:pt x="1030949" y="117788"/>
                  <a:pt x="1022717" y="117788"/>
                </a:cubicBezTo>
                <a:cubicBezTo>
                  <a:pt x="1013782" y="117788"/>
                  <a:pt x="1006132" y="114316"/>
                  <a:pt x="999769" y="107372"/>
                </a:cubicBezTo>
                <a:cubicBezTo>
                  <a:pt x="993406" y="100427"/>
                  <a:pt x="990224" y="91090"/>
                  <a:pt x="990224" y="79362"/>
                </a:cubicBezTo>
                <a:cubicBezTo>
                  <a:pt x="990224" y="66663"/>
                  <a:pt x="993487" y="56760"/>
                  <a:pt x="1000013" y="49654"/>
                </a:cubicBezTo>
                <a:cubicBezTo>
                  <a:pt x="1006539" y="42546"/>
                  <a:pt x="1014730" y="38992"/>
                  <a:pt x="1024586" y="38992"/>
                </a:cubicBezTo>
                <a:cubicBezTo>
                  <a:pt x="1032926" y="38992"/>
                  <a:pt x="1039776" y="41733"/>
                  <a:pt x="1045138" y="47217"/>
                </a:cubicBezTo>
                <a:cubicBezTo>
                  <a:pt x="1050499" y="52698"/>
                  <a:pt x="1053180" y="60029"/>
                  <a:pt x="1053180" y="69210"/>
                </a:cubicBezTo>
                <a:lnTo>
                  <a:pt x="1001759" y="69210"/>
                </a:lnTo>
                <a:moveTo>
                  <a:pt x="1001759" y="64499"/>
                </a:moveTo>
                <a:lnTo>
                  <a:pt x="1036202" y="64499"/>
                </a:lnTo>
                <a:cubicBezTo>
                  <a:pt x="1035931" y="59772"/>
                  <a:pt x="1035363" y="56442"/>
                  <a:pt x="1034496" y="54510"/>
                </a:cubicBezTo>
                <a:cubicBezTo>
                  <a:pt x="1033142" y="51501"/>
                  <a:pt x="1031125" y="49137"/>
                  <a:pt x="1028444" y="47420"/>
                </a:cubicBezTo>
                <a:cubicBezTo>
                  <a:pt x="1025764" y="45700"/>
                  <a:pt x="1022961" y="44841"/>
                  <a:pt x="1020037" y="44841"/>
                </a:cubicBezTo>
                <a:cubicBezTo>
                  <a:pt x="1015542" y="44841"/>
                  <a:pt x="1011521" y="46573"/>
                  <a:pt x="1007974" y="50037"/>
                </a:cubicBezTo>
                <a:cubicBezTo>
                  <a:pt x="1004427" y="53501"/>
                  <a:pt x="1002355" y="58322"/>
                  <a:pt x="1001759" y="64499"/>
                </a:cubicBezTo>
                <a:close/>
                <a:moveTo>
                  <a:pt x="1084759" y="54972"/>
                </a:moveTo>
                <a:cubicBezTo>
                  <a:pt x="1090175" y="49509"/>
                  <a:pt x="1093370" y="46368"/>
                  <a:pt x="1094345" y="45549"/>
                </a:cubicBezTo>
                <a:cubicBezTo>
                  <a:pt x="1096782" y="43472"/>
                  <a:pt x="1099408" y="41860"/>
                  <a:pt x="1102225" y="40713"/>
                </a:cubicBezTo>
                <a:cubicBezTo>
                  <a:pt x="1105041" y="39565"/>
                  <a:pt x="1107830" y="38992"/>
                  <a:pt x="1110592" y="38992"/>
                </a:cubicBezTo>
                <a:cubicBezTo>
                  <a:pt x="1115249" y="38992"/>
                  <a:pt x="1119256" y="40357"/>
                  <a:pt x="1122614" y="43089"/>
                </a:cubicBezTo>
                <a:cubicBezTo>
                  <a:pt x="1125972" y="45820"/>
                  <a:pt x="1128219" y="49781"/>
                  <a:pt x="1129356" y="54972"/>
                </a:cubicBezTo>
                <a:cubicBezTo>
                  <a:pt x="1134934" y="48416"/>
                  <a:pt x="1139646" y="44114"/>
                  <a:pt x="1143491" y="42066"/>
                </a:cubicBezTo>
                <a:cubicBezTo>
                  <a:pt x="1147336" y="40016"/>
                  <a:pt x="1151289" y="38992"/>
                  <a:pt x="1155351" y="38992"/>
                </a:cubicBezTo>
                <a:cubicBezTo>
                  <a:pt x="1159304" y="38992"/>
                  <a:pt x="1162811" y="40005"/>
                  <a:pt x="1165870" y="42030"/>
                </a:cubicBezTo>
                <a:cubicBezTo>
                  <a:pt x="1168930" y="44054"/>
                  <a:pt x="1171354" y="47362"/>
                  <a:pt x="1173141" y="51953"/>
                </a:cubicBezTo>
                <a:cubicBezTo>
                  <a:pt x="1174332" y="55086"/>
                  <a:pt x="1174928" y="60001"/>
                  <a:pt x="1174928" y="66697"/>
                </a:cubicBezTo>
                <a:lnTo>
                  <a:pt x="1174928" y="98617"/>
                </a:lnTo>
                <a:cubicBezTo>
                  <a:pt x="1174928" y="103301"/>
                  <a:pt x="1175280" y="106515"/>
                  <a:pt x="1175984" y="108258"/>
                </a:cubicBezTo>
                <a:cubicBezTo>
                  <a:pt x="1176525" y="109456"/>
                  <a:pt x="1177527" y="110477"/>
                  <a:pt x="1178990" y="111322"/>
                </a:cubicBezTo>
                <a:cubicBezTo>
                  <a:pt x="1180452" y="112166"/>
                  <a:pt x="1182835" y="112589"/>
                  <a:pt x="1186138" y="112589"/>
                </a:cubicBezTo>
                <a:lnTo>
                  <a:pt x="1186138" y="115513"/>
                </a:lnTo>
                <a:lnTo>
                  <a:pt x="1149421" y="115513"/>
                </a:lnTo>
                <a:lnTo>
                  <a:pt x="1149421" y="112589"/>
                </a:lnTo>
                <a:lnTo>
                  <a:pt x="1150964" y="112589"/>
                </a:lnTo>
                <a:cubicBezTo>
                  <a:pt x="1154159" y="112589"/>
                  <a:pt x="1156651" y="111962"/>
                  <a:pt x="1158438" y="110710"/>
                </a:cubicBezTo>
                <a:cubicBezTo>
                  <a:pt x="1159683" y="109839"/>
                  <a:pt x="1160577" y="108449"/>
                  <a:pt x="1161118" y="106542"/>
                </a:cubicBezTo>
                <a:cubicBezTo>
                  <a:pt x="1161335" y="105616"/>
                  <a:pt x="1161443" y="102974"/>
                  <a:pt x="1161443" y="98617"/>
                </a:cubicBezTo>
                <a:lnTo>
                  <a:pt x="1161443" y="66819"/>
                </a:lnTo>
                <a:cubicBezTo>
                  <a:pt x="1161443" y="60793"/>
                  <a:pt x="1160712" y="56542"/>
                  <a:pt x="1159250" y="54068"/>
                </a:cubicBezTo>
                <a:cubicBezTo>
                  <a:pt x="1157138" y="50624"/>
                  <a:pt x="1153753" y="48902"/>
                  <a:pt x="1149096" y="48902"/>
                </a:cubicBezTo>
                <a:cubicBezTo>
                  <a:pt x="1146226" y="48902"/>
                  <a:pt x="1143342" y="49617"/>
                  <a:pt x="1140445" y="51047"/>
                </a:cubicBezTo>
                <a:cubicBezTo>
                  <a:pt x="1137547" y="52477"/>
                  <a:pt x="1134041" y="55134"/>
                  <a:pt x="1129925" y="59018"/>
                </a:cubicBezTo>
                <a:lnTo>
                  <a:pt x="1129762" y="59909"/>
                </a:lnTo>
                <a:lnTo>
                  <a:pt x="1129925" y="63377"/>
                </a:lnTo>
                <a:lnTo>
                  <a:pt x="1129925" y="98617"/>
                </a:lnTo>
                <a:cubicBezTo>
                  <a:pt x="1129925" y="103738"/>
                  <a:pt x="1130209" y="106924"/>
                  <a:pt x="1130778" y="108177"/>
                </a:cubicBezTo>
                <a:cubicBezTo>
                  <a:pt x="1131347" y="109429"/>
                  <a:pt x="1132416" y="110477"/>
                  <a:pt x="1133987" y="111322"/>
                </a:cubicBezTo>
                <a:cubicBezTo>
                  <a:pt x="1135557" y="112166"/>
                  <a:pt x="1138238" y="112589"/>
                  <a:pt x="1142029" y="112589"/>
                </a:cubicBezTo>
                <a:lnTo>
                  <a:pt x="1142029" y="115513"/>
                </a:lnTo>
                <a:lnTo>
                  <a:pt x="1104418" y="115513"/>
                </a:lnTo>
                <a:lnTo>
                  <a:pt x="1104418" y="112589"/>
                </a:lnTo>
                <a:cubicBezTo>
                  <a:pt x="1108534" y="112589"/>
                  <a:pt x="1111363" y="112099"/>
                  <a:pt x="1112907" y="111119"/>
                </a:cubicBezTo>
                <a:cubicBezTo>
                  <a:pt x="1114450" y="110137"/>
                  <a:pt x="1115520" y="108667"/>
                  <a:pt x="1116115" y="106707"/>
                </a:cubicBezTo>
                <a:cubicBezTo>
                  <a:pt x="1116386" y="105779"/>
                  <a:pt x="1116522" y="103083"/>
                  <a:pt x="1116522" y="98617"/>
                </a:cubicBezTo>
                <a:lnTo>
                  <a:pt x="1116522" y="66839"/>
                </a:lnTo>
                <a:cubicBezTo>
                  <a:pt x="1116522" y="60816"/>
                  <a:pt x="1115628" y="56471"/>
                  <a:pt x="1113841" y="53804"/>
                </a:cubicBezTo>
                <a:cubicBezTo>
                  <a:pt x="1111458" y="50319"/>
                  <a:pt x="1108127" y="48577"/>
                  <a:pt x="1103849" y="48577"/>
                </a:cubicBezTo>
                <a:cubicBezTo>
                  <a:pt x="1100925" y="48577"/>
                  <a:pt x="1098028" y="49366"/>
                  <a:pt x="1095157" y="50943"/>
                </a:cubicBezTo>
                <a:cubicBezTo>
                  <a:pt x="1090662" y="53336"/>
                  <a:pt x="1087196" y="56028"/>
                  <a:pt x="1084759" y="59018"/>
                </a:cubicBezTo>
                <a:lnTo>
                  <a:pt x="1084759" y="98617"/>
                </a:lnTo>
                <a:cubicBezTo>
                  <a:pt x="1084759" y="103519"/>
                  <a:pt x="1085098" y="106706"/>
                  <a:pt x="1085775" y="108177"/>
                </a:cubicBezTo>
                <a:cubicBezTo>
                  <a:pt x="1086452" y="109647"/>
                  <a:pt x="1087454" y="110751"/>
                  <a:pt x="1088781" y="111487"/>
                </a:cubicBezTo>
                <a:cubicBezTo>
                  <a:pt x="1090107" y="112221"/>
                  <a:pt x="1092802" y="112589"/>
                  <a:pt x="1096863" y="112589"/>
                </a:cubicBezTo>
                <a:lnTo>
                  <a:pt x="1096863" y="115513"/>
                </a:lnTo>
                <a:lnTo>
                  <a:pt x="1060065" y="115513"/>
                </a:lnTo>
                <a:lnTo>
                  <a:pt x="1060065" y="112589"/>
                </a:lnTo>
                <a:cubicBezTo>
                  <a:pt x="1063477" y="112589"/>
                  <a:pt x="1065859" y="112221"/>
                  <a:pt x="1067213" y="111487"/>
                </a:cubicBezTo>
                <a:cubicBezTo>
                  <a:pt x="1068567" y="110751"/>
                  <a:pt x="1069596" y="109580"/>
                  <a:pt x="1070300" y="107974"/>
                </a:cubicBezTo>
                <a:cubicBezTo>
                  <a:pt x="1071004" y="106366"/>
                  <a:pt x="1071356" y="103247"/>
                  <a:pt x="1071356" y="98617"/>
                </a:cubicBezTo>
                <a:lnTo>
                  <a:pt x="1071356" y="70348"/>
                </a:lnTo>
                <a:cubicBezTo>
                  <a:pt x="1071356" y="62170"/>
                  <a:pt x="1071112" y="56890"/>
                  <a:pt x="1070625" y="54507"/>
                </a:cubicBezTo>
                <a:cubicBezTo>
                  <a:pt x="1070246" y="52720"/>
                  <a:pt x="1069650" y="51488"/>
                  <a:pt x="1068838" y="50811"/>
                </a:cubicBezTo>
                <a:cubicBezTo>
                  <a:pt x="1068026" y="50134"/>
                  <a:pt x="1066915" y="49796"/>
                  <a:pt x="1065507" y="49796"/>
                </a:cubicBezTo>
                <a:cubicBezTo>
                  <a:pt x="1063991" y="49796"/>
                  <a:pt x="1062177" y="50202"/>
                  <a:pt x="1060065" y="51014"/>
                </a:cubicBezTo>
                <a:lnTo>
                  <a:pt x="1058846" y="48090"/>
                </a:lnTo>
                <a:lnTo>
                  <a:pt x="1081266" y="38992"/>
                </a:lnTo>
                <a:lnTo>
                  <a:pt x="1084759" y="38992"/>
                </a:lnTo>
                <a:lnTo>
                  <a:pt x="1084759" y="54972"/>
                </a:lnTo>
                <a:close/>
                <a:moveTo>
                  <a:pt x="1210007" y="38992"/>
                </a:moveTo>
                <a:cubicBezTo>
                  <a:pt x="1212498" y="38992"/>
                  <a:pt x="1214624" y="39872"/>
                  <a:pt x="1216384" y="41632"/>
                </a:cubicBezTo>
                <a:cubicBezTo>
                  <a:pt x="1218144" y="43392"/>
                  <a:pt x="1219024" y="45517"/>
                  <a:pt x="1219024" y="48009"/>
                </a:cubicBezTo>
                <a:cubicBezTo>
                  <a:pt x="1219024" y="50500"/>
                  <a:pt x="1218144" y="52625"/>
                  <a:pt x="1216384" y="54385"/>
                </a:cubicBezTo>
                <a:cubicBezTo>
                  <a:pt x="1214624" y="56145"/>
                  <a:pt x="1212498" y="57025"/>
                  <a:pt x="1210007" y="57025"/>
                </a:cubicBezTo>
                <a:cubicBezTo>
                  <a:pt x="1207516" y="57025"/>
                  <a:pt x="1205390" y="56145"/>
                  <a:pt x="1203630" y="54385"/>
                </a:cubicBezTo>
                <a:cubicBezTo>
                  <a:pt x="1201870" y="52625"/>
                  <a:pt x="1200990" y="50500"/>
                  <a:pt x="1200990" y="48009"/>
                </a:cubicBezTo>
                <a:cubicBezTo>
                  <a:pt x="1200990" y="45517"/>
                  <a:pt x="1201870" y="43392"/>
                  <a:pt x="1203630" y="41632"/>
                </a:cubicBezTo>
                <a:cubicBezTo>
                  <a:pt x="1205390" y="39872"/>
                  <a:pt x="1207516" y="38992"/>
                  <a:pt x="1210007" y="38992"/>
                </a:cubicBezTo>
                <a:moveTo>
                  <a:pt x="1209844" y="99754"/>
                </a:moveTo>
                <a:cubicBezTo>
                  <a:pt x="1212390" y="99754"/>
                  <a:pt x="1214542" y="100644"/>
                  <a:pt x="1216302" y="102424"/>
                </a:cubicBezTo>
                <a:cubicBezTo>
                  <a:pt x="1218062" y="104203"/>
                  <a:pt x="1218942" y="106332"/>
                  <a:pt x="1218942" y="108811"/>
                </a:cubicBezTo>
                <a:cubicBezTo>
                  <a:pt x="1218942" y="111291"/>
                  <a:pt x="1218049" y="113407"/>
                  <a:pt x="1216262" y="115160"/>
                </a:cubicBezTo>
                <a:cubicBezTo>
                  <a:pt x="1214475" y="116912"/>
                  <a:pt x="1212336" y="117788"/>
                  <a:pt x="1209844" y="117788"/>
                </a:cubicBezTo>
                <a:cubicBezTo>
                  <a:pt x="1207353" y="117788"/>
                  <a:pt x="1205228" y="116912"/>
                  <a:pt x="1203468" y="115160"/>
                </a:cubicBezTo>
                <a:cubicBezTo>
                  <a:pt x="1201708" y="113407"/>
                  <a:pt x="1200828" y="111291"/>
                  <a:pt x="1200828" y="108811"/>
                </a:cubicBezTo>
                <a:cubicBezTo>
                  <a:pt x="1200828" y="106332"/>
                  <a:pt x="1201708" y="104203"/>
                  <a:pt x="1203468" y="102424"/>
                </a:cubicBezTo>
                <a:cubicBezTo>
                  <a:pt x="1205228" y="100644"/>
                  <a:pt x="1207353" y="99754"/>
                  <a:pt x="1209844" y="99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Linux,...">
            <a:extLst xmlns:a="http://schemas.openxmlformats.org/drawingml/2006/main">
              <a:ext uri="{FF2B5EF4-FFF2-40B4-BE49-F238E27FC236}">
                <a16:creationId xmlns:a16="http://schemas.microsoft.com/office/drawing/2014/main" id="{19645A3F-C3B9-405B-A43E-5B87566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450" y="2010132"/>
            <a:ext cx="546890" cy="143295"/>
          </a:xfrm>
          <a:custGeom xmlns:a="http://schemas.openxmlformats.org/drawingml/2006/main">
            <a:pathLst>
              <a:path w="546890" h="143295">
                <a:moveTo>
                  <a:pt x="92037" y="84970"/>
                </a:moveTo>
                <a:lnTo>
                  <a:pt x="94717" y="85541"/>
                </a:lnTo>
                <a:lnTo>
                  <a:pt x="85294" y="115513"/>
                </a:lnTo>
                <a:lnTo>
                  <a:pt x="0" y="115513"/>
                </a:lnTo>
                <a:lnTo>
                  <a:pt x="0" y="112426"/>
                </a:lnTo>
                <a:lnTo>
                  <a:pt x="4143" y="112426"/>
                </a:lnTo>
                <a:cubicBezTo>
                  <a:pt x="8800" y="112426"/>
                  <a:pt x="12131" y="110925"/>
                  <a:pt x="14135" y="107923"/>
                </a:cubicBezTo>
                <a:cubicBezTo>
                  <a:pt x="15272" y="106207"/>
                  <a:pt x="15840" y="102238"/>
                  <a:pt x="15840" y="96017"/>
                </a:cubicBezTo>
                <a:lnTo>
                  <a:pt x="15840" y="24857"/>
                </a:lnTo>
                <a:cubicBezTo>
                  <a:pt x="15840" y="18013"/>
                  <a:pt x="15082" y="13729"/>
                  <a:pt x="13566" y="12005"/>
                </a:cubicBezTo>
                <a:cubicBezTo>
                  <a:pt x="11454" y="9634"/>
                  <a:pt x="8313" y="8448"/>
                  <a:pt x="4143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9877" y="5361"/>
                </a:lnTo>
                <a:lnTo>
                  <a:pt x="49877" y="8448"/>
                </a:lnTo>
                <a:cubicBezTo>
                  <a:pt x="44028" y="8394"/>
                  <a:pt x="39926" y="8931"/>
                  <a:pt x="37570" y="10058"/>
                </a:cubicBezTo>
                <a:cubicBezTo>
                  <a:pt x="35214" y="11185"/>
                  <a:pt x="33603" y="12607"/>
                  <a:pt x="32737" y="14325"/>
                </a:cubicBezTo>
                <a:cubicBezTo>
                  <a:pt x="31870" y="16043"/>
                  <a:pt x="31437" y="20149"/>
                  <a:pt x="31437" y="26644"/>
                </a:cubicBezTo>
                <a:lnTo>
                  <a:pt x="31437" y="95923"/>
                </a:lnTo>
                <a:cubicBezTo>
                  <a:pt x="31437" y="100423"/>
                  <a:pt x="31870" y="103513"/>
                  <a:pt x="32737" y="105194"/>
                </a:cubicBezTo>
                <a:cubicBezTo>
                  <a:pt x="33387" y="106331"/>
                  <a:pt x="34389" y="107171"/>
                  <a:pt x="35742" y="107715"/>
                </a:cubicBezTo>
                <a:cubicBezTo>
                  <a:pt x="37096" y="108256"/>
                  <a:pt x="41320" y="108527"/>
                  <a:pt x="48415" y="108527"/>
                </a:cubicBezTo>
                <a:lnTo>
                  <a:pt x="56457" y="108527"/>
                </a:lnTo>
                <a:cubicBezTo>
                  <a:pt x="64905" y="108527"/>
                  <a:pt x="70835" y="107903"/>
                  <a:pt x="74247" y="106654"/>
                </a:cubicBezTo>
                <a:cubicBezTo>
                  <a:pt x="77659" y="105403"/>
                  <a:pt x="80772" y="103189"/>
                  <a:pt x="83589" y="100010"/>
                </a:cubicBezTo>
                <a:cubicBezTo>
                  <a:pt x="86405" y="96830"/>
                  <a:pt x="89221" y="91817"/>
                  <a:pt x="92037" y="84970"/>
                </a:cubicBezTo>
                <a:close/>
                <a:moveTo>
                  <a:pt x="122036" y="0"/>
                </a:moveTo>
                <a:cubicBezTo>
                  <a:pt x="124311" y="0"/>
                  <a:pt x="126247" y="803"/>
                  <a:pt x="127844" y="2409"/>
                </a:cubicBezTo>
                <a:cubicBezTo>
                  <a:pt x="129442" y="4013"/>
                  <a:pt x="130241" y="5959"/>
                  <a:pt x="130241" y="8245"/>
                </a:cubicBezTo>
                <a:cubicBezTo>
                  <a:pt x="130241" y="10531"/>
                  <a:pt x="129442" y="12491"/>
                  <a:pt x="127844" y="14124"/>
                </a:cubicBezTo>
                <a:cubicBezTo>
                  <a:pt x="126247" y="15756"/>
                  <a:pt x="124311" y="16571"/>
                  <a:pt x="122036" y="16571"/>
                </a:cubicBezTo>
                <a:cubicBezTo>
                  <a:pt x="119762" y="16571"/>
                  <a:pt x="117812" y="15756"/>
                  <a:pt x="116187" y="14124"/>
                </a:cubicBezTo>
                <a:cubicBezTo>
                  <a:pt x="114563" y="12491"/>
                  <a:pt x="113751" y="10531"/>
                  <a:pt x="113751" y="8245"/>
                </a:cubicBezTo>
                <a:cubicBezTo>
                  <a:pt x="113751" y="5959"/>
                  <a:pt x="114549" y="4013"/>
                  <a:pt x="116147" y="2409"/>
                </a:cubicBezTo>
                <a:cubicBezTo>
                  <a:pt x="117744" y="803"/>
                  <a:pt x="119708" y="0"/>
                  <a:pt x="122036" y="0"/>
                </a:cubicBezTo>
                <a:moveTo>
                  <a:pt x="128779" y="38992"/>
                </a:moveTo>
                <a:lnTo>
                  <a:pt x="128779" y="98617"/>
                </a:lnTo>
                <a:cubicBezTo>
                  <a:pt x="128779" y="103301"/>
                  <a:pt x="129117" y="106420"/>
                  <a:pt x="129794" y="107974"/>
                </a:cubicBezTo>
                <a:cubicBezTo>
                  <a:pt x="130471" y="109526"/>
                  <a:pt x="131473" y="110683"/>
                  <a:pt x="132800" y="111446"/>
                </a:cubicBezTo>
                <a:cubicBezTo>
                  <a:pt x="134126" y="112208"/>
                  <a:pt x="136550" y="112589"/>
                  <a:pt x="140070" y="112589"/>
                </a:cubicBezTo>
                <a:lnTo>
                  <a:pt x="140070" y="115513"/>
                </a:lnTo>
                <a:lnTo>
                  <a:pt x="103921" y="115513"/>
                </a:lnTo>
                <a:lnTo>
                  <a:pt x="103921" y="112589"/>
                </a:lnTo>
                <a:cubicBezTo>
                  <a:pt x="107550" y="112589"/>
                  <a:pt x="109987" y="112235"/>
                  <a:pt x="111232" y="111528"/>
                </a:cubicBezTo>
                <a:cubicBezTo>
                  <a:pt x="112478" y="110818"/>
                  <a:pt x="113466" y="109647"/>
                  <a:pt x="114197" y="108014"/>
                </a:cubicBezTo>
                <a:cubicBezTo>
                  <a:pt x="114928" y="106379"/>
                  <a:pt x="115294" y="103247"/>
                  <a:pt x="115294" y="98617"/>
                </a:cubicBezTo>
                <a:lnTo>
                  <a:pt x="115294" y="70185"/>
                </a:lnTo>
                <a:cubicBezTo>
                  <a:pt x="115294" y="62082"/>
                  <a:pt x="115050" y="56834"/>
                  <a:pt x="114563" y="54441"/>
                </a:cubicBezTo>
                <a:cubicBezTo>
                  <a:pt x="114184" y="52700"/>
                  <a:pt x="113588" y="51491"/>
                  <a:pt x="112776" y="50814"/>
                </a:cubicBezTo>
                <a:cubicBezTo>
                  <a:pt x="111963" y="50135"/>
                  <a:pt x="110853" y="49796"/>
                  <a:pt x="109445" y="49796"/>
                </a:cubicBezTo>
                <a:cubicBezTo>
                  <a:pt x="107929" y="49796"/>
                  <a:pt x="106088" y="50202"/>
                  <a:pt x="103921" y="51014"/>
                </a:cubicBezTo>
                <a:lnTo>
                  <a:pt x="102784" y="48090"/>
                </a:lnTo>
                <a:lnTo>
                  <a:pt x="125204" y="38992"/>
                </a:lnTo>
                <a:lnTo>
                  <a:pt x="128779" y="38992"/>
                </a:lnTo>
                <a:close/>
                <a:moveTo>
                  <a:pt x="170977" y="54670"/>
                </a:moveTo>
                <a:cubicBezTo>
                  <a:pt x="179696" y="44218"/>
                  <a:pt x="188009" y="38992"/>
                  <a:pt x="195915" y="38992"/>
                </a:cubicBezTo>
                <a:cubicBezTo>
                  <a:pt x="199977" y="38992"/>
                  <a:pt x="203470" y="40005"/>
                  <a:pt x="206394" y="42030"/>
                </a:cubicBezTo>
                <a:cubicBezTo>
                  <a:pt x="209319" y="44054"/>
                  <a:pt x="211647" y="47389"/>
                  <a:pt x="213380" y="52035"/>
                </a:cubicBezTo>
                <a:cubicBezTo>
                  <a:pt x="214572" y="55276"/>
                  <a:pt x="215167" y="60244"/>
                  <a:pt x="215167" y="66941"/>
                </a:cubicBezTo>
                <a:lnTo>
                  <a:pt x="215167" y="98617"/>
                </a:lnTo>
                <a:cubicBezTo>
                  <a:pt x="215167" y="103355"/>
                  <a:pt x="215547" y="106569"/>
                  <a:pt x="216305" y="108258"/>
                </a:cubicBezTo>
                <a:cubicBezTo>
                  <a:pt x="216900" y="109620"/>
                  <a:pt x="217862" y="110683"/>
                  <a:pt x="219188" y="111446"/>
                </a:cubicBezTo>
                <a:cubicBezTo>
                  <a:pt x="220515" y="112208"/>
                  <a:pt x="222966" y="112589"/>
                  <a:pt x="226540" y="112589"/>
                </a:cubicBezTo>
                <a:lnTo>
                  <a:pt x="226540" y="115513"/>
                </a:lnTo>
                <a:lnTo>
                  <a:pt x="189742" y="115513"/>
                </a:lnTo>
                <a:lnTo>
                  <a:pt x="189742" y="112589"/>
                </a:lnTo>
                <a:lnTo>
                  <a:pt x="191285" y="112589"/>
                </a:lnTo>
                <a:cubicBezTo>
                  <a:pt x="194751" y="112589"/>
                  <a:pt x="197174" y="112058"/>
                  <a:pt x="198555" y="110997"/>
                </a:cubicBezTo>
                <a:cubicBezTo>
                  <a:pt x="199936" y="109934"/>
                  <a:pt x="200898" y="108368"/>
                  <a:pt x="201439" y="106298"/>
                </a:cubicBezTo>
                <a:cubicBezTo>
                  <a:pt x="201656" y="105481"/>
                  <a:pt x="201764" y="102920"/>
                  <a:pt x="201764" y="98617"/>
                </a:cubicBezTo>
                <a:lnTo>
                  <a:pt x="201764" y="68205"/>
                </a:lnTo>
                <a:cubicBezTo>
                  <a:pt x="201764" y="61446"/>
                  <a:pt x="200884" y="56539"/>
                  <a:pt x="199124" y="53484"/>
                </a:cubicBezTo>
                <a:cubicBezTo>
                  <a:pt x="197364" y="50429"/>
                  <a:pt x="194399" y="48902"/>
                  <a:pt x="190229" y="48902"/>
                </a:cubicBezTo>
                <a:cubicBezTo>
                  <a:pt x="183784" y="48902"/>
                  <a:pt x="177367" y="52422"/>
                  <a:pt x="170977" y="59462"/>
                </a:cubicBezTo>
                <a:lnTo>
                  <a:pt x="170977" y="98617"/>
                </a:lnTo>
                <a:cubicBezTo>
                  <a:pt x="170977" y="103682"/>
                  <a:pt x="171275" y="106814"/>
                  <a:pt x="171870" y="108014"/>
                </a:cubicBezTo>
                <a:cubicBezTo>
                  <a:pt x="172629" y="109593"/>
                  <a:pt x="173671" y="110751"/>
                  <a:pt x="174998" y="111487"/>
                </a:cubicBezTo>
                <a:cubicBezTo>
                  <a:pt x="176325" y="112221"/>
                  <a:pt x="179019" y="112589"/>
                  <a:pt x="183080" y="112589"/>
                </a:cubicBezTo>
                <a:lnTo>
                  <a:pt x="183080" y="115513"/>
                </a:lnTo>
                <a:lnTo>
                  <a:pt x="146282" y="115513"/>
                </a:lnTo>
                <a:lnTo>
                  <a:pt x="146282" y="112589"/>
                </a:lnTo>
                <a:lnTo>
                  <a:pt x="147907" y="112589"/>
                </a:lnTo>
                <a:cubicBezTo>
                  <a:pt x="151698" y="112589"/>
                  <a:pt x="154256" y="111622"/>
                  <a:pt x="155583" y="109690"/>
                </a:cubicBezTo>
                <a:cubicBezTo>
                  <a:pt x="156910" y="107755"/>
                  <a:pt x="157573" y="104064"/>
                  <a:pt x="157573" y="98617"/>
                </a:cubicBezTo>
                <a:lnTo>
                  <a:pt x="157573" y="71160"/>
                </a:lnTo>
                <a:cubicBezTo>
                  <a:pt x="157573" y="62224"/>
                  <a:pt x="157370" y="56782"/>
                  <a:pt x="156964" y="54832"/>
                </a:cubicBezTo>
                <a:cubicBezTo>
                  <a:pt x="156558" y="52883"/>
                  <a:pt x="155935" y="51556"/>
                  <a:pt x="155096" y="50852"/>
                </a:cubicBezTo>
                <a:cubicBezTo>
                  <a:pt x="154256" y="50148"/>
                  <a:pt x="153133" y="49796"/>
                  <a:pt x="151725" y="49796"/>
                </a:cubicBezTo>
                <a:cubicBezTo>
                  <a:pt x="150208" y="49796"/>
                  <a:pt x="148394" y="50202"/>
                  <a:pt x="146282" y="51014"/>
                </a:cubicBezTo>
                <a:lnTo>
                  <a:pt x="145064" y="48090"/>
                </a:lnTo>
                <a:lnTo>
                  <a:pt x="167484" y="38992"/>
                </a:lnTo>
                <a:lnTo>
                  <a:pt x="170977" y="38992"/>
                </a:lnTo>
                <a:lnTo>
                  <a:pt x="170977" y="54670"/>
                </a:lnTo>
                <a:close/>
                <a:moveTo>
                  <a:pt x="297404" y="41104"/>
                </a:moveTo>
                <a:lnTo>
                  <a:pt x="297404" y="86432"/>
                </a:lnTo>
                <a:cubicBezTo>
                  <a:pt x="297404" y="94936"/>
                  <a:pt x="297607" y="100137"/>
                  <a:pt x="298013" y="102036"/>
                </a:cubicBezTo>
                <a:cubicBezTo>
                  <a:pt x="298420" y="103933"/>
                  <a:pt x="299069" y="105259"/>
                  <a:pt x="299963" y="106014"/>
                </a:cubicBezTo>
                <a:cubicBezTo>
                  <a:pt x="300857" y="106769"/>
                  <a:pt x="301899" y="107146"/>
                  <a:pt x="303091" y="107146"/>
                </a:cubicBezTo>
                <a:cubicBezTo>
                  <a:pt x="304769" y="107146"/>
                  <a:pt x="306665" y="106686"/>
                  <a:pt x="308777" y="105765"/>
                </a:cubicBezTo>
                <a:lnTo>
                  <a:pt x="309914" y="108689"/>
                </a:lnTo>
                <a:lnTo>
                  <a:pt x="287656" y="117788"/>
                </a:lnTo>
                <a:lnTo>
                  <a:pt x="284001" y="117788"/>
                </a:lnTo>
                <a:lnTo>
                  <a:pt x="284001" y="102102"/>
                </a:lnTo>
                <a:cubicBezTo>
                  <a:pt x="277610" y="109002"/>
                  <a:pt x="272737" y="113341"/>
                  <a:pt x="269379" y="115120"/>
                </a:cubicBezTo>
                <a:cubicBezTo>
                  <a:pt x="266021" y="116898"/>
                  <a:pt x="262474" y="117788"/>
                  <a:pt x="258737" y="117788"/>
                </a:cubicBezTo>
                <a:cubicBezTo>
                  <a:pt x="254567" y="117788"/>
                  <a:pt x="250953" y="116583"/>
                  <a:pt x="247893" y="114173"/>
                </a:cubicBezTo>
                <a:cubicBezTo>
                  <a:pt x="244833" y="111763"/>
                  <a:pt x="242707" y="108662"/>
                  <a:pt x="241516" y="104872"/>
                </a:cubicBezTo>
                <a:cubicBezTo>
                  <a:pt x="240325" y="101081"/>
                  <a:pt x="239729" y="95719"/>
                  <a:pt x="239729" y="88787"/>
                </a:cubicBezTo>
                <a:lnTo>
                  <a:pt x="239729" y="55563"/>
                </a:lnTo>
                <a:cubicBezTo>
                  <a:pt x="239729" y="52018"/>
                  <a:pt x="239350" y="49564"/>
                  <a:pt x="238592" y="48202"/>
                </a:cubicBezTo>
                <a:cubicBezTo>
                  <a:pt x="237834" y="46837"/>
                  <a:pt x="236710" y="45787"/>
                  <a:pt x="235221" y="45051"/>
                </a:cubicBezTo>
                <a:cubicBezTo>
                  <a:pt x="233731" y="44315"/>
                  <a:pt x="231037" y="43974"/>
                  <a:pt x="227138" y="44028"/>
                </a:cubicBezTo>
                <a:lnTo>
                  <a:pt x="227138" y="41104"/>
                </a:lnTo>
                <a:lnTo>
                  <a:pt x="253214" y="41104"/>
                </a:lnTo>
                <a:lnTo>
                  <a:pt x="253214" y="90960"/>
                </a:lnTo>
                <a:cubicBezTo>
                  <a:pt x="253214" y="97901"/>
                  <a:pt x="254419" y="102456"/>
                  <a:pt x="256828" y="104625"/>
                </a:cubicBezTo>
                <a:cubicBezTo>
                  <a:pt x="259238" y="106793"/>
                  <a:pt x="262149" y="107877"/>
                  <a:pt x="265561" y="107877"/>
                </a:cubicBezTo>
                <a:cubicBezTo>
                  <a:pt x="267890" y="107877"/>
                  <a:pt x="270530" y="107145"/>
                  <a:pt x="273481" y="105681"/>
                </a:cubicBezTo>
                <a:cubicBezTo>
                  <a:pt x="276433" y="104217"/>
                  <a:pt x="279939" y="101425"/>
                  <a:pt x="284001" y="97304"/>
                </a:cubicBezTo>
                <a:lnTo>
                  <a:pt x="284001" y="55238"/>
                </a:lnTo>
                <a:cubicBezTo>
                  <a:pt x="284001" y="50921"/>
                  <a:pt x="283229" y="48001"/>
                  <a:pt x="281686" y="46478"/>
                </a:cubicBezTo>
                <a:cubicBezTo>
                  <a:pt x="280142" y="44955"/>
                  <a:pt x="276934" y="44138"/>
                  <a:pt x="272060" y="44028"/>
                </a:cubicBezTo>
                <a:lnTo>
                  <a:pt x="272060" y="41104"/>
                </a:lnTo>
                <a:lnTo>
                  <a:pt x="297404" y="41104"/>
                </a:lnTo>
                <a:close/>
                <a:moveTo>
                  <a:pt x="312055" y="41104"/>
                </a:moveTo>
                <a:lnTo>
                  <a:pt x="347066" y="41104"/>
                </a:lnTo>
                <a:lnTo>
                  <a:pt x="347066" y="44028"/>
                </a:lnTo>
                <a:cubicBezTo>
                  <a:pt x="344846" y="44028"/>
                  <a:pt x="343289" y="44411"/>
                  <a:pt x="342395" y="45178"/>
                </a:cubicBezTo>
                <a:cubicBezTo>
                  <a:pt x="341502" y="45943"/>
                  <a:pt x="341055" y="46954"/>
                  <a:pt x="341055" y="48212"/>
                </a:cubicBezTo>
                <a:cubicBezTo>
                  <a:pt x="341055" y="49525"/>
                  <a:pt x="342003" y="51549"/>
                  <a:pt x="343898" y="54284"/>
                </a:cubicBezTo>
                <a:cubicBezTo>
                  <a:pt x="344494" y="55132"/>
                  <a:pt x="345388" y="56458"/>
                  <a:pt x="346579" y="58262"/>
                </a:cubicBezTo>
                <a:lnTo>
                  <a:pt x="351859" y="66740"/>
                </a:lnTo>
                <a:lnTo>
                  <a:pt x="357952" y="58292"/>
                </a:lnTo>
                <a:cubicBezTo>
                  <a:pt x="361851" y="52983"/>
                  <a:pt x="363800" y="49610"/>
                  <a:pt x="363800" y="48174"/>
                </a:cubicBezTo>
                <a:cubicBezTo>
                  <a:pt x="363800" y="47013"/>
                  <a:pt x="363340" y="46032"/>
                  <a:pt x="362419" y="45231"/>
                </a:cubicBezTo>
                <a:cubicBezTo>
                  <a:pt x="361499" y="44429"/>
                  <a:pt x="360009" y="44028"/>
                  <a:pt x="357952" y="44028"/>
                </a:cubicBezTo>
                <a:lnTo>
                  <a:pt x="357952" y="41104"/>
                </a:lnTo>
                <a:lnTo>
                  <a:pt x="383134" y="41104"/>
                </a:lnTo>
                <a:lnTo>
                  <a:pt x="383134" y="44028"/>
                </a:lnTo>
                <a:cubicBezTo>
                  <a:pt x="380480" y="44191"/>
                  <a:pt x="378179" y="44923"/>
                  <a:pt x="376229" y="46224"/>
                </a:cubicBezTo>
                <a:cubicBezTo>
                  <a:pt x="373575" y="48067"/>
                  <a:pt x="369947" y="52078"/>
                  <a:pt x="365344" y="58257"/>
                </a:cubicBezTo>
                <a:lnTo>
                  <a:pt x="355190" y="71807"/>
                </a:lnTo>
                <a:lnTo>
                  <a:pt x="373711" y="98518"/>
                </a:lnTo>
                <a:cubicBezTo>
                  <a:pt x="378260" y="105079"/>
                  <a:pt x="381509" y="109024"/>
                  <a:pt x="383459" y="110352"/>
                </a:cubicBezTo>
                <a:cubicBezTo>
                  <a:pt x="385408" y="111681"/>
                  <a:pt x="387926" y="112426"/>
                  <a:pt x="391013" y="112589"/>
                </a:cubicBezTo>
                <a:lnTo>
                  <a:pt x="391013" y="115513"/>
                </a:lnTo>
                <a:lnTo>
                  <a:pt x="355921" y="115513"/>
                </a:lnTo>
                <a:lnTo>
                  <a:pt x="355921" y="112589"/>
                </a:lnTo>
                <a:cubicBezTo>
                  <a:pt x="358358" y="112589"/>
                  <a:pt x="360253" y="112046"/>
                  <a:pt x="361607" y="110961"/>
                </a:cubicBezTo>
                <a:cubicBezTo>
                  <a:pt x="362636" y="110202"/>
                  <a:pt x="363150" y="109197"/>
                  <a:pt x="363150" y="107948"/>
                </a:cubicBezTo>
                <a:cubicBezTo>
                  <a:pt x="363150" y="106701"/>
                  <a:pt x="361417" y="103554"/>
                  <a:pt x="357952" y="98507"/>
                </a:cubicBezTo>
                <a:lnTo>
                  <a:pt x="347066" y="82591"/>
                </a:lnTo>
                <a:lnTo>
                  <a:pt x="335125" y="98441"/>
                </a:lnTo>
                <a:cubicBezTo>
                  <a:pt x="331443" y="103402"/>
                  <a:pt x="329601" y="106346"/>
                  <a:pt x="329601" y="107273"/>
                </a:cubicBezTo>
                <a:cubicBezTo>
                  <a:pt x="329601" y="108581"/>
                  <a:pt x="330211" y="109768"/>
                  <a:pt x="331429" y="110832"/>
                </a:cubicBezTo>
                <a:cubicBezTo>
                  <a:pt x="332648" y="111895"/>
                  <a:pt x="334475" y="112480"/>
                  <a:pt x="336912" y="112589"/>
                </a:cubicBezTo>
                <a:lnTo>
                  <a:pt x="336912" y="115513"/>
                </a:lnTo>
                <a:lnTo>
                  <a:pt x="312624" y="115513"/>
                </a:lnTo>
                <a:lnTo>
                  <a:pt x="312624" y="112589"/>
                </a:lnTo>
                <a:cubicBezTo>
                  <a:pt x="314573" y="112318"/>
                  <a:pt x="316279" y="111640"/>
                  <a:pt x="317741" y="110555"/>
                </a:cubicBezTo>
                <a:cubicBezTo>
                  <a:pt x="319799" y="108983"/>
                  <a:pt x="323265" y="104971"/>
                  <a:pt x="328139" y="98518"/>
                </a:cubicBezTo>
                <a:lnTo>
                  <a:pt x="343736" y="77760"/>
                </a:lnTo>
                <a:lnTo>
                  <a:pt x="329601" y="57284"/>
                </a:lnTo>
                <a:cubicBezTo>
                  <a:pt x="325594" y="51429"/>
                  <a:pt x="322493" y="47756"/>
                  <a:pt x="320300" y="46265"/>
                </a:cubicBezTo>
                <a:cubicBezTo>
                  <a:pt x="318107" y="44774"/>
                  <a:pt x="315358" y="44028"/>
                  <a:pt x="312055" y="44028"/>
                </a:cubicBezTo>
                <a:lnTo>
                  <a:pt x="312055" y="41104"/>
                </a:lnTo>
                <a:close/>
                <a:moveTo>
                  <a:pt x="401684" y="143295"/>
                </a:moveTo>
                <a:lnTo>
                  <a:pt x="401684" y="139710"/>
                </a:lnTo>
                <a:cubicBezTo>
                  <a:pt x="407262" y="137864"/>
                  <a:pt x="411581" y="134999"/>
                  <a:pt x="414641" y="131115"/>
                </a:cubicBezTo>
                <a:cubicBezTo>
                  <a:pt x="417700" y="127231"/>
                  <a:pt x="419230" y="123117"/>
                  <a:pt x="419230" y="118773"/>
                </a:cubicBezTo>
                <a:cubicBezTo>
                  <a:pt x="419230" y="117740"/>
                  <a:pt x="418987" y="116871"/>
                  <a:pt x="418499" y="116165"/>
                </a:cubicBezTo>
                <a:cubicBezTo>
                  <a:pt x="418120" y="115676"/>
                  <a:pt x="417741" y="115432"/>
                  <a:pt x="417362" y="115432"/>
                </a:cubicBezTo>
                <a:cubicBezTo>
                  <a:pt x="416766" y="115432"/>
                  <a:pt x="415466" y="115973"/>
                  <a:pt x="413463" y="117056"/>
                </a:cubicBezTo>
                <a:cubicBezTo>
                  <a:pt x="412488" y="117544"/>
                  <a:pt x="411459" y="117788"/>
                  <a:pt x="410376" y="117788"/>
                </a:cubicBezTo>
                <a:cubicBezTo>
                  <a:pt x="407722" y="117788"/>
                  <a:pt x="405610" y="117002"/>
                  <a:pt x="404040" y="115432"/>
                </a:cubicBezTo>
                <a:cubicBezTo>
                  <a:pt x="402469" y="113861"/>
                  <a:pt x="401684" y="111695"/>
                  <a:pt x="401684" y="108933"/>
                </a:cubicBezTo>
                <a:cubicBezTo>
                  <a:pt x="401684" y="106280"/>
                  <a:pt x="402699" y="104005"/>
                  <a:pt x="404730" y="102110"/>
                </a:cubicBezTo>
                <a:cubicBezTo>
                  <a:pt x="406761" y="100214"/>
                  <a:pt x="409239" y="99266"/>
                  <a:pt x="412163" y="99266"/>
                </a:cubicBezTo>
                <a:cubicBezTo>
                  <a:pt x="415737" y="99266"/>
                  <a:pt x="418919" y="100827"/>
                  <a:pt x="421708" y="103948"/>
                </a:cubicBezTo>
                <a:cubicBezTo>
                  <a:pt x="424497" y="107067"/>
                  <a:pt x="425891" y="111203"/>
                  <a:pt x="425891" y="116356"/>
                </a:cubicBezTo>
                <a:cubicBezTo>
                  <a:pt x="425891" y="121946"/>
                  <a:pt x="423955" y="127141"/>
                  <a:pt x="420083" y="131942"/>
                </a:cubicBezTo>
                <a:cubicBezTo>
                  <a:pt x="416211" y="136744"/>
                  <a:pt x="410078" y="140528"/>
                  <a:pt x="401684" y="143295"/>
                </a:cubicBezTo>
                <a:close/>
                <a:moveTo>
                  <a:pt x="454987" y="99754"/>
                </a:moveTo>
                <a:cubicBezTo>
                  <a:pt x="457532" y="99754"/>
                  <a:pt x="459671" y="100634"/>
                  <a:pt x="461404" y="102394"/>
                </a:cubicBezTo>
                <a:cubicBezTo>
                  <a:pt x="463137" y="104154"/>
                  <a:pt x="464004" y="106280"/>
                  <a:pt x="464004" y="108771"/>
                </a:cubicBezTo>
                <a:cubicBezTo>
                  <a:pt x="464004" y="111262"/>
                  <a:pt x="463124" y="113387"/>
                  <a:pt x="461364" y="115147"/>
                </a:cubicBezTo>
                <a:cubicBezTo>
                  <a:pt x="459604" y="116908"/>
                  <a:pt x="457478" y="117788"/>
                  <a:pt x="454987" y="117788"/>
                </a:cubicBezTo>
                <a:cubicBezTo>
                  <a:pt x="452496" y="117788"/>
                  <a:pt x="450370" y="116908"/>
                  <a:pt x="448610" y="115147"/>
                </a:cubicBezTo>
                <a:cubicBezTo>
                  <a:pt x="446850" y="113387"/>
                  <a:pt x="445970" y="111262"/>
                  <a:pt x="445970" y="108771"/>
                </a:cubicBezTo>
                <a:cubicBezTo>
                  <a:pt x="445970" y="106225"/>
                  <a:pt x="446850" y="104086"/>
                  <a:pt x="448610" y="102353"/>
                </a:cubicBezTo>
                <a:cubicBezTo>
                  <a:pt x="450370" y="100620"/>
                  <a:pt x="452496" y="99754"/>
                  <a:pt x="454987" y="99754"/>
                </a:cubicBezTo>
                <a:close/>
                <a:moveTo>
                  <a:pt x="496430" y="99754"/>
                </a:moveTo>
                <a:cubicBezTo>
                  <a:pt x="498976" y="99754"/>
                  <a:pt x="501115" y="100634"/>
                  <a:pt x="502848" y="102394"/>
                </a:cubicBezTo>
                <a:cubicBezTo>
                  <a:pt x="504581" y="104154"/>
                  <a:pt x="505447" y="106280"/>
                  <a:pt x="505447" y="108771"/>
                </a:cubicBezTo>
                <a:cubicBezTo>
                  <a:pt x="505447" y="111262"/>
                  <a:pt x="504567" y="113387"/>
                  <a:pt x="502807" y="115147"/>
                </a:cubicBezTo>
                <a:cubicBezTo>
                  <a:pt x="501047" y="116908"/>
                  <a:pt x="498921" y="117788"/>
                  <a:pt x="496430" y="117788"/>
                </a:cubicBezTo>
                <a:cubicBezTo>
                  <a:pt x="493939" y="117788"/>
                  <a:pt x="491814" y="116908"/>
                  <a:pt x="490054" y="115147"/>
                </a:cubicBezTo>
                <a:cubicBezTo>
                  <a:pt x="488294" y="113387"/>
                  <a:pt x="487414" y="111262"/>
                  <a:pt x="487414" y="108771"/>
                </a:cubicBezTo>
                <a:cubicBezTo>
                  <a:pt x="487414" y="106225"/>
                  <a:pt x="488294" y="104086"/>
                  <a:pt x="490054" y="102353"/>
                </a:cubicBezTo>
                <a:cubicBezTo>
                  <a:pt x="491814" y="100620"/>
                  <a:pt x="493939" y="99754"/>
                  <a:pt x="496430" y="99754"/>
                </a:cubicBezTo>
                <a:close/>
                <a:moveTo>
                  <a:pt x="537873" y="99754"/>
                </a:moveTo>
                <a:cubicBezTo>
                  <a:pt x="540419" y="99754"/>
                  <a:pt x="542558" y="100634"/>
                  <a:pt x="544291" y="102394"/>
                </a:cubicBezTo>
                <a:cubicBezTo>
                  <a:pt x="546024" y="104154"/>
                  <a:pt x="546890" y="106280"/>
                  <a:pt x="546890" y="108771"/>
                </a:cubicBezTo>
                <a:cubicBezTo>
                  <a:pt x="546890" y="111262"/>
                  <a:pt x="546010" y="113387"/>
                  <a:pt x="544250" y="115147"/>
                </a:cubicBezTo>
                <a:cubicBezTo>
                  <a:pt x="542490" y="116908"/>
                  <a:pt x="540364" y="117788"/>
                  <a:pt x="537873" y="117788"/>
                </a:cubicBezTo>
                <a:cubicBezTo>
                  <a:pt x="535382" y="117788"/>
                  <a:pt x="533257" y="116908"/>
                  <a:pt x="531496" y="115147"/>
                </a:cubicBezTo>
                <a:cubicBezTo>
                  <a:pt x="529736" y="113387"/>
                  <a:pt x="528856" y="111262"/>
                  <a:pt x="528856" y="108771"/>
                </a:cubicBezTo>
                <a:cubicBezTo>
                  <a:pt x="528856" y="106225"/>
                  <a:pt x="529736" y="104086"/>
                  <a:pt x="531496" y="102353"/>
                </a:cubicBezTo>
                <a:cubicBezTo>
                  <a:pt x="533257" y="100620"/>
                  <a:pt x="535382" y="99754"/>
                  <a:pt x="537873" y="9975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9BC96-0A1C-426C-AD30-E2B70E45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58" y="1824270"/>
            <a:ext cx="2090607" cy="1320096"/>
          </a:xfrm>
          <a:custGeom xmlns:a="http://schemas.openxmlformats.org/drawingml/2006/main">
            <a:pathLst>
              <a:path w="2090607" h="1320096">
                <a:moveTo>
                  <a:pt x="0" y="1314175"/>
                </a:moveTo>
                <a:lnTo>
                  <a:pt x="0" y="1266811"/>
                </a:lnTo>
                <a:lnTo>
                  <a:pt x="11841" y="1266811"/>
                </a:lnTo>
                <a:lnTo>
                  <a:pt x="11841" y="1314175"/>
                </a:lnTo>
                <a:lnTo>
                  <a:pt x="0" y="1314175"/>
                </a:lnTo>
                <a:close/>
                <a:moveTo>
                  <a:pt x="0" y="1231289"/>
                </a:moveTo>
                <a:lnTo>
                  <a:pt x="0" y="1183925"/>
                </a:lnTo>
                <a:lnTo>
                  <a:pt x="11841" y="1183925"/>
                </a:lnTo>
                <a:lnTo>
                  <a:pt x="11841" y="1231289"/>
                </a:lnTo>
                <a:lnTo>
                  <a:pt x="0" y="1231289"/>
                </a:lnTo>
                <a:close/>
                <a:moveTo>
                  <a:pt x="0" y="1148402"/>
                </a:moveTo>
                <a:lnTo>
                  <a:pt x="0" y="1101039"/>
                </a:lnTo>
                <a:lnTo>
                  <a:pt x="11841" y="1101039"/>
                </a:lnTo>
                <a:lnTo>
                  <a:pt x="11841" y="1148402"/>
                </a:lnTo>
                <a:lnTo>
                  <a:pt x="0" y="1148402"/>
                </a:lnTo>
                <a:close/>
                <a:moveTo>
                  <a:pt x="0" y="1065516"/>
                </a:moveTo>
                <a:lnTo>
                  <a:pt x="0" y="1018152"/>
                </a:lnTo>
                <a:lnTo>
                  <a:pt x="11841" y="1018152"/>
                </a:lnTo>
                <a:lnTo>
                  <a:pt x="11841" y="1065516"/>
                </a:lnTo>
                <a:lnTo>
                  <a:pt x="0" y="1065516"/>
                </a:lnTo>
                <a:close/>
                <a:moveTo>
                  <a:pt x="0" y="982630"/>
                </a:moveTo>
                <a:lnTo>
                  <a:pt x="0" y="935266"/>
                </a:lnTo>
                <a:lnTo>
                  <a:pt x="11841" y="935266"/>
                </a:lnTo>
                <a:lnTo>
                  <a:pt x="11841" y="982630"/>
                </a:lnTo>
                <a:lnTo>
                  <a:pt x="0" y="982630"/>
                </a:lnTo>
                <a:close/>
                <a:moveTo>
                  <a:pt x="0" y="899743"/>
                </a:moveTo>
                <a:lnTo>
                  <a:pt x="0" y="852380"/>
                </a:lnTo>
                <a:lnTo>
                  <a:pt x="11841" y="852380"/>
                </a:lnTo>
                <a:lnTo>
                  <a:pt x="11841" y="899743"/>
                </a:lnTo>
                <a:lnTo>
                  <a:pt x="0" y="899743"/>
                </a:lnTo>
                <a:close/>
                <a:moveTo>
                  <a:pt x="0" y="816857"/>
                </a:moveTo>
                <a:lnTo>
                  <a:pt x="0" y="769493"/>
                </a:lnTo>
                <a:lnTo>
                  <a:pt x="11841" y="769493"/>
                </a:lnTo>
                <a:lnTo>
                  <a:pt x="11841" y="816857"/>
                </a:lnTo>
                <a:lnTo>
                  <a:pt x="0" y="816857"/>
                </a:lnTo>
                <a:close/>
                <a:moveTo>
                  <a:pt x="0" y="733971"/>
                </a:moveTo>
                <a:lnTo>
                  <a:pt x="0" y="686607"/>
                </a:lnTo>
                <a:lnTo>
                  <a:pt x="11841" y="686607"/>
                </a:lnTo>
                <a:lnTo>
                  <a:pt x="11841" y="733971"/>
                </a:lnTo>
                <a:lnTo>
                  <a:pt x="0" y="733971"/>
                </a:lnTo>
                <a:close/>
                <a:moveTo>
                  <a:pt x="0" y="651084"/>
                </a:moveTo>
                <a:lnTo>
                  <a:pt x="0" y="603721"/>
                </a:lnTo>
                <a:lnTo>
                  <a:pt x="11841" y="603721"/>
                </a:lnTo>
                <a:lnTo>
                  <a:pt x="11841" y="651084"/>
                </a:lnTo>
                <a:lnTo>
                  <a:pt x="0" y="651084"/>
                </a:lnTo>
                <a:close/>
                <a:moveTo>
                  <a:pt x="0" y="568198"/>
                </a:moveTo>
                <a:lnTo>
                  <a:pt x="0" y="520834"/>
                </a:lnTo>
                <a:lnTo>
                  <a:pt x="11841" y="520834"/>
                </a:lnTo>
                <a:lnTo>
                  <a:pt x="11841" y="568198"/>
                </a:lnTo>
                <a:lnTo>
                  <a:pt x="0" y="568198"/>
                </a:lnTo>
                <a:close/>
                <a:moveTo>
                  <a:pt x="0" y="485311"/>
                </a:moveTo>
                <a:lnTo>
                  <a:pt x="0" y="437948"/>
                </a:lnTo>
                <a:lnTo>
                  <a:pt x="11841" y="437948"/>
                </a:lnTo>
                <a:lnTo>
                  <a:pt x="11841" y="485311"/>
                </a:lnTo>
                <a:lnTo>
                  <a:pt x="0" y="485311"/>
                </a:lnTo>
                <a:close/>
                <a:moveTo>
                  <a:pt x="0" y="402425"/>
                </a:moveTo>
                <a:lnTo>
                  <a:pt x="0" y="355061"/>
                </a:lnTo>
                <a:lnTo>
                  <a:pt x="11841" y="355061"/>
                </a:lnTo>
                <a:lnTo>
                  <a:pt x="11841" y="402425"/>
                </a:lnTo>
                <a:lnTo>
                  <a:pt x="0" y="402425"/>
                </a:lnTo>
                <a:close/>
                <a:moveTo>
                  <a:pt x="0" y="319539"/>
                </a:moveTo>
                <a:lnTo>
                  <a:pt x="0" y="272175"/>
                </a:lnTo>
                <a:lnTo>
                  <a:pt x="11841" y="272175"/>
                </a:lnTo>
                <a:lnTo>
                  <a:pt x="11841" y="319539"/>
                </a:lnTo>
                <a:lnTo>
                  <a:pt x="0" y="319539"/>
                </a:lnTo>
                <a:close/>
                <a:moveTo>
                  <a:pt x="0" y="236652"/>
                </a:moveTo>
                <a:lnTo>
                  <a:pt x="0" y="189289"/>
                </a:lnTo>
                <a:lnTo>
                  <a:pt x="11841" y="189289"/>
                </a:lnTo>
                <a:lnTo>
                  <a:pt x="11841" y="236652"/>
                </a:lnTo>
                <a:lnTo>
                  <a:pt x="0" y="236652"/>
                </a:lnTo>
                <a:close/>
                <a:moveTo>
                  <a:pt x="0" y="153766"/>
                </a:moveTo>
                <a:lnTo>
                  <a:pt x="0" y="106402"/>
                </a:lnTo>
                <a:lnTo>
                  <a:pt x="11841" y="106402"/>
                </a:lnTo>
                <a:lnTo>
                  <a:pt x="11841" y="153766"/>
                </a:lnTo>
                <a:lnTo>
                  <a:pt x="0" y="153766"/>
                </a:lnTo>
                <a:close/>
                <a:moveTo>
                  <a:pt x="0" y="70880"/>
                </a:moveTo>
                <a:lnTo>
                  <a:pt x="0" y="23516"/>
                </a:lnTo>
                <a:lnTo>
                  <a:pt x="11841" y="23516"/>
                </a:lnTo>
                <a:lnTo>
                  <a:pt x="11841" y="70880"/>
                </a:lnTo>
                <a:lnTo>
                  <a:pt x="0" y="70880"/>
                </a:lnTo>
                <a:close/>
                <a:moveTo>
                  <a:pt x="23848" y="0"/>
                </a:moveTo>
                <a:lnTo>
                  <a:pt x="71211" y="0"/>
                </a:lnTo>
                <a:lnTo>
                  <a:pt x="71211" y="11841"/>
                </a:lnTo>
                <a:lnTo>
                  <a:pt x="23848" y="11841"/>
                </a:lnTo>
                <a:lnTo>
                  <a:pt x="23848" y="0"/>
                </a:lnTo>
                <a:close/>
                <a:moveTo>
                  <a:pt x="106734" y="0"/>
                </a:moveTo>
                <a:lnTo>
                  <a:pt x="154098" y="0"/>
                </a:lnTo>
                <a:lnTo>
                  <a:pt x="154098" y="11841"/>
                </a:lnTo>
                <a:lnTo>
                  <a:pt x="106734" y="11841"/>
                </a:lnTo>
                <a:lnTo>
                  <a:pt x="106734" y="0"/>
                </a:lnTo>
                <a:close/>
                <a:moveTo>
                  <a:pt x="189620" y="0"/>
                </a:moveTo>
                <a:lnTo>
                  <a:pt x="236984" y="0"/>
                </a:lnTo>
                <a:lnTo>
                  <a:pt x="236984" y="11841"/>
                </a:lnTo>
                <a:lnTo>
                  <a:pt x="189620" y="11841"/>
                </a:lnTo>
                <a:lnTo>
                  <a:pt x="189620" y="0"/>
                </a:lnTo>
                <a:close/>
                <a:moveTo>
                  <a:pt x="272507" y="0"/>
                </a:moveTo>
                <a:lnTo>
                  <a:pt x="319870" y="0"/>
                </a:lnTo>
                <a:lnTo>
                  <a:pt x="319870" y="11841"/>
                </a:lnTo>
                <a:lnTo>
                  <a:pt x="272507" y="11841"/>
                </a:lnTo>
                <a:lnTo>
                  <a:pt x="272507" y="0"/>
                </a:lnTo>
                <a:close/>
                <a:moveTo>
                  <a:pt x="355393" y="0"/>
                </a:moveTo>
                <a:lnTo>
                  <a:pt x="402757" y="0"/>
                </a:lnTo>
                <a:lnTo>
                  <a:pt x="402757" y="11841"/>
                </a:lnTo>
                <a:lnTo>
                  <a:pt x="355393" y="11841"/>
                </a:lnTo>
                <a:lnTo>
                  <a:pt x="355393" y="0"/>
                </a:lnTo>
                <a:close/>
                <a:moveTo>
                  <a:pt x="438279" y="0"/>
                </a:moveTo>
                <a:lnTo>
                  <a:pt x="485643" y="0"/>
                </a:lnTo>
                <a:lnTo>
                  <a:pt x="485643" y="11841"/>
                </a:lnTo>
                <a:lnTo>
                  <a:pt x="438279" y="11841"/>
                </a:lnTo>
                <a:lnTo>
                  <a:pt x="438279" y="0"/>
                </a:lnTo>
                <a:close/>
                <a:moveTo>
                  <a:pt x="521166" y="0"/>
                </a:moveTo>
                <a:lnTo>
                  <a:pt x="568529" y="0"/>
                </a:lnTo>
                <a:lnTo>
                  <a:pt x="568529" y="11841"/>
                </a:lnTo>
                <a:lnTo>
                  <a:pt x="521166" y="11841"/>
                </a:lnTo>
                <a:lnTo>
                  <a:pt x="521166" y="0"/>
                </a:lnTo>
                <a:close/>
                <a:moveTo>
                  <a:pt x="604052" y="0"/>
                </a:moveTo>
                <a:lnTo>
                  <a:pt x="651416" y="0"/>
                </a:lnTo>
                <a:lnTo>
                  <a:pt x="651416" y="11841"/>
                </a:lnTo>
                <a:lnTo>
                  <a:pt x="604052" y="11841"/>
                </a:lnTo>
                <a:lnTo>
                  <a:pt x="604052" y="0"/>
                </a:lnTo>
                <a:close/>
                <a:moveTo>
                  <a:pt x="686938" y="0"/>
                </a:moveTo>
                <a:lnTo>
                  <a:pt x="734302" y="0"/>
                </a:lnTo>
                <a:lnTo>
                  <a:pt x="734302" y="11841"/>
                </a:lnTo>
                <a:lnTo>
                  <a:pt x="686938" y="11841"/>
                </a:lnTo>
                <a:lnTo>
                  <a:pt x="686938" y="0"/>
                </a:lnTo>
                <a:close/>
                <a:moveTo>
                  <a:pt x="769825" y="0"/>
                </a:moveTo>
                <a:lnTo>
                  <a:pt x="817188" y="0"/>
                </a:lnTo>
                <a:lnTo>
                  <a:pt x="817188" y="11841"/>
                </a:lnTo>
                <a:lnTo>
                  <a:pt x="769825" y="11841"/>
                </a:lnTo>
                <a:lnTo>
                  <a:pt x="769825" y="0"/>
                </a:lnTo>
                <a:close/>
                <a:moveTo>
                  <a:pt x="852711" y="0"/>
                </a:moveTo>
                <a:lnTo>
                  <a:pt x="900075" y="0"/>
                </a:lnTo>
                <a:lnTo>
                  <a:pt x="900075" y="11841"/>
                </a:lnTo>
                <a:lnTo>
                  <a:pt x="852711" y="11841"/>
                </a:lnTo>
                <a:lnTo>
                  <a:pt x="852711" y="0"/>
                </a:lnTo>
                <a:close/>
                <a:moveTo>
                  <a:pt x="935598" y="0"/>
                </a:moveTo>
                <a:lnTo>
                  <a:pt x="982961" y="0"/>
                </a:lnTo>
                <a:lnTo>
                  <a:pt x="982961" y="11841"/>
                </a:lnTo>
                <a:lnTo>
                  <a:pt x="935598" y="11841"/>
                </a:lnTo>
                <a:lnTo>
                  <a:pt x="935598" y="0"/>
                </a:lnTo>
                <a:close/>
                <a:moveTo>
                  <a:pt x="1018484" y="0"/>
                </a:moveTo>
                <a:lnTo>
                  <a:pt x="1065848" y="0"/>
                </a:lnTo>
                <a:lnTo>
                  <a:pt x="1065848" y="11841"/>
                </a:lnTo>
                <a:lnTo>
                  <a:pt x="1018484" y="11841"/>
                </a:lnTo>
                <a:lnTo>
                  <a:pt x="1018484" y="0"/>
                </a:lnTo>
                <a:close/>
                <a:moveTo>
                  <a:pt x="1101370" y="0"/>
                </a:moveTo>
                <a:lnTo>
                  <a:pt x="1148734" y="0"/>
                </a:lnTo>
                <a:lnTo>
                  <a:pt x="1148734" y="11841"/>
                </a:lnTo>
                <a:lnTo>
                  <a:pt x="1101370" y="11841"/>
                </a:lnTo>
                <a:lnTo>
                  <a:pt x="1101370" y="0"/>
                </a:lnTo>
                <a:close/>
                <a:moveTo>
                  <a:pt x="1184257" y="0"/>
                </a:moveTo>
                <a:lnTo>
                  <a:pt x="1231620" y="0"/>
                </a:lnTo>
                <a:lnTo>
                  <a:pt x="1231620" y="11841"/>
                </a:lnTo>
                <a:lnTo>
                  <a:pt x="1184257" y="11841"/>
                </a:lnTo>
                <a:lnTo>
                  <a:pt x="1184257" y="0"/>
                </a:lnTo>
                <a:close/>
                <a:moveTo>
                  <a:pt x="1267143" y="0"/>
                </a:moveTo>
                <a:lnTo>
                  <a:pt x="1314507" y="0"/>
                </a:lnTo>
                <a:lnTo>
                  <a:pt x="1314507" y="11841"/>
                </a:lnTo>
                <a:lnTo>
                  <a:pt x="1267143" y="11841"/>
                </a:lnTo>
                <a:lnTo>
                  <a:pt x="1267143" y="0"/>
                </a:lnTo>
                <a:close/>
                <a:moveTo>
                  <a:pt x="1350029" y="0"/>
                </a:moveTo>
                <a:lnTo>
                  <a:pt x="1397393" y="0"/>
                </a:lnTo>
                <a:lnTo>
                  <a:pt x="1397393" y="11841"/>
                </a:lnTo>
                <a:lnTo>
                  <a:pt x="1350029" y="11841"/>
                </a:lnTo>
                <a:lnTo>
                  <a:pt x="1350029" y="0"/>
                </a:lnTo>
                <a:close/>
                <a:moveTo>
                  <a:pt x="1432916" y="0"/>
                </a:moveTo>
                <a:lnTo>
                  <a:pt x="1480279" y="0"/>
                </a:lnTo>
                <a:lnTo>
                  <a:pt x="1480279" y="11841"/>
                </a:lnTo>
                <a:lnTo>
                  <a:pt x="1432916" y="11841"/>
                </a:lnTo>
                <a:lnTo>
                  <a:pt x="1432916" y="0"/>
                </a:lnTo>
                <a:close/>
                <a:moveTo>
                  <a:pt x="1515802" y="0"/>
                </a:moveTo>
                <a:lnTo>
                  <a:pt x="1563166" y="0"/>
                </a:lnTo>
                <a:lnTo>
                  <a:pt x="1563166" y="11841"/>
                </a:lnTo>
                <a:lnTo>
                  <a:pt x="1515802" y="11841"/>
                </a:lnTo>
                <a:lnTo>
                  <a:pt x="1515802" y="0"/>
                </a:lnTo>
                <a:close/>
                <a:moveTo>
                  <a:pt x="1598688" y="0"/>
                </a:moveTo>
                <a:lnTo>
                  <a:pt x="1646052" y="0"/>
                </a:lnTo>
                <a:lnTo>
                  <a:pt x="1646052" y="11841"/>
                </a:lnTo>
                <a:lnTo>
                  <a:pt x="1598688" y="11841"/>
                </a:lnTo>
                <a:lnTo>
                  <a:pt x="1598688" y="0"/>
                </a:lnTo>
                <a:close/>
                <a:moveTo>
                  <a:pt x="1681575" y="0"/>
                </a:moveTo>
                <a:lnTo>
                  <a:pt x="1728938" y="0"/>
                </a:lnTo>
                <a:lnTo>
                  <a:pt x="1728938" y="11841"/>
                </a:lnTo>
                <a:lnTo>
                  <a:pt x="1681575" y="11841"/>
                </a:lnTo>
                <a:lnTo>
                  <a:pt x="1681575" y="0"/>
                </a:lnTo>
                <a:close/>
                <a:moveTo>
                  <a:pt x="1764461" y="0"/>
                </a:moveTo>
                <a:lnTo>
                  <a:pt x="1811825" y="0"/>
                </a:lnTo>
                <a:lnTo>
                  <a:pt x="1811825" y="11841"/>
                </a:lnTo>
                <a:lnTo>
                  <a:pt x="1764461" y="11841"/>
                </a:lnTo>
                <a:lnTo>
                  <a:pt x="1764461" y="0"/>
                </a:lnTo>
                <a:close/>
                <a:moveTo>
                  <a:pt x="1847347" y="0"/>
                </a:moveTo>
                <a:lnTo>
                  <a:pt x="1894711" y="0"/>
                </a:lnTo>
                <a:lnTo>
                  <a:pt x="1894711" y="11841"/>
                </a:lnTo>
                <a:lnTo>
                  <a:pt x="1847347" y="11841"/>
                </a:lnTo>
                <a:lnTo>
                  <a:pt x="1847347" y="0"/>
                </a:lnTo>
                <a:close/>
                <a:moveTo>
                  <a:pt x="1930234" y="0"/>
                </a:moveTo>
                <a:lnTo>
                  <a:pt x="1977597" y="0"/>
                </a:lnTo>
                <a:lnTo>
                  <a:pt x="1977597" y="11841"/>
                </a:lnTo>
                <a:lnTo>
                  <a:pt x="1930234" y="11841"/>
                </a:lnTo>
                <a:lnTo>
                  <a:pt x="1930234" y="0"/>
                </a:lnTo>
                <a:close/>
                <a:moveTo>
                  <a:pt x="2013120" y="0"/>
                </a:moveTo>
                <a:lnTo>
                  <a:pt x="2060484" y="0"/>
                </a:lnTo>
                <a:lnTo>
                  <a:pt x="2060484" y="11841"/>
                </a:lnTo>
                <a:lnTo>
                  <a:pt x="2013120" y="11841"/>
                </a:lnTo>
                <a:lnTo>
                  <a:pt x="2013120" y="0"/>
                </a:lnTo>
                <a:close/>
                <a:moveTo>
                  <a:pt x="2090607" y="17229"/>
                </a:moveTo>
                <a:lnTo>
                  <a:pt x="2090607" y="64592"/>
                </a:lnTo>
                <a:lnTo>
                  <a:pt x="2078766" y="64592"/>
                </a:lnTo>
                <a:lnTo>
                  <a:pt x="2078766" y="17229"/>
                </a:lnTo>
                <a:lnTo>
                  <a:pt x="2090607" y="17229"/>
                </a:lnTo>
                <a:close/>
                <a:moveTo>
                  <a:pt x="2090607" y="100115"/>
                </a:moveTo>
                <a:lnTo>
                  <a:pt x="2090607" y="147479"/>
                </a:lnTo>
                <a:lnTo>
                  <a:pt x="2078766" y="147479"/>
                </a:lnTo>
                <a:lnTo>
                  <a:pt x="2078766" y="100115"/>
                </a:lnTo>
                <a:lnTo>
                  <a:pt x="2090607" y="100115"/>
                </a:lnTo>
                <a:close/>
                <a:moveTo>
                  <a:pt x="2090607" y="183001"/>
                </a:moveTo>
                <a:lnTo>
                  <a:pt x="2090607" y="230365"/>
                </a:lnTo>
                <a:lnTo>
                  <a:pt x="2078766" y="230365"/>
                </a:lnTo>
                <a:lnTo>
                  <a:pt x="2078766" y="183001"/>
                </a:lnTo>
                <a:lnTo>
                  <a:pt x="2090607" y="183001"/>
                </a:lnTo>
                <a:close/>
                <a:moveTo>
                  <a:pt x="2090607" y="265888"/>
                </a:moveTo>
                <a:lnTo>
                  <a:pt x="2090607" y="313251"/>
                </a:lnTo>
                <a:lnTo>
                  <a:pt x="2078766" y="313251"/>
                </a:lnTo>
                <a:lnTo>
                  <a:pt x="2078766" y="265888"/>
                </a:lnTo>
                <a:lnTo>
                  <a:pt x="2090607" y="265888"/>
                </a:lnTo>
                <a:close/>
                <a:moveTo>
                  <a:pt x="2090607" y="348774"/>
                </a:moveTo>
                <a:lnTo>
                  <a:pt x="2090607" y="396138"/>
                </a:lnTo>
                <a:lnTo>
                  <a:pt x="2078766" y="396138"/>
                </a:lnTo>
                <a:lnTo>
                  <a:pt x="2078766" y="348774"/>
                </a:lnTo>
                <a:lnTo>
                  <a:pt x="2090607" y="348774"/>
                </a:lnTo>
                <a:close/>
                <a:moveTo>
                  <a:pt x="2090607" y="431660"/>
                </a:moveTo>
                <a:lnTo>
                  <a:pt x="2090607" y="479024"/>
                </a:lnTo>
                <a:lnTo>
                  <a:pt x="2078766" y="479024"/>
                </a:lnTo>
                <a:lnTo>
                  <a:pt x="2078766" y="431660"/>
                </a:lnTo>
                <a:lnTo>
                  <a:pt x="2090607" y="431660"/>
                </a:lnTo>
                <a:close/>
                <a:moveTo>
                  <a:pt x="2090607" y="514547"/>
                </a:moveTo>
                <a:lnTo>
                  <a:pt x="2090607" y="561910"/>
                </a:lnTo>
                <a:lnTo>
                  <a:pt x="2078766" y="561910"/>
                </a:lnTo>
                <a:lnTo>
                  <a:pt x="2078766" y="514547"/>
                </a:lnTo>
                <a:lnTo>
                  <a:pt x="2090607" y="514547"/>
                </a:lnTo>
                <a:close/>
                <a:moveTo>
                  <a:pt x="2090607" y="597433"/>
                </a:moveTo>
                <a:lnTo>
                  <a:pt x="2090607" y="644797"/>
                </a:lnTo>
                <a:lnTo>
                  <a:pt x="2078766" y="644797"/>
                </a:lnTo>
                <a:lnTo>
                  <a:pt x="2078766" y="597433"/>
                </a:lnTo>
                <a:lnTo>
                  <a:pt x="2090607" y="597433"/>
                </a:lnTo>
                <a:close/>
                <a:moveTo>
                  <a:pt x="2090607" y="680319"/>
                </a:moveTo>
                <a:lnTo>
                  <a:pt x="2090607" y="727683"/>
                </a:lnTo>
                <a:lnTo>
                  <a:pt x="2078766" y="727683"/>
                </a:lnTo>
                <a:lnTo>
                  <a:pt x="2078766" y="680319"/>
                </a:lnTo>
                <a:lnTo>
                  <a:pt x="2090607" y="680319"/>
                </a:lnTo>
                <a:close/>
                <a:moveTo>
                  <a:pt x="2090607" y="763206"/>
                </a:moveTo>
                <a:lnTo>
                  <a:pt x="2090607" y="810569"/>
                </a:lnTo>
                <a:lnTo>
                  <a:pt x="2078766" y="810569"/>
                </a:lnTo>
                <a:lnTo>
                  <a:pt x="2078766" y="763206"/>
                </a:lnTo>
                <a:lnTo>
                  <a:pt x="2090607" y="763206"/>
                </a:lnTo>
                <a:close/>
                <a:moveTo>
                  <a:pt x="2090607" y="846092"/>
                </a:moveTo>
                <a:lnTo>
                  <a:pt x="2090607" y="893456"/>
                </a:lnTo>
                <a:lnTo>
                  <a:pt x="2078766" y="893456"/>
                </a:lnTo>
                <a:lnTo>
                  <a:pt x="2078766" y="846092"/>
                </a:lnTo>
                <a:lnTo>
                  <a:pt x="2090607" y="846092"/>
                </a:lnTo>
                <a:close/>
                <a:moveTo>
                  <a:pt x="2090607" y="928978"/>
                </a:moveTo>
                <a:lnTo>
                  <a:pt x="2090607" y="976342"/>
                </a:lnTo>
                <a:lnTo>
                  <a:pt x="2078766" y="976342"/>
                </a:lnTo>
                <a:lnTo>
                  <a:pt x="2078766" y="928978"/>
                </a:lnTo>
                <a:lnTo>
                  <a:pt x="2090607" y="928978"/>
                </a:lnTo>
                <a:close/>
                <a:moveTo>
                  <a:pt x="2090607" y="1011865"/>
                </a:moveTo>
                <a:lnTo>
                  <a:pt x="2090607" y="1059228"/>
                </a:lnTo>
                <a:lnTo>
                  <a:pt x="2078766" y="1059228"/>
                </a:lnTo>
                <a:lnTo>
                  <a:pt x="2078766" y="1011865"/>
                </a:lnTo>
                <a:lnTo>
                  <a:pt x="2090607" y="1011865"/>
                </a:lnTo>
                <a:close/>
                <a:moveTo>
                  <a:pt x="2090607" y="1094751"/>
                </a:moveTo>
                <a:lnTo>
                  <a:pt x="2090607" y="1142115"/>
                </a:lnTo>
                <a:lnTo>
                  <a:pt x="2078766" y="1142115"/>
                </a:lnTo>
                <a:lnTo>
                  <a:pt x="2078766" y="1094751"/>
                </a:lnTo>
                <a:lnTo>
                  <a:pt x="2090607" y="1094751"/>
                </a:lnTo>
                <a:close/>
                <a:moveTo>
                  <a:pt x="2090607" y="1177638"/>
                </a:moveTo>
                <a:lnTo>
                  <a:pt x="2090607" y="1225001"/>
                </a:lnTo>
                <a:lnTo>
                  <a:pt x="2078766" y="1225001"/>
                </a:lnTo>
                <a:lnTo>
                  <a:pt x="2078766" y="1177638"/>
                </a:lnTo>
                <a:lnTo>
                  <a:pt x="2090607" y="1177638"/>
                </a:lnTo>
                <a:close/>
                <a:moveTo>
                  <a:pt x="2090607" y="1260524"/>
                </a:moveTo>
                <a:lnTo>
                  <a:pt x="2090607" y="1307888"/>
                </a:lnTo>
                <a:lnTo>
                  <a:pt x="2078766" y="1307888"/>
                </a:lnTo>
                <a:lnTo>
                  <a:pt x="2078766" y="1260524"/>
                </a:lnTo>
                <a:lnTo>
                  <a:pt x="2090607" y="1260524"/>
                </a:lnTo>
                <a:close/>
                <a:moveTo>
                  <a:pt x="2055463" y="1320096"/>
                </a:moveTo>
                <a:lnTo>
                  <a:pt x="2008100" y="1320096"/>
                </a:lnTo>
                <a:lnTo>
                  <a:pt x="2008100" y="1308255"/>
                </a:lnTo>
                <a:lnTo>
                  <a:pt x="2055463" y="1308255"/>
                </a:lnTo>
                <a:lnTo>
                  <a:pt x="2055463" y="1320096"/>
                </a:lnTo>
                <a:close/>
                <a:moveTo>
                  <a:pt x="1972577" y="1320096"/>
                </a:moveTo>
                <a:lnTo>
                  <a:pt x="1925213" y="1320096"/>
                </a:lnTo>
                <a:lnTo>
                  <a:pt x="1925213" y="1308255"/>
                </a:lnTo>
                <a:lnTo>
                  <a:pt x="1972577" y="1308255"/>
                </a:lnTo>
                <a:lnTo>
                  <a:pt x="1972577" y="1320096"/>
                </a:lnTo>
                <a:close/>
                <a:moveTo>
                  <a:pt x="1889691" y="1320096"/>
                </a:moveTo>
                <a:lnTo>
                  <a:pt x="1842327" y="1320096"/>
                </a:lnTo>
                <a:lnTo>
                  <a:pt x="1842327" y="1308255"/>
                </a:lnTo>
                <a:lnTo>
                  <a:pt x="1889691" y="1308255"/>
                </a:lnTo>
                <a:lnTo>
                  <a:pt x="1889691" y="1320096"/>
                </a:lnTo>
                <a:close/>
                <a:moveTo>
                  <a:pt x="1806804" y="1320096"/>
                </a:moveTo>
                <a:lnTo>
                  <a:pt x="1759441" y="1320096"/>
                </a:lnTo>
                <a:lnTo>
                  <a:pt x="1759441" y="1308255"/>
                </a:lnTo>
                <a:lnTo>
                  <a:pt x="1806804" y="1308255"/>
                </a:lnTo>
                <a:lnTo>
                  <a:pt x="1806804" y="1320096"/>
                </a:lnTo>
                <a:close/>
                <a:moveTo>
                  <a:pt x="1723918" y="1320096"/>
                </a:moveTo>
                <a:lnTo>
                  <a:pt x="1676554" y="1320096"/>
                </a:lnTo>
                <a:lnTo>
                  <a:pt x="1676554" y="1308255"/>
                </a:lnTo>
                <a:lnTo>
                  <a:pt x="1723918" y="1308255"/>
                </a:lnTo>
                <a:lnTo>
                  <a:pt x="1723918" y="1320096"/>
                </a:lnTo>
                <a:close/>
                <a:moveTo>
                  <a:pt x="1641032" y="1320096"/>
                </a:moveTo>
                <a:lnTo>
                  <a:pt x="1593668" y="1320096"/>
                </a:lnTo>
                <a:lnTo>
                  <a:pt x="1593668" y="1308255"/>
                </a:lnTo>
                <a:lnTo>
                  <a:pt x="1641032" y="1308255"/>
                </a:lnTo>
                <a:lnTo>
                  <a:pt x="1641032" y="1320096"/>
                </a:lnTo>
                <a:close/>
                <a:moveTo>
                  <a:pt x="1558145" y="1320096"/>
                </a:moveTo>
                <a:lnTo>
                  <a:pt x="1510782" y="1320096"/>
                </a:lnTo>
                <a:lnTo>
                  <a:pt x="1510782" y="1308255"/>
                </a:lnTo>
                <a:lnTo>
                  <a:pt x="1558145" y="1308255"/>
                </a:lnTo>
                <a:lnTo>
                  <a:pt x="1558145" y="1320096"/>
                </a:lnTo>
                <a:close/>
                <a:moveTo>
                  <a:pt x="1475259" y="1320096"/>
                </a:moveTo>
                <a:lnTo>
                  <a:pt x="1427895" y="1320096"/>
                </a:lnTo>
                <a:lnTo>
                  <a:pt x="1427895" y="1308255"/>
                </a:lnTo>
                <a:lnTo>
                  <a:pt x="1475259" y="1308255"/>
                </a:lnTo>
                <a:lnTo>
                  <a:pt x="1475259" y="1320096"/>
                </a:lnTo>
                <a:close/>
                <a:moveTo>
                  <a:pt x="1392372" y="1320096"/>
                </a:moveTo>
                <a:lnTo>
                  <a:pt x="1345009" y="1320096"/>
                </a:lnTo>
                <a:lnTo>
                  <a:pt x="1345009" y="1308255"/>
                </a:lnTo>
                <a:lnTo>
                  <a:pt x="1392372" y="1308255"/>
                </a:lnTo>
                <a:lnTo>
                  <a:pt x="1392372" y="1320096"/>
                </a:lnTo>
                <a:close/>
                <a:moveTo>
                  <a:pt x="1309486" y="1320096"/>
                </a:moveTo>
                <a:lnTo>
                  <a:pt x="1262122" y="1320096"/>
                </a:lnTo>
                <a:lnTo>
                  <a:pt x="1262122" y="1308255"/>
                </a:lnTo>
                <a:lnTo>
                  <a:pt x="1309486" y="1308255"/>
                </a:lnTo>
                <a:lnTo>
                  <a:pt x="1309486" y="1320096"/>
                </a:lnTo>
                <a:close/>
                <a:moveTo>
                  <a:pt x="1226600" y="1320096"/>
                </a:moveTo>
                <a:lnTo>
                  <a:pt x="1179236" y="1320096"/>
                </a:lnTo>
                <a:lnTo>
                  <a:pt x="1179236" y="1308255"/>
                </a:lnTo>
                <a:lnTo>
                  <a:pt x="1226600" y="1308255"/>
                </a:lnTo>
                <a:lnTo>
                  <a:pt x="1226600" y="1320096"/>
                </a:lnTo>
                <a:close/>
                <a:moveTo>
                  <a:pt x="1143713" y="1320096"/>
                </a:moveTo>
                <a:lnTo>
                  <a:pt x="1096350" y="1320096"/>
                </a:lnTo>
                <a:lnTo>
                  <a:pt x="1096350" y="1308255"/>
                </a:lnTo>
                <a:lnTo>
                  <a:pt x="1143713" y="1308255"/>
                </a:lnTo>
                <a:lnTo>
                  <a:pt x="1143713" y="1320096"/>
                </a:lnTo>
                <a:close/>
                <a:moveTo>
                  <a:pt x="1060827" y="1320096"/>
                </a:moveTo>
                <a:lnTo>
                  <a:pt x="1013463" y="1320096"/>
                </a:lnTo>
                <a:lnTo>
                  <a:pt x="1013463" y="1308255"/>
                </a:lnTo>
                <a:lnTo>
                  <a:pt x="1060827" y="1308255"/>
                </a:lnTo>
                <a:lnTo>
                  <a:pt x="1060827" y="1320096"/>
                </a:lnTo>
                <a:close/>
                <a:moveTo>
                  <a:pt x="977941" y="1320096"/>
                </a:moveTo>
                <a:lnTo>
                  <a:pt x="930577" y="1320096"/>
                </a:lnTo>
                <a:lnTo>
                  <a:pt x="930577" y="1308255"/>
                </a:lnTo>
                <a:lnTo>
                  <a:pt x="977941" y="1308255"/>
                </a:lnTo>
                <a:lnTo>
                  <a:pt x="977941" y="1320096"/>
                </a:lnTo>
                <a:close/>
                <a:moveTo>
                  <a:pt x="895054" y="1320096"/>
                </a:moveTo>
                <a:lnTo>
                  <a:pt x="847691" y="1320096"/>
                </a:lnTo>
                <a:lnTo>
                  <a:pt x="847691" y="1308255"/>
                </a:lnTo>
                <a:lnTo>
                  <a:pt x="895054" y="1308255"/>
                </a:lnTo>
                <a:lnTo>
                  <a:pt x="895054" y="1320096"/>
                </a:lnTo>
                <a:close/>
                <a:moveTo>
                  <a:pt x="812168" y="1320096"/>
                </a:moveTo>
                <a:lnTo>
                  <a:pt x="764804" y="1320096"/>
                </a:lnTo>
                <a:lnTo>
                  <a:pt x="764804" y="1308255"/>
                </a:lnTo>
                <a:lnTo>
                  <a:pt x="812168" y="1308255"/>
                </a:lnTo>
                <a:lnTo>
                  <a:pt x="812168" y="1320096"/>
                </a:lnTo>
                <a:close/>
                <a:moveTo>
                  <a:pt x="729282" y="1320096"/>
                </a:moveTo>
                <a:lnTo>
                  <a:pt x="681918" y="1320096"/>
                </a:lnTo>
                <a:lnTo>
                  <a:pt x="681918" y="1308255"/>
                </a:lnTo>
                <a:lnTo>
                  <a:pt x="729282" y="1308255"/>
                </a:lnTo>
                <a:lnTo>
                  <a:pt x="729282" y="1320096"/>
                </a:lnTo>
                <a:close/>
                <a:moveTo>
                  <a:pt x="646395" y="1320096"/>
                </a:moveTo>
                <a:lnTo>
                  <a:pt x="599032" y="1320096"/>
                </a:lnTo>
                <a:lnTo>
                  <a:pt x="599032" y="1308255"/>
                </a:lnTo>
                <a:lnTo>
                  <a:pt x="646395" y="1308255"/>
                </a:lnTo>
                <a:lnTo>
                  <a:pt x="646395" y="1320096"/>
                </a:lnTo>
                <a:close/>
                <a:moveTo>
                  <a:pt x="563509" y="1320096"/>
                </a:moveTo>
                <a:lnTo>
                  <a:pt x="516145" y="1320096"/>
                </a:lnTo>
                <a:lnTo>
                  <a:pt x="516145" y="1308255"/>
                </a:lnTo>
                <a:lnTo>
                  <a:pt x="563509" y="1308255"/>
                </a:lnTo>
                <a:lnTo>
                  <a:pt x="563509" y="1320096"/>
                </a:lnTo>
                <a:close/>
                <a:moveTo>
                  <a:pt x="480622" y="1320096"/>
                </a:moveTo>
                <a:lnTo>
                  <a:pt x="433259" y="1320096"/>
                </a:lnTo>
                <a:lnTo>
                  <a:pt x="433259" y="1308255"/>
                </a:lnTo>
                <a:lnTo>
                  <a:pt x="480622" y="1308255"/>
                </a:lnTo>
                <a:lnTo>
                  <a:pt x="480622" y="1320096"/>
                </a:lnTo>
                <a:close/>
                <a:moveTo>
                  <a:pt x="397736" y="1320096"/>
                </a:moveTo>
                <a:lnTo>
                  <a:pt x="350372" y="1320096"/>
                </a:lnTo>
                <a:lnTo>
                  <a:pt x="350372" y="1308255"/>
                </a:lnTo>
                <a:lnTo>
                  <a:pt x="397736" y="1308255"/>
                </a:lnTo>
                <a:lnTo>
                  <a:pt x="397736" y="1320096"/>
                </a:lnTo>
                <a:close/>
                <a:moveTo>
                  <a:pt x="314850" y="1320096"/>
                </a:moveTo>
                <a:lnTo>
                  <a:pt x="267486" y="1320096"/>
                </a:lnTo>
                <a:lnTo>
                  <a:pt x="267486" y="1308255"/>
                </a:lnTo>
                <a:lnTo>
                  <a:pt x="314850" y="1308255"/>
                </a:lnTo>
                <a:lnTo>
                  <a:pt x="314850" y="1320096"/>
                </a:lnTo>
                <a:close/>
                <a:moveTo>
                  <a:pt x="231963" y="1320096"/>
                </a:moveTo>
                <a:lnTo>
                  <a:pt x="184600" y="1320096"/>
                </a:lnTo>
                <a:lnTo>
                  <a:pt x="184600" y="1308255"/>
                </a:lnTo>
                <a:lnTo>
                  <a:pt x="231963" y="1308255"/>
                </a:lnTo>
                <a:lnTo>
                  <a:pt x="231963" y="1320096"/>
                </a:lnTo>
                <a:close/>
                <a:moveTo>
                  <a:pt x="149077" y="1320096"/>
                </a:moveTo>
                <a:lnTo>
                  <a:pt x="101713" y="1320096"/>
                </a:lnTo>
                <a:lnTo>
                  <a:pt x="101713" y="1308255"/>
                </a:lnTo>
                <a:lnTo>
                  <a:pt x="149077" y="1308255"/>
                </a:lnTo>
                <a:lnTo>
                  <a:pt x="149077" y="1320096"/>
                </a:lnTo>
                <a:close/>
                <a:moveTo>
                  <a:pt x="66191" y="1320096"/>
                </a:moveTo>
                <a:lnTo>
                  <a:pt x="18827" y="1320096"/>
                </a:lnTo>
                <a:lnTo>
                  <a:pt x="18827" y="1308255"/>
                </a:lnTo>
                <a:lnTo>
                  <a:pt x="66191" y="1308255"/>
                </a:lnTo>
                <a:lnTo>
                  <a:pt x="66191" y="13200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⑤">
            <a:extLst xmlns:a="http://schemas.openxmlformats.org/drawingml/2006/main">
              <a:ext uri="{FF2B5EF4-FFF2-40B4-BE49-F238E27FC236}">
                <a16:creationId xmlns:a16="http://schemas.microsoft.com/office/drawing/2014/main" id="{743AA17C-6DB3-4913-BA8C-B8C66D4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261" y="2930321"/>
            <a:ext cx="158046" cy="158046"/>
          </a:xfrm>
          <a:custGeom xmlns:a="http://schemas.openxmlformats.org/drawingml/2006/main">
            <a:pathLst>
              <a:path w="158046" h="158046">
                <a:moveTo>
                  <a:pt x="49410" y="83847"/>
                </a:moveTo>
                <a:lnTo>
                  <a:pt x="53403" y="27449"/>
                </a:lnTo>
                <a:lnTo>
                  <a:pt x="109966" y="27449"/>
                </a:lnTo>
                <a:lnTo>
                  <a:pt x="109966" y="35268"/>
                </a:lnTo>
                <a:lnTo>
                  <a:pt x="58561" y="35268"/>
                </a:lnTo>
                <a:lnTo>
                  <a:pt x="55398" y="74696"/>
                </a:lnTo>
                <a:cubicBezTo>
                  <a:pt x="62276" y="68263"/>
                  <a:pt x="70484" y="65047"/>
                  <a:pt x="80022" y="65047"/>
                </a:cubicBezTo>
                <a:cubicBezTo>
                  <a:pt x="103312" y="65934"/>
                  <a:pt x="115013" y="78356"/>
                  <a:pt x="115125" y="102313"/>
                </a:cubicBezTo>
                <a:cubicBezTo>
                  <a:pt x="115235" y="124051"/>
                  <a:pt x="102868" y="135808"/>
                  <a:pt x="78024" y="137583"/>
                </a:cubicBezTo>
                <a:cubicBezTo>
                  <a:pt x="56286" y="137583"/>
                  <a:pt x="45029" y="128821"/>
                  <a:pt x="44254" y="111297"/>
                </a:cubicBezTo>
                <a:cubicBezTo>
                  <a:pt x="44697" y="106084"/>
                  <a:pt x="47082" y="103256"/>
                  <a:pt x="51408" y="102813"/>
                </a:cubicBezTo>
                <a:cubicBezTo>
                  <a:pt x="55732" y="102813"/>
                  <a:pt x="57894" y="105197"/>
                  <a:pt x="57894" y="109966"/>
                </a:cubicBezTo>
                <a:cubicBezTo>
                  <a:pt x="57894" y="112628"/>
                  <a:pt x="57672" y="114570"/>
                  <a:pt x="57229" y="115790"/>
                </a:cubicBezTo>
                <a:cubicBezTo>
                  <a:pt x="56785" y="117342"/>
                  <a:pt x="56785" y="119005"/>
                  <a:pt x="57229" y="120780"/>
                </a:cubicBezTo>
                <a:cubicBezTo>
                  <a:pt x="60777" y="128987"/>
                  <a:pt x="67709" y="133090"/>
                  <a:pt x="78024" y="133090"/>
                </a:cubicBezTo>
                <a:cubicBezTo>
                  <a:pt x="93773" y="133090"/>
                  <a:pt x="102479" y="122831"/>
                  <a:pt x="104143" y="102313"/>
                </a:cubicBezTo>
                <a:cubicBezTo>
                  <a:pt x="103256" y="80908"/>
                  <a:pt x="95216" y="70205"/>
                  <a:pt x="80022" y="70205"/>
                </a:cubicBezTo>
                <a:cubicBezTo>
                  <a:pt x="69485" y="70205"/>
                  <a:pt x="60612" y="75196"/>
                  <a:pt x="53403" y="85178"/>
                </a:cubicBezTo>
                <a:lnTo>
                  <a:pt x="49410" y="83847"/>
                </a:ln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T-Box">
            <a:extLst xmlns:a="http://schemas.openxmlformats.org/drawingml/2006/main">
              <a:ext uri="{FF2B5EF4-FFF2-40B4-BE49-F238E27FC236}">
                <a16:creationId xmlns:a16="http://schemas.microsoft.com/office/drawing/2014/main" id="{7D4F7AF8-02FE-459C-A2BC-D8CBD308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188" y="2942612"/>
            <a:ext cx="426014" cy="112426"/>
          </a:xfrm>
          <a:custGeom xmlns:a="http://schemas.openxmlformats.org/drawingml/2006/main">
            <a:pathLst>
              <a:path w="426014" h="112426">
                <a:moveTo>
                  <a:pt x="91224" y="0"/>
                </a:moveTo>
                <a:lnTo>
                  <a:pt x="92443" y="25913"/>
                </a:lnTo>
                <a:lnTo>
                  <a:pt x="89356" y="25913"/>
                </a:lnTo>
                <a:cubicBezTo>
                  <a:pt x="88760" y="21364"/>
                  <a:pt x="87948" y="18115"/>
                  <a:pt x="86919" y="16165"/>
                </a:cubicBezTo>
                <a:cubicBezTo>
                  <a:pt x="85240" y="13024"/>
                  <a:pt x="83006" y="10709"/>
                  <a:pt x="80217" y="9220"/>
                </a:cubicBezTo>
                <a:cubicBezTo>
                  <a:pt x="77428" y="7731"/>
                  <a:pt x="73759" y="6986"/>
                  <a:pt x="69210" y="6986"/>
                </a:cubicBezTo>
                <a:lnTo>
                  <a:pt x="53695" y="6986"/>
                </a:lnTo>
                <a:lnTo>
                  <a:pt x="53695" y="90981"/>
                </a:lnTo>
                <a:cubicBezTo>
                  <a:pt x="53695" y="97750"/>
                  <a:pt x="54426" y="101974"/>
                  <a:pt x="55888" y="103653"/>
                </a:cubicBezTo>
                <a:cubicBezTo>
                  <a:pt x="57946" y="105928"/>
                  <a:pt x="61114" y="107065"/>
                  <a:pt x="65392" y="107065"/>
                </a:cubicBezTo>
                <a:lnTo>
                  <a:pt x="69210" y="107065"/>
                </a:lnTo>
                <a:lnTo>
                  <a:pt x="69210" y="110152"/>
                </a:lnTo>
                <a:lnTo>
                  <a:pt x="22501" y="110152"/>
                </a:lnTo>
                <a:lnTo>
                  <a:pt x="22501" y="107065"/>
                </a:lnTo>
                <a:lnTo>
                  <a:pt x="26401" y="107065"/>
                </a:lnTo>
                <a:cubicBezTo>
                  <a:pt x="31058" y="107065"/>
                  <a:pt x="34361" y="105657"/>
                  <a:pt x="36311" y="102841"/>
                </a:cubicBezTo>
                <a:cubicBezTo>
                  <a:pt x="37502" y="101108"/>
                  <a:pt x="38098" y="97154"/>
                  <a:pt x="38098" y="90981"/>
                </a:cubicBezTo>
                <a:lnTo>
                  <a:pt x="38098" y="6986"/>
                </a:lnTo>
                <a:lnTo>
                  <a:pt x="24857" y="6986"/>
                </a:lnTo>
                <a:cubicBezTo>
                  <a:pt x="19712" y="6986"/>
                  <a:pt x="16057" y="7365"/>
                  <a:pt x="13891" y="8123"/>
                </a:cubicBezTo>
                <a:cubicBezTo>
                  <a:pt x="11075" y="9152"/>
                  <a:pt x="8665" y="11129"/>
                  <a:pt x="6661" y="14053"/>
                </a:cubicBezTo>
                <a:cubicBezTo>
                  <a:pt x="4657" y="16978"/>
                  <a:pt x="3466" y="20931"/>
                  <a:pt x="3087" y="25913"/>
                </a:cubicBezTo>
                <a:lnTo>
                  <a:pt x="0" y="25913"/>
                </a:lnTo>
                <a:lnTo>
                  <a:pt x="1300" y="0"/>
                </a:lnTo>
                <a:lnTo>
                  <a:pt x="91224" y="0"/>
                </a:lnTo>
                <a:close/>
                <a:moveTo>
                  <a:pt x="102945" y="66611"/>
                </a:moveTo>
                <a:lnTo>
                  <a:pt x="144943" y="66611"/>
                </a:lnTo>
                <a:lnTo>
                  <a:pt x="144943" y="78958"/>
                </a:lnTo>
                <a:lnTo>
                  <a:pt x="102945" y="78958"/>
                </a:lnTo>
                <a:lnTo>
                  <a:pt x="102945" y="66611"/>
                </a:lnTo>
                <a:close/>
                <a:moveTo>
                  <a:pt x="228110" y="53756"/>
                </a:moveTo>
                <a:cubicBezTo>
                  <a:pt x="235746" y="55386"/>
                  <a:pt x="241459" y="57993"/>
                  <a:pt x="245250" y="61580"/>
                </a:cubicBezTo>
                <a:cubicBezTo>
                  <a:pt x="250503" y="66579"/>
                  <a:pt x="253130" y="72691"/>
                  <a:pt x="253130" y="79915"/>
                </a:cubicBezTo>
                <a:cubicBezTo>
                  <a:pt x="253130" y="85404"/>
                  <a:pt x="251397" y="90661"/>
                  <a:pt x="247931" y="95687"/>
                </a:cubicBezTo>
                <a:cubicBezTo>
                  <a:pt x="244465" y="100712"/>
                  <a:pt x="239713" y="104379"/>
                  <a:pt x="233674" y="106689"/>
                </a:cubicBezTo>
                <a:cubicBezTo>
                  <a:pt x="227636" y="108997"/>
                  <a:pt x="218416" y="110152"/>
                  <a:pt x="206015" y="110152"/>
                </a:cubicBezTo>
                <a:lnTo>
                  <a:pt x="154026" y="110152"/>
                </a:lnTo>
                <a:lnTo>
                  <a:pt x="154026" y="107065"/>
                </a:lnTo>
                <a:lnTo>
                  <a:pt x="158168" y="107065"/>
                </a:lnTo>
                <a:cubicBezTo>
                  <a:pt x="162772" y="107065"/>
                  <a:pt x="166075" y="105610"/>
                  <a:pt x="168079" y="102701"/>
                </a:cubicBezTo>
                <a:cubicBezTo>
                  <a:pt x="169324" y="100814"/>
                  <a:pt x="169947" y="96799"/>
                  <a:pt x="169947" y="90656"/>
                </a:cubicBezTo>
                <a:lnTo>
                  <a:pt x="169947" y="19496"/>
                </a:lnTo>
                <a:cubicBezTo>
                  <a:pt x="169947" y="12706"/>
                  <a:pt x="169162" y="8422"/>
                  <a:pt x="167591" y="6643"/>
                </a:cubicBezTo>
                <a:cubicBezTo>
                  <a:pt x="165479" y="4272"/>
                  <a:pt x="162338" y="3087"/>
                  <a:pt x="158168" y="3087"/>
                </a:cubicBezTo>
                <a:lnTo>
                  <a:pt x="154026" y="3087"/>
                </a:lnTo>
                <a:lnTo>
                  <a:pt x="154026" y="0"/>
                </a:lnTo>
                <a:lnTo>
                  <a:pt x="201628" y="0"/>
                </a:lnTo>
                <a:cubicBezTo>
                  <a:pt x="210509" y="0"/>
                  <a:pt x="217631" y="647"/>
                  <a:pt x="222992" y="1942"/>
                </a:cubicBezTo>
                <a:cubicBezTo>
                  <a:pt x="231116" y="3885"/>
                  <a:pt x="237316" y="7326"/>
                  <a:pt x="241595" y="12266"/>
                </a:cubicBezTo>
                <a:cubicBezTo>
                  <a:pt x="245873" y="17204"/>
                  <a:pt x="248012" y="22885"/>
                  <a:pt x="248012" y="29307"/>
                </a:cubicBezTo>
                <a:cubicBezTo>
                  <a:pt x="248012" y="34812"/>
                  <a:pt x="246333" y="39737"/>
                  <a:pt x="242976" y="44081"/>
                </a:cubicBezTo>
                <a:cubicBezTo>
                  <a:pt x="239618" y="48426"/>
                  <a:pt x="234663" y="51651"/>
                  <a:pt x="228110" y="53756"/>
                </a:cubicBezTo>
                <a:moveTo>
                  <a:pt x="185544" y="49237"/>
                </a:moveTo>
                <a:cubicBezTo>
                  <a:pt x="187548" y="49613"/>
                  <a:pt x="189836" y="49895"/>
                  <a:pt x="192408" y="50083"/>
                </a:cubicBezTo>
                <a:cubicBezTo>
                  <a:pt x="194980" y="50270"/>
                  <a:pt x="197810" y="50364"/>
                  <a:pt x="200897" y="50364"/>
                </a:cubicBezTo>
                <a:cubicBezTo>
                  <a:pt x="208804" y="50364"/>
                  <a:pt x="214747" y="49519"/>
                  <a:pt x="218728" y="47828"/>
                </a:cubicBezTo>
                <a:cubicBezTo>
                  <a:pt x="222708" y="46138"/>
                  <a:pt x="225754" y="43548"/>
                  <a:pt x="227866" y="40060"/>
                </a:cubicBezTo>
                <a:cubicBezTo>
                  <a:pt x="229978" y="36571"/>
                  <a:pt x="231034" y="32761"/>
                  <a:pt x="231034" y="28629"/>
                </a:cubicBezTo>
                <a:cubicBezTo>
                  <a:pt x="231034" y="22243"/>
                  <a:pt x="228408" y="16795"/>
                  <a:pt x="223155" y="12286"/>
                </a:cubicBezTo>
                <a:cubicBezTo>
                  <a:pt x="217902" y="7778"/>
                  <a:pt x="210239" y="5524"/>
                  <a:pt x="200166" y="5524"/>
                </a:cubicBezTo>
                <a:cubicBezTo>
                  <a:pt x="194750" y="5524"/>
                  <a:pt x="189876" y="6114"/>
                  <a:pt x="185544" y="7296"/>
                </a:cubicBezTo>
                <a:lnTo>
                  <a:pt x="185544" y="49237"/>
                </a:lnTo>
                <a:moveTo>
                  <a:pt x="185544" y="102110"/>
                </a:moveTo>
                <a:cubicBezTo>
                  <a:pt x="191826" y="103572"/>
                  <a:pt x="198027" y="104303"/>
                  <a:pt x="204146" y="104303"/>
                </a:cubicBezTo>
                <a:cubicBezTo>
                  <a:pt x="213948" y="104303"/>
                  <a:pt x="221422" y="102096"/>
                  <a:pt x="226566" y="97682"/>
                </a:cubicBezTo>
                <a:cubicBezTo>
                  <a:pt x="231711" y="93269"/>
                  <a:pt x="234284" y="87813"/>
                  <a:pt x="234284" y="81314"/>
                </a:cubicBezTo>
                <a:cubicBezTo>
                  <a:pt x="234284" y="77036"/>
                  <a:pt x="233119" y="72920"/>
                  <a:pt x="230791" y="68967"/>
                </a:cubicBezTo>
                <a:cubicBezTo>
                  <a:pt x="228462" y="65013"/>
                  <a:pt x="224671" y="61899"/>
                  <a:pt x="219418" y="59625"/>
                </a:cubicBezTo>
                <a:cubicBezTo>
                  <a:pt x="214165" y="57350"/>
                  <a:pt x="207666" y="56213"/>
                  <a:pt x="199922" y="56213"/>
                </a:cubicBezTo>
                <a:cubicBezTo>
                  <a:pt x="196564" y="56213"/>
                  <a:pt x="193694" y="56267"/>
                  <a:pt x="191311" y="56376"/>
                </a:cubicBezTo>
                <a:cubicBezTo>
                  <a:pt x="188929" y="56484"/>
                  <a:pt x="187006" y="56673"/>
                  <a:pt x="185544" y="56944"/>
                </a:cubicBezTo>
                <a:lnTo>
                  <a:pt x="185544" y="102110"/>
                </a:lnTo>
                <a:close/>
                <a:moveTo>
                  <a:pt x="303567" y="33630"/>
                </a:moveTo>
                <a:cubicBezTo>
                  <a:pt x="314832" y="33630"/>
                  <a:pt x="323875" y="37904"/>
                  <a:pt x="330699" y="46452"/>
                </a:cubicBezTo>
                <a:cubicBezTo>
                  <a:pt x="336494" y="53755"/>
                  <a:pt x="339391" y="62141"/>
                  <a:pt x="339391" y="71609"/>
                </a:cubicBezTo>
                <a:cubicBezTo>
                  <a:pt x="339391" y="78264"/>
                  <a:pt x="337793" y="84999"/>
                  <a:pt x="334598" y="91816"/>
                </a:cubicBezTo>
                <a:cubicBezTo>
                  <a:pt x="331403" y="98631"/>
                  <a:pt x="327003" y="103770"/>
                  <a:pt x="321398" y="107232"/>
                </a:cubicBezTo>
                <a:cubicBezTo>
                  <a:pt x="315793" y="110695"/>
                  <a:pt x="309551" y="112426"/>
                  <a:pt x="302674" y="112426"/>
                </a:cubicBezTo>
                <a:cubicBezTo>
                  <a:pt x="291464" y="112426"/>
                  <a:pt x="282555" y="107963"/>
                  <a:pt x="275948" y="99035"/>
                </a:cubicBezTo>
                <a:cubicBezTo>
                  <a:pt x="270370" y="91516"/>
                  <a:pt x="267581" y="83077"/>
                  <a:pt x="267581" y="73719"/>
                </a:cubicBezTo>
                <a:cubicBezTo>
                  <a:pt x="267581" y="66902"/>
                  <a:pt x="269273" y="60126"/>
                  <a:pt x="272658" y="53390"/>
                </a:cubicBezTo>
                <a:cubicBezTo>
                  <a:pt x="276043" y="46655"/>
                  <a:pt x="280497" y="41678"/>
                  <a:pt x="286021" y="38459"/>
                </a:cubicBezTo>
                <a:cubicBezTo>
                  <a:pt x="291545" y="35240"/>
                  <a:pt x="297394" y="33630"/>
                  <a:pt x="303567" y="33630"/>
                </a:cubicBezTo>
                <a:moveTo>
                  <a:pt x="301049" y="38992"/>
                </a:moveTo>
                <a:cubicBezTo>
                  <a:pt x="298179" y="38992"/>
                  <a:pt x="295295" y="39842"/>
                  <a:pt x="292398" y="41543"/>
                </a:cubicBezTo>
                <a:cubicBezTo>
                  <a:pt x="289500" y="43242"/>
                  <a:pt x="287158" y="46223"/>
                  <a:pt x="285371" y="50486"/>
                </a:cubicBezTo>
                <a:cubicBezTo>
                  <a:pt x="283584" y="54749"/>
                  <a:pt x="282690" y="60226"/>
                  <a:pt x="282690" y="66916"/>
                </a:cubicBezTo>
                <a:cubicBezTo>
                  <a:pt x="282690" y="77708"/>
                  <a:pt x="284843" y="87016"/>
                  <a:pt x="289148" y="94842"/>
                </a:cubicBezTo>
                <a:cubicBezTo>
                  <a:pt x="293454" y="102666"/>
                  <a:pt x="299127" y="106577"/>
                  <a:pt x="306167" y="106577"/>
                </a:cubicBezTo>
                <a:cubicBezTo>
                  <a:pt x="311420" y="106577"/>
                  <a:pt x="315752" y="104419"/>
                  <a:pt x="319164" y="100102"/>
                </a:cubicBezTo>
                <a:cubicBezTo>
                  <a:pt x="322576" y="95784"/>
                  <a:pt x="324282" y="88365"/>
                  <a:pt x="324282" y="77844"/>
                </a:cubicBezTo>
                <a:cubicBezTo>
                  <a:pt x="324282" y="64677"/>
                  <a:pt x="321438" y="54317"/>
                  <a:pt x="315752" y="46762"/>
                </a:cubicBezTo>
                <a:cubicBezTo>
                  <a:pt x="311907" y="41582"/>
                  <a:pt x="307006" y="38992"/>
                  <a:pt x="301049" y="38992"/>
                </a:cubicBezTo>
                <a:close/>
                <a:moveTo>
                  <a:pt x="347056" y="35742"/>
                </a:moveTo>
                <a:lnTo>
                  <a:pt x="382067" y="35742"/>
                </a:lnTo>
                <a:lnTo>
                  <a:pt x="382067" y="38667"/>
                </a:lnTo>
                <a:cubicBezTo>
                  <a:pt x="379847" y="38667"/>
                  <a:pt x="378290" y="39050"/>
                  <a:pt x="377396" y="39817"/>
                </a:cubicBezTo>
                <a:cubicBezTo>
                  <a:pt x="376503" y="40582"/>
                  <a:pt x="376056" y="41593"/>
                  <a:pt x="376056" y="42850"/>
                </a:cubicBezTo>
                <a:cubicBezTo>
                  <a:pt x="376056" y="44164"/>
                  <a:pt x="377004" y="46188"/>
                  <a:pt x="378899" y="48922"/>
                </a:cubicBezTo>
                <a:cubicBezTo>
                  <a:pt x="379495" y="49770"/>
                  <a:pt x="380389" y="51096"/>
                  <a:pt x="381580" y="52900"/>
                </a:cubicBezTo>
                <a:lnTo>
                  <a:pt x="386860" y="61379"/>
                </a:lnTo>
                <a:lnTo>
                  <a:pt x="392953" y="52931"/>
                </a:lnTo>
                <a:cubicBezTo>
                  <a:pt x="396852" y="47622"/>
                  <a:pt x="398801" y="44249"/>
                  <a:pt x="398801" y="42812"/>
                </a:cubicBezTo>
                <a:cubicBezTo>
                  <a:pt x="398801" y="41651"/>
                  <a:pt x="398341" y="40671"/>
                  <a:pt x="397420" y="39870"/>
                </a:cubicBezTo>
                <a:cubicBezTo>
                  <a:pt x="396500" y="39068"/>
                  <a:pt x="395010" y="38667"/>
                  <a:pt x="392953" y="38667"/>
                </a:cubicBezTo>
                <a:lnTo>
                  <a:pt x="392953" y="35742"/>
                </a:lnTo>
                <a:lnTo>
                  <a:pt x="418135" y="35742"/>
                </a:lnTo>
                <a:lnTo>
                  <a:pt x="418135" y="38667"/>
                </a:lnTo>
                <a:cubicBezTo>
                  <a:pt x="415481" y="38829"/>
                  <a:pt x="413180" y="39561"/>
                  <a:pt x="411230" y="40863"/>
                </a:cubicBezTo>
                <a:cubicBezTo>
                  <a:pt x="408576" y="42706"/>
                  <a:pt x="404948" y="46716"/>
                  <a:pt x="400345" y="52895"/>
                </a:cubicBezTo>
                <a:lnTo>
                  <a:pt x="390191" y="66446"/>
                </a:lnTo>
                <a:lnTo>
                  <a:pt x="408712" y="93156"/>
                </a:lnTo>
                <a:cubicBezTo>
                  <a:pt x="413261" y="99717"/>
                  <a:pt x="416510" y="103662"/>
                  <a:pt x="418460" y="104991"/>
                </a:cubicBezTo>
                <a:cubicBezTo>
                  <a:pt x="420409" y="106319"/>
                  <a:pt x="422927" y="107065"/>
                  <a:pt x="426014" y="107227"/>
                </a:cubicBezTo>
                <a:lnTo>
                  <a:pt x="426014" y="110152"/>
                </a:lnTo>
                <a:lnTo>
                  <a:pt x="390922" y="110152"/>
                </a:lnTo>
                <a:lnTo>
                  <a:pt x="390922" y="107227"/>
                </a:lnTo>
                <a:cubicBezTo>
                  <a:pt x="393359" y="107227"/>
                  <a:pt x="395254" y="106685"/>
                  <a:pt x="396608" y="105600"/>
                </a:cubicBezTo>
                <a:cubicBezTo>
                  <a:pt x="397637" y="104840"/>
                  <a:pt x="398151" y="103836"/>
                  <a:pt x="398151" y="102587"/>
                </a:cubicBezTo>
                <a:cubicBezTo>
                  <a:pt x="398151" y="101340"/>
                  <a:pt x="396418" y="98193"/>
                  <a:pt x="392953" y="93146"/>
                </a:cubicBezTo>
                <a:lnTo>
                  <a:pt x="382067" y="77230"/>
                </a:lnTo>
                <a:lnTo>
                  <a:pt x="370126" y="93080"/>
                </a:lnTo>
                <a:cubicBezTo>
                  <a:pt x="366444" y="98040"/>
                  <a:pt x="364602" y="100984"/>
                  <a:pt x="364602" y="101912"/>
                </a:cubicBezTo>
                <a:cubicBezTo>
                  <a:pt x="364602" y="103220"/>
                  <a:pt x="365212" y="104406"/>
                  <a:pt x="366430" y="105471"/>
                </a:cubicBezTo>
                <a:cubicBezTo>
                  <a:pt x="367649" y="106533"/>
                  <a:pt x="369476" y="107119"/>
                  <a:pt x="371913" y="107227"/>
                </a:cubicBezTo>
                <a:lnTo>
                  <a:pt x="371913" y="110152"/>
                </a:lnTo>
                <a:lnTo>
                  <a:pt x="347625" y="110152"/>
                </a:lnTo>
                <a:lnTo>
                  <a:pt x="347625" y="107227"/>
                </a:lnTo>
                <a:cubicBezTo>
                  <a:pt x="349574" y="106957"/>
                  <a:pt x="351280" y="106279"/>
                  <a:pt x="352742" y="105194"/>
                </a:cubicBezTo>
                <a:cubicBezTo>
                  <a:pt x="354800" y="103622"/>
                  <a:pt x="358266" y="99609"/>
                  <a:pt x="363140" y="93156"/>
                </a:cubicBezTo>
                <a:lnTo>
                  <a:pt x="378737" y="72399"/>
                </a:lnTo>
                <a:lnTo>
                  <a:pt x="364602" y="51923"/>
                </a:lnTo>
                <a:cubicBezTo>
                  <a:pt x="360595" y="46067"/>
                  <a:pt x="357494" y="42394"/>
                  <a:pt x="355301" y="40903"/>
                </a:cubicBezTo>
                <a:cubicBezTo>
                  <a:pt x="353108" y="39412"/>
                  <a:pt x="350359" y="38667"/>
                  <a:pt x="347056" y="38667"/>
                </a:cubicBezTo>
                <a:lnTo>
                  <a:pt x="347056" y="357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⑥">
            <a:extLst xmlns:a="http://schemas.openxmlformats.org/drawingml/2006/main">
              <a:ext uri="{FF2B5EF4-FFF2-40B4-BE49-F238E27FC236}">
                <a16:creationId xmlns:a16="http://schemas.microsoft.com/office/drawing/2014/main" id="{2FEE27EF-4D03-4F1A-967E-8335AD91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930" y="2307536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CAN">
            <a:extLst xmlns:a="http://schemas.openxmlformats.org/drawingml/2006/main">
              <a:ext uri="{FF2B5EF4-FFF2-40B4-BE49-F238E27FC236}">
                <a16:creationId xmlns:a16="http://schemas.microsoft.com/office/drawing/2014/main" id="{3BE6415D-3ABB-4868-905E-4E29F8B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831" y="2317391"/>
            <a:ext cx="342082" cy="115026"/>
          </a:xfrm>
          <a:custGeom xmlns:a="http://schemas.openxmlformats.org/drawingml/2006/main">
            <a:pathLst>
              <a:path w="342082" h="115026">
                <a:moveTo>
                  <a:pt x="94149" y="0"/>
                </a:moveTo>
                <a:lnTo>
                  <a:pt x="96667" y="37530"/>
                </a:lnTo>
                <a:lnTo>
                  <a:pt x="94149" y="37530"/>
                </a:lnTo>
                <a:cubicBezTo>
                  <a:pt x="90791" y="26291"/>
                  <a:pt x="85998" y="18201"/>
                  <a:pt x="79771" y="13261"/>
                </a:cubicBezTo>
                <a:cubicBezTo>
                  <a:pt x="73543" y="8320"/>
                  <a:pt x="66069" y="5849"/>
                  <a:pt x="57350" y="5849"/>
                </a:cubicBezTo>
                <a:cubicBezTo>
                  <a:pt x="50039" y="5849"/>
                  <a:pt x="43432" y="7701"/>
                  <a:pt x="37530" y="11406"/>
                </a:cubicBezTo>
                <a:cubicBezTo>
                  <a:pt x="31627" y="15108"/>
                  <a:pt x="26983" y="21016"/>
                  <a:pt x="23598" y="29127"/>
                </a:cubicBezTo>
                <a:cubicBezTo>
                  <a:pt x="20213" y="37237"/>
                  <a:pt x="18521" y="47320"/>
                  <a:pt x="18521" y="59376"/>
                </a:cubicBezTo>
                <a:cubicBezTo>
                  <a:pt x="18521" y="69325"/>
                  <a:pt x="20119" y="77950"/>
                  <a:pt x="23314" y="85249"/>
                </a:cubicBezTo>
                <a:cubicBezTo>
                  <a:pt x="26509" y="92548"/>
                  <a:pt x="31315" y="98144"/>
                  <a:pt x="37733" y="102039"/>
                </a:cubicBezTo>
                <a:cubicBezTo>
                  <a:pt x="44150" y="105931"/>
                  <a:pt x="51475" y="107877"/>
                  <a:pt x="59706" y="107877"/>
                </a:cubicBezTo>
                <a:cubicBezTo>
                  <a:pt x="66855" y="107877"/>
                  <a:pt x="73164" y="106342"/>
                  <a:pt x="78633" y="103272"/>
                </a:cubicBezTo>
                <a:cubicBezTo>
                  <a:pt x="84103" y="100201"/>
                  <a:pt x="90114" y="94100"/>
                  <a:pt x="96667" y="84970"/>
                </a:cubicBezTo>
                <a:lnTo>
                  <a:pt x="99185" y="86594"/>
                </a:lnTo>
                <a:cubicBezTo>
                  <a:pt x="93661" y="96425"/>
                  <a:pt x="87217" y="103622"/>
                  <a:pt x="79852" y="108184"/>
                </a:cubicBezTo>
                <a:cubicBezTo>
                  <a:pt x="72487" y="112745"/>
                  <a:pt x="63741" y="115026"/>
                  <a:pt x="53614" y="115026"/>
                </a:cubicBezTo>
                <a:cubicBezTo>
                  <a:pt x="35363" y="115026"/>
                  <a:pt x="21229" y="108266"/>
                  <a:pt x="11210" y="94745"/>
                </a:cubicBezTo>
                <a:cubicBezTo>
                  <a:pt x="3737" y="84688"/>
                  <a:pt x="0" y="72845"/>
                  <a:pt x="0" y="59216"/>
                </a:cubicBezTo>
                <a:cubicBezTo>
                  <a:pt x="0" y="48238"/>
                  <a:pt x="2464" y="38152"/>
                  <a:pt x="7392" y="28959"/>
                </a:cubicBezTo>
                <a:cubicBezTo>
                  <a:pt x="12320" y="19767"/>
                  <a:pt x="19103" y="12642"/>
                  <a:pt x="27741" y="7585"/>
                </a:cubicBezTo>
                <a:cubicBezTo>
                  <a:pt x="36379" y="2528"/>
                  <a:pt x="45815" y="0"/>
                  <a:pt x="56051" y="0"/>
                </a:cubicBezTo>
                <a:cubicBezTo>
                  <a:pt x="64011" y="0"/>
                  <a:pt x="71864" y="1950"/>
                  <a:pt x="79608" y="5849"/>
                </a:cubicBezTo>
                <a:cubicBezTo>
                  <a:pt x="81883" y="7040"/>
                  <a:pt x="83507" y="7636"/>
                  <a:pt x="84482" y="7636"/>
                </a:cubicBezTo>
                <a:cubicBezTo>
                  <a:pt x="85944" y="7636"/>
                  <a:pt x="87217" y="7121"/>
                  <a:pt x="88300" y="6092"/>
                </a:cubicBezTo>
                <a:cubicBezTo>
                  <a:pt x="89708" y="4630"/>
                  <a:pt x="90710" y="2599"/>
                  <a:pt x="91306" y="0"/>
                </a:cubicBezTo>
                <a:lnTo>
                  <a:pt x="94149" y="0"/>
                </a:lnTo>
                <a:close/>
                <a:moveTo>
                  <a:pt x="180817" y="75709"/>
                </a:moveTo>
                <a:lnTo>
                  <a:pt x="138169" y="75709"/>
                </a:lnTo>
                <a:lnTo>
                  <a:pt x="130696" y="93093"/>
                </a:lnTo>
                <a:cubicBezTo>
                  <a:pt x="128855" y="97351"/>
                  <a:pt x="127934" y="100530"/>
                  <a:pt x="127934" y="102630"/>
                </a:cubicBezTo>
                <a:cubicBezTo>
                  <a:pt x="127934" y="104302"/>
                  <a:pt x="128733" y="105771"/>
                  <a:pt x="130330" y="107037"/>
                </a:cubicBezTo>
                <a:cubicBezTo>
                  <a:pt x="131928" y="108303"/>
                  <a:pt x="135380" y="109124"/>
                  <a:pt x="140688" y="109502"/>
                </a:cubicBezTo>
                <a:lnTo>
                  <a:pt x="140688" y="112589"/>
                </a:lnTo>
                <a:lnTo>
                  <a:pt x="106001" y="112589"/>
                </a:lnTo>
                <a:lnTo>
                  <a:pt x="106001" y="109502"/>
                </a:lnTo>
                <a:cubicBezTo>
                  <a:pt x="110604" y="108691"/>
                  <a:pt x="113583" y="107638"/>
                  <a:pt x="114937" y="106341"/>
                </a:cubicBezTo>
                <a:cubicBezTo>
                  <a:pt x="117699" y="103747"/>
                  <a:pt x="120758" y="98479"/>
                  <a:pt x="124116" y="90536"/>
                </a:cubicBezTo>
                <a:lnTo>
                  <a:pt x="162864" y="0"/>
                </a:lnTo>
                <a:lnTo>
                  <a:pt x="165707" y="0"/>
                </a:lnTo>
                <a:lnTo>
                  <a:pt x="204049" y="91549"/>
                </a:lnTo>
                <a:cubicBezTo>
                  <a:pt x="207136" y="98881"/>
                  <a:pt x="209939" y="103639"/>
                  <a:pt x="212457" y="105823"/>
                </a:cubicBezTo>
                <a:cubicBezTo>
                  <a:pt x="214975" y="108007"/>
                  <a:pt x="218482" y="109233"/>
                  <a:pt x="222976" y="109502"/>
                </a:cubicBezTo>
                <a:lnTo>
                  <a:pt x="222976" y="112589"/>
                </a:lnTo>
                <a:lnTo>
                  <a:pt x="179517" y="112589"/>
                </a:lnTo>
                <a:lnTo>
                  <a:pt x="179517" y="109502"/>
                </a:lnTo>
                <a:cubicBezTo>
                  <a:pt x="183903" y="109287"/>
                  <a:pt x="186868" y="108559"/>
                  <a:pt x="188412" y="107319"/>
                </a:cubicBezTo>
                <a:cubicBezTo>
                  <a:pt x="189955" y="106078"/>
                  <a:pt x="190727" y="104569"/>
                  <a:pt x="190727" y="102790"/>
                </a:cubicBezTo>
                <a:cubicBezTo>
                  <a:pt x="190727" y="100417"/>
                  <a:pt x="189644" y="96670"/>
                  <a:pt x="187478" y="91549"/>
                </a:cubicBezTo>
                <a:lnTo>
                  <a:pt x="180817" y="75709"/>
                </a:lnTo>
                <a:moveTo>
                  <a:pt x="178542" y="69698"/>
                </a:moveTo>
                <a:lnTo>
                  <a:pt x="159859" y="25182"/>
                </a:lnTo>
                <a:lnTo>
                  <a:pt x="140688" y="69698"/>
                </a:lnTo>
                <a:lnTo>
                  <a:pt x="178542" y="69698"/>
                </a:lnTo>
                <a:close/>
                <a:moveTo>
                  <a:pt x="222101" y="2437"/>
                </a:moveTo>
                <a:lnTo>
                  <a:pt x="251995" y="2437"/>
                </a:lnTo>
                <a:lnTo>
                  <a:pt x="319337" y="85051"/>
                </a:lnTo>
                <a:lnTo>
                  <a:pt x="319337" y="21608"/>
                </a:lnTo>
                <a:cubicBezTo>
                  <a:pt x="319337" y="14839"/>
                  <a:pt x="318579" y="10614"/>
                  <a:pt x="317063" y="8936"/>
                </a:cubicBezTo>
                <a:cubicBezTo>
                  <a:pt x="315059" y="6661"/>
                  <a:pt x="311891" y="5524"/>
                  <a:pt x="307558" y="5524"/>
                </a:cubicBezTo>
                <a:lnTo>
                  <a:pt x="303740" y="5524"/>
                </a:lnTo>
                <a:lnTo>
                  <a:pt x="303740" y="2437"/>
                </a:lnTo>
                <a:lnTo>
                  <a:pt x="342082" y="2437"/>
                </a:lnTo>
                <a:lnTo>
                  <a:pt x="342082" y="5524"/>
                </a:lnTo>
                <a:lnTo>
                  <a:pt x="338183" y="5524"/>
                </a:lnTo>
                <a:cubicBezTo>
                  <a:pt x="333526" y="5524"/>
                  <a:pt x="330222" y="6932"/>
                  <a:pt x="328273" y="9748"/>
                </a:cubicBezTo>
                <a:cubicBezTo>
                  <a:pt x="327081" y="11481"/>
                  <a:pt x="326486" y="15434"/>
                  <a:pt x="326486" y="21608"/>
                </a:cubicBezTo>
                <a:lnTo>
                  <a:pt x="326486" y="114376"/>
                </a:lnTo>
                <a:lnTo>
                  <a:pt x="323561" y="114376"/>
                </a:lnTo>
                <a:lnTo>
                  <a:pt x="250939" y="25634"/>
                </a:lnTo>
                <a:lnTo>
                  <a:pt x="250939" y="93418"/>
                </a:lnTo>
                <a:cubicBezTo>
                  <a:pt x="250939" y="100187"/>
                  <a:pt x="251670" y="104411"/>
                  <a:pt x="253132" y="106090"/>
                </a:cubicBezTo>
                <a:cubicBezTo>
                  <a:pt x="255190" y="108365"/>
                  <a:pt x="258358" y="109502"/>
                  <a:pt x="262637" y="109502"/>
                </a:cubicBezTo>
                <a:lnTo>
                  <a:pt x="266536" y="109502"/>
                </a:lnTo>
                <a:lnTo>
                  <a:pt x="266536" y="112589"/>
                </a:lnTo>
                <a:lnTo>
                  <a:pt x="228194" y="112589"/>
                </a:lnTo>
                <a:lnTo>
                  <a:pt x="228194" y="109502"/>
                </a:lnTo>
                <a:lnTo>
                  <a:pt x="232012" y="109502"/>
                </a:lnTo>
                <a:cubicBezTo>
                  <a:pt x="236723" y="109502"/>
                  <a:pt x="240054" y="108094"/>
                  <a:pt x="242003" y="105278"/>
                </a:cubicBezTo>
                <a:cubicBezTo>
                  <a:pt x="243195" y="103545"/>
                  <a:pt x="243791" y="99591"/>
                  <a:pt x="243791" y="93418"/>
                </a:cubicBezTo>
                <a:lnTo>
                  <a:pt x="243791" y="16896"/>
                </a:lnTo>
                <a:cubicBezTo>
                  <a:pt x="240595" y="13187"/>
                  <a:pt x="238172" y="10740"/>
                  <a:pt x="236520" y="9558"/>
                </a:cubicBezTo>
                <a:cubicBezTo>
                  <a:pt x="234869" y="8375"/>
                  <a:pt x="232445" y="7272"/>
                  <a:pt x="229250" y="6250"/>
                </a:cubicBezTo>
                <a:cubicBezTo>
                  <a:pt x="227679" y="5766"/>
                  <a:pt x="225297" y="5524"/>
                  <a:pt x="222101" y="5524"/>
                </a:cubicBezTo>
                <a:lnTo>
                  <a:pt x="222101" y="24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/Ethernet">
            <a:extLst xmlns:a="http://schemas.openxmlformats.org/drawingml/2006/main">
              <a:ext uri="{FF2B5EF4-FFF2-40B4-BE49-F238E27FC236}">
                <a16:creationId xmlns:a16="http://schemas.microsoft.com/office/drawing/2014/main" id="{89A099F1-1BE8-47A0-A819-5D072882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848" y="2513394"/>
            <a:ext cx="607480" cy="117788"/>
          </a:xfrm>
          <a:custGeom xmlns:a="http://schemas.openxmlformats.org/drawingml/2006/main">
            <a:pathLst>
              <a:path w="607480" h="117788">
                <a:moveTo>
                  <a:pt x="195548" y="12022"/>
                </a:moveTo>
                <a:lnTo>
                  <a:pt x="195863" y="11916"/>
                </a:lnTo>
                <a:lnTo>
                  <a:pt x="196170" y="11815"/>
                </a:lnTo>
                <a:lnTo>
                  <a:pt x="196470" y="11718"/>
                </a:lnTo>
                <a:lnTo>
                  <a:pt x="196762" y="11625"/>
                </a:lnTo>
                <a:lnTo>
                  <a:pt x="197047" y="11537"/>
                </a:lnTo>
                <a:lnTo>
                  <a:pt x="197325" y="11454"/>
                </a:lnTo>
                <a:lnTo>
                  <a:pt x="197596" y="11375"/>
                </a:lnTo>
                <a:lnTo>
                  <a:pt x="197859" y="11300"/>
                </a:lnTo>
                <a:lnTo>
                  <a:pt x="198115" y="11230"/>
                </a:lnTo>
                <a:lnTo>
                  <a:pt x="198363" y="11165"/>
                </a:lnTo>
                <a:lnTo>
                  <a:pt x="198604" y="11104"/>
                </a:lnTo>
                <a:lnTo>
                  <a:pt x="198838" y="11048"/>
                </a:lnTo>
                <a:lnTo>
                  <a:pt x="199065" y="10996"/>
                </a:lnTo>
                <a:lnTo>
                  <a:pt x="199284" y="10948"/>
                </a:lnTo>
                <a:lnTo>
                  <a:pt x="199496" y="10906"/>
                </a:lnTo>
                <a:lnTo>
                  <a:pt x="199700" y="10867"/>
                </a:lnTo>
                <a:lnTo>
                  <a:pt x="199897" y="10833"/>
                </a:lnTo>
                <a:lnTo>
                  <a:pt x="200087" y="10804"/>
                </a:lnTo>
                <a:lnTo>
                  <a:pt x="200270" y="10779"/>
                </a:lnTo>
                <a:lnTo>
                  <a:pt x="200445" y="10759"/>
                </a:lnTo>
                <a:lnTo>
                  <a:pt x="200613" y="10743"/>
                </a:lnTo>
                <a:lnTo>
                  <a:pt x="200773" y="10732"/>
                </a:lnTo>
                <a:lnTo>
                  <a:pt x="200926" y="10725"/>
                </a:lnTo>
                <a:lnTo>
                  <a:pt x="201072" y="10723"/>
                </a:lnTo>
                <a:lnTo>
                  <a:pt x="201247" y="10725"/>
                </a:lnTo>
                <a:lnTo>
                  <a:pt x="201418" y="10730"/>
                </a:lnTo>
                <a:lnTo>
                  <a:pt x="201587" y="10739"/>
                </a:lnTo>
                <a:lnTo>
                  <a:pt x="201753" y="10752"/>
                </a:lnTo>
                <a:lnTo>
                  <a:pt x="201915" y="10769"/>
                </a:lnTo>
                <a:lnTo>
                  <a:pt x="202075" y="10789"/>
                </a:lnTo>
                <a:lnTo>
                  <a:pt x="202232" y="10813"/>
                </a:lnTo>
                <a:lnTo>
                  <a:pt x="202385" y="10840"/>
                </a:lnTo>
                <a:lnTo>
                  <a:pt x="202536" y="10871"/>
                </a:lnTo>
                <a:lnTo>
                  <a:pt x="202684" y="10906"/>
                </a:lnTo>
                <a:lnTo>
                  <a:pt x="202829" y="10945"/>
                </a:lnTo>
                <a:lnTo>
                  <a:pt x="202971" y="10987"/>
                </a:lnTo>
                <a:lnTo>
                  <a:pt x="203110" y="11033"/>
                </a:lnTo>
                <a:lnTo>
                  <a:pt x="203246" y="11082"/>
                </a:lnTo>
                <a:lnTo>
                  <a:pt x="203379" y="11135"/>
                </a:lnTo>
                <a:lnTo>
                  <a:pt x="203509" y="11192"/>
                </a:lnTo>
                <a:lnTo>
                  <a:pt x="203636" y="11253"/>
                </a:lnTo>
                <a:lnTo>
                  <a:pt x="203760" y="11317"/>
                </a:lnTo>
                <a:lnTo>
                  <a:pt x="203882" y="11385"/>
                </a:lnTo>
                <a:lnTo>
                  <a:pt x="204000" y="11456"/>
                </a:lnTo>
                <a:lnTo>
                  <a:pt x="204115" y="11531"/>
                </a:lnTo>
                <a:lnTo>
                  <a:pt x="204228" y="11610"/>
                </a:lnTo>
                <a:lnTo>
                  <a:pt x="204337" y="11693"/>
                </a:lnTo>
                <a:lnTo>
                  <a:pt x="204443" y="11779"/>
                </a:lnTo>
                <a:lnTo>
                  <a:pt x="204547" y="11870"/>
                </a:lnTo>
                <a:lnTo>
                  <a:pt x="204649" y="11967"/>
                </a:lnTo>
                <a:lnTo>
                  <a:pt x="204748" y="12071"/>
                </a:lnTo>
                <a:lnTo>
                  <a:pt x="204845" y="12182"/>
                </a:lnTo>
                <a:lnTo>
                  <a:pt x="204940" y="12298"/>
                </a:lnTo>
                <a:lnTo>
                  <a:pt x="205032" y="12422"/>
                </a:lnTo>
                <a:lnTo>
                  <a:pt x="205123" y="12551"/>
                </a:lnTo>
                <a:lnTo>
                  <a:pt x="205211" y="12688"/>
                </a:lnTo>
                <a:lnTo>
                  <a:pt x="205296" y="12830"/>
                </a:lnTo>
                <a:lnTo>
                  <a:pt x="205380" y="12979"/>
                </a:lnTo>
                <a:lnTo>
                  <a:pt x="205461" y="13135"/>
                </a:lnTo>
                <a:lnTo>
                  <a:pt x="205540" y="13297"/>
                </a:lnTo>
                <a:lnTo>
                  <a:pt x="205617" y="13465"/>
                </a:lnTo>
                <a:lnTo>
                  <a:pt x="205691" y="13640"/>
                </a:lnTo>
                <a:lnTo>
                  <a:pt x="205763" y="13821"/>
                </a:lnTo>
                <a:lnTo>
                  <a:pt x="205833" y="14009"/>
                </a:lnTo>
                <a:lnTo>
                  <a:pt x="205901" y="14204"/>
                </a:lnTo>
                <a:lnTo>
                  <a:pt x="205966" y="14404"/>
                </a:lnTo>
                <a:lnTo>
                  <a:pt x="206030" y="14611"/>
                </a:lnTo>
                <a:lnTo>
                  <a:pt x="206091" y="14825"/>
                </a:lnTo>
                <a:lnTo>
                  <a:pt x="206149" y="15045"/>
                </a:lnTo>
                <a:lnTo>
                  <a:pt x="206206" y="15272"/>
                </a:lnTo>
                <a:lnTo>
                  <a:pt x="206260" y="15505"/>
                </a:lnTo>
                <a:lnTo>
                  <a:pt x="206312" y="15744"/>
                </a:lnTo>
                <a:lnTo>
                  <a:pt x="206361" y="16004"/>
                </a:lnTo>
                <a:lnTo>
                  <a:pt x="206409" y="16297"/>
                </a:lnTo>
                <a:lnTo>
                  <a:pt x="206454" y="16625"/>
                </a:lnTo>
                <a:lnTo>
                  <a:pt x="206498" y="16986"/>
                </a:lnTo>
                <a:lnTo>
                  <a:pt x="206539" y="17382"/>
                </a:lnTo>
                <a:lnTo>
                  <a:pt x="206578" y="17812"/>
                </a:lnTo>
                <a:lnTo>
                  <a:pt x="206615" y="18275"/>
                </a:lnTo>
                <a:lnTo>
                  <a:pt x="206650" y="18773"/>
                </a:lnTo>
                <a:lnTo>
                  <a:pt x="206683" y="19304"/>
                </a:lnTo>
                <a:lnTo>
                  <a:pt x="206714" y="19870"/>
                </a:lnTo>
                <a:lnTo>
                  <a:pt x="206742" y="20469"/>
                </a:lnTo>
                <a:lnTo>
                  <a:pt x="206769" y="21103"/>
                </a:lnTo>
                <a:lnTo>
                  <a:pt x="206793" y="21770"/>
                </a:lnTo>
                <a:lnTo>
                  <a:pt x="206815" y="22472"/>
                </a:lnTo>
                <a:lnTo>
                  <a:pt x="206835" y="23207"/>
                </a:lnTo>
                <a:lnTo>
                  <a:pt x="206853" y="23977"/>
                </a:lnTo>
                <a:lnTo>
                  <a:pt x="206869" y="24780"/>
                </a:lnTo>
                <a:lnTo>
                  <a:pt x="206883" y="25618"/>
                </a:lnTo>
                <a:lnTo>
                  <a:pt x="206895" y="26489"/>
                </a:lnTo>
                <a:lnTo>
                  <a:pt x="206904" y="27394"/>
                </a:lnTo>
                <a:lnTo>
                  <a:pt x="206911" y="28334"/>
                </a:lnTo>
                <a:lnTo>
                  <a:pt x="206917" y="29307"/>
                </a:lnTo>
                <a:lnTo>
                  <a:pt x="206920" y="30315"/>
                </a:lnTo>
                <a:lnTo>
                  <a:pt x="206921" y="31356"/>
                </a:lnTo>
                <a:lnTo>
                  <a:pt x="206921" y="98617"/>
                </a:lnTo>
                <a:lnTo>
                  <a:pt x="206919" y="99194"/>
                </a:lnTo>
                <a:lnTo>
                  <a:pt x="206914" y="99755"/>
                </a:lnTo>
                <a:lnTo>
                  <a:pt x="206906" y="100299"/>
                </a:lnTo>
                <a:lnTo>
                  <a:pt x="206894" y="100827"/>
                </a:lnTo>
                <a:lnTo>
                  <a:pt x="206879" y="101339"/>
                </a:lnTo>
                <a:lnTo>
                  <a:pt x="206860" y="101834"/>
                </a:lnTo>
                <a:lnTo>
                  <a:pt x="206838" y="102313"/>
                </a:lnTo>
                <a:lnTo>
                  <a:pt x="206813" y="102775"/>
                </a:lnTo>
                <a:lnTo>
                  <a:pt x="206784" y="103220"/>
                </a:lnTo>
                <a:lnTo>
                  <a:pt x="206752" y="103650"/>
                </a:lnTo>
                <a:lnTo>
                  <a:pt x="206716" y="104063"/>
                </a:lnTo>
                <a:lnTo>
                  <a:pt x="206677" y="104459"/>
                </a:lnTo>
                <a:lnTo>
                  <a:pt x="206635" y="104839"/>
                </a:lnTo>
                <a:lnTo>
                  <a:pt x="206589" y="105203"/>
                </a:lnTo>
                <a:lnTo>
                  <a:pt x="206540" y="105550"/>
                </a:lnTo>
                <a:lnTo>
                  <a:pt x="206488" y="105880"/>
                </a:lnTo>
                <a:lnTo>
                  <a:pt x="206432" y="106194"/>
                </a:lnTo>
                <a:lnTo>
                  <a:pt x="206373" y="106492"/>
                </a:lnTo>
                <a:lnTo>
                  <a:pt x="206310" y="106773"/>
                </a:lnTo>
                <a:lnTo>
                  <a:pt x="206244" y="107038"/>
                </a:lnTo>
                <a:lnTo>
                  <a:pt x="206175" y="107287"/>
                </a:lnTo>
                <a:lnTo>
                  <a:pt x="206102" y="107518"/>
                </a:lnTo>
                <a:lnTo>
                  <a:pt x="206026" y="107734"/>
                </a:lnTo>
                <a:lnTo>
                  <a:pt x="205946" y="107933"/>
                </a:lnTo>
                <a:lnTo>
                  <a:pt x="205864" y="108121"/>
                </a:lnTo>
                <a:lnTo>
                  <a:pt x="205779" y="108304"/>
                </a:lnTo>
                <a:lnTo>
                  <a:pt x="205692" y="108482"/>
                </a:lnTo>
                <a:lnTo>
                  <a:pt x="205603" y="108655"/>
                </a:lnTo>
                <a:lnTo>
                  <a:pt x="205512" y="108822"/>
                </a:lnTo>
                <a:lnTo>
                  <a:pt x="205418" y="108985"/>
                </a:lnTo>
                <a:lnTo>
                  <a:pt x="205322" y="109142"/>
                </a:lnTo>
                <a:lnTo>
                  <a:pt x="205224" y="109294"/>
                </a:lnTo>
                <a:lnTo>
                  <a:pt x="205124" y="109441"/>
                </a:lnTo>
                <a:lnTo>
                  <a:pt x="205021" y="109583"/>
                </a:lnTo>
                <a:lnTo>
                  <a:pt x="204916" y="109720"/>
                </a:lnTo>
                <a:lnTo>
                  <a:pt x="204809" y="109852"/>
                </a:lnTo>
                <a:lnTo>
                  <a:pt x="204699" y="109979"/>
                </a:lnTo>
                <a:lnTo>
                  <a:pt x="204588" y="110100"/>
                </a:lnTo>
                <a:lnTo>
                  <a:pt x="204474" y="110217"/>
                </a:lnTo>
                <a:lnTo>
                  <a:pt x="204358" y="110328"/>
                </a:lnTo>
                <a:lnTo>
                  <a:pt x="204239" y="110434"/>
                </a:lnTo>
                <a:lnTo>
                  <a:pt x="204118" y="110536"/>
                </a:lnTo>
                <a:lnTo>
                  <a:pt x="203995" y="110632"/>
                </a:lnTo>
                <a:lnTo>
                  <a:pt x="203870" y="110723"/>
                </a:lnTo>
                <a:lnTo>
                  <a:pt x="203743" y="110808"/>
                </a:lnTo>
                <a:lnTo>
                  <a:pt x="203613" y="110889"/>
                </a:lnTo>
                <a:lnTo>
                  <a:pt x="203481" y="110965"/>
                </a:lnTo>
                <a:lnTo>
                  <a:pt x="203347" y="111035"/>
                </a:lnTo>
                <a:lnTo>
                  <a:pt x="203106" y="111162"/>
                </a:lnTo>
                <a:lnTo>
                  <a:pt x="202858" y="111283"/>
                </a:lnTo>
                <a:lnTo>
                  <a:pt x="202603" y="111399"/>
                </a:lnTo>
                <a:lnTo>
                  <a:pt x="202340" y="111510"/>
                </a:lnTo>
                <a:lnTo>
                  <a:pt x="202070" y="111615"/>
                </a:lnTo>
                <a:lnTo>
                  <a:pt x="201793" y="111715"/>
                </a:lnTo>
                <a:lnTo>
                  <a:pt x="201509" y="111809"/>
                </a:lnTo>
                <a:lnTo>
                  <a:pt x="201217" y="111898"/>
                </a:lnTo>
                <a:lnTo>
                  <a:pt x="200917" y="111982"/>
                </a:lnTo>
                <a:lnTo>
                  <a:pt x="200611" y="112060"/>
                </a:lnTo>
                <a:lnTo>
                  <a:pt x="200297" y="112133"/>
                </a:lnTo>
                <a:lnTo>
                  <a:pt x="199976" y="112200"/>
                </a:lnTo>
                <a:lnTo>
                  <a:pt x="199647" y="112262"/>
                </a:lnTo>
                <a:lnTo>
                  <a:pt x="199311" y="112319"/>
                </a:lnTo>
                <a:lnTo>
                  <a:pt x="198968" y="112370"/>
                </a:lnTo>
                <a:lnTo>
                  <a:pt x="198617" y="112416"/>
                </a:lnTo>
                <a:lnTo>
                  <a:pt x="198259" y="112456"/>
                </a:lnTo>
                <a:lnTo>
                  <a:pt x="197894" y="112492"/>
                </a:lnTo>
                <a:lnTo>
                  <a:pt x="197521" y="112521"/>
                </a:lnTo>
                <a:lnTo>
                  <a:pt x="197141" y="112546"/>
                </a:lnTo>
                <a:lnTo>
                  <a:pt x="196754" y="112564"/>
                </a:lnTo>
                <a:lnTo>
                  <a:pt x="196360" y="112578"/>
                </a:lnTo>
                <a:lnTo>
                  <a:pt x="195958" y="112586"/>
                </a:lnTo>
                <a:lnTo>
                  <a:pt x="195548" y="112589"/>
                </a:lnTo>
                <a:lnTo>
                  <a:pt x="195548" y="115513"/>
                </a:lnTo>
                <a:lnTo>
                  <a:pt x="232428" y="115513"/>
                </a:lnTo>
                <a:lnTo>
                  <a:pt x="232428" y="112589"/>
                </a:lnTo>
                <a:lnTo>
                  <a:pt x="231960" y="112586"/>
                </a:lnTo>
                <a:lnTo>
                  <a:pt x="231504" y="112580"/>
                </a:lnTo>
                <a:lnTo>
                  <a:pt x="231059" y="112569"/>
                </a:lnTo>
                <a:lnTo>
                  <a:pt x="230626" y="112553"/>
                </a:lnTo>
                <a:lnTo>
                  <a:pt x="230205" y="112534"/>
                </a:lnTo>
                <a:lnTo>
                  <a:pt x="229796" y="112509"/>
                </a:lnTo>
                <a:lnTo>
                  <a:pt x="229398" y="112481"/>
                </a:lnTo>
                <a:lnTo>
                  <a:pt x="229012" y="112448"/>
                </a:lnTo>
                <a:lnTo>
                  <a:pt x="228637" y="112411"/>
                </a:lnTo>
                <a:lnTo>
                  <a:pt x="228275" y="112369"/>
                </a:lnTo>
                <a:lnTo>
                  <a:pt x="227924" y="112323"/>
                </a:lnTo>
                <a:lnTo>
                  <a:pt x="227585" y="112272"/>
                </a:lnTo>
                <a:lnTo>
                  <a:pt x="227257" y="112217"/>
                </a:lnTo>
                <a:lnTo>
                  <a:pt x="226941" y="112158"/>
                </a:lnTo>
                <a:lnTo>
                  <a:pt x="226637" y="112094"/>
                </a:lnTo>
                <a:lnTo>
                  <a:pt x="226345" y="112026"/>
                </a:lnTo>
                <a:lnTo>
                  <a:pt x="226064" y="111953"/>
                </a:lnTo>
                <a:lnTo>
                  <a:pt x="225795" y="111876"/>
                </a:lnTo>
                <a:lnTo>
                  <a:pt x="225538" y="111795"/>
                </a:lnTo>
                <a:lnTo>
                  <a:pt x="225292" y="111709"/>
                </a:lnTo>
                <a:lnTo>
                  <a:pt x="225058" y="111619"/>
                </a:lnTo>
                <a:lnTo>
                  <a:pt x="224836" y="111524"/>
                </a:lnTo>
                <a:lnTo>
                  <a:pt x="224625" y="111425"/>
                </a:lnTo>
                <a:lnTo>
                  <a:pt x="224427" y="111322"/>
                </a:lnTo>
                <a:lnTo>
                  <a:pt x="224236" y="111215"/>
                </a:lnTo>
                <a:lnTo>
                  <a:pt x="224051" y="111107"/>
                </a:lnTo>
                <a:lnTo>
                  <a:pt x="223871" y="110996"/>
                </a:lnTo>
                <a:lnTo>
                  <a:pt x="223696" y="110883"/>
                </a:lnTo>
                <a:lnTo>
                  <a:pt x="223525" y="110768"/>
                </a:lnTo>
                <a:lnTo>
                  <a:pt x="223360" y="110650"/>
                </a:lnTo>
                <a:lnTo>
                  <a:pt x="223201" y="110531"/>
                </a:lnTo>
                <a:lnTo>
                  <a:pt x="223046" y="110409"/>
                </a:lnTo>
                <a:lnTo>
                  <a:pt x="222896" y="110286"/>
                </a:lnTo>
                <a:lnTo>
                  <a:pt x="222751" y="110160"/>
                </a:lnTo>
                <a:lnTo>
                  <a:pt x="222612" y="110032"/>
                </a:lnTo>
                <a:lnTo>
                  <a:pt x="222477" y="109902"/>
                </a:lnTo>
                <a:lnTo>
                  <a:pt x="222348" y="109770"/>
                </a:lnTo>
                <a:lnTo>
                  <a:pt x="222223" y="109636"/>
                </a:lnTo>
                <a:lnTo>
                  <a:pt x="222104" y="109500"/>
                </a:lnTo>
                <a:lnTo>
                  <a:pt x="221990" y="109361"/>
                </a:lnTo>
                <a:lnTo>
                  <a:pt x="221880" y="109220"/>
                </a:lnTo>
                <a:lnTo>
                  <a:pt x="221776" y="109078"/>
                </a:lnTo>
                <a:lnTo>
                  <a:pt x="221677" y="108933"/>
                </a:lnTo>
                <a:lnTo>
                  <a:pt x="221583" y="108786"/>
                </a:lnTo>
                <a:lnTo>
                  <a:pt x="221495" y="108637"/>
                </a:lnTo>
                <a:lnTo>
                  <a:pt x="221411" y="108486"/>
                </a:lnTo>
                <a:lnTo>
                  <a:pt x="221332" y="108332"/>
                </a:lnTo>
                <a:lnTo>
                  <a:pt x="221259" y="108177"/>
                </a:lnTo>
                <a:lnTo>
                  <a:pt x="221189" y="108010"/>
                </a:lnTo>
                <a:lnTo>
                  <a:pt x="221122" y="107823"/>
                </a:lnTo>
                <a:lnTo>
                  <a:pt x="221059" y="107616"/>
                </a:lnTo>
                <a:lnTo>
                  <a:pt x="220998" y="107389"/>
                </a:lnTo>
                <a:lnTo>
                  <a:pt x="220940" y="107142"/>
                </a:lnTo>
                <a:lnTo>
                  <a:pt x="220885" y="106875"/>
                </a:lnTo>
                <a:lnTo>
                  <a:pt x="220834" y="106587"/>
                </a:lnTo>
                <a:lnTo>
                  <a:pt x="220785" y="106280"/>
                </a:lnTo>
                <a:lnTo>
                  <a:pt x="220739" y="105952"/>
                </a:lnTo>
                <a:lnTo>
                  <a:pt x="220696" y="105604"/>
                </a:lnTo>
                <a:lnTo>
                  <a:pt x="220656" y="105236"/>
                </a:lnTo>
                <a:lnTo>
                  <a:pt x="220619" y="104847"/>
                </a:lnTo>
                <a:lnTo>
                  <a:pt x="220585" y="104439"/>
                </a:lnTo>
                <a:lnTo>
                  <a:pt x="220554" y="104010"/>
                </a:lnTo>
                <a:lnTo>
                  <a:pt x="220526" y="103562"/>
                </a:lnTo>
                <a:lnTo>
                  <a:pt x="220500" y="103093"/>
                </a:lnTo>
                <a:lnTo>
                  <a:pt x="220478" y="102604"/>
                </a:lnTo>
                <a:lnTo>
                  <a:pt x="220459" y="102095"/>
                </a:lnTo>
                <a:lnTo>
                  <a:pt x="220443" y="101565"/>
                </a:lnTo>
                <a:lnTo>
                  <a:pt x="220429" y="101016"/>
                </a:lnTo>
                <a:lnTo>
                  <a:pt x="220419" y="100446"/>
                </a:lnTo>
                <a:lnTo>
                  <a:pt x="220412" y="99857"/>
                </a:lnTo>
                <a:lnTo>
                  <a:pt x="220407" y="99247"/>
                </a:lnTo>
                <a:lnTo>
                  <a:pt x="220406" y="98617"/>
                </a:lnTo>
                <a:lnTo>
                  <a:pt x="220406" y="59518"/>
                </a:lnTo>
                <a:lnTo>
                  <a:pt x="220904" y="58992"/>
                </a:lnTo>
                <a:lnTo>
                  <a:pt x="221396" y="58481"/>
                </a:lnTo>
                <a:lnTo>
                  <a:pt x="221882" y="57985"/>
                </a:lnTo>
                <a:lnTo>
                  <a:pt x="222362" y="57504"/>
                </a:lnTo>
                <a:lnTo>
                  <a:pt x="222836" y="57037"/>
                </a:lnTo>
                <a:lnTo>
                  <a:pt x="223305" y="56586"/>
                </a:lnTo>
                <a:lnTo>
                  <a:pt x="223767" y="56149"/>
                </a:lnTo>
                <a:lnTo>
                  <a:pt x="224224" y="55727"/>
                </a:lnTo>
                <a:lnTo>
                  <a:pt x="224674" y="55321"/>
                </a:lnTo>
                <a:lnTo>
                  <a:pt x="225119" y="54929"/>
                </a:lnTo>
                <a:lnTo>
                  <a:pt x="225558" y="54552"/>
                </a:lnTo>
                <a:lnTo>
                  <a:pt x="225990" y="54190"/>
                </a:lnTo>
                <a:lnTo>
                  <a:pt x="226417" y="53843"/>
                </a:lnTo>
                <a:lnTo>
                  <a:pt x="226838" y="53511"/>
                </a:lnTo>
                <a:lnTo>
                  <a:pt x="227253" y="53193"/>
                </a:lnTo>
                <a:lnTo>
                  <a:pt x="227662" y="52891"/>
                </a:lnTo>
                <a:lnTo>
                  <a:pt x="228066" y="52604"/>
                </a:lnTo>
                <a:lnTo>
                  <a:pt x="228463" y="52331"/>
                </a:lnTo>
                <a:lnTo>
                  <a:pt x="228854" y="52073"/>
                </a:lnTo>
                <a:lnTo>
                  <a:pt x="229240" y="51831"/>
                </a:lnTo>
                <a:lnTo>
                  <a:pt x="229619" y="51603"/>
                </a:lnTo>
                <a:lnTo>
                  <a:pt x="229993" y="51390"/>
                </a:lnTo>
                <a:lnTo>
                  <a:pt x="230360" y="51192"/>
                </a:lnTo>
                <a:lnTo>
                  <a:pt x="230722" y="51009"/>
                </a:lnTo>
                <a:lnTo>
                  <a:pt x="231080" y="50837"/>
                </a:lnTo>
                <a:lnTo>
                  <a:pt x="231437" y="50673"/>
                </a:lnTo>
                <a:lnTo>
                  <a:pt x="231793" y="50515"/>
                </a:lnTo>
                <a:lnTo>
                  <a:pt x="232148" y="50365"/>
                </a:lnTo>
                <a:lnTo>
                  <a:pt x="232502" y="50223"/>
                </a:lnTo>
                <a:lnTo>
                  <a:pt x="232855" y="50087"/>
                </a:lnTo>
                <a:lnTo>
                  <a:pt x="233206" y="49959"/>
                </a:lnTo>
                <a:lnTo>
                  <a:pt x="233556" y="49839"/>
                </a:lnTo>
                <a:lnTo>
                  <a:pt x="233905" y="49725"/>
                </a:lnTo>
                <a:lnTo>
                  <a:pt x="234254" y="49619"/>
                </a:lnTo>
                <a:lnTo>
                  <a:pt x="234600" y="49520"/>
                </a:lnTo>
                <a:lnTo>
                  <a:pt x="234946" y="49429"/>
                </a:lnTo>
                <a:lnTo>
                  <a:pt x="235291" y="49345"/>
                </a:lnTo>
                <a:lnTo>
                  <a:pt x="235634" y="49268"/>
                </a:lnTo>
                <a:lnTo>
                  <a:pt x="235977" y="49198"/>
                </a:lnTo>
                <a:lnTo>
                  <a:pt x="236318" y="49136"/>
                </a:lnTo>
                <a:lnTo>
                  <a:pt x="236658" y="49081"/>
                </a:lnTo>
                <a:lnTo>
                  <a:pt x="236997" y="49034"/>
                </a:lnTo>
                <a:lnTo>
                  <a:pt x="237335" y="48994"/>
                </a:lnTo>
                <a:lnTo>
                  <a:pt x="237672" y="48961"/>
                </a:lnTo>
                <a:lnTo>
                  <a:pt x="238008" y="48935"/>
                </a:lnTo>
                <a:lnTo>
                  <a:pt x="238342" y="48917"/>
                </a:lnTo>
                <a:lnTo>
                  <a:pt x="238676" y="48906"/>
                </a:lnTo>
                <a:lnTo>
                  <a:pt x="239008" y="48902"/>
                </a:lnTo>
                <a:lnTo>
                  <a:pt x="239331" y="48905"/>
                </a:lnTo>
                <a:lnTo>
                  <a:pt x="239650" y="48915"/>
                </a:lnTo>
                <a:lnTo>
                  <a:pt x="239965" y="48932"/>
                </a:lnTo>
                <a:lnTo>
                  <a:pt x="240276" y="48955"/>
                </a:lnTo>
                <a:lnTo>
                  <a:pt x="240583" y="48985"/>
                </a:lnTo>
                <a:lnTo>
                  <a:pt x="240886" y="49021"/>
                </a:lnTo>
                <a:lnTo>
                  <a:pt x="241186" y="49064"/>
                </a:lnTo>
                <a:lnTo>
                  <a:pt x="241481" y="49113"/>
                </a:lnTo>
                <a:lnTo>
                  <a:pt x="241772" y="49170"/>
                </a:lnTo>
                <a:lnTo>
                  <a:pt x="242060" y="49232"/>
                </a:lnTo>
                <a:lnTo>
                  <a:pt x="242343" y="49302"/>
                </a:lnTo>
                <a:lnTo>
                  <a:pt x="242623" y="49377"/>
                </a:lnTo>
                <a:lnTo>
                  <a:pt x="242898" y="49460"/>
                </a:lnTo>
                <a:lnTo>
                  <a:pt x="243170" y="49549"/>
                </a:lnTo>
                <a:lnTo>
                  <a:pt x="243438" y="49645"/>
                </a:lnTo>
                <a:lnTo>
                  <a:pt x="243701" y="49747"/>
                </a:lnTo>
                <a:lnTo>
                  <a:pt x="243961" y="49856"/>
                </a:lnTo>
                <a:lnTo>
                  <a:pt x="244217" y="49972"/>
                </a:lnTo>
                <a:lnTo>
                  <a:pt x="244469" y="50094"/>
                </a:lnTo>
                <a:lnTo>
                  <a:pt x="244717" y="50223"/>
                </a:lnTo>
                <a:lnTo>
                  <a:pt x="244961" y="50358"/>
                </a:lnTo>
                <a:lnTo>
                  <a:pt x="245201" y="50500"/>
                </a:lnTo>
                <a:lnTo>
                  <a:pt x="245437" y="50648"/>
                </a:lnTo>
                <a:lnTo>
                  <a:pt x="245669" y="50804"/>
                </a:lnTo>
                <a:lnTo>
                  <a:pt x="245897" y="50965"/>
                </a:lnTo>
                <a:lnTo>
                  <a:pt x="246119" y="51133"/>
                </a:lnTo>
                <a:lnTo>
                  <a:pt x="246336" y="51308"/>
                </a:lnTo>
                <a:lnTo>
                  <a:pt x="246548" y="51489"/>
                </a:lnTo>
                <a:lnTo>
                  <a:pt x="246755" y="51677"/>
                </a:lnTo>
                <a:lnTo>
                  <a:pt x="246956" y="51872"/>
                </a:lnTo>
                <a:lnTo>
                  <a:pt x="247152" y="52073"/>
                </a:lnTo>
                <a:lnTo>
                  <a:pt x="247343" y="52281"/>
                </a:lnTo>
                <a:lnTo>
                  <a:pt x="247529" y="52495"/>
                </a:lnTo>
                <a:lnTo>
                  <a:pt x="247710" y="52716"/>
                </a:lnTo>
                <a:lnTo>
                  <a:pt x="247885" y="52943"/>
                </a:lnTo>
                <a:lnTo>
                  <a:pt x="248055" y="53178"/>
                </a:lnTo>
                <a:lnTo>
                  <a:pt x="248220" y="53418"/>
                </a:lnTo>
                <a:lnTo>
                  <a:pt x="248380" y="53666"/>
                </a:lnTo>
                <a:lnTo>
                  <a:pt x="248534" y="53920"/>
                </a:lnTo>
                <a:lnTo>
                  <a:pt x="248684" y="54180"/>
                </a:lnTo>
                <a:lnTo>
                  <a:pt x="248828" y="54447"/>
                </a:lnTo>
                <a:lnTo>
                  <a:pt x="248967" y="54721"/>
                </a:lnTo>
                <a:lnTo>
                  <a:pt x="249100" y="55002"/>
                </a:lnTo>
                <a:lnTo>
                  <a:pt x="249229" y="55289"/>
                </a:lnTo>
                <a:lnTo>
                  <a:pt x="249352" y="55582"/>
                </a:lnTo>
                <a:lnTo>
                  <a:pt x="249470" y="55882"/>
                </a:lnTo>
                <a:lnTo>
                  <a:pt x="249582" y="56189"/>
                </a:lnTo>
                <a:lnTo>
                  <a:pt x="249690" y="56502"/>
                </a:lnTo>
                <a:lnTo>
                  <a:pt x="249793" y="56833"/>
                </a:lnTo>
                <a:lnTo>
                  <a:pt x="249891" y="57193"/>
                </a:lnTo>
                <a:lnTo>
                  <a:pt x="249985" y="57582"/>
                </a:lnTo>
                <a:lnTo>
                  <a:pt x="250075" y="58000"/>
                </a:lnTo>
                <a:lnTo>
                  <a:pt x="250160" y="58446"/>
                </a:lnTo>
                <a:lnTo>
                  <a:pt x="250241" y="58922"/>
                </a:lnTo>
                <a:lnTo>
                  <a:pt x="250317" y="59426"/>
                </a:lnTo>
                <a:lnTo>
                  <a:pt x="250390" y="59960"/>
                </a:lnTo>
                <a:lnTo>
                  <a:pt x="250457" y="60522"/>
                </a:lnTo>
                <a:lnTo>
                  <a:pt x="250521" y="61113"/>
                </a:lnTo>
                <a:lnTo>
                  <a:pt x="250580" y="61733"/>
                </a:lnTo>
                <a:lnTo>
                  <a:pt x="250634" y="62382"/>
                </a:lnTo>
                <a:lnTo>
                  <a:pt x="250685" y="63060"/>
                </a:lnTo>
                <a:lnTo>
                  <a:pt x="250731" y="63767"/>
                </a:lnTo>
                <a:lnTo>
                  <a:pt x="250772" y="64503"/>
                </a:lnTo>
                <a:lnTo>
                  <a:pt x="250809" y="65268"/>
                </a:lnTo>
                <a:lnTo>
                  <a:pt x="250842" y="66061"/>
                </a:lnTo>
                <a:lnTo>
                  <a:pt x="250870" y="66884"/>
                </a:lnTo>
                <a:lnTo>
                  <a:pt x="250894" y="67735"/>
                </a:lnTo>
                <a:lnTo>
                  <a:pt x="250914" y="68616"/>
                </a:lnTo>
                <a:lnTo>
                  <a:pt x="250929" y="69525"/>
                </a:lnTo>
                <a:lnTo>
                  <a:pt x="250940" y="70463"/>
                </a:lnTo>
                <a:lnTo>
                  <a:pt x="250947" y="71431"/>
                </a:lnTo>
                <a:lnTo>
                  <a:pt x="250949" y="72427"/>
                </a:lnTo>
                <a:lnTo>
                  <a:pt x="250949" y="98617"/>
                </a:lnTo>
                <a:lnTo>
                  <a:pt x="250949" y="99139"/>
                </a:lnTo>
                <a:lnTo>
                  <a:pt x="250947" y="99644"/>
                </a:lnTo>
                <a:lnTo>
                  <a:pt x="250945" y="100131"/>
                </a:lnTo>
                <a:lnTo>
                  <a:pt x="250942" y="100601"/>
                </a:lnTo>
                <a:lnTo>
                  <a:pt x="250939" y="101053"/>
                </a:lnTo>
                <a:lnTo>
                  <a:pt x="250934" y="101487"/>
                </a:lnTo>
                <a:lnTo>
                  <a:pt x="250928" y="101904"/>
                </a:lnTo>
                <a:lnTo>
                  <a:pt x="250922" y="102303"/>
                </a:lnTo>
                <a:lnTo>
                  <a:pt x="250915" y="102685"/>
                </a:lnTo>
                <a:lnTo>
                  <a:pt x="250907" y="103049"/>
                </a:lnTo>
                <a:lnTo>
                  <a:pt x="250898" y="103395"/>
                </a:lnTo>
                <a:lnTo>
                  <a:pt x="250888" y="103724"/>
                </a:lnTo>
                <a:lnTo>
                  <a:pt x="250878" y="104035"/>
                </a:lnTo>
                <a:lnTo>
                  <a:pt x="250866" y="104329"/>
                </a:lnTo>
                <a:lnTo>
                  <a:pt x="250854" y="104605"/>
                </a:lnTo>
                <a:lnTo>
                  <a:pt x="250841" y="104864"/>
                </a:lnTo>
                <a:lnTo>
                  <a:pt x="250827" y="105105"/>
                </a:lnTo>
                <a:lnTo>
                  <a:pt x="250812" y="105328"/>
                </a:lnTo>
                <a:lnTo>
                  <a:pt x="250796" y="105534"/>
                </a:lnTo>
                <a:lnTo>
                  <a:pt x="250780" y="105722"/>
                </a:lnTo>
                <a:lnTo>
                  <a:pt x="250763" y="105892"/>
                </a:lnTo>
                <a:lnTo>
                  <a:pt x="250744" y="106045"/>
                </a:lnTo>
                <a:lnTo>
                  <a:pt x="250725" y="106180"/>
                </a:lnTo>
                <a:lnTo>
                  <a:pt x="250705" y="106298"/>
                </a:lnTo>
                <a:lnTo>
                  <a:pt x="250636" y="106554"/>
                </a:lnTo>
                <a:lnTo>
                  <a:pt x="250562" y="106805"/>
                </a:lnTo>
                <a:lnTo>
                  <a:pt x="250483" y="107051"/>
                </a:lnTo>
                <a:lnTo>
                  <a:pt x="250401" y="107291"/>
                </a:lnTo>
                <a:lnTo>
                  <a:pt x="250314" y="107526"/>
                </a:lnTo>
                <a:lnTo>
                  <a:pt x="250223" y="107756"/>
                </a:lnTo>
                <a:lnTo>
                  <a:pt x="250128" y="107981"/>
                </a:lnTo>
                <a:lnTo>
                  <a:pt x="250028" y="108200"/>
                </a:lnTo>
                <a:lnTo>
                  <a:pt x="249925" y="108414"/>
                </a:lnTo>
                <a:lnTo>
                  <a:pt x="249817" y="108623"/>
                </a:lnTo>
                <a:lnTo>
                  <a:pt x="249705" y="108827"/>
                </a:lnTo>
                <a:lnTo>
                  <a:pt x="249588" y="109025"/>
                </a:lnTo>
                <a:lnTo>
                  <a:pt x="249468" y="109218"/>
                </a:lnTo>
                <a:lnTo>
                  <a:pt x="249343" y="109406"/>
                </a:lnTo>
                <a:lnTo>
                  <a:pt x="249214" y="109589"/>
                </a:lnTo>
                <a:lnTo>
                  <a:pt x="249081" y="109766"/>
                </a:lnTo>
                <a:lnTo>
                  <a:pt x="248943" y="109939"/>
                </a:lnTo>
                <a:lnTo>
                  <a:pt x="248802" y="110106"/>
                </a:lnTo>
                <a:lnTo>
                  <a:pt x="248656" y="110267"/>
                </a:lnTo>
                <a:lnTo>
                  <a:pt x="248505" y="110424"/>
                </a:lnTo>
                <a:lnTo>
                  <a:pt x="248351" y="110575"/>
                </a:lnTo>
                <a:lnTo>
                  <a:pt x="248192" y="110721"/>
                </a:lnTo>
                <a:lnTo>
                  <a:pt x="248029" y="110862"/>
                </a:lnTo>
                <a:lnTo>
                  <a:pt x="247862" y="110997"/>
                </a:lnTo>
                <a:lnTo>
                  <a:pt x="247688" y="111127"/>
                </a:lnTo>
                <a:lnTo>
                  <a:pt x="247502" y="111251"/>
                </a:lnTo>
                <a:lnTo>
                  <a:pt x="247305" y="111370"/>
                </a:lnTo>
                <a:lnTo>
                  <a:pt x="247097" y="111483"/>
                </a:lnTo>
                <a:lnTo>
                  <a:pt x="246879" y="111591"/>
                </a:lnTo>
                <a:lnTo>
                  <a:pt x="246649" y="111693"/>
                </a:lnTo>
                <a:lnTo>
                  <a:pt x="246408" y="111790"/>
                </a:lnTo>
                <a:lnTo>
                  <a:pt x="246156" y="111881"/>
                </a:lnTo>
                <a:lnTo>
                  <a:pt x="245894" y="111967"/>
                </a:lnTo>
                <a:lnTo>
                  <a:pt x="245620" y="112047"/>
                </a:lnTo>
                <a:lnTo>
                  <a:pt x="245335" y="112122"/>
                </a:lnTo>
                <a:lnTo>
                  <a:pt x="245039" y="112191"/>
                </a:lnTo>
                <a:lnTo>
                  <a:pt x="244733" y="112254"/>
                </a:lnTo>
                <a:lnTo>
                  <a:pt x="244415" y="112312"/>
                </a:lnTo>
                <a:lnTo>
                  <a:pt x="244086" y="112365"/>
                </a:lnTo>
                <a:lnTo>
                  <a:pt x="243746" y="112412"/>
                </a:lnTo>
                <a:lnTo>
                  <a:pt x="243396" y="112453"/>
                </a:lnTo>
                <a:lnTo>
                  <a:pt x="243034" y="112489"/>
                </a:lnTo>
                <a:lnTo>
                  <a:pt x="242661" y="112520"/>
                </a:lnTo>
                <a:lnTo>
                  <a:pt x="242278" y="112544"/>
                </a:lnTo>
                <a:lnTo>
                  <a:pt x="241883" y="112564"/>
                </a:lnTo>
                <a:lnTo>
                  <a:pt x="241477" y="112578"/>
                </a:lnTo>
                <a:lnTo>
                  <a:pt x="241060" y="112586"/>
                </a:lnTo>
                <a:lnTo>
                  <a:pt x="240633" y="112589"/>
                </a:lnTo>
                <a:lnTo>
                  <a:pt x="238927" y="112589"/>
                </a:lnTo>
                <a:lnTo>
                  <a:pt x="238927" y="115513"/>
                </a:lnTo>
                <a:lnTo>
                  <a:pt x="275481" y="115513"/>
                </a:lnTo>
                <a:lnTo>
                  <a:pt x="275481" y="112589"/>
                </a:lnTo>
                <a:lnTo>
                  <a:pt x="275054" y="112587"/>
                </a:lnTo>
                <a:lnTo>
                  <a:pt x="274638" y="112581"/>
                </a:lnTo>
                <a:lnTo>
                  <a:pt x="274232" y="112571"/>
                </a:lnTo>
                <a:lnTo>
                  <a:pt x="273839" y="112557"/>
                </a:lnTo>
                <a:lnTo>
                  <a:pt x="273456" y="112539"/>
                </a:lnTo>
                <a:lnTo>
                  <a:pt x="273085" y="112517"/>
                </a:lnTo>
                <a:lnTo>
                  <a:pt x="272725" y="112491"/>
                </a:lnTo>
                <a:lnTo>
                  <a:pt x="272377" y="112462"/>
                </a:lnTo>
                <a:lnTo>
                  <a:pt x="272039" y="112428"/>
                </a:lnTo>
                <a:lnTo>
                  <a:pt x="271713" y="112390"/>
                </a:lnTo>
                <a:lnTo>
                  <a:pt x="271398" y="112349"/>
                </a:lnTo>
                <a:lnTo>
                  <a:pt x="271095" y="112303"/>
                </a:lnTo>
                <a:lnTo>
                  <a:pt x="270803" y="112253"/>
                </a:lnTo>
                <a:lnTo>
                  <a:pt x="270522" y="112200"/>
                </a:lnTo>
                <a:lnTo>
                  <a:pt x="270252" y="112142"/>
                </a:lnTo>
                <a:lnTo>
                  <a:pt x="269994" y="112081"/>
                </a:lnTo>
                <a:lnTo>
                  <a:pt x="269747" y="112016"/>
                </a:lnTo>
                <a:lnTo>
                  <a:pt x="269511" y="111946"/>
                </a:lnTo>
                <a:lnTo>
                  <a:pt x="269286" y="111873"/>
                </a:lnTo>
                <a:lnTo>
                  <a:pt x="269073" y="111795"/>
                </a:lnTo>
                <a:lnTo>
                  <a:pt x="268871" y="111714"/>
                </a:lnTo>
                <a:lnTo>
                  <a:pt x="268680" y="111629"/>
                </a:lnTo>
                <a:lnTo>
                  <a:pt x="268501" y="111540"/>
                </a:lnTo>
                <a:lnTo>
                  <a:pt x="268333" y="111446"/>
                </a:lnTo>
                <a:lnTo>
                  <a:pt x="268172" y="111349"/>
                </a:lnTo>
                <a:lnTo>
                  <a:pt x="268016" y="111250"/>
                </a:lnTo>
                <a:lnTo>
                  <a:pt x="267863" y="111147"/>
                </a:lnTo>
                <a:lnTo>
                  <a:pt x="267715" y="111042"/>
                </a:lnTo>
                <a:lnTo>
                  <a:pt x="267570" y="110934"/>
                </a:lnTo>
                <a:lnTo>
                  <a:pt x="267429" y="110823"/>
                </a:lnTo>
                <a:lnTo>
                  <a:pt x="267292" y="110709"/>
                </a:lnTo>
                <a:lnTo>
                  <a:pt x="267160" y="110592"/>
                </a:lnTo>
                <a:lnTo>
                  <a:pt x="267031" y="110473"/>
                </a:lnTo>
                <a:lnTo>
                  <a:pt x="266906" y="110350"/>
                </a:lnTo>
                <a:lnTo>
                  <a:pt x="266785" y="110225"/>
                </a:lnTo>
                <a:lnTo>
                  <a:pt x="266668" y="110097"/>
                </a:lnTo>
                <a:lnTo>
                  <a:pt x="266555" y="109966"/>
                </a:lnTo>
                <a:lnTo>
                  <a:pt x="266445" y="109832"/>
                </a:lnTo>
                <a:lnTo>
                  <a:pt x="266340" y="109696"/>
                </a:lnTo>
                <a:lnTo>
                  <a:pt x="266239" y="109557"/>
                </a:lnTo>
                <a:lnTo>
                  <a:pt x="266142" y="109414"/>
                </a:lnTo>
                <a:lnTo>
                  <a:pt x="266048" y="109269"/>
                </a:lnTo>
                <a:lnTo>
                  <a:pt x="265959" y="109121"/>
                </a:lnTo>
                <a:lnTo>
                  <a:pt x="265873" y="108971"/>
                </a:lnTo>
                <a:lnTo>
                  <a:pt x="265792" y="108817"/>
                </a:lnTo>
                <a:lnTo>
                  <a:pt x="265714" y="108661"/>
                </a:lnTo>
                <a:lnTo>
                  <a:pt x="265641" y="108501"/>
                </a:lnTo>
                <a:lnTo>
                  <a:pt x="265571" y="108339"/>
                </a:lnTo>
                <a:lnTo>
                  <a:pt x="265478" y="108113"/>
                </a:lnTo>
                <a:lnTo>
                  <a:pt x="265389" y="107872"/>
                </a:lnTo>
                <a:lnTo>
                  <a:pt x="265304" y="107615"/>
                </a:lnTo>
                <a:lnTo>
                  <a:pt x="265224" y="107343"/>
                </a:lnTo>
                <a:lnTo>
                  <a:pt x="265147" y="107055"/>
                </a:lnTo>
                <a:lnTo>
                  <a:pt x="265073" y="106751"/>
                </a:lnTo>
                <a:lnTo>
                  <a:pt x="265004" y="106432"/>
                </a:lnTo>
                <a:lnTo>
                  <a:pt x="264939" y="106097"/>
                </a:lnTo>
                <a:lnTo>
                  <a:pt x="264878" y="105746"/>
                </a:lnTo>
                <a:lnTo>
                  <a:pt x="264821" y="105380"/>
                </a:lnTo>
                <a:lnTo>
                  <a:pt x="264767" y="104998"/>
                </a:lnTo>
                <a:lnTo>
                  <a:pt x="264718" y="104601"/>
                </a:lnTo>
                <a:lnTo>
                  <a:pt x="264673" y="104188"/>
                </a:lnTo>
                <a:lnTo>
                  <a:pt x="264631" y="103760"/>
                </a:lnTo>
                <a:lnTo>
                  <a:pt x="264594" y="103316"/>
                </a:lnTo>
                <a:lnTo>
                  <a:pt x="264560" y="102856"/>
                </a:lnTo>
                <a:lnTo>
                  <a:pt x="264531" y="102381"/>
                </a:lnTo>
                <a:lnTo>
                  <a:pt x="264505" y="101890"/>
                </a:lnTo>
                <a:lnTo>
                  <a:pt x="264483" y="101383"/>
                </a:lnTo>
                <a:lnTo>
                  <a:pt x="264465" y="100861"/>
                </a:lnTo>
                <a:lnTo>
                  <a:pt x="264452" y="100323"/>
                </a:lnTo>
                <a:lnTo>
                  <a:pt x="264442" y="99770"/>
                </a:lnTo>
                <a:lnTo>
                  <a:pt x="264436" y="99201"/>
                </a:lnTo>
                <a:lnTo>
                  <a:pt x="264434" y="98617"/>
                </a:lnTo>
                <a:lnTo>
                  <a:pt x="264434" y="72368"/>
                </a:lnTo>
                <a:lnTo>
                  <a:pt x="264431" y="71236"/>
                </a:lnTo>
                <a:lnTo>
                  <a:pt x="264423" y="70133"/>
                </a:lnTo>
                <a:lnTo>
                  <a:pt x="264410" y="69060"/>
                </a:lnTo>
                <a:lnTo>
                  <a:pt x="264391" y="68016"/>
                </a:lnTo>
                <a:lnTo>
                  <a:pt x="264367" y="67003"/>
                </a:lnTo>
                <a:lnTo>
                  <a:pt x="264337" y="66019"/>
                </a:lnTo>
                <a:lnTo>
                  <a:pt x="264302" y="65065"/>
                </a:lnTo>
                <a:lnTo>
                  <a:pt x="264262" y="64141"/>
                </a:lnTo>
                <a:lnTo>
                  <a:pt x="264217" y="63247"/>
                </a:lnTo>
                <a:lnTo>
                  <a:pt x="264166" y="62383"/>
                </a:lnTo>
                <a:lnTo>
                  <a:pt x="264110" y="61548"/>
                </a:lnTo>
                <a:lnTo>
                  <a:pt x="264048" y="60744"/>
                </a:lnTo>
                <a:lnTo>
                  <a:pt x="263981" y="59969"/>
                </a:lnTo>
                <a:lnTo>
                  <a:pt x="263909" y="59224"/>
                </a:lnTo>
                <a:lnTo>
                  <a:pt x="263831" y="58509"/>
                </a:lnTo>
                <a:lnTo>
                  <a:pt x="263748" y="57823"/>
                </a:lnTo>
                <a:lnTo>
                  <a:pt x="263659" y="57167"/>
                </a:lnTo>
                <a:lnTo>
                  <a:pt x="263566" y="56542"/>
                </a:lnTo>
                <a:lnTo>
                  <a:pt x="263466" y="55946"/>
                </a:lnTo>
                <a:lnTo>
                  <a:pt x="263362" y="55380"/>
                </a:lnTo>
                <a:lnTo>
                  <a:pt x="263252" y="54843"/>
                </a:lnTo>
                <a:lnTo>
                  <a:pt x="263137" y="54337"/>
                </a:lnTo>
                <a:lnTo>
                  <a:pt x="263016" y="53860"/>
                </a:lnTo>
                <a:lnTo>
                  <a:pt x="262890" y="53413"/>
                </a:lnTo>
                <a:lnTo>
                  <a:pt x="262703" y="52799"/>
                </a:lnTo>
                <a:lnTo>
                  <a:pt x="262508" y="52198"/>
                </a:lnTo>
                <a:lnTo>
                  <a:pt x="262305" y="51612"/>
                </a:lnTo>
                <a:lnTo>
                  <a:pt x="262094" y="51039"/>
                </a:lnTo>
                <a:lnTo>
                  <a:pt x="261874" y="50480"/>
                </a:lnTo>
                <a:lnTo>
                  <a:pt x="261646" y="49935"/>
                </a:lnTo>
                <a:lnTo>
                  <a:pt x="261411" y="49403"/>
                </a:lnTo>
                <a:lnTo>
                  <a:pt x="261166" y="48886"/>
                </a:lnTo>
                <a:lnTo>
                  <a:pt x="260914" y="48382"/>
                </a:lnTo>
                <a:lnTo>
                  <a:pt x="260654" y="47891"/>
                </a:lnTo>
                <a:lnTo>
                  <a:pt x="260385" y="47415"/>
                </a:lnTo>
                <a:lnTo>
                  <a:pt x="260108" y="46953"/>
                </a:lnTo>
                <a:lnTo>
                  <a:pt x="259823" y="46504"/>
                </a:lnTo>
                <a:lnTo>
                  <a:pt x="259530" y="46069"/>
                </a:lnTo>
                <a:lnTo>
                  <a:pt x="259229" y="45648"/>
                </a:lnTo>
                <a:lnTo>
                  <a:pt x="258919" y="45240"/>
                </a:lnTo>
                <a:lnTo>
                  <a:pt x="258601" y="44847"/>
                </a:lnTo>
                <a:lnTo>
                  <a:pt x="258275" y="44467"/>
                </a:lnTo>
                <a:lnTo>
                  <a:pt x="257941" y="44101"/>
                </a:lnTo>
                <a:lnTo>
                  <a:pt x="257599" y="43748"/>
                </a:lnTo>
                <a:lnTo>
                  <a:pt x="257248" y="43410"/>
                </a:lnTo>
                <a:lnTo>
                  <a:pt x="256890" y="43085"/>
                </a:lnTo>
                <a:lnTo>
                  <a:pt x="256523" y="42774"/>
                </a:lnTo>
                <a:lnTo>
                  <a:pt x="256148" y="42477"/>
                </a:lnTo>
                <a:lnTo>
                  <a:pt x="255766" y="42193"/>
                </a:lnTo>
                <a:lnTo>
                  <a:pt x="255377" y="41920"/>
                </a:lnTo>
                <a:lnTo>
                  <a:pt x="254983" y="41660"/>
                </a:lnTo>
                <a:lnTo>
                  <a:pt x="254582" y="41412"/>
                </a:lnTo>
                <a:lnTo>
                  <a:pt x="254175" y="41176"/>
                </a:lnTo>
                <a:lnTo>
                  <a:pt x="253762" y="40952"/>
                </a:lnTo>
                <a:lnTo>
                  <a:pt x="253342" y="40740"/>
                </a:lnTo>
                <a:lnTo>
                  <a:pt x="252917" y="40541"/>
                </a:lnTo>
                <a:lnTo>
                  <a:pt x="252485" y="40353"/>
                </a:lnTo>
                <a:lnTo>
                  <a:pt x="252047" y="40178"/>
                </a:lnTo>
                <a:lnTo>
                  <a:pt x="251603" y="40014"/>
                </a:lnTo>
                <a:lnTo>
                  <a:pt x="251152" y="39863"/>
                </a:lnTo>
                <a:lnTo>
                  <a:pt x="250696" y="39724"/>
                </a:lnTo>
                <a:lnTo>
                  <a:pt x="250233" y="39597"/>
                </a:lnTo>
                <a:lnTo>
                  <a:pt x="249764" y="39482"/>
                </a:lnTo>
                <a:lnTo>
                  <a:pt x="249288" y="39379"/>
                </a:lnTo>
                <a:lnTo>
                  <a:pt x="248807" y="39288"/>
                </a:lnTo>
                <a:lnTo>
                  <a:pt x="248319" y="39210"/>
                </a:lnTo>
                <a:lnTo>
                  <a:pt x="247825" y="39143"/>
                </a:lnTo>
                <a:lnTo>
                  <a:pt x="247325" y="39089"/>
                </a:lnTo>
                <a:lnTo>
                  <a:pt x="246819" y="39046"/>
                </a:lnTo>
                <a:lnTo>
                  <a:pt x="246306" y="39016"/>
                </a:lnTo>
                <a:lnTo>
                  <a:pt x="245788" y="38998"/>
                </a:lnTo>
                <a:lnTo>
                  <a:pt x="245263" y="38992"/>
                </a:lnTo>
                <a:lnTo>
                  <a:pt x="244823" y="38997"/>
                </a:lnTo>
                <a:lnTo>
                  <a:pt x="244383" y="39011"/>
                </a:lnTo>
                <a:lnTo>
                  <a:pt x="243943" y="39036"/>
                </a:lnTo>
                <a:lnTo>
                  <a:pt x="243503" y="39070"/>
                </a:lnTo>
                <a:lnTo>
                  <a:pt x="243063" y="39114"/>
                </a:lnTo>
                <a:lnTo>
                  <a:pt x="242623" y="39168"/>
                </a:lnTo>
                <a:lnTo>
                  <a:pt x="242183" y="39231"/>
                </a:lnTo>
                <a:lnTo>
                  <a:pt x="241743" y="39305"/>
                </a:lnTo>
                <a:lnTo>
                  <a:pt x="241303" y="39388"/>
                </a:lnTo>
                <a:lnTo>
                  <a:pt x="240863" y="39480"/>
                </a:lnTo>
                <a:lnTo>
                  <a:pt x="240423" y="39583"/>
                </a:lnTo>
                <a:lnTo>
                  <a:pt x="239983" y="39696"/>
                </a:lnTo>
                <a:lnTo>
                  <a:pt x="239543" y="39818"/>
                </a:lnTo>
                <a:lnTo>
                  <a:pt x="239103" y="39950"/>
                </a:lnTo>
                <a:lnTo>
                  <a:pt x="238663" y="40091"/>
                </a:lnTo>
                <a:lnTo>
                  <a:pt x="238223" y="40243"/>
                </a:lnTo>
                <a:lnTo>
                  <a:pt x="237783" y="40404"/>
                </a:lnTo>
                <a:lnTo>
                  <a:pt x="237343" y="40575"/>
                </a:lnTo>
                <a:lnTo>
                  <a:pt x="236903" y="40756"/>
                </a:lnTo>
                <a:lnTo>
                  <a:pt x="236463" y="40947"/>
                </a:lnTo>
                <a:lnTo>
                  <a:pt x="236023" y="41147"/>
                </a:lnTo>
                <a:lnTo>
                  <a:pt x="235583" y="41357"/>
                </a:lnTo>
                <a:lnTo>
                  <a:pt x="235143" y="41577"/>
                </a:lnTo>
                <a:lnTo>
                  <a:pt x="234703" y="41807"/>
                </a:lnTo>
                <a:lnTo>
                  <a:pt x="234256" y="42054"/>
                </a:lnTo>
                <a:lnTo>
                  <a:pt x="233797" y="42326"/>
                </a:lnTo>
                <a:lnTo>
                  <a:pt x="233324" y="42622"/>
                </a:lnTo>
                <a:lnTo>
                  <a:pt x="232839" y="42944"/>
                </a:lnTo>
                <a:lnTo>
                  <a:pt x="232340" y="43290"/>
                </a:lnTo>
                <a:lnTo>
                  <a:pt x="231829" y="43661"/>
                </a:lnTo>
                <a:lnTo>
                  <a:pt x="231305" y="44056"/>
                </a:lnTo>
                <a:lnTo>
                  <a:pt x="230767" y="44477"/>
                </a:lnTo>
                <a:lnTo>
                  <a:pt x="230217" y="44922"/>
                </a:lnTo>
                <a:lnTo>
                  <a:pt x="229654" y="45392"/>
                </a:lnTo>
                <a:lnTo>
                  <a:pt x="229077" y="45887"/>
                </a:lnTo>
                <a:lnTo>
                  <a:pt x="228488" y="46407"/>
                </a:lnTo>
                <a:lnTo>
                  <a:pt x="227886" y="46951"/>
                </a:lnTo>
                <a:lnTo>
                  <a:pt x="227271" y="47520"/>
                </a:lnTo>
                <a:lnTo>
                  <a:pt x="226643" y="48114"/>
                </a:lnTo>
                <a:lnTo>
                  <a:pt x="226002" y="48733"/>
                </a:lnTo>
                <a:lnTo>
                  <a:pt x="225348" y="49377"/>
                </a:lnTo>
                <a:lnTo>
                  <a:pt x="224680" y="50045"/>
                </a:lnTo>
                <a:lnTo>
                  <a:pt x="224000" y="50738"/>
                </a:lnTo>
                <a:lnTo>
                  <a:pt x="223307" y="51456"/>
                </a:lnTo>
                <a:lnTo>
                  <a:pt x="222601" y="52199"/>
                </a:lnTo>
                <a:lnTo>
                  <a:pt x="221882" y="52966"/>
                </a:lnTo>
                <a:lnTo>
                  <a:pt x="221151" y="53759"/>
                </a:lnTo>
                <a:lnTo>
                  <a:pt x="220406" y="54576"/>
                </a:lnTo>
                <a:lnTo>
                  <a:pt x="220406" y="0"/>
                </a:lnTo>
                <a:lnTo>
                  <a:pt x="216669" y="0"/>
                </a:lnTo>
                <a:lnTo>
                  <a:pt x="194411" y="9098"/>
                </a:lnTo>
                <a:lnTo>
                  <a:pt x="195548" y="12022"/>
                </a:lnTo>
                <a:close/>
                <a:moveTo>
                  <a:pt x="6499" y="117788"/>
                </a:moveTo>
                <a:lnTo>
                  <a:pt x="46384" y="0"/>
                </a:lnTo>
                <a:lnTo>
                  <a:pt x="39885" y="0"/>
                </a:lnTo>
                <a:lnTo>
                  <a:pt x="0" y="117788"/>
                </a:lnTo>
                <a:lnTo>
                  <a:pt x="6499" y="117788"/>
                </a:lnTo>
                <a:close/>
                <a:moveTo>
                  <a:pt x="112896" y="11392"/>
                </a:moveTo>
                <a:lnTo>
                  <a:pt x="113519" y="11407"/>
                </a:lnTo>
                <a:lnTo>
                  <a:pt x="114126" y="11426"/>
                </a:lnTo>
                <a:lnTo>
                  <a:pt x="114715" y="11449"/>
                </a:lnTo>
                <a:lnTo>
                  <a:pt x="115286" y="11477"/>
                </a:lnTo>
                <a:lnTo>
                  <a:pt x="115841" y="11509"/>
                </a:lnTo>
                <a:lnTo>
                  <a:pt x="116379" y="11545"/>
                </a:lnTo>
                <a:lnTo>
                  <a:pt x="116899" y="11585"/>
                </a:lnTo>
                <a:lnTo>
                  <a:pt x="117402" y="11630"/>
                </a:lnTo>
                <a:lnTo>
                  <a:pt x="117888" y="11678"/>
                </a:lnTo>
                <a:lnTo>
                  <a:pt x="118356" y="11732"/>
                </a:lnTo>
                <a:lnTo>
                  <a:pt x="118808" y="11789"/>
                </a:lnTo>
                <a:lnTo>
                  <a:pt x="119242" y="11851"/>
                </a:lnTo>
                <a:lnTo>
                  <a:pt x="119659" y="11916"/>
                </a:lnTo>
                <a:lnTo>
                  <a:pt x="120059" y="11987"/>
                </a:lnTo>
                <a:lnTo>
                  <a:pt x="120441" y="12061"/>
                </a:lnTo>
                <a:lnTo>
                  <a:pt x="120807" y="12139"/>
                </a:lnTo>
                <a:lnTo>
                  <a:pt x="121155" y="12222"/>
                </a:lnTo>
                <a:lnTo>
                  <a:pt x="121486" y="12309"/>
                </a:lnTo>
                <a:lnTo>
                  <a:pt x="121800" y="12401"/>
                </a:lnTo>
                <a:lnTo>
                  <a:pt x="122096" y="12496"/>
                </a:lnTo>
                <a:lnTo>
                  <a:pt x="122376" y="12596"/>
                </a:lnTo>
                <a:lnTo>
                  <a:pt x="122711" y="12742"/>
                </a:lnTo>
                <a:lnTo>
                  <a:pt x="123039" y="12893"/>
                </a:lnTo>
                <a:lnTo>
                  <a:pt x="123360" y="13049"/>
                </a:lnTo>
                <a:lnTo>
                  <a:pt x="123674" y="13210"/>
                </a:lnTo>
                <a:lnTo>
                  <a:pt x="123982" y="13377"/>
                </a:lnTo>
                <a:lnTo>
                  <a:pt x="124282" y="13550"/>
                </a:lnTo>
                <a:lnTo>
                  <a:pt x="124576" y="13728"/>
                </a:lnTo>
                <a:lnTo>
                  <a:pt x="124862" y="13911"/>
                </a:lnTo>
                <a:lnTo>
                  <a:pt x="125142" y="14099"/>
                </a:lnTo>
                <a:lnTo>
                  <a:pt x="125415" y="14293"/>
                </a:lnTo>
                <a:lnTo>
                  <a:pt x="125681" y="14493"/>
                </a:lnTo>
                <a:lnTo>
                  <a:pt x="125940" y="14697"/>
                </a:lnTo>
                <a:lnTo>
                  <a:pt x="126192" y="14908"/>
                </a:lnTo>
                <a:lnTo>
                  <a:pt x="126437" y="15123"/>
                </a:lnTo>
                <a:lnTo>
                  <a:pt x="126675" y="15344"/>
                </a:lnTo>
                <a:lnTo>
                  <a:pt x="126907" y="15570"/>
                </a:lnTo>
                <a:lnTo>
                  <a:pt x="127131" y="15802"/>
                </a:lnTo>
                <a:lnTo>
                  <a:pt x="127349" y="16039"/>
                </a:lnTo>
                <a:lnTo>
                  <a:pt x="127559" y="16281"/>
                </a:lnTo>
                <a:lnTo>
                  <a:pt x="127763" y="16529"/>
                </a:lnTo>
                <a:lnTo>
                  <a:pt x="127960" y="16782"/>
                </a:lnTo>
                <a:lnTo>
                  <a:pt x="128150" y="17041"/>
                </a:lnTo>
                <a:lnTo>
                  <a:pt x="128333" y="17305"/>
                </a:lnTo>
                <a:lnTo>
                  <a:pt x="128509" y="17574"/>
                </a:lnTo>
                <a:lnTo>
                  <a:pt x="128681" y="17856"/>
                </a:lnTo>
                <a:lnTo>
                  <a:pt x="128852" y="18156"/>
                </a:lnTo>
                <a:lnTo>
                  <a:pt x="129021" y="18476"/>
                </a:lnTo>
                <a:lnTo>
                  <a:pt x="129189" y="18814"/>
                </a:lnTo>
                <a:lnTo>
                  <a:pt x="129356" y="19172"/>
                </a:lnTo>
                <a:lnTo>
                  <a:pt x="129522" y="19548"/>
                </a:lnTo>
                <a:lnTo>
                  <a:pt x="129686" y="19943"/>
                </a:lnTo>
                <a:lnTo>
                  <a:pt x="129849" y="20358"/>
                </a:lnTo>
                <a:lnTo>
                  <a:pt x="130011" y="20791"/>
                </a:lnTo>
                <a:lnTo>
                  <a:pt x="130172" y="21244"/>
                </a:lnTo>
                <a:lnTo>
                  <a:pt x="130331" y="21715"/>
                </a:lnTo>
                <a:lnTo>
                  <a:pt x="130489" y="22205"/>
                </a:lnTo>
                <a:lnTo>
                  <a:pt x="130646" y="22714"/>
                </a:lnTo>
                <a:lnTo>
                  <a:pt x="130801" y="23243"/>
                </a:lnTo>
                <a:lnTo>
                  <a:pt x="130955" y="23790"/>
                </a:lnTo>
                <a:lnTo>
                  <a:pt x="131108" y="24356"/>
                </a:lnTo>
                <a:lnTo>
                  <a:pt x="131260" y="24941"/>
                </a:lnTo>
                <a:lnTo>
                  <a:pt x="131410" y="25545"/>
                </a:lnTo>
                <a:lnTo>
                  <a:pt x="131560" y="26168"/>
                </a:lnTo>
                <a:lnTo>
                  <a:pt x="131707" y="26811"/>
                </a:lnTo>
                <a:lnTo>
                  <a:pt x="131854" y="27472"/>
                </a:lnTo>
                <a:lnTo>
                  <a:pt x="131999" y="28152"/>
                </a:lnTo>
                <a:lnTo>
                  <a:pt x="132143" y="28851"/>
                </a:lnTo>
                <a:lnTo>
                  <a:pt x="132286" y="29569"/>
                </a:lnTo>
                <a:lnTo>
                  <a:pt x="135454" y="29569"/>
                </a:lnTo>
                <a:lnTo>
                  <a:pt x="134236" y="5361"/>
                </a:lnTo>
                <a:lnTo>
                  <a:pt x="49348" y="5361"/>
                </a:lnTo>
                <a:lnTo>
                  <a:pt x="49348" y="8448"/>
                </a:lnTo>
                <a:lnTo>
                  <a:pt x="53247" y="8448"/>
                </a:lnTo>
                <a:lnTo>
                  <a:pt x="53809" y="8454"/>
                </a:lnTo>
                <a:lnTo>
                  <a:pt x="54357" y="8471"/>
                </a:lnTo>
                <a:lnTo>
                  <a:pt x="54892" y="8499"/>
                </a:lnTo>
                <a:lnTo>
                  <a:pt x="55413" y="8538"/>
                </a:lnTo>
                <a:lnTo>
                  <a:pt x="55921" y="8589"/>
                </a:lnTo>
                <a:lnTo>
                  <a:pt x="56415" y="8650"/>
                </a:lnTo>
                <a:lnTo>
                  <a:pt x="56895" y="8723"/>
                </a:lnTo>
                <a:lnTo>
                  <a:pt x="57363" y="8808"/>
                </a:lnTo>
                <a:lnTo>
                  <a:pt x="57816" y="8903"/>
                </a:lnTo>
                <a:lnTo>
                  <a:pt x="58256" y="9010"/>
                </a:lnTo>
                <a:lnTo>
                  <a:pt x="58683" y="9128"/>
                </a:lnTo>
                <a:lnTo>
                  <a:pt x="59096" y="9257"/>
                </a:lnTo>
                <a:lnTo>
                  <a:pt x="59495" y="9397"/>
                </a:lnTo>
                <a:lnTo>
                  <a:pt x="59881" y="9549"/>
                </a:lnTo>
                <a:lnTo>
                  <a:pt x="60253" y="9712"/>
                </a:lnTo>
                <a:lnTo>
                  <a:pt x="60612" y="9886"/>
                </a:lnTo>
                <a:lnTo>
                  <a:pt x="60957" y="10071"/>
                </a:lnTo>
                <a:lnTo>
                  <a:pt x="61289" y="10267"/>
                </a:lnTo>
                <a:lnTo>
                  <a:pt x="61607" y="10475"/>
                </a:lnTo>
                <a:lnTo>
                  <a:pt x="61912" y="10694"/>
                </a:lnTo>
                <a:lnTo>
                  <a:pt x="62203" y="10924"/>
                </a:lnTo>
                <a:lnTo>
                  <a:pt x="62480" y="11166"/>
                </a:lnTo>
                <a:lnTo>
                  <a:pt x="62744" y="11418"/>
                </a:lnTo>
                <a:lnTo>
                  <a:pt x="62995" y="11682"/>
                </a:lnTo>
                <a:lnTo>
                  <a:pt x="63167" y="11898"/>
                </a:lnTo>
                <a:lnTo>
                  <a:pt x="63332" y="12142"/>
                </a:lnTo>
                <a:lnTo>
                  <a:pt x="63490" y="12413"/>
                </a:lnTo>
                <a:lnTo>
                  <a:pt x="63640" y="12713"/>
                </a:lnTo>
                <a:lnTo>
                  <a:pt x="63783" y="13040"/>
                </a:lnTo>
                <a:lnTo>
                  <a:pt x="63919" y="13395"/>
                </a:lnTo>
                <a:lnTo>
                  <a:pt x="64047" y="13777"/>
                </a:lnTo>
                <a:lnTo>
                  <a:pt x="64168" y="14188"/>
                </a:lnTo>
                <a:lnTo>
                  <a:pt x="64282" y="14626"/>
                </a:lnTo>
                <a:lnTo>
                  <a:pt x="64388" y="15092"/>
                </a:lnTo>
                <a:lnTo>
                  <a:pt x="64487" y="15585"/>
                </a:lnTo>
                <a:lnTo>
                  <a:pt x="64579" y="16107"/>
                </a:lnTo>
                <a:lnTo>
                  <a:pt x="64663" y="16656"/>
                </a:lnTo>
                <a:lnTo>
                  <a:pt x="64740" y="17233"/>
                </a:lnTo>
                <a:lnTo>
                  <a:pt x="64810" y="17838"/>
                </a:lnTo>
                <a:lnTo>
                  <a:pt x="64872" y="18471"/>
                </a:lnTo>
                <a:lnTo>
                  <a:pt x="64927" y="19131"/>
                </a:lnTo>
                <a:lnTo>
                  <a:pt x="64975" y="19820"/>
                </a:lnTo>
                <a:lnTo>
                  <a:pt x="65015" y="20536"/>
                </a:lnTo>
                <a:lnTo>
                  <a:pt x="65048" y="21279"/>
                </a:lnTo>
                <a:lnTo>
                  <a:pt x="65074" y="22051"/>
                </a:lnTo>
                <a:lnTo>
                  <a:pt x="65092" y="22850"/>
                </a:lnTo>
                <a:lnTo>
                  <a:pt x="65103" y="23677"/>
                </a:lnTo>
                <a:lnTo>
                  <a:pt x="65107" y="24532"/>
                </a:lnTo>
                <a:lnTo>
                  <a:pt x="65107" y="96017"/>
                </a:lnTo>
                <a:lnTo>
                  <a:pt x="65105" y="96678"/>
                </a:lnTo>
                <a:lnTo>
                  <a:pt x="65100" y="97320"/>
                </a:lnTo>
                <a:lnTo>
                  <a:pt x="65092" y="97943"/>
                </a:lnTo>
                <a:lnTo>
                  <a:pt x="65081" y="98547"/>
                </a:lnTo>
                <a:lnTo>
                  <a:pt x="65066" y="99132"/>
                </a:lnTo>
                <a:lnTo>
                  <a:pt x="65048" y="99698"/>
                </a:lnTo>
                <a:lnTo>
                  <a:pt x="65027" y="100245"/>
                </a:lnTo>
                <a:lnTo>
                  <a:pt x="65003" y="100774"/>
                </a:lnTo>
                <a:lnTo>
                  <a:pt x="64975" y="101283"/>
                </a:lnTo>
                <a:lnTo>
                  <a:pt x="64945" y="101774"/>
                </a:lnTo>
                <a:lnTo>
                  <a:pt x="64910" y="102246"/>
                </a:lnTo>
                <a:lnTo>
                  <a:pt x="64873" y="102699"/>
                </a:lnTo>
                <a:lnTo>
                  <a:pt x="64833" y="103133"/>
                </a:lnTo>
                <a:lnTo>
                  <a:pt x="64789" y="103548"/>
                </a:lnTo>
                <a:lnTo>
                  <a:pt x="64742" y="103944"/>
                </a:lnTo>
                <a:lnTo>
                  <a:pt x="64692" y="104321"/>
                </a:lnTo>
                <a:lnTo>
                  <a:pt x="64638" y="104679"/>
                </a:lnTo>
                <a:lnTo>
                  <a:pt x="64581" y="105019"/>
                </a:lnTo>
                <a:lnTo>
                  <a:pt x="64521" y="105339"/>
                </a:lnTo>
                <a:lnTo>
                  <a:pt x="64458" y="105641"/>
                </a:lnTo>
                <a:lnTo>
                  <a:pt x="64391" y="105924"/>
                </a:lnTo>
                <a:lnTo>
                  <a:pt x="64322" y="106188"/>
                </a:lnTo>
                <a:lnTo>
                  <a:pt x="64249" y="106433"/>
                </a:lnTo>
                <a:lnTo>
                  <a:pt x="64173" y="106659"/>
                </a:lnTo>
                <a:lnTo>
                  <a:pt x="64092" y="106873"/>
                </a:lnTo>
                <a:lnTo>
                  <a:pt x="64005" y="107083"/>
                </a:lnTo>
                <a:lnTo>
                  <a:pt x="63913" y="107288"/>
                </a:lnTo>
                <a:lnTo>
                  <a:pt x="63815" y="107489"/>
                </a:lnTo>
                <a:lnTo>
                  <a:pt x="63711" y="107685"/>
                </a:lnTo>
                <a:lnTo>
                  <a:pt x="63601" y="107877"/>
                </a:lnTo>
                <a:lnTo>
                  <a:pt x="63486" y="108064"/>
                </a:lnTo>
                <a:lnTo>
                  <a:pt x="63365" y="108247"/>
                </a:lnTo>
                <a:lnTo>
                  <a:pt x="63238" y="108425"/>
                </a:lnTo>
                <a:lnTo>
                  <a:pt x="63105" y="108599"/>
                </a:lnTo>
                <a:lnTo>
                  <a:pt x="62966" y="108768"/>
                </a:lnTo>
                <a:lnTo>
                  <a:pt x="62822" y="108933"/>
                </a:lnTo>
                <a:lnTo>
                  <a:pt x="62672" y="109093"/>
                </a:lnTo>
                <a:lnTo>
                  <a:pt x="62516" y="109249"/>
                </a:lnTo>
                <a:lnTo>
                  <a:pt x="62354" y="109400"/>
                </a:lnTo>
                <a:lnTo>
                  <a:pt x="62187" y="109547"/>
                </a:lnTo>
                <a:lnTo>
                  <a:pt x="62014" y="109689"/>
                </a:lnTo>
                <a:lnTo>
                  <a:pt x="61835" y="109827"/>
                </a:lnTo>
                <a:lnTo>
                  <a:pt x="61650" y="109960"/>
                </a:lnTo>
                <a:lnTo>
                  <a:pt x="61459" y="110088"/>
                </a:lnTo>
                <a:lnTo>
                  <a:pt x="61263" y="110213"/>
                </a:lnTo>
                <a:lnTo>
                  <a:pt x="61061" y="110332"/>
                </a:lnTo>
                <a:lnTo>
                  <a:pt x="60853" y="110447"/>
                </a:lnTo>
                <a:lnTo>
                  <a:pt x="60639" y="110558"/>
                </a:lnTo>
                <a:lnTo>
                  <a:pt x="60347" y="110710"/>
                </a:lnTo>
                <a:lnTo>
                  <a:pt x="60054" y="110856"/>
                </a:lnTo>
                <a:lnTo>
                  <a:pt x="59759" y="110996"/>
                </a:lnTo>
                <a:lnTo>
                  <a:pt x="59463" y="111129"/>
                </a:lnTo>
                <a:lnTo>
                  <a:pt x="59166" y="111255"/>
                </a:lnTo>
                <a:lnTo>
                  <a:pt x="58867" y="111375"/>
                </a:lnTo>
                <a:lnTo>
                  <a:pt x="58567" y="111489"/>
                </a:lnTo>
                <a:lnTo>
                  <a:pt x="58265" y="111596"/>
                </a:lnTo>
                <a:lnTo>
                  <a:pt x="57962" y="111696"/>
                </a:lnTo>
                <a:lnTo>
                  <a:pt x="57658" y="111790"/>
                </a:lnTo>
                <a:lnTo>
                  <a:pt x="57352" y="111878"/>
                </a:lnTo>
                <a:lnTo>
                  <a:pt x="57044" y="111959"/>
                </a:lnTo>
                <a:lnTo>
                  <a:pt x="56736" y="112034"/>
                </a:lnTo>
                <a:lnTo>
                  <a:pt x="56426" y="112102"/>
                </a:lnTo>
                <a:lnTo>
                  <a:pt x="56114" y="112163"/>
                </a:lnTo>
                <a:lnTo>
                  <a:pt x="55801" y="112219"/>
                </a:lnTo>
                <a:lnTo>
                  <a:pt x="55487" y="112267"/>
                </a:lnTo>
                <a:lnTo>
                  <a:pt x="55171" y="112309"/>
                </a:lnTo>
                <a:lnTo>
                  <a:pt x="54854" y="112345"/>
                </a:lnTo>
                <a:lnTo>
                  <a:pt x="54535" y="112374"/>
                </a:lnTo>
                <a:lnTo>
                  <a:pt x="54215" y="112397"/>
                </a:lnTo>
                <a:lnTo>
                  <a:pt x="53894" y="112413"/>
                </a:lnTo>
                <a:lnTo>
                  <a:pt x="53571" y="112423"/>
                </a:lnTo>
                <a:lnTo>
                  <a:pt x="53247" y="112426"/>
                </a:lnTo>
                <a:lnTo>
                  <a:pt x="49348" y="112426"/>
                </a:lnTo>
                <a:lnTo>
                  <a:pt x="49348" y="115513"/>
                </a:lnTo>
                <a:lnTo>
                  <a:pt x="134236" y="115513"/>
                </a:lnTo>
                <a:lnTo>
                  <a:pt x="143740" y="87894"/>
                </a:lnTo>
                <a:lnTo>
                  <a:pt x="140491" y="87894"/>
                </a:lnTo>
                <a:lnTo>
                  <a:pt x="140051" y="88731"/>
                </a:lnTo>
                <a:lnTo>
                  <a:pt x="139612" y="89551"/>
                </a:lnTo>
                <a:lnTo>
                  <a:pt x="139175" y="90352"/>
                </a:lnTo>
                <a:lnTo>
                  <a:pt x="138737" y="91136"/>
                </a:lnTo>
                <a:lnTo>
                  <a:pt x="138301" y="91903"/>
                </a:lnTo>
                <a:lnTo>
                  <a:pt x="137866" y="92651"/>
                </a:lnTo>
                <a:lnTo>
                  <a:pt x="137431" y="93382"/>
                </a:lnTo>
                <a:lnTo>
                  <a:pt x="136998" y="94095"/>
                </a:lnTo>
                <a:lnTo>
                  <a:pt x="136565" y="94790"/>
                </a:lnTo>
                <a:lnTo>
                  <a:pt x="136133" y="95467"/>
                </a:lnTo>
                <a:lnTo>
                  <a:pt x="135702" y="96127"/>
                </a:lnTo>
                <a:lnTo>
                  <a:pt x="135272" y="96769"/>
                </a:lnTo>
                <a:lnTo>
                  <a:pt x="134842" y="97393"/>
                </a:lnTo>
                <a:lnTo>
                  <a:pt x="134414" y="97999"/>
                </a:lnTo>
                <a:lnTo>
                  <a:pt x="133986" y="98587"/>
                </a:lnTo>
                <a:lnTo>
                  <a:pt x="133559" y="99158"/>
                </a:lnTo>
                <a:lnTo>
                  <a:pt x="133133" y="99711"/>
                </a:lnTo>
                <a:lnTo>
                  <a:pt x="132708" y="100246"/>
                </a:lnTo>
                <a:lnTo>
                  <a:pt x="132283" y="100764"/>
                </a:lnTo>
                <a:lnTo>
                  <a:pt x="131860" y="101263"/>
                </a:lnTo>
                <a:lnTo>
                  <a:pt x="131437" y="101745"/>
                </a:lnTo>
                <a:lnTo>
                  <a:pt x="131015" y="102209"/>
                </a:lnTo>
                <a:lnTo>
                  <a:pt x="130594" y="102656"/>
                </a:lnTo>
                <a:lnTo>
                  <a:pt x="130174" y="103084"/>
                </a:lnTo>
                <a:lnTo>
                  <a:pt x="129849" y="103398"/>
                </a:lnTo>
                <a:lnTo>
                  <a:pt x="129522" y="103703"/>
                </a:lnTo>
                <a:lnTo>
                  <a:pt x="129194" y="104000"/>
                </a:lnTo>
                <a:lnTo>
                  <a:pt x="128865" y="104287"/>
                </a:lnTo>
                <a:lnTo>
                  <a:pt x="128535" y="104566"/>
                </a:lnTo>
                <a:lnTo>
                  <a:pt x="128204" y="104836"/>
                </a:lnTo>
                <a:lnTo>
                  <a:pt x="127872" y="105097"/>
                </a:lnTo>
                <a:lnTo>
                  <a:pt x="127539" y="105350"/>
                </a:lnTo>
                <a:lnTo>
                  <a:pt x="127204" y="105594"/>
                </a:lnTo>
                <a:lnTo>
                  <a:pt x="126868" y="105829"/>
                </a:lnTo>
                <a:lnTo>
                  <a:pt x="126532" y="106055"/>
                </a:lnTo>
                <a:lnTo>
                  <a:pt x="126194" y="106273"/>
                </a:lnTo>
                <a:lnTo>
                  <a:pt x="125855" y="106482"/>
                </a:lnTo>
                <a:lnTo>
                  <a:pt x="125515" y="106682"/>
                </a:lnTo>
                <a:lnTo>
                  <a:pt x="125173" y="106873"/>
                </a:lnTo>
                <a:lnTo>
                  <a:pt x="124831" y="107056"/>
                </a:lnTo>
                <a:lnTo>
                  <a:pt x="124487" y="107230"/>
                </a:lnTo>
                <a:lnTo>
                  <a:pt x="124143" y="107395"/>
                </a:lnTo>
                <a:lnTo>
                  <a:pt x="123797" y="107551"/>
                </a:lnTo>
                <a:lnTo>
                  <a:pt x="123450" y="107699"/>
                </a:lnTo>
                <a:lnTo>
                  <a:pt x="123102" y="107838"/>
                </a:lnTo>
                <a:lnTo>
                  <a:pt x="122753" y="107968"/>
                </a:lnTo>
                <a:lnTo>
                  <a:pt x="122402" y="108089"/>
                </a:lnTo>
                <a:lnTo>
                  <a:pt x="122051" y="108202"/>
                </a:lnTo>
                <a:lnTo>
                  <a:pt x="121690" y="108308"/>
                </a:lnTo>
                <a:lnTo>
                  <a:pt x="121311" y="108410"/>
                </a:lnTo>
                <a:lnTo>
                  <a:pt x="120915" y="108507"/>
                </a:lnTo>
                <a:lnTo>
                  <a:pt x="120501" y="108599"/>
                </a:lnTo>
                <a:lnTo>
                  <a:pt x="120069" y="108687"/>
                </a:lnTo>
                <a:lnTo>
                  <a:pt x="119619" y="108771"/>
                </a:lnTo>
                <a:lnTo>
                  <a:pt x="119151" y="108850"/>
                </a:lnTo>
                <a:lnTo>
                  <a:pt x="118666" y="108924"/>
                </a:lnTo>
                <a:lnTo>
                  <a:pt x="118163" y="108994"/>
                </a:lnTo>
                <a:lnTo>
                  <a:pt x="117642" y="109060"/>
                </a:lnTo>
                <a:lnTo>
                  <a:pt x="117104" y="109120"/>
                </a:lnTo>
                <a:lnTo>
                  <a:pt x="116547" y="109177"/>
                </a:lnTo>
                <a:lnTo>
                  <a:pt x="115973" y="109229"/>
                </a:lnTo>
                <a:lnTo>
                  <a:pt x="115381" y="109276"/>
                </a:lnTo>
                <a:lnTo>
                  <a:pt x="114772" y="109319"/>
                </a:lnTo>
                <a:lnTo>
                  <a:pt x="114144" y="109357"/>
                </a:lnTo>
                <a:lnTo>
                  <a:pt x="113499" y="109391"/>
                </a:lnTo>
                <a:lnTo>
                  <a:pt x="112836" y="109421"/>
                </a:lnTo>
                <a:lnTo>
                  <a:pt x="112155" y="109445"/>
                </a:lnTo>
                <a:lnTo>
                  <a:pt x="111457" y="109466"/>
                </a:lnTo>
                <a:lnTo>
                  <a:pt x="110741" y="109482"/>
                </a:lnTo>
                <a:lnTo>
                  <a:pt x="110006" y="109493"/>
                </a:lnTo>
                <a:lnTo>
                  <a:pt x="109255" y="109500"/>
                </a:lnTo>
                <a:lnTo>
                  <a:pt x="108485" y="109502"/>
                </a:lnTo>
                <a:lnTo>
                  <a:pt x="89801" y="109502"/>
                </a:lnTo>
                <a:lnTo>
                  <a:pt x="89427" y="109500"/>
                </a:lnTo>
                <a:lnTo>
                  <a:pt x="89064" y="109495"/>
                </a:lnTo>
                <a:lnTo>
                  <a:pt x="88710" y="109487"/>
                </a:lnTo>
                <a:lnTo>
                  <a:pt x="88366" y="109476"/>
                </a:lnTo>
                <a:lnTo>
                  <a:pt x="88033" y="109461"/>
                </a:lnTo>
                <a:lnTo>
                  <a:pt x="87710" y="109443"/>
                </a:lnTo>
                <a:lnTo>
                  <a:pt x="87397" y="109422"/>
                </a:lnTo>
                <a:lnTo>
                  <a:pt x="87094" y="109398"/>
                </a:lnTo>
                <a:lnTo>
                  <a:pt x="86801" y="109370"/>
                </a:lnTo>
                <a:lnTo>
                  <a:pt x="86518" y="109340"/>
                </a:lnTo>
                <a:lnTo>
                  <a:pt x="86246" y="109306"/>
                </a:lnTo>
                <a:lnTo>
                  <a:pt x="85984" y="109268"/>
                </a:lnTo>
                <a:lnTo>
                  <a:pt x="85731" y="109228"/>
                </a:lnTo>
                <a:lnTo>
                  <a:pt x="85489" y="109184"/>
                </a:lnTo>
                <a:lnTo>
                  <a:pt x="85258" y="109137"/>
                </a:lnTo>
                <a:lnTo>
                  <a:pt x="85036" y="109087"/>
                </a:lnTo>
                <a:lnTo>
                  <a:pt x="84824" y="109033"/>
                </a:lnTo>
                <a:lnTo>
                  <a:pt x="84623" y="108976"/>
                </a:lnTo>
                <a:lnTo>
                  <a:pt x="84432" y="108916"/>
                </a:lnTo>
                <a:lnTo>
                  <a:pt x="84251" y="108853"/>
                </a:lnTo>
                <a:lnTo>
                  <a:pt x="84080" y="108787"/>
                </a:lnTo>
                <a:lnTo>
                  <a:pt x="83919" y="108717"/>
                </a:lnTo>
                <a:lnTo>
                  <a:pt x="83768" y="108644"/>
                </a:lnTo>
                <a:lnTo>
                  <a:pt x="83628" y="108568"/>
                </a:lnTo>
                <a:lnTo>
                  <a:pt x="83494" y="108488"/>
                </a:lnTo>
                <a:lnTo>
                  <a:pt x="83364" y="108407"/>
                </a:lnTo>
                <a:lnTo>
                  <a:pt x="83237" y="108323"/>
                </a:lnTo>
                <a:lnTo>
                  <a:pt x="83113" y="108237"/>
                </a:lnTo>
                <a:lnTo>
                  <a:pt x="82993" y="108149"/>
                </a:lnTo>
                <a:lnTo>
                  <a:pt x="82876" y="108059"/>
                </a:lnTo>
                <a:lnTo>
                  <a:pt x="82763" y="107966"/>
                </a:lnTo>
                <a:lnTo>
                  <a:pt x="82653" y="107871"/>
                </a:lnTo>
                <a:lnTo>
                  <a:pt x="82546" y="107774"/>
                </a:lnTo>
                <a:lnTo>
                  <a:pt x="82443" y="107674"/>
                </a:lnTo>
                <a:lnTo>
                  <a:pt x="82343" y="107572"/>
                </a:lnTo>
                <a:lnTo>
                  <a:pt x="82247" y="107468"/>
                </a:lnTo>
                <a:lnTo>
                  <a:pt x="82154" y="107362"/>
                </a:lnTo>
                <a:lnTo>
                  <a:pt x="82064" y="107254"/>
                </a:lnTo>
                <a:lnTo>
                  <a:pt x="81978" y="107143"/>
                </a:lnTo>
                <a:lnTo>
                  <a:pt x="81895" y="107030"/>
                </a:lnTo>
                <a:lnTo>
                  <a:pt x="81815" y="106915"/>
                </a:lnTo>
                <a:lnTo>
                  <a:pt x="81739" y="106797"/>
                </a:lnTo>
                <a:lnTo>
                  <a:pt x="81666" y="106677"/>
                </a:lnTo>
                <a:lnTo>
                  <a:pt x="81597" y="106555"/>
                </a:lnTo>
                <a:lnTo>
                  <a:pt x="81531" y="106431"/>
                </a:lnTo>
                <a:lnTo>
                  <a:pt x="81468" y="106304"/>
                </a:lnTo>
                <a:lnTo>
                  <a:pt x="81409" y="106175"/>
                </a:lnTo>
                <a:lnTo>
                  <a:pt x="81353" y="106044"/>
                </a:lnTo>
                <a:lnTo>
                  <a:pt x="81300" y="105902"/>
                </a:lnTo>
                <a:lnTo>
                  <a:pt x="81249" y="105740"/>
                </a:lnTo>
                <a:lnTo>
                  <a:pt x="81201" y="105558"/>
                </a:lnTo>
                <a:lnTo>
                  <a:pt x="81155" y="105356"/>
                </a:lnTo>
                <a:lnTo>
                  <a:pt x="81111" y="105134"/>
                </a:lnTo>
                <a:lnTo>
                  <a:pt x="81069" y="104892"/>
                </a:lnTo>
                <a:lnTo>
                  <a:pt x="81029" y="104631"/>
                </a:lnTo>
                <a:lnTo>
                  <a:pt x="80992" y="104349"/>
                </a:lnTo>
                <a:lnTo>
                  <a:pt x="80957" y="104048"/>
                </a:lnTo>
                <a:lnTo>
                  <a:pt x="80925" y="103726"/>
                </a:lnTo>
                <a:lnTo>
                  <a:pt x="80894" y="103385"/>
                </a:lnTo>
                <a:lnTo>
                  <a:pt x="80866" y="103023"/>
                </a:lnTo>
                <a:lnTo>
                  <a:pt x="80840" y="102642"/>
                </a:lnTo>
                <a:lnTo>
                  <a:pt x="80816" y="102241"/>
                </a:lnTo>
                <a:lnTo>
                  <a:pt x="80795" y="101820"/>
                </a:lnTo>
                <a:lnTo>
                  <a:pt x="80776" y="101379"/>
                </a:lnTo>
                <a:lnTo>
                  <a:pt x="80759" y="100918"/>
                </a:lnTo>
                <a:lnTo>
                  <a:pt x="80744" y="100437"/>
                </a:lnTo>
                <a:lnTo>
                  <a:pt x="80732" y="99937"/>
                </a:lnTo>
                <a:lnTo>
                  <a:pt x="80721" y="99416"/>
                </a:lnTo>
                <a:lnTo>
                  <a:pt x="80714" y="98875"/>
                </a:lnTo>
                <a:lnTo>
                  <a:pt x="80708" y="98315"/>
                </a:lnTo>
                <a:lnTo>
                  <a:pt x="80705" y="97734"/>
                </a:lnTo>
                <a:lnTo>
                  <a:pt x="80703" y="97134"/>
                </a:lnTo>
                <a:lnTo>
                  <a:pt x="80703" y="60762"/>
                </a:lnTo>
                <a:lnTo>
                  <a:pt x="104911" y="60762"/>
                </a:lnTo>
                <a:lnTo>
                  <a:pt x="105480" y="60765"/>
                </a:lnTo>
                <a:lnTo>
                  <a:pt x="106037" y="60773"/>
                </a:lnTo>
                <a:lnTo>
                  <a:pt x="106581" y="60788"/>
                </a:lnTo>
                <a:lnTo>
                  <a:pt x="107113" y="60807"/>
                </a:lnTo>
                <a:lnTo>
                  <a:pt x="107633" y="60833"/>
                </a:lnTo>
                <a:lnTo>
                  <a:pt x="108140" y="60864"/>
                </a:lnTo>
                <a:lnTo>
                  <a:pt x="108635" y="60900"/>
                </a:lnTo>
                <a:lnTo>
                  <a:pt x="109117" y="60943"/>
                </a:lnTo>
                <a:lnTo>
                  <a:pt x="109587" y="60991"/>
                </a:lnTo>
                <a:lnTo>
                  <a:pt x="110044" y="61044"/>
                </a:lnTo>
                <a:lnTo>
                  <a:pt x="110489" y="61103"/>
                </a:lnTo>
                <a:lnTo>
                  <a:pt x="110922" y="61168"/>
                </a:lnTo>
                <a:lnTo>
                  <a:pt x="111342" y="61239"/>
                </a:lnTo>
                <a:lnTo>
                  <a:pt x="111750" y="61315"/>
                </a:lnTo>
                <a:lnTo>
                  <a:pt x="112146" y="61397"/>
                </a:lnTo>
                <a:lnTo>
                  <a:pt x="112529" y="61484"/>
                </a:lnTo>
                <a:lnTo>
                  <a:pt x="112899" y="61577"/>
                </a:lnTo>
                <a:lnTo>
                  <a:pt x="113257" y="61676"/>
                </a:lnTo>
                <a:lnTo>
                  <a:pt x="113603" y="61780"/>
                </a:lnTo>
                <a:lnTo>
                  <a:pt x="113937" y="61890"/>
                </a:lnTo>
                <a:lnTo>
                  <a:pt x="114258" y="62006"/>
                </a:lnTo>
                <a:lnTo>
                  <a:pt x="114566" y="62127"/>
                </a:lnTo>
                <a:lnTo>
                  <a:pt x="114862" y="62254"/>
                </a:lnTo>
                <a:lnTo>
                  <a:pt x="115146" y="62387"/>
                </a:lnTo>
                <a:lnTo>
                  <a:pt x="115420" y="62524"/>
                </a:lnTo>
                <a:lnTo>
                  <a:pt x="115688" y="62666"/>
                </a:lnTo>
                <a:lnTo>
                  <a:pt x="115950" y="62812"/>
                </a:lnTo>
                <a:lnTo>
                  <a:pt x="116204" y="62962"/>
                </a:lnTo>
                <a:lnTo>
                  <a:pt x="116453" y="63117"/>
                </a:lnTo>
                <a:lnTo>
                  <a:pt x="116695" y="63275"/>
                </a:lnTo>
                <a:lnTo>
                  <a:pt x="116930" y="63438"/>
                </a:lnTo>
                <a:lnTo>
                  <a:pt x="117159" y="63605"/>
                </a:lnTo>
                <a:lnTo>
                  <a:pt x="117381" y="63777"/>
                </a:lnTo>
                <a:lnTo>
                  <a:pt x="117597" y="63952"/>
                </a:lnTo>
                <a:lnTo>
                  <a:pt x="117807" y="64132"/>
                </a:lnTo>
                <a:lnTo>
                  <a:pt x="118010" y="64316"/>
                </a:lnTo>
                <a:lnTo>
                  <a:pt x="118206" y="64504"/>
                </a:lnTo>
                <a:lnTo>
                  <a:pt x="118396" y="64697"/>
                </a:lnTo>
                <a:lnTo>
                  <a:pt x="118579" y="64894"/>
                </a:lnTo>
                <a:lnTo>
                  <a:pt x="118756" y="65095"/>
                </a:lnTo>
                <a:lnTo>
                  <a:pt x="118927" y="65300"/>
                </a:lnTo>
                <a:lnTo>
                  <a:pt x="119091" y="65509"/>
                </a:lnTo>
                <a:lnTo>
                  <a:pt x="119249" y="65723"/>
                </a:lnTo>
                <a:lnTo>
                  <a:pt x="119400" y="65941"/>
                </a:lnTo>
                <a:lnTo>
                  <a:pt x="119544" y="66163"/>
                </a:lnTo>
                <a:lnTo>
                  <a:pt x="119682" y="66389"/>
                </a:lnTo>
                <a:lnTo>
                  <a:pt x="119814" y="66620"/>
                </a:lnTo>
                <a:lnTo>
                  <a:pt x="119939" y="66855"/>
                </a:lnTo>
                <a:lnTo>
                  <a:pt x="120034" y="67054"/>
                </a:lnTo>
                <a:lnTo>
                  <a:pt x="120128" y="67274"/>
                </a:lnTo>
                <a:lnTo>
                  <a:pt x="120223" y="67513"/>
                </a:lnTo>
                <a:lnTo>
                  <a:pt x="120318" y="67773"/>
                </a:lnTo>
                <a:lnTo>
                  <a:pt x="120413" y="68053"/>
                </a:lnTo>
                <a:lnTo>
                  <a:pt x="120507" y="68352"/>
                </a:lnTo>
                <a:lnTo>
                  <a:pt x="120602" y="68672"/>
                </a:lnTo>
                <a:lnTo>
                  <a:pt x="120697" y="69012"/>
                </a:lnTo>
                <a:lnTo>
                  <a:pt x="120792" y="69372"/>
                </a:lnTo>
                <a:lnTo>
                  <a:pt x="120887" y="69751"/>
                </a:lnTo>
                <a:lnTo>
                  <a:pt x="120981" y="70151"/>
                </a:lnTo>
                <a:lnTo>
                  <a:pt x="121076" y="70571"/>
                </a:lnTo>
                <a:lnTo>
                  <a:pt x="121171" y="71011"/>
                </a:lnTo>
                <a:lnTo>
                  <a:pt x="121266" y="71471"/>
                </a:lnTo>
                <a:lnTo>
                  <a:pt x="121360" y="71951"/>
                </a:lnTo>
                <a:lnTo>
                  <a:pt x="121455" y="72451"/>
                </a:lnTo>
                <a:lnTo>
                  <a:pt x="121550" y="72971"/>
                </a:lnTo>
                <a:lnTo>
                  <a:pt x="121645" y="73511"/>
                </a:lnTo>
                <a:lnTo>
                  <a:pt x="121740" y="74071"/>
                </a:lnTo>
                <a:lnTo>
                  <a:pt x="121834" y="74651"/>
                </a:lnTo>
                <a:lnTo>
                  <a:pt x="121929" y="75251"/>
                </a:lnTo>
                <a:lnTo>
                  <a:pt x="122024" y="75871"/>
                </a:lnTo>
                <a:lnTo>
                  <a:pt x="122119" y="76511"/>
                </a:lnTo>
                <a:lnTo>
                  <a:pt x="122213" y="77171"/>
                </a:lnTo>
                <a:lnTo>
                  <a:pt x="125219" y="77171"/>
                </a:lnTo>
                <a:lnTo>
                  <a:pt x="125219" y="38667"/>
                </a:lnTo>
                <a:lnTo>
                  <a:pt x="122213" y="38667"/>
                </a:lnTo>
                <a:lnTo>
                  <a:pt x="122166" y="39446"/>
                </a:lnTo>
                <a:lnTo>
                  <a:pt x="122106" y="40206"/>
                </a:lnTo>
                <a:lnTo>
                  <a:pt x="122033" y="40945"/>
                </a:lnTo>
                <a:lnTo>
                  <a:pt x="121947" y="41665"/>
                </a:lnTo>
                <a:lnTo>
                  <a:pt x="121848" y="42365"/>
                </a:lnTo>
                <a:lnTo>
                  <a:pt x="121736" y="43045"/>
                </a:lnTo>
                <a:lnTo>
                  <a:pt x="121611" y="43705"/>
                </a:lnTo>
                <a:lnTo>
                  <a:pt x="121473" y="44346"/>
                </a:lnTo>
                <a:lnTo>
                  <a:pt x="121322" y="44966"/>
                </a:lnTo>
                <a:lnTo>
                  <a:pt x="121158" y="45567"/>
                </a:lnTo>
                <a:lnTo>
                  <a:pt x="120982" y="46148"/>
                </a:lnTo>
                <a:lnTo>
                  <a:pt x="120792" y="46709"/>
                </a:lnTo>
                <a:lnTo>
                  <a:pt x="120589" y="47250"/>
                </a:lnTo>
                <a:lnTo>
                  <a:pt x="120373" y="47771"/>
                </a:lnTo>
                <a:lnTo>
                  <a:pt x="120144" y="48273"/>
                </a:lnTo>
                <a:lnTo>
                  <a:pt x="119903" y="48754"/>
                </a:lnTo>
                <a:lnTo>
                  <a:pt x="119648" y="49216"/>
                </a:lnTo>
                <a:lnTo>
                  <a:pt x="119380" y="49658"/>
                </a:lnTo>
                <a:lnTo>
                  <a:pt x="119100" y="50080"/>
                </a:lnTo>
                <a:lnTo>
                  <a:pt x="118806" y="50482"/>
                </a:lnTo>
                <a:lnTo>
                  <a:pt x="118500" y="50865"/>
                </a:lnTo>
                <a:lnTo>
                  <a:pt x="118180" y="51227"/>
                </a:lnTo>
                <a:lnTo>
                  <a:pt x="117847" y="51570"/>
                </a:lnTo>
                <a:lnTo>
                  <a:pt x="117502" y="51893"/>
                </a:lnTo>
                <a:lnTo>
                  <a:pt x="117227" y="52126"/>
                </a:lnTo>
                <a:lnTo>
                  <a:pt x="116930" y="52349"/>
                </a:lnTo>
                <a:lnTo>
                  <a:pt x="116612" y="52562"/>
                </a:lnTo>
                <a:lnTo>
                  <a:pt x="116272" y="52766"/>
                </a:lnTo>
                <a:lnTo>
                  <a:pt x="115910" y="52959"/>
                </a:lnTo>
                <a:lnTo>
                  <a:pt x="115527" y="53143"/>
                </a:lnTo>
                <a:lnTo>
                  <a:pt x="115122" y="53317"/>
                </a:lnTo>
                <a:lnTo>
                  <a:pt x="114695" y="53481"/>
                </a:lnTo>
                <a:lnTo>
                  <a:pt x="114246" y="53634"/>
                </a:lnTo>
                <a:lnTo>
                  <a:pt x="113776" y="53778"/>
                </a:lnTo>
                <a:lnTo>
                  <a:pt x="113284" y="53912"/>
                </a:lnTo>
                <a:lnTo>
                  <a:pt x="112770" y="54036"/>
                </a:lnTo>
                <a:lnTo>
                  <a:pt x="112235" y="54150"/>
                </a:lnTo>
                <a:lnTo>
                  <a:pt x="111677" y="54255"/>
                </a:lnTo>
                <a:lnTo>
                  <a:pt x="111098" y="54349"/>
                </a:lnTo>
                <a:lnTo>
                  <a:pt x="110498" y="54433"/>
                </a:lnTo>
                <a:lnTo>
                  <a:pt x="109875" y="54508"/>
                </a:lnTo>
                <a:lnTo>
                  <a:pt x="109231" y="54572"/>
                </a:lnTo>
                <a:lnTo>
                  <a:pt x="108566" y="54627"/>
                </a:lnTo>
                <a:lnTo>
                  <a:pt x="107878" y="54672"/>
                </a:lnTo>
                <a:lnTo>
                  <a:pt x="107169" y="54706"/>
                </a:lnTo>
                <a:lnTo>
                  <a:pt x="106438" y="54731"/>
                </a:lnTo>
                <a:lnTo>
                  <a:pt x="105685" y="54746"/>
                </a:lnTo>
                <a:lnTo>
                  <a:pt x="104911" y="54751"/>
                </a:lnTo>
                <a:lnTo>
                  <a:pt x="80703" y="54751"/>
                </a:lnTo>
                <a:lnTo>
                  <a:pt x="80703" y="11373"/>
                </a:lnTo>
                <a:lnTo>
                  <a:pt x="110922" y="11373"/>
                </a:lnTo>
                <a:lnTo>
                  <a:pt x="111597" y="11375"/>
                </a:lnTo>
                <a:lnTo>
                  <a:pt x="112255" y="11381"/>
                </a:lnTo>
                <a:lnTo>
                  <a:pt x="112896" y="11392"/>
                </a:lnTo>
                <a:close/>
                <a:moveTo>
                  <a:pt x="170654" y="18549"/>
                </a:moveTo>
                <a:lnTo>
                  <a:pt x="170395" y="19173"/>
                </a:lnTo>
                <a:lnTo>
                  <a:pt x="170140" y="19779"/>
                </a:lnTo>
                <a:lnTo>
                  <a:pt x="169890" y="20367"/>
                </a:lnTo>
                <a:lnTo>
                  <a:pt x="169646" y="20937"/>
                </a:lnTo>
                <a:lnTo>
                  <a:pt x="169406" y="21489"/>
                </a:lnTo>
                <a:lnTo>
                  <a:pt x="169172" y="22024"/>
                </a:lnTo>
                <a:lnTo>
                  <a:pt x="168943" y="22540"/>
                </a:lnTo>
                <a:lnTo>
                  <a:pt x="168718" y="23039"/>
                </a:lnTo>
                <a:lnTo>
                  <a:pt x="168499" y="23520"/>
                </a:lnTo>
                <a:lnTo>
                  <a:pt x="168285" y="23983"/>
                </a:lnTo>
                <a:lnTo>
                  <a:pt x="168076" y="24429"/>
                </a:lnTo>
                <a:lnTo>
                  <a:pt x="167872" y="24856"/>
                </a:lnTo>
                <a:lnTo>
                  <a:pt x="167673" y="25266"/>
                </a:lnTo>
                <a:lnTo>
                  <a:pt x="167480" y="25657"/>
                </a:lnTo>
                <a:lnTo>
                  <a:pt x="167291" y="26031"/>
                </a:lnTo>
                <a:lnTo>
                  <a:pt x="167107" y="26388"/>
                </a:lnTo>
                <a:lnTo>
                  <a:pt x="166929" y="26726"/>
                </a:lnTo>
                <a:lnTo>
                  <a:pt x="166755" y="27046"/>
                </a:lnTo>
                <a:lnTo>
                  <a:pt x="166587" y="27349"/>
                </a:lnTo>
                <a:lnTo>
                  <a:pt x="166424" y="27634"/>
                </a:lnTo>
                <a:lnTo>
                  <a:pt x="166265" y="27901"/>
                </a:lnTo>
                <a:lnTo>
                  <a:pt x="165959" y="28387"/>
                </a:lnTo>
                <a:lnTo>
                  <a:pt x="165649" y="28867"/>
                </a:lnTo>
                <a:lnTo>
                  <a:pt x="165336" y="29342"/>
                </a:lnTo>
                <a:lnTo>
                  <a:pt x="165019" y="29811"/>
                </a:lnTo>
                <a:lnTo>
                  <a:pt x="164698" y="30275"/>
                </a:lnTo>
                <a:lnTo>
                  <a:pt x="164374" y="30732"/>
                </a:lnTo>
                <a:lnTo>
                  <a:pt x="164047" y="31185"/>
                </a:lnTo>
                <a:lnTo>
                  <a:pt x="163715" y="31631"/>
                </a:lnTo>
                <a:lnTo>
                  <a:pt x="163381" y="32072"/>
                </a:lnTo>
                <a:lnTo>
                  <a:pt x="163043" y="32507"/>
                </a:lnTo>
                <a:lnTo>
                  <a:pt x="162701" y="32937"/>
                </a:lnTo>
                <a:lnTo>
                  <a:pt x="162356" y="33361"/>
                </a:lnTo>
                <a:lnTo>
                  <a:pt x="162007" y="33779"/>
                </a:lnTo>
                <a:lnTo>
                  <a:pt x="161655" y="34192"/>
                </a:lnTo>
                <a:lnTo>
                  <a:pt x="161299" y="34598"/>
                </a:lnTo>
                <a:lnTo>
                  <a:pt x="160940" y="35000"/>
                </a:lnTo>
                <a:lnTo>
                  <a:pt x="160577" y="35395"/>
                </a:lnTo>
                <a:lnTo>
                  <a:pt x="160211" y="35785"/>
                </a:lnTo>
                <a:lnTo>
                  <a:pt x="159841" y="36170"/>
                </a:lnTo>
                <a:lnTo>
                  <a:pt x="159468" y="36548"/>
                </a:lnTo>
                <a:lnTo>
                  <a:pt x="159091" y="36922"/>
                </a:lnTo>
                <a:lnTo>
                  <a:pt x="158710" y="37289"/>
                </a:lnTo>
                <a:lnTo>
                  <a:pt x="158326" y="37651"/>
                </a:lnTo>
                <a:lnTo>
                  <a:pt x="157939" y="38007"/>
                </a:lnTo>
                <a:lnTo>
                  <a:pt x="157550" y="38356"/>
                </a:lnTo>
                <a:lnTo>
                  <a:pt x="157162" y="38696"/>
                </a:lnTo>
                <a:lnTo>
                  <a:pt x="156774" y="39028"/>
                </a:lnTo>
                <a:lnTo>
                  <a:pt x="156388" y="39352"/>
                </a:lnTo>
                <a:lnTo>
                  <a:pt x="156002" y="39666"/>
                </a:lnTo>
                <a:lnTo>
                  <a:pt x="155616" y="39973"/>
                </a:lnTo>
                <a:lnTo>
                  <a:pt x="155232" y="40270"/>
                </a:lnTo>
                <a:lnTo>
                  <a:pt x="154848" y="40559"/>
                </a:lnTo>
                <a:lnTo>
                  <a:pt x="154464" y="40840"/>
                </a:lnTo>
                <a:lnTo>
                  <a:pt x="154082" y="41112"/>
                </a:lnTo>
                <a:lnTo>
                  <a:pt x="153700" y="41376"/>
                </a:lnTo>
                <a:lnTo>
                  <a:pt x="153319" y="41631"/>
                </a:lnTo>
                <a:lnTo>
                  <a:pt x="152938" y="41877"/>
                </a:lnTo>
                <a:lnTo>
                  <a:pt x="152559" y="42115"/>
                </a:lnTo>
                <a:lnTo>
                  <a:pt x="152180" y="42344"/>
                </a:lnTo>
                <a:lnTo>
                  <a:pt x="151801" y="42565"/>
                </a:lnTo>
                <a:lnTo>
                  <a:pt x="151424" y="42777"/>
                </a:lnTo>
                <a:lnTo>
                  <a:pt x="151047" y="42981"/>
                </a:lnTo>
                <a:lnTo>
                  <a:pt x="150671" y="43176"/>
                </a:lnTo>
                <a:lnTo>
                  <a:pt x="150295" y="43362"/>
                </a:lnTo>
                <a:lnTo>
                  <a:pt x="149920" y="43540"/>
                </a:lnTo>
                <a:lnTo>
                  <a:pt x="149546" y="43710"/>
                </a:lnTo>
                <a:lnTo>
                  <a:pt x="149173" y="43871"/>
                </a:lnTo>
                <a:lnTo>
                  <a:pt x="148800" y="44023"/>
                </a:lnTo>
                <a:lnTo>
                  <a:pt x="148800" y="46628"/>
                </a:lnTo>
                <a:lnTo>
                  <a:pt x="160579" y="46628"/>
                </a:lnTo>
                <a:lnTo>
                  <a:pt x="160579" y="96842"/>
                </a:lnTo>
                <a:lnTo>
                  <a:pt x="160582" y="97507"/>
                </a:lnTo>
                <a:lnTo>
                  <a:pt x="160591" y="98158"/>
                </a:lnTo>
                <a:lnTo>
                  <a:pt x="160606" y="98794"/>
                </a:lnTo>
                <a:lnTo>
                  <a:pt x="160626" y="99416"/>
                </a:lnTo>
                <a:lnTo>
                  <a:pt x="160653" y="100022"/>
                </a:lnTo>
                <a:lnTo>
                  <a:pt x="160686" y="100615"/>
                </a:lnTo>
                <a:lnTo>
                  <a:pt x="160724" y="101192"/>
                </a:lnTo>
                <a:lnTo>
                  <a:pt x="160769" y="101756"/>
                </a:lnTo>
                <a:lnTo>
                  <a:pt x="160819" y="102304"/>
                </a:lnTo>
                <a:lnTo>
                  <a:pt x="160875" y="102838"/>
                </a:lnTo>
                <a:lnTo>
                  <a:pt x="160937" y="103358"/>
                </a:lnTo>
                <a:lnTo>
                  <a:pt x="161005" y="103862"/>
                </a:lnTo>
                <a:lnTo>
                  <a:pt x="161080" y="104353"/>
                </a:lnTo>
                <a:lnTo>
                  <a:pt x="161159" y="104828"/>
                </a:lnTo>
                <a:lnTo>
                  <a:pt x="161245" y="105290"/>
                </a:lnTo>
                <a:lnTo>
                  <a:pt x="161337" y="105736"/>
                </a:lnTo>
                <a:lnTo>
                  <a:pt x="161435" y="106168"/>
                </a:lnTo>
                <a:lnTo>
                  <a:pt x="161539" y="106585"/>
                </a:lnTo>
                <a:lnTo>
                  <a:pt x="161648" y="106988"/>
                </a:lnTo>
                <a:lnTo>
                  <a:pt x="161764" y="107376"/>
                </a:lnTo>
                <a:lnTo>
                  <a:pt x="161885" y="107750"/>
                </a:lnTo>
                <a:lnTo>
                  <a:pt x="162012" y="108109"/>
                </a:lnTo>
                <a:lnTo>
                  <a:pt x="162146" y="108454"/>
                </a:lnTo>
                <a:lnTo>
                  <a:pt x="162285" y="108783"/>
                </a:lnTo>
                <a:lnTo>
                  <a:pt x="162430" y="109103"/>
                </a:lnTo>
                <a:lnTo>
                  <a:pt x="162582" y="109416"/>
                </a:lnTo>
                <a:lnTo>
                  <a:pt x="162741" y="109723"/>
                </a:lnTo>
                <a:lnTo>
                  <a:pt x="162905" y="110024"/>
                </a:lnTo>
                <a:lnTo>
                  <a:pt x="163077" y="110319"/>
                </a:lnTo>
                <a:lnTo>
                  <a:pt x="163255" y="110607"/>
                </a:lnTo>
                <a:lnTo>
                  <a:pt x="163439" y="110889"/>
                </a:lnTo>
                <a:lnTo>
                  <a:pt x="163630" y="111165"/>
                </a:lnTo>
                <a:lnTo>
                  <a:pt x="163827" y="111435"/>
                </a:lnTo>
                <a:lnTo>
                  <a:pt x="164031" y="111698"/>
                </a:lnTo>
                <a:lnTo>
                  <a:pt x="164241" y="111956"/>
                </a:lnTo>
                <a:lnTo>
                  <a:pt x="164458" y="112207"/>
                </a:lnTo>
                <a:lnTo>
                  <a:pt x="164681" y="112451"/>
                </a:lnTo>
                <a:lnTo>
                  <a:pt x="164911" y="112690"/>
                </a:lnTo>
                <a:lnTo>
                  <a:pt x="165147" y="112922"/>
                </a:lnTo>
                <a:lnTo>
                  <a:pt x="165390" y="113149"/>
                </a:lnTo>
                <a:lnTo>
                  <a:pt x="165639" y="113368"/>
                </a:lnTo>
                <a:lnTo>
                  <a:pt x="165895" y="113582"/>
                </a:lnTo>
                <a:lnTo>
                  <a:pt x="166157" y="113790"/>
                </a:lnTo>
                <a:lnTo>
                  <a:pt x="166426" y="113991"/>
                </a:lnTo>
                <a:lnTo>
                  <a:pt x="166701" y="114186"/>
                </a:lnTo>
                <a:lnTo>
                  <a:pt x="166982" y="114375"/>
                </a:lnTo>
                <a:lnTo>
                  <a:pt x="167270" y="114557"/>
                </a:lnTo>
                <a:lnTo>
                  <a:pt x="167565" y="114734"/>
                </a:lnTo>
                <a:lnTo>
                  <a:pt x="167863" y="114903"/>
                </a:lnTo>
                <a:lnTo>
                  <a:pt x="168162" y="115066"/>
                </a:lnTo>
                <a:lnTo>
                  <a:pt x="168461" y="115221"/>
                </a:lnTo>
                <a:lnTo>
                  <a:pt x="168761" y="115369"/>
                </a:lnTo>
                <a:lnTo>
                  <a:pt x="169061" y="115510"/>
                </a:lnTo>
                <a:lnTo>
                  <a:pt x="169362" y="115643"/>
                </a:lnTo>
                <a:lnTo>
                  <a:pt x="169664" y="115770"/>
                </a:lnTo>
                <a:lnTo>
                  <a:pt x="169966" y="115889"/>
                </a:lnTo>
                <a:lnTo>
                  <a:pt x="170269" y="116001"/>
                </a:lnTo>
                <a:lnTo>
                  <a:pt x="170572" y="116105"/>
                </a:lnTo>
                <a:lnTo>
                  <a:pt x="170876" y="116203"/>
                </a:lnTo>
                <a:lnTo>
                  <a:pt x="171180" y="116293"/>
                </a:lnTo>
                <a:lnTo>
                  <a:pt x="171485" y="116376"/>
                </a:lnTo>
                <a:lnTo>
                  <a:pt x="171790" y="116452"/>
                </a:lnTo>
                <a:lnTo>
                  <a:pt x="172096" y="116520"/>
                </a:lnTo>
                <a:lnTo>
                  <a:pt x="172403" y="116582"/>
                </a:lnTo>
                <a:lnTo>
                  <a:pt x="172710" y="116636"/>
                </a:lnTo>
                <a:lnTo>
                  <a:pt x="173018" y="116683"/>
                </a:lnTo>
                <a:lnTo>
                  <a:pt x="173326" y="116723"/>
                </a:lnTo>
                <a:lnTo>
                  <a:pt x="173635" y="116755"/>
                </a:lnTo>
                <a:lnTo>
                  <a:pt x="173944" y="116780"/>
                </a:lnTo>
                <a:lnTo>
                  <a:pt x="174254" y="116798"/>
                </a:lnTo>
                <a:lnTo>
                  <a:pt x="174565" y="116809"/>
                </a:lnTo>
                <a:lnTo>
                  <a:pt x="174876" y="116813"/>
                </a:lnTo>
                <a:lnTo>
                  <a:pt x="175336" y="116806"/>
                </a:lnTo>
                <a:lnTo>
                  <a:pt x="175794" y="116785"/>
                </a:lnTo>
                <a:lnTo>
                  <a:pt x="176252" y="116750"/>
                </a:lnTo>
                <a:lnTo>
                  <a:pt x="176708" y="116701"/>
                </a:lnTo>
                <a:lnTo>
                  <a:pt x="177163" y="116637"/>
                </a:lnTo>
                <a:lnTo>
                  <a:pt x="177618" y="116560"/>
                </a:lnTo>
                <a:lnTo>
                  <a:pt x="178071" y="116469"/>
                </a:lnTo>
                <a:lnTo>
                  <a:pt x="178522" y="116364"/>
                </a:lnTo>
                <a:lnTo>
                  <a:pt x="178973" y="116244"/>
                </a:lnTo>
                <a:lnTo>
                  <a:pt x="179423" y="116111"/>
                </a:lnTo>
                <a:lnTo>
                  <a:pt x="179871" y="115964"/>
                </a:lnTo>
                <a:lnTo>
                  <a:pt x="180319" y="115802"/>
                </a:lnTo>
                <a:lnTo>
                  <a:pt x="180765" y="115627"/>
                </a:lnTo>
                <a:lnTo>
                  <a:pt x="181210" y="115438"/>
                </a:lnTo>
                <a:lnTo>
                  <a:pt x="181654" y="115234"/>
                </a:lnTo>
                <a:lnTo>
                  <a:pt x="182097" y="115017"/>
                </a:lnTo>
                <a:lnTo>
                  <a:pt x="182538" y="114785"/>
                </a:lnTo>
                <a:lnTo>
                  <a:pt x="182979" y="114540"/>
                </a:lnTo>
                <a:lnTo>
                  <a:pt x="183418" y="114280"/>
                </a:lnTo>
                <a:lnTo>
                  <a:pt x="183857" y="114006"/>
                </a:lnTo>
                <a:lnTo>
                  <a:pt x="184294" y="113719"/>
                </a:lnTo>
                <a:lnTo>
                  <a:pt x="184730" y="113417"/>
                </a:lnTo>
                <a:lnTo>
                  <a:pt x="185165" y="113101"/>
                </a:lnTo>
                <a:lnTo>
                  <a:pt x="185599" y="112771"/>
                </a:lnTo>
                <a:lnTo>
                  <a:pt x="186028" y="112428"/>
                </a:lnTo>
                <a:lnTo>
                  <a:pt x="186449" y="112070"/>
                </a:lnTo>
                <a:lnTo>
                  <a:pt x="186862" y="111699"/>
                </a:lnTo>
                <a:lnTo>
                  <a:pt x="187266" y="111314"/>
                </a:lnTo>
                <a:lnTo>
                  <a:pt x="187663" y="110916"/>
                </a:lnTo>
                <a:lnTo>
                  <a:pt x="188051" y="110503"/>
                </a:lnTo>
                <a:lnTo>
                  <a:pt x="188431" y="110077"/>
                </a:lnTo>
                <a:lnTo>
                  <a:pt x="188803" y="109637"/>
                </a:lnTo>
                <a:lnTo>
                  <a:pt x="189167" y="109184"/>
                </a:lnTo>
                <a:lnTo>
                  <a:pt x="189522" y="108716"/>
                </a:lnTo>
                <a:lnTo>
                  <a:pt x="189869" y="108235"/>
                </a:lnTo>
                <a:lnTo>
                  <a:pt x="190209" y="107740"/>
                </a:lnTo>
                <a:lnTo>
                  <a:pt x="190540" y="107231"/>
                </a:lnTo>
                <a:lnTo>
                  <a:pt x="190862" y="106709"/>
                </a:lnTo>
                <a:lnTo>
                  <a:pt x="191177" y="106173"/>
                </a:lnTo>
                <a:lnTo>
                  <a:pt x="191484" y="105623"/>
                </a:lnTo>
                <a:lnTo>
                  <a:pt x="191782" y="105059"/>
                </a:lnTo>
                <a:lnTo>
                  <a:pt x="192072" y="104482"/>
                </a:lnTo>
                <a:lnTo>
                  <a:pt x="192354" y="103891"/>
                </a:lnTo>
                <a:lnTo>
                  <a:pt x="192628" y="103286"/>
                </a:lnTo>
                <a:lnTo>
                  <a:pt x="192893" y="102667"/>
                </a:lnTo>
                <a:lnTo>
                  <a:pt x="193151" y="102035"/>
                </a:lnTo>
                <a:lnTo>
                  <a:pt x="193400" y="101389"/>
                </a:lnTo>
                <a:lnTo>
                  <a:pt x="193641" y="100729"/>
                </a:lnTo>
                <a:lnTo>
                  <a:pt x="190473" y="100729"/>
                </a:lnTo>
                <a:lnTo>
                  <a:pt x="190356" y="101000"/>
                </a:lnTo>
                <a:lnTo>
                  <a:pt x="190235" y="101266"/>
                </a:lnTo>
                <a:lnTo>
                  <a:pt x="190110" y="101526"/>
                </a:lnTo>
                <a:lnTo>
                  <a:pt x="189981" y="101781"/>
                </a:lnTo>
                <a:lnTo>
                  <a:pt x="189848" y="102030"/>
                </a:lnTo>
                <a:lnTo>
                  <a:pt x="189711" y="102273"/>
                </a:lnTo>
                <a:lnTo>
                  <a:pt x="189570" y="102511"/>
                </a:lnTo>
                <a:lnTo>
                  <a:pt x="189426" y="102744"/>
                </a:lnTo>
                <a:lnTo>
                  <a:pt x="189277" y="102971"/>
                </a:lnTo>
                <a:lnTo>
                  <a:pt x="189124" y="103192"/>
                </a:lnTo>
                <a:lnTo>
                  <a:pt x="188968" y="103407"/>
                </a:lnTo>
                <a:lnTo>
                  <a:pt x="188807" y="103618"/>
                </a:lnTo>
                <a:lnTo>
                  <a:pt x="188643" y="103822"/>
                </a:lnTo>
                <a:lnTo>
                  <a:pt x="188475" y="104021"/>
                </a:lnTo>
                <a:lnTo>
                  <a:pt x="188302" y="104214"/>
                </a:lnTo>
                <a:lnTo>
                  <a:pt x="188126" y="104402"/>
                </a:lnTo>
                <a:lnTo>
                  <a:pt x="187946" y="104584"/>
                </a:lnTo>
                <a:lnTo>
                  <a:pt x="187762" y="104761"/>
                </a:lnTo>
                <a:lnTo>
                  <a:pt x="187573" y="104932"/>
                </a:lnTo>
                <a:lnTo>
                  <a:pt x="187381" y="105098"/>
                </a:lnTo>
                <a:lnTo>
                  <a:pt x="187185" y="105258"/>
                </a:lnTo>
                <a:lnTo>
                  <a:pt x="186985" y="105412"/>
                </a:lnTo>
                <a:lnTo>
                  <a:pt x="186781" y="105561"/>
                </a:lnTo>
                <a:lnTo>
                  <a:pt x="186573" y="105704"/>
                </a:lnTo>
                <a:lnTo>
                  <a:pt x="186363" y="105842"/>
                </a:lnTo>
                <a:lnTo>
                  <a:pt x="186153" y="105973"/>
                </a:lnTo>
                <a:lnTo>
                  <a:pt x="185941" y="106099"/>
                </a:lnTo>
                <a:lnTo>
                  <a:pt x="185730" y="106219"/>
                </a:lnTo>
                <a:lnTo>
                  <a:pt x="185517" y="106333"/>
                </a:lnTo>
                <a:lnTo>
                  <a:pt x="185304" y="106442"/>
                </a:lnTo>
                <a:lnTo>
                  <a:pt x="185091" y="106544"/>
                </a:lnTo>
                <a:lnTo>
                  <a:pt x="184877" y="106641"/>
                </a:lnTo>
                <a:lnTo>
                  <a:pt x="184662" y="106731"/>
                </a:lnTo>
                <a:lnTo>
                  <a:pt x="184447" y="106816"/>
                </a:lnTo>
                <a:lnTo>
                  <a:pt x="184231" y="106895"/>
                </a:lnTo>
                <a:lnTo>
                  <a:pt x="184015" y="106968"/>
                </a:lnTo>
                <a:lnTo>
                  <a:pt x="183798" y="107036"/>
                </a:lnTo>
                <a:lnTo>
                  <a:pt x="183580" y="107097"/>
                </a:lnTo>
                <a:lnTo>
                  <a:pt x="183362" y="107153"/>
                </a:lnTo>
                <a:lnTo>
                  <a:pt x="183144" y="107202"/>
                </a:lnTo>
                <a:lnTo>
                  <a:pt x="182925" y="107246"/>
                </a:lnTo>
                <a:lnTo>
                  <a:pt x="182705" y="107284"/>
                </a:lnTo>
                <a:lnTo>
                  <a:pt x="182484" y="107317"/>
                </a:lnTo>
                <a:lnTo>
                  <a:pt x="182264" y="107343"/>
                </a:lnTo>
                <a:lnTo>
                  <a:pt x="182042" y="107363"/>
                </a:lnTo>
                <a:lnTo>
                  <a:pt x="181820" y="107378"/>
                </a:lnTo>
                <a:lnTo>
                  <a:pt x="181598" y="107387"/>
                </a:lnTo>
                <a:lnTo>
                  <a:pt x="181375" y="107390"/>
                </a:lnTo>
                <a:lnTo>
                  <a:pt x="181106" y="107385"/>
                </a:lnTo>
                <a:lnTo>
                  <a:pt x="180841" y="107372"/>
                </a:lnTo>
                <a:lnTo>
                  <a:pt x="180581" y="107350"/>
                </a:lnTo>
                <a:lnTo>
                  <a:pt x="180324" y="107320"/>
                </a:lnTo>
                <a:lnTo>
                  <a:pt x="180072" y="107280"/>
                </a:lnTo>
                <a:lnTo>
                  <a:pt x="179824" y="107232"/>
                </a:lnTo>
                <a:lnTo>
                  <a:pt x="179579" y="107175"/>
                </a:lnTo>
                <a:lnTo>
                  <a:pt x="179339" y="107110"/>
                </a:lnTo>
                <a:lnTo>
                  <a:pt x="179103" y="107035"/>
                </a:lnTo>
                <a:lnTo>
                  <a:pt x="178871" y="106952"/>
                </a:lnTo>
                <a:lnTo>
                  <a:pt x="178643" y="106860"/>
                </a:lnTo>
                <a:lnTo>
                  <a:pt x="178420" y="106760"/>
                </a:lnTo>
                <a:lnTo>
                  <a:pt x="178200" y="106650"/>
                </a:lnTo>
                <a:lnTo>
                  <a:pt x="177985" y="106532"/>
                </a:lnTo>
                <a:lnTo>
                  <a:pt x="177773" y="106405"/>
                </a:lnTo>
                <a:lnTo>
                  <a:pt x="177566" y="106269"/>
                </a:lnTo>
                <a:lnTo>
                  <a:pt x="177362" y="106125"/>
                </a:lnTo>
                <a:lnTo>
                  <a:pt x="177163" y="105972"/>
                </a:lnTo>
                <a:lnTo>
                  <a:pt x="176968" y="105810"/>
                </a:lnTo>
                <a:lnTo>
                  <a:pt x="176777" y="105639"/>
                </a:lnTo>
                <a:lnTo>
                  <a:pt x="176590" y="105460"/>
                </a:lnTo>
                <a:lnTo>
                  <a:pt x="176407" y="105272"/>
                </a:lnTo>
                <a:lnTo>
                  <a:pt x="176229" y="105075"/>
                </a:lnTo>
                <a:lnTo>
                  <a:pt x="176054" y="104869"/>
                </a:lnTo>
                <a:lnTo>
                  <a:pt x="175885" y="104651"/>
                </a:lnTo>
                <a:lnTo>
                  <a:pt x="175723" y="104416"/>
                </a:lnTo>
                <a:lnTo>
                  <a:pt x="175568" y="104165"/>
                </a:lnTo>
                <a:lnTo>
                  <a:pt x="175421" y="103897"/>
                </a:lnTo>
                <a:lnTo>
                  <a:pt x="175281" y="103613"/>
                </a:lnTo>
                <a:lnTo>
                  <a:pt x="175148" y="103313"/>
                </a:lnTo>
                <a:lnTo>
                  <a:pt x="175022" y="102996"/>
                </a:lnTo>
                <a:lnTo>
                  <a:pt x="174903" y="102663"/>
                </a:lnTo>
                <a:lnTo>
                  <a:pt x="174792" y="102314"/>
                </a:lnTo>
                <a:lnTo>
                  <a:pt x="174687" y="101948"/>
                </a:lnTo>
                <a:lnTo>
                  <a:pt x="174590" y="101566"/>
                </a:lnTo>
                <a:lnTo>
                  <a:pt x="174500" y="101167"/>
                </a:lnTo>
                <a:lnTo>
                  <a:pt x="174418" y="100752"/>
                </a:lnTo>
                <a:lnTo>
                  <a:pt x="174342" y="100321"/>
                </a:lnTo>
                <a:lnTo>
                  <a:pt x="174274" y="99873"/>
                </a:lnTo>
                <a:lnTo>
                  <a:pt x="174213" y="99409"/>
                </a:lnTo>
                <a:lnTo>
                  <a:pt x="174159" y="98929"/>
                </a:lnTo>
                <a:lnTo>
                  <a:pt x="174112" y="98432"/>
                </a:lnTo>
                <a:lnTo>
                  <a:pt x="174072" y="97919"/>
                </a:lnTo>
                <a:lnTo>
                  <a:pt x="174040" y="97390"/>
                </a:lnTo>
                <a:lnTo>
                  <a:pt x="174015" y="96844"/>
                </a:lnTo>
                <a:lnTo>
                  <a:pt x="173997" y="96282"/>
                </a:lnTo>
                <a:lnTo>
                  <a:pt x="173986" y="95703"/>
                </a:lnTo>
                <a:lnTo>
                  <a:pt x="173982" y="95108"/>
                </a:lnTo>
                <a:lnTo>
                  <a:pt x="173982" y="46790"/>
                </a:lnTo>
                <a:lnTo>
                  <a:pt x="191366" y="46628"/>
                </a:lnTo>
                <a:lnTo>
                  <a:pt x="191366" y="41104"/>
                </a:lnTo>
                <a:lnTo>
                  <a:pt x="173982" y="41104"/>
                </a:lnTo>
                <a:lnTo>
                  <a:pt x="173982" y="16571"/>
                </a:lnTo>
                <a:lnTo>
                  <a:pt x="171464" y="16571"/>
                </a:lnTo>
                <a:lnTo>
                  <a:pt x="171189" y="17249"/>
                </a:lnTo>
                <a:lnTo>
                  <a:pt x="170919" y="17908"/>
                </a:lnTo>
                <a:lnTo>
                  <a:pt x="170654" y="18549"/>
                </a:lnTo>
                <a:close/>
                <a:moveTo>
                  <a:pt x="584759" y="17908"/>
                </a:moveTo>
                <a:lnTo>
                  <a:pt x="584494" y="18549"/>
                </a:lnTo>
                <a:lnTo>
                  <a:pt x="584234" y="19173"/>
                </a:lnTo>
                <a:lnTo>
                  <a:pt x="583979" y="19779"/>
                </a:lnTo>
                <a:lnTo>
                  <a:pt x="583730" y="20367"/>
                </a:lnTo>
                <a:lnTo>
                  <a:pt x="583485" y="20937"/>
                </a:lnTo>
                <a:lnTo>
                  <a:pt x="583246" y="21489"/>
                </a:lnTo>
                <a:lnTo>
                  <a:pt x="583011" y="22024"/>
                </a:lnTo>
                <a:lnTo>
                  <a:pt x="582782" y="22540"/>
                </a:lnTo>
                <a:lnTo>
                  <a:pt x="582558" y="23039"/>
                </a:lnTo>
                <a:lnTo>
                  <a:pt x="582339" y="23520"/>
                </a:lnTo>
                <a:lnTo>
                  <a:pt x="582125" y="23983"/>
                </a:lnTo>
                <a:lnTo>
                  <a:pt x="581916" y="24429"/>
                </a:lnTo>
                <a:lnTo>
                  <a:pt x="581712" y="24856"/>
                </a:lnTo>
                <a:lnTo>
                  <a:pt x="581513" y="25266"/>
                </a:lnTo>
                <a:lnTo>
                  <a:pt x="581319" y="25657"/>
                </a:lnTo>
                <a:lnTo>
                  <a:pt x="581130" y="26031"/>
                </a:lnTo>
                <a:lnTo>
                  <a:pt x="580947" y="26388"/>
                </a:lnTo>
                <a:lnTo>
                  <a:pt x="580768" y="26726"/>
                </a:lnTo>
                <a:lnTo>
                  <a:pt x="580595" y="27046"/>
                </a:lnTo>
                <a:lnTo>
                  <a:pt x="580426" y="27349"/>
                </a:lnTo>
                <a:lnTo>
                  <a:pt x="580263" y="27634"/>
                </a:lnTo>
                <a:lnTo>
                  <a:pt x="580105" y="27901"/>
                </a:lnTo>
                <a:lnTo>
                  <a:pt x="579798" y="28387"/>
                </a:lnTo>
                <a:lnTo>
                  <a:pt x="579488" y="28867"/>
                </a:lnTo>
                <a:lnTo>
                  <a:pt x="579175" y="29342"/>
                </a:lnTo>
                <a:lnTo>
                  <a:pt x="578858" y="29811"/>
                </a:lnTo>
                <a:lnTo>
                  <a:pt x="578538" y="30275"/>
                </a:lnTo>
                <a:lnTo>
                  <a:pt x="578214" y="30732"/>
                </a:lnTo>
                <a:lnTo>
                  <a:pt x="577886" y="31185"/>
                </a:lnTo>
                <a:lnTo>
                  <a:pt x="577555" y="31631"/>
                </a:lnTo>
                <a:lnTo>
                  <a:pt x="577220" y="32072"/>
                </a:lnTo>
                <a:lnTo>
                  <a:pt x="576882" y="32507"/>
                </a:lnTo>
                <a:lnTo>
                  <a:pt x="576541" y="32937"/>
                </a:lnTo>
                <a:lnTo>
                  <a:pt x="576195" y="33361"/>
                </a:lnTo>
                <a:lnTo>
                  <a:pt x="575847" y="33779"/>
                </a:lnTo>
                <a:lnTo>
                  <a:pt x="575494" y="34192"/>
                </a:lnTo>
                <a:lnTo>
                  <a:pt x="575139" y="34598"/>
                </a:lnTo>
                <a:lnTo>
                  <a:pt x="574779" y="35000"/>
                </a:lnTo>
                <a:lnTo>
                  <a:pt x="574417" y="35395"/>
                </a:lnTo>
                <a:lnTo>
                  <a:pt x="574050" y="35785"/>
                </a:lnTo>
                <a:lnTo>
                  <a:pt x="573680" y="36170"/>
                </a:lnTo>
                <a:lnTo>
                  <a:pt x="573307" y="36548"/>
                </a:lnTo>
                <a:lnTo>
                  <a:pt x="572930" y="36922"/>
                </a:lnTo>
                <a:lnTo>
                  <a:pt x="572550" y="37289"/>
                </a:lnTo>
                <a:lnTo>
                  <a:pt x="572166" y="37651"/>
                </a:lnTo>
                <a:lnTo>
                  <a:pt x="571778" y="38007"/>
                </a:lnTo>
                <a:lnTo>
                  <a:pt x="571389" y="38356"/>
                </a:lnTo>
                <a:lnTo>
                  <a:pt x="571001" y="38696"/>
                </a:lnTo>
                <a:lnTo>
                  <a:pt x="570614" y="39028"/>
                </a:lnTo>
                <a:lnTo>
                  <a:pt x="570227" y="39352"/>
                </a:lnTo>
                <a:lnTo>
                  <a:pt x="569841" y="39666"/>
                </a:lnTo>
                <a:lnTo>
                  <a:pt x="569456" y="39973"/>
                </a:lnTo>
                <a:lnTo>
                  <a:pt x="569071" y="40270"/>
                </a:lnTo>
                <a:lnTo>
                  <a:pt x="568687" y="40559"/>
                </a:lnTo>
                <a:lnTo>
                  <a:pt x="568304" y="40840"/>
                </a:lnTo>
                <a:lnTo>
                  <a:pt x="567921" y="41112"/>
                </a:lnTo>
                <a:lnTo>
                  <a:pt x="567539" y="41376"/>
                </a:lnTo>
                <a:lnTo>
                  <a:pt x="567158" y="41631"/>
                </a:lnTo>
                <a:lnTo>
                  <a:pt x="566778" y="41877"/>
                </a:lnTo>
                <a:lnTo>
                  <a:pt x="566398" y="42115"/>
                </a:lnTo>
                <a:lnTo>
                  <a:pt x="566019" y="42344"/>
                </a:lnTo>
                <a:lnTo>
                  <a:pt x="565641" y="42565"/>
                </a:lnTo>
                <a:lnTo>
                  <a:pt x="565263" y="42777"/>
                </a:lnTo>
                <a:lnTo>
                  <a:pt x="564886" y="42981"/>
                </a:lnTo>
                <a:lnTo>
                  <a:pt x="564510" y="43176"/>
                </a:lnTo>
                <a:lnTo>
                  <a:pt x="564135" y="43362"/>
                </a:lnTo>
                <a:lnTo>
                  <a:pt x="563760" y="43540"/>
                </a:lnTo>
                <a:lnTo>
                  <a:pt x="563386" y="43710"/>
                </a:lnTo>
                <a:lnTo>
                  <a:pt x="563012" y="43871"/>
                </a:lnTo>
                <a:lnTo>
                  <a:pt x="562640" y="44023"/>
                </a:lnTo>
                <a:lnTo>
                  <a:pt x="562640" y="46628"/>
                </a:lnTo>
                <a:lnTo>
                  <a:pt x="574418" y="46628"/>
                </a:lnTo>
                <a:lnTo>
                  <a:pt x="574418" y="96842"/>
                </a:lnTo>
                <a:lnTo>
                  <a:pt x="574421" y="97507"/>
                </a:lnTo>
                <a:lnTo>
                  <a:pt x="574430" y="98158"/>
                </a:lnTo>
                <a:lnTo>
                  <a:pt x="574445" y="98794"/>
                </a:lnTo>
                <a:lnTo>
                  <a:pt x="574466" y="99416"/>
                </a:lnTo>
                <a:lnTo>
                  <a:pt x="574492" y="100022"/>
                </a:lnTo>
                <a:lnTo>
                  <a:pt x="574525" y="100615"/>
                </a:lnTo>
                <a:lnTo>
                  <a:pt x="574564" y="101192"/>
                </a:lnTo>
                <a:lnTo>
                  <a:pt x="574608" y="101756"/>
                </a:lnTo>
                <a:lnTo>
                  <a:pt x="574658" y="102304"/>
                </a:lnTo>
                <a:lnTo>
                  <a:pt x="574715" y="102838"/>
                </a:lnTo>
                <a:lnTo>
                  <a:pt x="574777" y="103358"/>
                </a:lnTo>
                <a:lnTo>
                  <a:pt x="574845" y="103862"/>
                </a:lnTo>
                <a:lnTo>
                  <a:pt x="574919" y="104353"/>
                </a:lnTo>
                <a:lnTo>
                  <a:pt x="574999" y="104828"/>
                </a:lnTo>
                <a:lnTo>
                  <a:pt x="575085" y="105290"/>
                </a:lnTo>
                <a:lnTo>
                  <a:pt x="575177" y="105736"/>
                </a:lnTo>
                <a:lnTo>
                  <a:pt x="575274" y="106168"/>
                </a:lnTo>
                <a:lnTo>
                  <a:pt x="575378" y="106585"/>
                </a:lnTo>
                <a:lnTo>
                  <a:pt x="575488" y="106988"/>
                </a:lnTo>
                <a:lnTo>
                  <a:pt x="575603" y="107376"/>
                </a:lnTo>
                <a:lnTo>
                  <a:pt x="575725" y="107750"/>
                </a:lnTo>
                <a:lnTo>
                  <a:pt x="575852" y="108109"/>
                </a:lnTo>
                <a:lnTo>
                  <a:pt x="575985" y="108454"/>
                </a:lnTo>
                <a:lnTo>
                  <a:pt x="576124" y="108783"/>
                </a:lnTo>
                <a:lnTo>
                  <a:pt x="576270" y="109103"/>
                </a:lnTo>
                <a:lnTo>
                  <a:pt x="576422" y="109416"/>
                </a:lnTo>
                <a:lnTo>
                  <a:pt x="576580" y="109723"/>
                </a:lnTo>
                <a:lnTo>
                  <a:pt x="576745" y="110024"/>
                </a:lnTo>
                <a:lnTo>
                  <a:pt x="576916" y="110319"/>
                </a:lnTo>
                <a:lnTo>
                  <a:pt x="577094" y="110607"/>
                </a:lnTo>
                <a:lnTo>
                  <a:pt x="577278" y="110889"/>
                </a:lnTo>
                <a:lnTo>
                  <a:pt x="577469" y="111165"/>
                </a:lnTo>
                <a:lnTo>
                  <a:pt x="577666" y="111435"/>
                </a:lnTo>
                <a:lnTo>
                  <a:pt x="577870" y="111698"/>
                </a:lnTo>
                <a:lnTo>
                  <a:pt x="578081" y="111956"/>
                </a:lnTo>
                <a:lnTo>
                  <a:pt x="578297" y="112207"/>
                </a:lnTo>
                <a:lnTo>
                  <a:pt x="578521" y="112451"/>
                </a:lnTo>
                <a:lnTo>
                  <a:pt x="578750" y="112690"/>
                </a:lnTo>
                <a:lnTo>
                  <a:pt x="578987" y="112922"/>
                </a:lnTo>
                <a:lnTo>
                  <a:pt x="579229" y="113149"/>
                </a:lnTo>
                <a:lnTo>
                  <a:pt x="579478" y="113368"/>
                </a:lnTo>
                <a:lnTo>
                  <a:pt x="579734" y="113582"/>
                </a:lnTo>
                <a:lnTo>
                  <a:pt x="579996" y="113790"/>
                </a:lnTo>
                <a:lnTo>
                  <a:pt x="580265" y="113991"/>
                </a:lnTo>
                <a:lnTo>
                  <a:pt x="580540" y="114186"/>
                </a:lnTo>
                <a:lnTo>
                  <a:pt x="580822" y="114375"/>
                </a:lnTo>
                <a:lnTo>
                  <a:pt x="581110" y="114557"/>
                </a:lnTo>
                <a:lnTo>
                  <a:pt x="581404" y="114734"/>
                </a:lnTo>
                <a:lnTo>
                  <a:pt x="581703" y="114903"/>
                </a:lnTo>
                <a:lnTo>
                  <a:pt x="582001" y="115066"/>
                </a:lnTo>
                <a:lnTo>
                  <a:pt x="582301" y="115221"/>
                </a:lnTo>
                <a:lnTo>
                  <a:pt x="582600" y="115369"/>
                </a:lnTo>
                <a:lnTo>
                  <a:pt x="582901" y="115510"/>
                </a:lnTo>
                <a:lnTo>
                  <a:pt x="583202" y="115643"/>
                </a:lnTo>
                <a:lnTo>
                  <a:pt x="583503" y="115770"/>
                </a:lnTo>
                <a:lnTo>
                  <a:pt x="583805" y="115889"/>
                </a:lnTo>
                <a:lnTo>
                  <a:pt x="584108" y="116001"/>
                </a:lnTo>
                <a:lnTo>
                  <a:pt x="584411" y="116105"/>
                </a:lnTo>
                <a:lnTo>
                  <a:pt x="584715" y="116203"/>
                </a:lnTo>
                <a:lnTo>
                  <a:pt x="585019" y="116293"/>
                </a:lnTo>
                <a:lnTo>
                  <a:pt x="585324" y="116376"/>
                </a:lnTo>
                <a:lnTo>
                  <a:pt x="585630" y="116452"/>
                </a:lnTo>
                <a:lnTo>
                  <a:pt x="585936" y="116520"/>
                </a:lnTo>
                <a:lnTo>
                  <a:pt x="586242" y="116582"/>
                </a:lnTo>
                <a:lnTo>
                  <a:pt x="586549" y="116636"/>
                </a:lnTo>
                <a:lnTo>
                  <a:pt x="586857" y="116683"/>
                </a:lnTo>
                <a:lnTo>
                  <a:pt x="587165" y="116723"/>
                </a:lnTo>
                <a:lnTo>
                  <a:pt x="587474" y="116755"/>
                </a:lnTo>
                <a:lnTo>
                  <a:pt x="587784" y="116780"/>
                </a:lnTo>
                <a:lnTo>
                  <a:pt x="588094" y="116798"/>
                </a:lnTo>
                <a:lnTo>
                  <a:pt x="588404" y="116809"/>
                </a:lnTo>
                <a:lnTo>
                  <a:pt x="588715" y="116813"/>
                </a:lnTo>
                <a:lnTo>
                  <a:pt x="589175" y="116806"/>
                </a:lnTo>
                <a:lnTo>
                  <a:pt x="589634" y="116785"/>
                </a:lnTo>
                <a:lnTo>
                  <a:pt x="590091" y="116750"/>
                </a:lnTo>
                <a:lnTo>
                  <a:pt x="590548" y="116701"/>
                </a:lnTo>
                <a:lnTo>
                  <a:pt x="591003" y="116637"/>
                </a:lnTo>
                <a:lnTo>
                  <a:pt x="591457" y="116560"/>
                </a:lnTo>
                <a:lnTo>
                  <a:pt x="591910" y="116469"/>
                </a:lnTo>
                <a:lnTo>
                  <a:pt x="592362" y="116364"/>
                </a:lnTo>
                <a:lnTo>
                  <a:pt x="592813" y="116244"/>
                </a:lnTo>
                <a:lnTo>
                  <a:pt x="593262" y="116111"/>
                </a:lnTo>
                <a:lnTo>
                  <a:pt x="593711" y="115964"/>
                </a:lnTo>
                <a:lnTo>
                  <a:pt x="594158" y="115802"/>
                </a:lnTo>
                <a:lnTo>
                  <a:pt x="594604" y="115627"/>
                </a:lnTo>
                <a:lnTo>
                  <a:pt x="595049" y="115438"/>
                </a:lnTo>
                <a:lnTo>
                  <a:pt x="595493" y="115234"/>
                </a:lnTo>
                <a:lnTo>
                  <a:pt x="595936" y="115017"/>
                </a:lnTo>
                <a:lnTo>
                  <a:pt x="596378" y="114785"/>
                </a:lnTo>
                <a:lnTo>
                  <a:pt x="596818" y="114540"/>
                </a:lnTo>
                <a:lnTo>
                  <a:pt x="597258" y="114280"/>
                </a:lnTo>
                <a:lnTo>
                  <a:pt x="597696" y="114006"/>
                </a:lnTo>
                <a:lnTo>
                  <a:pt x="598133" y="113719"/>
                </a:lnTo>
                <a:lnTo>
                  <a:pt x="598569" y="113417"/>
                </a:lnTo>
                <a:lnTo>
                  <a:pt x="599004" y="113101"/>
                </a:lnTo>
                <a:lnTo>
                  <a:pt x="599438" y="112771"/>
                </a:lnTo>
                <a:lnTo>
                  <a:pt x="599867" y="112428"/>
                </a:lnTo>
                <a:lnTo>
                  <a:pt x="600288" y="112070"/>
                </a:lnTo>
                <a:lnTo>
                  <a:pt x="600701" y="111699"/>
                </a:lnTo>
                <a:lnTo>
                  <a:pt x="601106" y="111314"/>
                </a:lnTo>
                <a:lnTo>
                  <a:pt x="601502" y="110916"/>
                </a:lnTo>
                <a:lnTo>
                  <a:pt x="601890" y="110503"/>
                </a:lnTo>
                <a:lnTo>
                  <a:pt x="602270" y="110077"/>
                </a:lnTo>
                <a:lnTo>
                  <a:pt x="602642" y="109637"/>
                </a:lnTo>
                <a:lnTo>
                  <a:pt x="603006" y="109184"/>
                </a:lnTo>
                <a:lnTo>
                  <a:pt x="603362" y="108716"/>
                </a:lnTo>
                <a:lnTo>
                  <a:pt x="603709" y="108235"/>
                </a:lnTo>
                <a:lnTo>
                  <a:pt x="604048" y="107740"/>
                </a:lnTo>
                <a:lnTo>
                  <a:pt x="604379" y="107231"/>
                </a:lnTo>
                <a:lnTo>
                  <a:pt x="604702" y="106709"/>
                </a:lnTo>
                <a:lnTo>
                  <a:pt x="605017" y="106173"/>
                </a:lnTo>
                <a:lnTo>
                  <a:pt x="605323" y="105623"/>
                </a:lnTo>
                <a:lnTo>
                  <a:pt x="605621" y="105059"/>
                </a:lnTo>
                <a:lnTo>
                  <a:pt x="605911" y="104482"/>
                </a:lnTo>
                <a:lnTo>
                  <a:pt x="606193" y="103891"/>
                </a:lnTo>
                <a:lnTo>
                  <a:pt x="606467" y="103286"/>
                </a:lnTo>
                <a:lnTo>
                  <a:pt x="606733" y="102667"/>
                </a:lnTo>
                <a:lnTo>
                  <a:pt x="606990" y="102035"/>
                </a:lnTo>
                <a:lnTo>
                  <a:pt x="607239" y="101389"/>
                </a:lnTo>
                <a:lnTo>
                  <a:pt x="607480" y="100729"/>
                </a:lnTo>
                <a:lnTo>
                  <a:pt x="604312" y="100729"/>
                </a:lnTo>
                <a:lnTo>
                  <a:pt x="604195" y="101000"/>
                </a:lnTo>
                <a:lnTo>
                  <a:pt x="604074" y="101266"/>
                </a:lnTo>
                <a:lnTo>
                  <a:pt x="603949" y="101526"/>
                </a:lnTo>
                <a:lnTo>
                  <a:pt x="603820" y="101781"/>
                </a:lnTo>
                <a:lnTo>
                  <a:pt x="603687" y="102030"/>
                </a:lnTo>
                <a:lnTo>
                  <a:pt x="603551" y="102273"/>
                </a:lnTo>
                <a:lnTo>
                  <a:pt x="603410" y="102511"/>
                </a:lnTo>
                <a:lnTo>
                  <a:pt x="603265" y="102744"/>
                </a:lnTo>
                <a:lnTo>
                  <a:pt x="603116" y="102971"/>
                </a:lnTo>
                <a:lnTo>
                  <a:pt x="602964" y="103192"/>
                </a:lnTo>
                <a:lnTo>
                  <a:pt x="602807" y="103407"/>
                </a:lnTo>
                <a:lnTo>
                  <a:pt x="602647" y="103618"/>
                </a:lnTo>
                <a:lnTo>
                  <a:pt x="602482" y="103822"/>
                </a:lnTo>
                <a:lnTo>
                  <a:pt x="602314" y="104021"/>
                </a:lnTo>
                <a:lnTo>
                  <a:pt x="602142" y="104214"/>
                </a:lnTo>
                <a:lnTo>
                  <a:pt x="601965" y="104402"/>
                </a:lnTo>
                <a:lnTo>
                  <a:pt x="601785" y="104584"/>
                </a:lnTo>
                <a:lnTo>
                  <a:pt x="601601" y="104761"/>
                </a:lnTo>
                <a:lnTo>
                  <a:pt x="601413" y="104932"/>
                </a:lnTo>
                <a:lnTo>
                  <a:pt x="601221" y="105098"/>
                </a:lnTo>
                <a:lnTo>
                  <a:pt x="601025" y="105258"/>
                </a:lnTo>
                <a:lnTo>
                  <a:pt x="600825" y="105412"/>
                </a:lnTo>
                <a:lnTo>
                  <a:pt x="600621" y="105561"/>
                </a:lnTo>
                <a:lnTo>
                  <a:pt x="600413" y="105704"/>
                </a:lnTo>
                <a:lnTo>
                  <a:pt x="600203" y="105842"/>
                </a:lnTo>
                <a:lnTo>
                  <a:pt x="599992" y="105973"/>
                </a:lnTo>
                <a:lnTo>
                  <a:pt x="599781" y="106099"/>
                </a:lnTo>
                <a:lnTo>
                  <a:pt x="599569" y="106219"/>
                </a:lnTo>
                <a:lnTo>
                  <a:pt x="599357" y="106333"/>
                </a:lnTo>
                <a:lnTo>
                  <a:pt x="599144" y="106442"/>
                </a:lnTo>
                <a:lnTo>
                  <a:pt x="598930" y="106544"/>
                </a:lnTo>
                <a:lnTo>
                  <a:pt x="598716" y="106641"/>
                </a:lnTo>
                <a:lnTo>
                  <a:pt x="598501" y="106731"/>
                </a:lnTo>
                <a:lnTo>
                  <a:pt x="598286" y="106816"/>
                </a:lnTo>
                <a:lnTo>
                  <a:pt x="598070" y="106895"/>
                </a:lnTo>
                <a:lnTo>
                  <a:pt x="597854" y="106968"/>
                </a:lnTo>
                <a:lnTo>
                  <a:pt x="597637" y="107036"/>
                </a:lnTo>
                <a:lnTo>
                  <a:pt x="597420" y="107097"/>
                </a:lnTo>
                <a:lnTo>
                  <a:pt x="597202" y="107153"/>
                </a:lnTo>
                <a:lnTo>
                  <a:pt x="596983" y="107202"/>
                </a:lnTo>
                <a:lnTo>
                  <a:pt x="596764" y="107246"/>
                </a:lnTo>
                <a:lnTo>
                  <a:pt x="596544" y="107284"/>
                </a:lnTo>
                <a:lnTo>
                  <a:pt x="596324" y="107317"/>
                </a:lnTo>
                <a:lnTo>
                  <a:pt x="596103" y="107343"/>
                </a:lnTo>
                <a:lnTo>
                  <a:pt x="595882" y="107363"/>
                </a:lnTo>
                <a:lnTo>
                  <a:pt x="595660" y="107378"/>
                </a:lnTo>
                <a:lnTo>
                  <a:pt x="595437" y="107387"/>
                </a:lnTo>
                <a:lnTo>
                  <a:pt x="595214" y="107390"/>
                </a:lnTo>
                <a:lnTo>
                  <a:pt x="594945" y="107385"/>
                </a:lnTo>
                <a:lnTo>
                  <a:pt x="594681" y="107372"/>
                </a:lnTo>
                <a:lnTo>
                  <a:pt x="594420" y="107350"/>
                </a:lnTo>
                <a:lnTo>
                  <a:pt x="594164" y="107320"/>
                </a:lnTo>
                <a:lnTo>
                  <a:pt x="593911" y="107280"/>
                </a:lnTo>
                <a:lnTo>
                  <a:pt x="593663" y="107232"/>
                </a:lnTo>
                <a:lnTo>
                  <a:pt x="593419" y="107175"/>
                </a:lnTo>
                <a:lnTo>
                  <a:pt x="593179" y="107110"/>
                </a:lnTo>
                <a:lnTo>
                  <a:pt x="592943" y="107035"/>
                </a:lnTo>
                <a:lnTo>
                  <a:pt x="592711" y="106952"/>
                </a:lnTo>
                <a:lnTo>
                  <a:pt x="592483" y="106860"/>
                </a:lnTo>
                <a:lnTo>
                  <a:pt x="592259" y="106760"/>
                </a:lnTo>
                <a:lnTo>
                  <a:pt x="592040" y="106650"/>
                </a:lnTo>
                <a:lnTo>
                  <a:pt x="591824" y="106532"/>
                </a:lnTo>
                <a:lnTo>
                  <a:pt x="591612" y="106405"/>
                </a:lnTo>
                <a:lnTo>
                  <a:pt x="591405" y="106269"/>
                </a:lnTo>
                <a:lnTo>
                  <a:pt x="591202" y="106125"/>
                </a:lnTo>
                <a:lnTo>
                  <a:pt x="591003" y="105972"/>
                </a:lnTo>
                <a:lnTo>
                  <a:pt x="590808" y="105810"/>
                </a:lnTo>
                <a:lnTo>
                  <a:pt x="590616" y="105639"/>
                </a:lnTo>
                <a:lnTo>
                  <a:pt x="590430" y="105460"/>
                </a:lnTo>
                <a:lnTo>
                  <a:pt x="590247" y="105272"/>
                </a:lnTo>
                <a:lnTo>
                  <a:pt x="590068" y="105075"/>
                </a:lnTo>
                <a:lnTo>
                  <a:pt x="589893" y="104869"/>
                </a:lnTo>
                <a:lnTo>
                  <a:pt x="589724" y="104651"/>
                </a:lnTo>
                <a:lnTo>
                  <a:pt x="589562" y="104416"/>
                </a:lnTo>
                <a:lnTo>
                  <a:pt x="589408" y="104165"/>
                </a:lnTo>
                <a:lnTo>
                  <a:pt x="589260" y="103897"/>
                </a:lnTo>
                <a:lnTo>
                  <a:pt x="589120" y="103613"/>
                </a:lnTo>
                <a:lnTo>
                  <a:pt x="588987" y="103313"/>
                </a:lnTo>
                <a:lnTo>
                  <a:pt x="588861" y="102996"/>
                </a:lnTo>
                <a:lnTo>
                  <a:pt x="588742" y="102663"/>
                </a:lnTo>
                <a:lnTo>
                  <a:pt x="588631" y="102314"/>
                </a:lnTo>
                <a:lnTo>
                  <a:pt x="588527" y="101948"/>
                </a:lnTo>
                <a:lnTo>
                  <a:pt x="588430" y="101566"/>
                </a:lnTo>
                <a:lnTo>
                  <a:pt x="588340" y="101167"/>
                </a:lnTo>
                <a:lnTo>
                  <a:pt x="588257" y="100752"/>
                </a:lnTo>
                <a:lnTo>
                  <a:pt x="588181" y="100321"/>
                </a:lnTo>
                <a:lnTo>
                  <a:pt x="588113" y="99873"/>
                </a:lnTo>
                <a:lnTo>
                  <a:pt x="588052" y="99409"/>
                </a:lnTo>
                <a:lnTo>
                  <a:pt x="587998" y="98929"/>
                </a:lnTo>
                <a:lnTo>
                  <a:pt x="587951" y="98432"/>
                </a:lnTo>
                <a:lnTo>
                  <a:pt x="587912" y="97919"/>
                </a:lnTo>
                <a:lnTo>
                  <a:pt x="587879" y="97390"/>
                </a:lnTo>
                <a:lnTo>
                  <a:pt x="587854" y="96844"/>
                </a:lnTo>
                <a:lnTo>
                  <a:pt x="587836" y="96282"/>
                </a:lnTo>
                <a:lnTo>
                  <a:pt x="587825" y="95703"/>
                </a:lnTo>
                <a:lnTo>
                  <a:pt x="587822" y="95108"/>
                </a:lnTo>
                <a:lnTo>
                  <a:pt x="587822" y="46790"/>
                </a:lnTo>
                <a:lnTo>
                  <a:pt x="605206" y="46628"/>
                </a:lnTo>
                <a:lnTo>
                  <a:pt x="605206" y="41104"/>
                </a:lnTo>
                <a:lnTo>
                  <a:pt x="587822" y="41104"/>
                </a:lnTo>
                <a:lnTo>
                  <a:pt x="587822" y="16571"/>
                </a:lnTo>
                <a:lnTo>
                  <a:pt x="585304" y="16571"/>
                </a:lnTo>
                <a:lnTo>
                  <a:pt x="585029" y="17249"/>
                </a:lnTo>
                <a:lnTo>
                  <a:pt x="584759" y="17908"/>
                </a:lnTo>
                <a:close/>
                <a:moveTo>
                  <a:pt x="406066" y="47128"/>
                </a:moveTo>
                <a:lnTo>
                  <a:pt x="406031" y="46841"/>
                </a:lnTo>
                <a:lnTo>
                  <a:pt x="405985" y="46556"/>
                </a:lnTo>
                <a:lnTo>
                  <a:pt x="405929" y="46275"/>
                </a:lnTo>
                <a:lnTo>
                  <a:pt x="405863" y="45996"/>
                </a:lnTo>
                <a:lnTo>
                  <a:pt x="405787" y="45721"/>
                </a:lnTo>
                <a:lnTo>
                  <a:pt x="405701" y="45448"/>
                </a:lnTo>
                <a:lnTo>
                  <a:pt x="405604" y="45178"/>
                </a:lnTo>
                <a:lnTo>
                  <a:pt x="405498" y="44911"/>
                </a:lnTo>
                <a:lnTo>
                  <a:pt x="405381" y="44648"/>
                </a:lnTo>
                <a:lnTo>
                  <a:pt x="405254" y="44387"/>
                </a:lnTo>
                <a:lnTo>
                  <a:pt x="405117" y="44129"/>
                </a:lnTo>
                <a:lnTo>
                  <a:pt x="404970" y="43874"/>
                </a:lnTo>
                <a:lnTo>
                  <a:pt x="404812" y="43622"/>
                </a:lnTo>
                <a:lnTo>
                  <a:pt x="404645" y="43373"/>
                </a:lnTo>
                <a:lnTo>
                  <a:pt x="404467" y="43127"/>
                </a:lnTo>
                <a:lnTo>
                  <a:pt x="404279" y="42884"/>
                </a:lnTo>
                <a:lnTo>
                  <a:pt x="404081" y="42644"/>
                </a:lnTo>
                <a:lnTo>
                  <a:pt x="403873" y="42407"/>
                </a:lnTo>
                <a:lnTo>
                  <a:pt x="403655" y="42173"/>
                </a:lnTo>
                <a:lnTo>
                  <a:pt x="403426" y="41941"/>
                </a:lnTo>
                <a:lnTo>
                  <a:pt x="403188" y="41713"/>
                </a:lnTo>
                <a:lnTo>
                  <a:pt x="402941" y="41491"/>
                </a:lnTo>
                <a:lnTo>
                  <a:pt x="402689" y="41278"/>
                </a:lnTo>
                <a:lnTo>
                  <a:pt x="402432" y="41075"/>
                </a:lnTo>
                <a:lnTo>
                  <a:pt x="402170" y="40882"/>
                </a:lnTo>
                <a:lnTo>
                  <a:pt x="401902" y="40697"/>
                </a:lnTo>
                <a:lnTo>
                  <a:pt x="401629" y="40522"/>
                </a:lnTo>
                <a:lnTo>
                  <a:pt x="401350" y="40357"/>
                </a:lnTo>
                <a:lnTo>
                  <a:pt x="401067" y="40201"/>
                </a:lnTo>
                <a:lnTo>
                  <a:pt x="400777" y="40055"/>
                </a:lnTo>
                <a:lnTo>
                  <a:pt x="400483" y="39918"/>
                </a:lnTo>
                <a:lnTo>
                  <a:pt x="400183" y="39790"/>
                </a:lnTo>
                <a:lnTo>
                  <a:pt x="399877" y="39672"/>
                </a:lnTo>
                <a:lnTo>
                  <a:pt x="399567" y="39563"/>
                </a:lnTo>
                <a:lnTo>
                  <a:pt x="399251" y="39464"/>
                </a:lnTo>
                <a:lnTo>
                  <a:pt x="398929" y="39374"/>
                </a:lnTo>
                <a:lnTo>
                  <a:pt x="398602" y="39294"/>
                </a:lnTo>
                <a:lnTo>
                  <a:pt x="398270" y="39223"/>
                </a:lnTo>
                <a:lnTo>
                  <a:pt x="397933" y="39162"/>
                </a:lnTo>
                <a:lnTo>
                  <a:pt x="397590" y="39110"/>
                </a:lnTo>
                <a:lnTo>
                  <a:pt x="397242" y="39067"/>
                </a:lnTo>
                <a:lnTo>
                  <a:pt x="396888" y="39034"/>
                </a:lnTo>
                <a:lnTo>
                  <a:pt x="396529" y="39011"/>
                </a:lnTo>
                <a:lnTo>
                  <a:pt x="396165" y="38996"/>
                </a:lnTo>
                <a:lnTo>
                  <a:pt x="395795" y="38992"/>
                </a:lnTo>
                <a:lnTo>
                  <a:pt x="394977" y="39021"/>
                </a:lnTo>
                <a:lnTo>
                  <a:pt x="394161" y="39108"/>
                </a:lnTo>
                <a:lnTo>
                  <a:pt x="393346" y="39253"/>
                </a:lnTo>
                <a:lnTo>
                  <a:pt x="392533" y="39457"/>
                </a:lnTo>
                <a:lnTo>
                  <a:pt x="391721" y="39718"/>
                </a:lnTo>
                <a:lnTo>
                  <a:pt x="390911" y="40038"/>
                </a:lnTo>
                <a:lnTo>
                  <a:pt x="390103" y="40415"/>
                </a:lnTo>
                <a:lnTo>
                  <a:pt x="389297" y="40851"/>
                </a:lnTo>
                <a:lnTo>
                  <a:pt x="388492" y="41345"/>
                </a:lnTo>
                <a:lnTo>
                  <a:pt x="387689" y="41897"/>
                </a:lnTo>
                <a:lnTo>
                  <a:pt x="386888" y="42507"/>
                </a:lnTo>
                <a:lnTo>
                  <a:pt x="386088" y="43175"/>
                </a:lnTo>
                <a:lnTo>
                  <a:pt x="385290" y="43902"/>
                </a:lnTo>
                <a:lnTo>
                  <a:pt x="384494" y="44686"/>
                </a:lnTo>
                <a:lnTo>
                  <a:pt x="383699" y="45528"/>
                </a:lnTo>
                <a:lnTo>
                  <a:pt x="382906" y="46429"/>
                </a:lnTo>
                <a:lnTo>
                  <a:pt x="382115" y="47388"/>
                </a:lnTo>
                <a:lnTo>
                  <a:pt x="381326" y="48405"/>
                </a:lnTo>
                <a:lnTo>
                  <a:pt x="380538" y="49480"/>
                </a:lnTo>
                <a:lnTo>
                  <a:pt x="379752" y="50613"/>
                </a:lnTo>
                <a:lnTo>
                  <a:pt x="378968" y="51804"/>
                </a:lnTo>
                <a:lnTo>
                  <a:pt x="378185" y="53053"/>
                </a:lnTo>
                <a:lnTo>
                  <a:pt x="377404" y="54360"/>
                </a:lnTo>
                <a:lnTo>
                  <a:pt x="376624" y="55726"/>
                </a:lnTo>
                <a:lnTo>
                  <a:pt x="376624" y="38992"/>
                </a:lnTo>
                <a:lnTo>
                  <a:pt x="373213" y="38992"/>
                </a:lnTo>
                <a:lnTo>
                  <a:pt x="350711" y="48090"/>
                </a:lnTo>
                <a:lnTo>
                  <a:pt x="351524" y="51014"/>
                </a:lnTo>
                <a:lnTo>
                  <a:pt x="351786" y="50915"/>
                </a:lnTo>
                <a:lnTo>
                  <a:pt x="352047" y="50820"/>
                </a:lnTo>
                <a:lnTo>
                  <a:pt x="352305" y="50729"/>
                </a:lnTo>
                <a:lnTo>
                  <a:pt x="352562" y="50642"/>
                </a:lnTo>
                <a:lnTo>
                  <a:pt x="352815" y="50559"/>
                </a:lnTo>
                <a:lnTo>
                  <a:pt x="353067" y="50481"/>
                </a:lnTo>
                <a:lnTo>
                  <a:pt x="353316" y="50407"/>
                </a:lnTo>
                <a:lnTo>
                  <a:pt x="353563" y="50337"/>
                </a:lnTo>
                <a:lnTo>
                  <a:pt x="353808" y="50272"/>
                </a:lnTo>
                <a:lnTo>
                  <a:pt x="354051" y="50210"/>
                </a:lnTo>
                <a:lnTo>
                  <a:pt x="354291" y="50153"/>
                </a:lnTo>
                <a:lnTo>
                  <a:pt x="354529" y="50100"/>
                </a:lnTo>
                <a:lnTo>
                  <a:pt x="354765" y="50052"/>
                </a:lnTo>
                <a:lnTo>
                  <a:pt x="354998" y="50007"/>
                </a:lnTo>
                <a:lnTo>
                  <a:pt x="355230" y="49967"/>
                </a:lnTo>
                <a:lnTo>
                  <a:pt x="355459" y="49931"/>
                </a:lnTo>
                <a:lnTo>
                  <a:pt x="355686" y="49899"/>
                </a:lnTo>
                <a:lnTo>
                  <a:pt x="355910" y="49872"/>
                </a:lnTo>
                <a:lnTo>
                  <a:pt x="356132" y="49849"/>
                </a:lnTo>
                <a:lnTo>
                  <a:pt x="356352" y="49830"/>
                </a:lnTo>
                <a:lnTo>
                  <a:pt x="356570" y="49815"/>
                </a:lnTo>
                <a:lnTo>
                  <a:pt x="356786" y="49804"/>
                </a:lnTo>
                <a:lnTo>
                  <a:pt x="356999" y="49798"/>
                </a:lnTo>
                <a:lnTo>
                  <a:pt x="357210" y="49796"/>
                </a:lnTo>
                <a:lnTo>
                  <a:pt x="357385" y="49798"/>
                </a:lnTo>
                <a:lnTo>
                  <a:pt x="357557" y="49804"/>
                </a:lnTo>
                <a:lnTo>
                  <a:pt x="357727" y="49813"/>
                </a:lnTo>
                <a:lnTo>
                  <a:pt x="357895" y="49827"/>
                </a:lnTo>
                <a:lnTo>
                  <a:pt x="358060" y="49845"/>
                </a:lnTo>
                <a:lnTo>
                  <a:pt x="358223" y="49867"/>
                </a:lnTo>
                <a:lnTo>
                  <a:pt x="358383" y="49892"/>
                </a:lnTo>
                <a:lnTo>
                  <a:pt x="358541" y="49922"/>
                </a:lnTo>
                <a:lnTo>
                  <a:pt x="358697" y="49956"/>
                </a:lnTo>
                <a:lnTo>
                  <a:pt x="358850" y="49993"/>
                </a:lnTo>
                <a:lnTo>
                  <a:pt x="359001" y="50035"/>
                </a:lnTo>
                <a:lnTo>
                  <a:pt x="359149" y="50080"/>
                </a:lnTo>
                <a:lnTo>
                  <a:pt x="359295" y="50129"/>
                </a:lnTo>
                <a:lnTo>
                  <a:pt x="359439" y="50183"/>
                </a:lnTo>
                <a:lnTo>
                  <a:pt x="359580" y="50240"/>
                </a:lnTo>
                <a:lnTo>
                  <a:pt x="359719" y="50301"/>
                </a:lnTo>
                <a:lnTo>
                  <a:pt x="359855" y="50366"/>
                </a:lnTo>
                <a:lnTo>
                  <a:pt x="359990" y="50435"/>
                </a:lnTo>
                <a:lnTo>
                  <a:pt x="360121" y="50508"/>
                </a:lnTo>
                <a:lnTo>
                  <a:pt x="360250" y="50585"/>
                </a:lnTo>
                <a:lnTo>
                  <a:pt x="360377" y="50666"/>
                </a:lnTo>
                <a:lnTo>
                  <a:pt x="360502" y="50751"/>
                </a:lnTo>
                <a:lnTo>
                  <a:pt x="360624" y="50840"/>
                </a:lnTo>
                <a:lnTo>
                  <a:pt x="360743" y="50933"/>
                </a:lnTo>
                <a:lnTo>
                  <a:pt x="360860" y="51030"/>
                </a:lnTo>
                <a:lnTo>
                  <a:pt x="360974" y="51132"/>
                </a:lnTo>
                <a:lnTo>
                  <a:pt x="361085" y="51238"/>
                </a:lnTo>
                <a:lnTo>
                  <a:pt x="361192" y="51349"/>
                </a:lnTo>
                <a:lnTo>
                  <a:pt x="361297" y="51465"/>
                </a:lnTo>
                <a:lnTo>
                  <a:pt x="361398" y="51585"/>
                </a:lnTo>
                <a:lnTo>
                  <a:pt x="361497" y="51710"/>
                </a:lnTo>
                <a:lnTo>
                  <a:pt x="361592" y="51840"/>
                </a:lnTo>
                <a:lnTo>
                  <a:pt x="361684" y="51974"/>
                </a:lnTo>
                <a:lnTo>
                  <a:pt x="361773" y="52113"/>
                </a:lnTo>
                <a:lnTo>
                  <a:pt x="361859" y="52257"/>
                </a:lnTo>
                <a:lnTo>
                  <a:pt x="361942" y="52405"/>
                </a:lnTo>
                <a:lnTo>
                  <a:pt x="362021" y="52558"/>
                </a:lnTo>
                <a:lnTo>
                  <a:pt x="362098" y="52716"/>
                </a:lnTo>
                <a:lnTo>
                  <a:pt x="362171" y="52878"/>
                </a:lnTo>
                <a:lnTo>
                  <a:pt x="362242" y="53045"/>
                </a:lnTo>
                <a:lnTo>
                  <a:pt x="362309" y="53217"/>
                </a:lnTo>
                <a:lnTo>
                  <a:pt x="362373" y="53393"/>
                </a:lnTo>
                <a:lnTo>
                  <a:pt x="362434" y="53574"/>
                </a:lnTo>
                <a:lnTo>
                  <a:pt x="362492" y="53759"/>
                </a:lnTo>
                <a:lnTo>
                  <a:pt x="362547" y="53949"/>
                </a:lnTo>
                <a:lnTo>
                  <a:pt x="362599" y="54144"/>
                </a:lnTo>
                <a:lnTo>
                  <a:pt x="362647" y="54344"/>
                </a:lnTo>
                <a:lnTo>
                  <a:pt x="362693" y="54548"/>
                </a:lnTo>
                <a:lnTo>
                  <a:pt x="362736" y="54773"/>
                </a:lnTo>
                <a:lnTo>
                  <a:pt x="362777" y="55034"/>
                </a:lnTo>
                <a:lnTo>
                  <a:pt x="362817" y="55332"/>
                </a:lnTo>
                <a:lnTo>
                  <a:pt x="362854" y="55666"/>
                </a:lnTo>
                <a:lnTo>
                  <a:pt x="362890" y="56037"/>
                </a:lnTo>
                <a:lnTo>
                  <a:pt x="362924" y="56444"/>
                </a:lnTo>
                <a:lnTo>
                  <a:pt x="362956" y="56888"/>
                </a:lnTo>
                <a:lnTo>
                  <a:pt x="362986" y="57368"/>
                </a:lnTo>
                <a:lnTo>
                  <a:pt x="363015" y="57885"/>
                </a:lnTo>
                <a:lnTo>
                  <a:pt x="363041" y="58439"/>
                </a:lnTo>
                <a:lnTo>
                  <a:pt x="363066" y="59029"/>
                </a:lnTo>
                <a:lnTo>
                  <a:pt x="363089" y="59655"/>
                </a:lnTo>
                <a:lnTo>
                  <a:pt x="363110" y="60318"/>
                </a:lnTo>
                <a:lnTo>
                  <a:pt x="363129" y="61018"/>
                </a:lnTo>
                <a:lnTo>
                  <a:pt x="363147" y="61754"/>
                </a:lnTo>
                <a:lnTo>
                  <a:pt x="363162" y="62527"/>
                </a:lnTo>
                <a:lnTo>
                  <a:pt x="363176" y="63336"/>
                </a:lnTo>
                <a:lnTo>
                  <a:pt x="363188" y="64182"/>
                </a:lnTo>
                <a:lnTo>
                  <a:pt x="363198" y="65064"/>
                </a:lnTo>
                <a:lnTo>
                  <a:pt x="363206" y="65982"/>
                </a:lnTo>
                <a:lnTo>
                  <a:pt x="363213" y="66938"/>
                </a:lnTo>
                <a:lnTo>
                  <a:pt x="363217" y="67930"/>
                </a:lnTo>
                <a:lnTo>
                  <a:pt x="363220" y="68958"/>
                </a:lnTo>
                <a:lnTo>
                  <a:pt x="363221" y="70023"/>
                </a:lnTo>
                <a:lnTo>
                  <a:pt x="363221" y="98617"/>
                </a:lnTo>
                <a:lnTo>
                  <a:pt x="363220" y="99156"/>
                </a:lnTo>
                <a:lnTo>
                  <a:pt x="363218" y="99676"/>
                </a:lnTo>
                <a:lnTo>
                  <a:pt x="363215" y="100179"/>
                </a:lnTo>
                <a:lnTo>
                  <a:pt x="363210" y="100664"/>
                </a:lnTo>
                <a:lnTo>
                  <a:pt x="363203" y="101131"/>
                </a:lnTo>
                <a:lnTo>
                  <a:pt x="363196" y="101581"/>
                </a:lnTo>
                <a:lnTo>
                  <a:pt x="363187" y="102012"/>
                </a:lnTo>
                <a:lnTo>
                  <a:pt x="363176" y="102425"/>
                </a:lnTo>
                <a:lnTo>
                  <a:pt x="363164" y="102820"/>
                </a:lnTo>
                <a:lnTo>
                  <a:pt x="363151" y="103197"/>
                </a:lnTo>
                <a:lnTo>
                  <a:pt x="363136" y="103556"/>
                </a:lnTo>
                <a:lnTo>
                  <a:pt x="363120" y="103897"/>
                </a:lnTo>
                <a:lnTo>
                  <a:pt x="363102" y="104221"/>
                </a:lnTo>
                <a:lnTo>
                  <a:pt x="363083" y="104526"/>
                </a:lnTo>
                <a:lnTo>
                  <a:pt x="363062" y="104813"/>
                </a:lnTo>
                <a:lnTo>
                  <a:pt x="363041" y="105083"/>
                </a:lnTo>
                <a:lnTo>
                  <a:pt x="363017" y="105334"/>
                </a:lnTo>
                <a:lnTo>
                  <a:pt x="362993" y="105567"/>
                </a:lnTo>
                <a:lnTo>
                  <a:pt x="362966" y="105783"/>
                </a:lnTo>
                <a:lnTo>
                  <a:pt x="362939" y="105980"/>
                </a:lnTo>
                <a:lnTo>
                  <a:pt x="362910" y="106160"/>
                </a:lnTo>
                <a:lnTo>
                  <a:pt x="362880" y="106321"/>
                </a:lnTo>
                <a:lnTo>
                  <a:pt x="362848" y="106465"/>
                </a:lnTo>
                <a:lnTo>
                  <a:pt x="362815" y="106590"/>
                </a:lnTo>
                <a:lnTo>
                  <a:pt x="362745" y="106827"/>
                </a:lnTo>
                <a:lnTo>
                  <a:pt x="362671" y="107059"/>
                </a:lnTo>
                <a:lnTo>
                  <a:pt x="362593" y="107285"/>
                </a:lnTo>
                <a:lnTo>
                  <a:pt x="362510" y="107505"/>
                </a:lnTo>
                <a:lnTo>
                  <a:pt x="362424" y="107721"/>
                </a:lnTo>
                <a:lnTo>
                  <a:pt x="362333" y="107931"/>
                </a:lnTo>
                <a:lnTo>
                  <a:pt x="362237" y="108135"/>
                </a:lnTo>
                <a:lnTo>
                  <a:pt x="362138" y="108334"/>
                </a:lnTo>
                <a:lnTo>
                  <a:pt x="362034" y="108528"/>
                </a:lnTo>
                <a:lnTo>
                  <a:pt x="361926" y="108716"/>
                </a:lnTo>
                <a:lnTo>
                  <a:pt x="361814" y="108899"/>
                </a:lnTo>
                <a:lnTo>
                  <a:pt x="361698" y="109076"/>
                </a:lnTo>
                <a:lnTo>
                  <a:pt x="361577" y="109248"/>
                </a:lnTo>
                <a:lnTo>
                  <a:pt x="361453" y="109414"/>
                </a:lnTo>
                <a:lnTo>
                  <a:pt x="361324" y="109575"/>
                </a:lnTo>
                <a:lnTo>
                  <a:pt x="361190" y="109731"/>
                </a:lnTo>
                <a:lnTo>
                  <a:pt x="361053" y="109881"/>
                </a:lnTo>
                <a:lnTo>
                  <a:pt x="360911" y="110026"/>
                </a:lnTo>
                <a:lnTo>
                  <a:pt x="360765" y="110166"/>
                </a:lnTo>
                <a:lnTo>
                  <a:pt x="360615" y="110300"/>
                </a:lnTo>
                <a:lnTo>
                  <a:pt x="360460" y="110428"/>
                </a:lnTo>
                <a:lnTo>
                  <a:pt x="360302" y="110551"/>
                </a:lnTo>
                <a:lnTo>
                  <a:pt x="360139" y="110669"/>
                </a:lnTo>
                <a:lnTo>
                  <a:pt x="359972" y="110781"/>
                </a:lnTo>
                <a:lnTo>
                  <a:pt x="359737" y="110929"/>
                </a:lnTo>
                <a:lnTo>
                  <a:pt x="359491" y="111070"/>
                </a:lnTo>
                <a:lnTo>
                  <a:pt x="359236" y="111205"/>
                </a:lnTo>
                <a:lnTo>
                  <a:pt x="358970" y="111333"/>
                </a:lnTo>
                <a:lnTo>
                  <a:pt x="358694" y="111456"/>
                </a:lnTo>
                <a:lnTo>
                  <a:pt x="358408" y="111572"/>
                </a:lnTo>
                <a:lnTo>
                  <a:pt x="358112" y="111682"/>
                </a:lnTo>
                <a:lnTo>
                  <a:pt x="357806" y="111785"/>
                </a:lnTo>
                <a:lnTo>
                  <a:pt x="357489" y="111883"/>
                </a:lnTo>
                <a:lnTo>
                  <a:pt x="357162" y="111974"/>
                </a:lnTo>
                <a:lnTo>
                  <a:pt x="356826" y="112058"/>
                </a:lnTo>
                <a:lnTo>
                  <a:pt x="356479" y="112137"/>
                </a:lnTo>
                <a:lnTo>
                  <a:pt x="356122" y="112209"/>
                </a:lnTo>
                <a:lnTo>
                  <a:pt x="355754" y="112275"/>
                </a:lnTo>
                <a:lnTo>
                  <a:pt x="355377" y="112334"/>
                </a:lnTo>
                <a:lnTo>
                  <a:pt x="354989" y="112388"/>
                </a:lnTo>
                <a:lnTo>
                  <a:pt x="354592" y="112435"/>
                </a:lnTo>
                <a:lnTo>
                  <a:pt x="354184" y="112476"/>
                </a:lnTo>
                <a:lnTo>
                  <a:pt x="353766" y="112510"/>
                </a:lnTo>
                <a:lnTo>
                  <a:pt x="353338" y="112538"/>
                </a:lnTo>
                <a:lnTo>
                  <a:pt x="352899" y="112560"/>
                </a:lnTo>
                <a:lnTo>
                  <a:pt x="352451" y="112576"/>
                </a:lnTo>
                <a:lnTo>
                  <a:pt x="351992" y="112586"/>
                </a:lnTo>
                <a:lnTo>
                  <a:pt x="351524" y="112589"/>
                </a:lnTo>
                <a:lnTo>
                  <a:pt x="351524" y="115513"/>
                </a:lnTo>
                <a:lnTo>
                  <a:pt x="389622" y="115513"/>
                </a:lnTo>
                <a:lnTo>
                  <a:pt x="389622" y="112589"/>
                </a:lnTo>
                <a:lnTo>
                  <a:pt x="389206" y="112586"/>
                </a:lnTo>
                <a:lnTo>
                  <a:pt x="388799" y="112579"/>
                </a:lnTo>
                <a:lnTo>
                  <a:pt x="388399" y="112566"/>
                </a:lnTo>
                <a:lnTo>
                  <a:pt x="388008" y="112548"/>
                </a:lnTo>
                <a:lnTo>
                  <a:pt x="387625" y="112525"/>
                </a:lnTo>
                <a:lnTo>
                  <a:pt x="387251" y="112498"/>
                </a:lnTo>
                <a:lnTo>
                  <a:pt x="386884" y="112465"/>
                </a:lnTo>
                <a:lnTo>
                  <a:pt x="386526" y="112427"/>
                </a:lnTo>
                <a:lnTo>
                  <a:pt x="386176" y="112384"/>
                </a:lnTo>
                <a:lnTo>
                  <a:pt x="385834" y="112336"/>
                </a:lnTo>
                <a:lnTo>
                  <a:pt x="385500" y="112283"/>
                </a:lnTo>
                <a:lnTo>
                  <a:pt x="385174" y="112224"/>
                </a:lnTo>
                <a:lnTo>
                  <a:pt x="384857" y="112161"/>
                </a:lnTo>
                <a:lnTo>
                  <a:pt x="384547" y="112093"/>
                </a:lnTo>
                <a:lnTo>
                  <a:pt x="384246" y="112019"/>
                </a:lnTo>
                <a:lnTo>
                  <a:pt x="383953" y="111941"/>
                </a:lnTo>
                <a:lnTo>
                  <a:pt x="383669" y="111858"/>
                </a:lnTo>
                <a:lnTo>
                  <a:pt x="383392" y="111769"/>
                </a:lnTo>
                <a:lnTo>
                  <a:pt x="383124" y="111675"/>
                </a:lnTo>
                <a:lnTo>
                  <a:pt x="382864" y="111577"/>
                </a:lnTo>
                <a:lnTo>
                  <a:pt x="382612" y="111473"/>
                </a:lnTo>
                <a:lnTo>
                  <a:pt x="382368" y="111364"/>
                </a:lnTo>
                <a:lnTo>
                  <a:pt x="382132" y="111250"/>
                </a:lnTo>
                <a:lnTo>
                  <a:pt x="381905" y="111132"/>
                </a:lnTo>
                <a:lnTo>
                  <a:pt x="381684" y="111009"/>
                </a:lnTo>
                <a:lnTo>
                  <a:pt x="381469" y="110883"/>
                </a:lnTo>
                <a:lnTo>
                  <a:pt x="381260" y="110755"/>
                </a:lnTo>
                <a:lnTo>
                  <a:pt x="381056" y="110625"/>
                </a:lnTo>
                <a:lnTo>
                  <a:pt x="380858" y="110491"/>
                </a:lnTo>
                <a:lnTo>
                  <a:pt x="380666" y="110356"/>
                </a:lnTo>
                <a:lnTo>
                  <a:pt x="380479" y="110217"/>
                </a:lnTo>
                <a:lnTo>
                  <a:pt x="380298" y="110077"/>
                </a:lnTo>
                <a:lnTo>
                  <a:pt x="380123" y="109933"/>
                </a:lnTo>
                <a:lnTo>
                  <a:pt x="379953" y="109787"/>
                </a:lnTo>
                <a:lnTo>
                  <a:pt x="379789" y="109639"/>
                </a:lnTo>
                <a:lnTo>
                  <a:pt x="379630" y="109488"/>
                </a:lnTo>
                <a:lnTo>
                  <a:pt x="379477" y="109334"/>
                </a:lnTo>
                <a:lnTo>
                  <a:pt x="379330" y="109178"/>
                </a:lnTo>
                <a:lnTo>
                  <a:pt x="379188" y="109019"/>
                </a:lnTo>
                <a:lnTo>
                  <a:pt x="379052" y="108858"/>
                </a:lnTo>
                <a:lnTo>
                  <a:pt x="378922" y="108694"/>
                </a:lnTo>
                <a:lnTo>
                  <a:pt x="378797" y="108528"/>
                </a:lnTo>
                <a:lnTo>
                  <a:pt x="378678" y="108359"/>
                </a:lnTo>
                <a:lnTo>
                  <a:pt x="378565" y="108188"/>
                </a:lnTo>
                <a:lnTo>
                  <a:pt x="378457" y="108014"/>
                </a:lnTo>
                <a:lnTo>
                  <a:pt x="378355" y="107837"/>
                </a:lnTo>
                <a:lnTo>
                  <a:pt x="378259" y="107658"/>
                </a:lnTo>
                <a:lnTo>
                  <a:pt x="378168" y="107476"/>
                </a:lnTo>
                <a:lnTo>
                  <a:pt x="378042" y="107207"/>
                </a:lnTo>
                <a:lnTo>
                  <a:pt x="377921" y="106927"/>
                </a:lnTo>
                <a:lnTo>
                  <a:pt x="377806" y="106637"/>
                </a:lnTo>
                <a:lnTo>
                  <a:pt x="377696" y="106336"/>
                </a:lnTo>
                <a:lnTo>
                  <a:pt x="377592" y="106025"/>
                </a:lnTo>
                <a:lnTo>
                  <a:pt x="377493" y="105704"/>
                </a:lnTo>
                <a:lnTo>
                  <a:pt x="377399" y="105372"/>
                </a:lnTo>
                <a:lnTo>
                  <a:pt x="377310" y="105029"/>
                </a:lnTo>
                <a:lnTo>
                  <a:pt x="377227" y="104677"/>
                </a:lnTo>
                <a:lnTo>
                  <a:pt x="377150" y="104313"/>
                </a:lnTo>
                <a:lnTo>
                  <a:pt x="377077" y="103940"/>
                </a:lnTo>
                <a:lnTo>
                  <a:pt x="377010" y="103555"/>
                </a:lnTo>
                <a:lnTo>
                  <a:pt x="376949" y="103161"/>
                </a:lnTo>
                <a:lnTo>
                  <a:pt x="376892" y="102756"/>
                </a:lnTo>
                <a:lnTo>
                  <a:pt x="376842" y="102340"/>
                </a:lnTo>
                <a:lnTo>
                  <a:pt x="376796" y="101914"/>
                </a:lnTo>
                <a:lnTo>
                  <a:pt x="376756" y="101477"/>
                </a:lnTo>
                <a:lnTo>
                  <a:pt x="376721" y="101030"/>
                </a:lnTo>
                <a:lnTo>
                  <a:pt x="376691" y="100573"/>
                </a:lnTo>
                <a:lnTo>
                  <a:pt x="376667" y="100105"/>
                </a:lnTo>
                <a:lnTo>
                  <a:pt x="376649" y="99627"/>
                </a:lnTo>
                <a:lnTo>
                  <a:pt x="376635" y="99138"/>
                </a:lnTo>
                <a:lnTo>
                  <a:pt x="376627" y="98639"/>
                </a:lnTo>
                <a:lnTo>
                  <a:pt x="376624" y="98129"/>
                </a:lnTo>
                <a:lnTo>
                  <a:pt x="376624" y="62539"/>
                </a:lnTo>
                <a:lnTo>
                  <a:pt x="376949" y="61915"/>
                </a:lnTo>
                <a:lnTo>
                  <a:pt x="377273" y="61305"/>
                </a:lnTo>
                <a:lnTo>
                  <a:pt x="377595" y="60711"/>
                </a:lnTo>
                <a:lnTo>
                  <a:pt x="377917" y="60131"/>
                </a:lnTo>
                <a:lnTo>
                  <a:pt x="378239" y="59566"/>
                </a:lnTo>
                <a:lnTo>
                  <a:pt x="378559" y="59016"/>
                </a:lnTo>
                <a:lnTo>
                  <a:pt x="378878" y="58481"/>
                </a:lnTo>
                <a:lnTo>
                  <a:pt x="379197" y="57960"/>
                </a:lnTo>
                <a:lnTo>
                  <a:pt x="379515" y="57455"/>
                </a:lnTo>
                <a:lnTo>
                  <a:pt x="379831" y="56964"/>
                </a:lnTo>
                <a:lnTo>
                  <a:pt x="380148" y="56488"/>
                </a:lnTo>
                <a:lnTo>
                  <a:pt x="380463" y="56027"/>
                </a:lnTo>
                <a:lnTo>
                  <a:pt x="380777" y="55581"/>
                </a:lnTo>
                <a:lnTo>
                  <a:pt x="381091" y="55150"/>
                </a:lnTo>
                <a:lnTo>
                  <a:pt x="381403" y="54733"/>
                </a:lnTo>
                <a:lnTo>
                  <a:pt x="381715" y="54331"/>
                </a:lnTo>
                <a:lnTo>
                  <a:pt x="382026" y="53944"/>
                </a:lnTo>
                <a:lnTo>
                  <a:pt x="382336" y="53572"/>
                </a:lnTo>
                <a:lnTo>
                  <a:pt x="382645" y="53215"/>
                </a:lnTo>
                <a:lnTo>
                  <a:pt x="382954" y="52873"/>
                </a:lnTo>
                <a:lnTo>
                  <a:pt x="383261" y="52545"/>
                </a:lnTo>
                <a:lnTo>
                  <a:pt x="383568" y="52232"/>
                </a:lnTo>
                <a:lnTo>
                  <a:pt x="383874" y="51934"/>
                </a:lnTo>
                <a:lnTo>
                  <a:pt x="384179" y="51651"/>
                </a:lnTo>
                <a:lnTo>
                  <a:pt x="384321" y="51520"/>
                </a:lnTo>
                <a:lnTo>
                  <a:pt x="384462" y="51394"/>
                </a:lnTo>
                <a:lnTo>
                  <a:pt x="384602" y="51274"/>
                </a:lnTo>
                <a:lnTo>
                  <a:pt x="384741" y="51159"/>
                </a:lnTo>
                <a:lnTo>
                  <a:pt x="384879" y="51050"/>
                </a:lnTo>
                <a:lnTo>
                  <a:pt x="385017" y="50946"/>
                </a:lnTo>
                <a:lnTo>
                  <a:pt x="385153" y="50848"/>
                </a:lnTo>
                <a:lnTo>
                  <a:pt x="385289" y="50756"/>
                </a:lnTo>
                <a:lnTo>
                  <a:pt x="385424" y="50669"/>
                </a:lnTo>
                <a:lnTo>
                  <a:pt x="385558" y="50588"/>
                </a:lnTo>
                <a:lnTo>
                  <a:pt x="385692" y="50512"/>
                </a:lnTo>
                <a:lnTo>
                  <a:pt x="385824" y="50442"/>
                </a:lnTo>
                <a:lnTo>
                  <a:pt x="385956" y="50378"/>
                </a:lnTo>
                <a:lnTo>
                  <a:pt x="386086" y="50319"/>
                </a:lnTo>
                <a:lnTo>
                  <a:pt x="386216" y="50266"/>
                </a:lnTo>
                <a:lnTo>
                  <a:pt x="386345" y="50219"/>
                </a:lnTo>
                <a:lnTo>
                  <a:pt x="386474" y="50177"/>
                </a:lnTo>
                <a:lnTo>
                  <a:pt x="386601" y="50140"/>
                </a:lnTo>
                <a:lnTo>
                  <a:pt x="386727" y="50109"/>
                </a:lnTo>
                <a:lnTo>
                  <a:pt x="386853" y="50084"/>
                </a:lnTo>
                <a:lnTo>
                  <a:pt x="386978" y="50065"/>
                </a:lnTo>
                <a:lnTo>
                  <a:pt x="387102" y="50051"/>
                </a:lnTo>
                <a:lnTo>
                  <a:pt x="387225" y="50042"/>
                </a:lnTo>
                <a:lnTo>
                  <a:pt x="387347" y="50039"/>
                </a:lnTo>
                <a:lnTo>
                  <a:pt x="387493" y="50044"/>
                </a:lnTo>
                <a:lnTo>
                  <a:pt x="387644" y="50059"/>
                </a:lnTo>
                <a:lnTo>
                  <a:pt x="387802" y="50083"/>
                </a:lnTo>
                <a:lnTo>
                  <a:pt x="387967" y="50116"/>
                </a:lnTo>
                <a:lnTo>
                  <a:pt x="388137" y="50159"/>
                </a:lnTo>
                <a:lnTo>
                  <a:pt x="388314" y="50212"/>
                </a:lnTo>
                <a:lnTo>
                  <a:pt x="388498" y="50274"/>
                </a:lnTo>
                <a:lnTo>
                  <a:pt x="388688" y="50346"/>
                </a:lnTo>
                <a:lnTo>
                  <a:pt x="388884" y="50428"/>
                </a:lnTo>
                <a:lnTo>
                  <a:pt x="389086" y="50519"/>
                </a:lnTo>
                <a:lnTo>
                  <a:pt x="389295" y="50620"/>
                </a:lnTo>
                <a:lnTo>
                  <a:pt x="389510" y="50730"/>
                </a:lnTo>
                <a:lnTo>
                  <a:pt x="389732" y="50850"/>
                </a:lnTo>
                <a:lnTo>
                  <a:pt x="389959" y="50979"/>
                </a:lnTo>
                <a:lnTo>
                  <a:pt x="390194" y="51118"/>
                </a:lnTo>
                <a:lnTo>
                  <a:pt x="390434" y="51267"/>
                </a:lnTo>
                <a:lnTo>
                  <a:pt x="390681" y="51425"/>
                </a:lnTo>
                <a:lnTo>
                  <a:pt x="390934" y="51593"/>
                </a:lnTo>
                <a:lnTo>
                  <a:pt x="391194" y="51770"/>
                </a:lnTo>
                <a:lnTo>
                  <a:pt x="391460" y="51957"/>
                </a:lnTo>
                <a:lnTo>
                  <a:pt x="391732" y="52154"/>
                </a:lnTo>
                <a:lnTo>
                  <a:pt x="392010" y="52360"/>
                </a:lnTo>
                <a:lnTo>
                  <a:pt x="392295" y="52576"/>
                </a:lnTo>
                <a:lnTo>
                  <a:pt x="392587" y="52801"/>
                </a:lnTo>
                <a:lnTo>
                  <a:pt x="392880" y="53027"/>
                </a:lnTo>
                <a:lnTo>
                  <a:pt x="393171" y="53242"/>
                </a:lnTo>
                <a:lnTo>
                  <a:pt x="393459" y="53449"/>
                </a:lnTo>
                <a:lnTo>
                  <a:pt x="393745" y="53645"/>
                </a:lnTo>
                <a:lnTo>
                  <a:pt x="394029" y="53832"/>
                </a:lnTo>
                <a:lnTo>
                  <a:pt x="394310" y="54010"/>
                </a:lnTo>
                <a:lnTo>
                  <a:pt x="394589" y="54177"/>
                </a:lnTo>
                <a:lnTo>
                  <a:pt x="394866" y="54336"/>
                </a:lnTo>
                <a:lnTo>
                  <a:pt x="395140" y="54484"/>
                </a:lnTo>
                <a:lnTo>
                  <a:pt x="395412" y="54623"/>
                </a:lnTo>
                <a:lnTo>
                  <a:pt x="395681" y="54753"/>
                </a:lnTo>
                <a:lnTo>
                  <a:pt x="395948" y="54873"/>
                </a:lnTo>
                <a:lnTo>
                  <a:pt x="396212" y="54983"/>
                </a:lnTo>
                <a:lnTo>
                  <a:pt x="396474" y="55084"/>
                </a:lnTo>
                <a:lnTo>
                  <a:pt x="396734" y="55175"/>
                </a:lnTo>
                <a:lnTo>
                  <a:pt x="396991" y="55256"/>
                </a:lnTo>
                <a:lnTo>
                  <a:pt x="397246" y="55328"/>
                </a:lnTo>
                <a:lnTo>
                  <a:pt x="397499" y="55391"/>
                </a:lnTo>
                <a:lnTo>
                  <a:pt x="397749" y="55443"/>
                </a:lnTo>
                <a:lnTo>
                  <a:pt x="397997" y="55487"/>
                </a:lnTo>
                <a:lnTo>
                  <a:pt x="398242" y="55520"/>
                </a:lnTo>
                <a:lnTo>
                  <a:pt x="398485" y="55544"/>
                </a:lnTo>
                <a:lnTo>
                  <a:pt x="398725" y="55558"/>
                </a:lnTo>
                <a:lnTo>
                  <a:pt x="398963" y="55563"/>
                </a:lnTo>
                <a:lnTo>
                  <a:pt x="399206" y="55559"/>
                </a:lnTo>
                <a:lnTo>
                  <a:pt x="399445" y="55548"/>
                </a:lnTo>
                <a:lnTo>
                  <a:pt x="399682" y="55529"/>
                </a:lnTo>
                <a:lnTo>
                  <a:pt x="399916" y="55502"/>
                </a:lnTo>
                <a:lnTo>
                  <a:pt x="400147" y="55468"/>
                </a:lnTo>
                <a:lnTo>
                  <a:pt x="400375" y="55426"/>
                </a:lnTo>
                <a:lnTo>
                  <a:pt x="400600" y="55377"/>
                </a:lnTo>
                <a:lnTo>
                  <a:pt x="400823" y="55320"/>
                </a:lnTo>
                <a:lnTo>
                  <a:pt x="401043" y="55255"/>
                </a:lnTo>
                <a:lnTo>
                  <a:pt x="401259" y="55182"/>
                </a:lnTo>
                <a:lnTo>
                  <a:pt x="401474" y="55102"/>
                </a:lnTo>
                <a:lnTo>
                  <a:pt x="401685" y="55015"/>
                </a:lnTo>
                <a:lnTo>
                  <a:pt x="401893" y="54920"/>
                </a:lnTo>
                <a:lnTo>
                  <a:pt x="402099" y="54817"/>
                </a:lnTo>
                <a:lnTo>
                  <a:pt x="402302" y="54706"/>
                </a:lnTo>
                <a:lnTo>
                  <a:pt x="402502" y="54588"/>
                </a:lnTo>
                <a:lnTo>
                  <a:pt x="402699" y="54463"/>
                </a:lnTo>
                <a:lnTo>
                  <a:pt x="402893" y="54330"/>
                </a:lnTo>
                <a:lnTo>
                  <a:pt x="403085" y="54189"/>
                </a:lnTo>
                <a:lnTo>
                  <a:pt x="403273" y="54040"/>
                </a:lnTo>
                <a:lnTo>
                  <a:pt x="403459" y="53884"/>
                </a:lnTo>
                <a:lnTo>
                  <a:pt x="403642" y="53720"/>
                </a:lnTo>
                <a:lnTo>
                  <a:pt x="403823" y="53549"/>
                </a:lnTo>
                <a:lnTo>
                  <a:pt x="404000" y="53370"/>
                </a:lnTo>
                <a:lnTo>
                  <a:pt x="404172" y="53185"/>
                </a:lnTo>
                <a:lnTo>
                  <a:pt x="404337" y="52998"/>
                </a:lnTo>
                <a:lnTo>
                  <a:pt x="404495" y="52806"/>
                </a:lnTo>
                <a:lnTo>
                  <a:pt x="404645" y="52612"/>
                </a:lnTo>
                <a:lnTo>
                  <a:pt x="404788" y="52414"/>
                </a:lnTo>
                <a:lnTo>
                  <a:pt x="404924" y="52212"/>
                </a:lnTo>
                <a:lnTo>
                  <a:pt x="405052" y="52008"/>
                </a:lnTo>
                <a:lnTo>
                  <a:pt x="405173" y="51799"/>
                </a:lnTo>
                <a:lnTo>
                  <a:pt x="405287" y="51588"/>
                </a:lnTo>
                <a:lnTo>
                  <a:pt x="405393" y="51373"/>
                </a:lnTo>
                <a:lnTo>
                  <a:pt x="405492" y="51155"/>
                </a:lnTo>
                <a:lnTo>
                  <a:pt x="405584" y="50933"/>
                </a:lnTo>
                <a:lnTo>
                  <a:pt x="405668" y="50708"/>
                </a:lnTo>
                <a:lnTo>
                  <a:pt x="405745" y="50479"/>
                </a:lnTo>
                <a:lnTo>
                  <a:pt x="405815" y="50248"/>
                </a:lnTo>
                <a:lnTo>
                  <a:pt x="405877" y="50012"/>
                </a:lnTo>
                <a:lnTo>
                  <a:pt x="405932" y="49774"/>
                </a:lnTo>
                <a:lnTo>
                  <a:pt x="405980" y="49532"/>
                </a:lnTo>
                <a:lnTo>
                  <a:pt x="406020" y="49286"/>
                </a:lnTo>
                <a:lnTo>
                  <a:pt x="406053" y="49038"/>
                </a:lnTo>
                <a:lnTo>
                  <a:pt x="406060" y="48977"/>
                </a:lnTo>
                <a:lnTo>
                  <a:pt x="406908" y="51014"/>
                </a:lnTo>
                <a:lnTo>
                  <a:pt x="407171" y="50915"/>
                </a:lnTo>
                <a:lnTo>
                  <a:pt x="407430" y="50820"/>
                </a:lnTo>
                <a:lnTo>
                  <a:pt x="407687" y="50729"/>
                </a:lnTo>
                <a:lnTo>
                  <a:pt x="407940" y="50642"/>
                </a:lnTo>
                <a:lnTo>
                  <a:pt x="408190" y="50559"/>
                </a:lnTo>
                <a:lnTo>
                  <a:pt x="408437" y="50481"/>
                </a:lnTo>
                <a:lnTo>
                  <a:pt x="408681" y="50407"/>
                </a:lnTo>
                <a:lnTo>
                  <a:pt x="408921" y="50337"/>
                </a:lnTo>
                <a:lnTo>
                  <a:pt x="409159" y="50272"/>
                </a:lnTo>
                <a:lnTo>
                  <a:pt x="409393" y="50210"/>
                </a:lnTo>
                <a:lnTo>
                  <a:pt x="409625" y="50153"/>
                </a:lnTo>
                <a:lnTo>
                  <a:pt x="409853" y="50100"/>
                </a:lnTo>
                <a:lnTo>
                  <a:pt x="410078" y="50052"/>
                </a:lnTo>
                <a:lnTo>
                  <a:pt x="410301" y="50007"/>
                </a:lnTo>
                <a:lnTo>
                  <a:pt x="410520" y="49967"/>
                </a:lnTo>
                <a:lnTo>
                  <a:pt x="410735" y="49931"/>
                </a:lnTo>
                <a:lnTo>
                  <a:pt x="410948" y="49899"/>
                </a:lnTo>
                <a:lnTo>
                  <a:pt x="411158" y="49872"/>
                </a:lnTo>
                <a:lnTo>
                  <a:pt x="411365" y="49849"/>
                </a:lnTo>
                <a:lnTo>
                  <a:pt x="411568" y="49830"/>
                </a:lnTo>
                <a:lnTo>
                  <a:pt x="411768" y="49815"/>
                </a:lnTo>
                <a:lnTo>
                  <a:pt x="411966" y="49804"/>
                </a:lnTo>
                <a:lnTo>
                  <a:pt x="412160" y="49798"/>
                </a:lnTo>
                <a:lnTo>
                  <a:pt x="412351" y="49796"/>
                </a:lnTo>
                <a:lnTo>
                  <a:pt x="412526" y="49798"/>
                </a:lnTo>
                <a:lnTo>
                  <a:pt x="412697" y="49803"/>
                </a:lnTo>
                <a:lnTo>
                  <a:pt x="412866" y="49812"/>
                </a:lnTo>
                <a:lnTo>
                  <a:pt x="413031" y="49825"/>
                </a:lnTo>
                <a:lnTo>
                  <a:pt x="413194" y="49842"/>
                </a:lnTo>
                <a:lnTo>
                  <a:pt x="413354" y="49862"/>
                </a:lnTo>
                <a:lnTo>
                  <a:pt x="413511" y="49886"/>
                </a:lnTo>
                <a:lnTo>
                  <a:pt x="413664" y="49913"/>
                </a:lnTo>
                <a:lnTo>
                  <a:pt x="413815" y="49944"/>
                </a:lnTo>
                <a:lnTo>
                  <a:pt x="413963" y="49979"/>
                </a:lnTo>
                <a:lnTo>
                  <a:pt x="414108" y="50018"/>
                </a:lnTo>
                <a:lnTo>
                  <a:pt x="414250" y="50060"/>
                </a:lnTo>
                <a:lnTo>
                  <a:pt x="414389" y="50106"/>
                </a:lnTo>
                <a:lnTo>
                  <a:pt x="414525" y="50155"/>
                </a:lnTo>
                <a:lnTo>
                  <a:pt x="414658" y="50208"/>
                </a:lnTo>
                <a:lnTo>
                  <a:pt x="414788" y="50265"/>
                </a:lnTo>
                <a:lnTo>
                  <a:pt x="414915" y="50326"/>
                </a:lnTo>
                <a:lnTo>
                  <a:pt x="415039" y="50390"/>
                </a:lnTo>
                <a:lnTo>
                  <a:pt x="415161" y="50458"/>
                </a:lnTo>
                <a:lnTo>
                  <a:pt x="415279" y="50529"/>
                </a:lnTo>
                <a:lnTo>
                  <a:pt x="415394" y="50604"/>
                </a:lnTo>
                <a:lnTo>
                  <a:pt x="415506" y="50683"/>
                </a:lnTo>
                <a:lnTo>
                  <a:pt x="415616" y="50766"/>
                </a:lnTo>
                <a:lnTo>
                  <a:pt x="415722" y="50852"/>
                </a:lnTo>
                <a:lnTo>
                  <a:pt x="415826" y="50943"/>
                </a:lnTo>
                <a:lnTo>
                  <a:pt x="415928" y="51041"/>
                </a:lnTo>
                <a:lnTo>
                  <a:pt x="416027" y="51145"/>
                </a:lnTo>
                <a:lnTo>
                  <a:pt x="416124" y="51256"/>
                </a:lnTo>
                <a:lnTo>
                  <a:pt x="416219" y="51373"/>
                </a:lnTo>
                <a:lnTo>
                  <a:pt x="416311" y="51497"/>
                </a:lnTo>
                <a:lnTo>
                  <a:pt x="416401" y="51627"/>
                </a:lnTo>
                <a:lnTo>
                  <a:pt x="416489" y="51763"/>
                </a:lnTo>
                <a:lnTo>
                  <a:pt x="416575" y="51906"/>
                </a:lnTo>
                <a:lnTo>
                  <a:pt x="416659" y="52056"/>
                </a:lnTo>
                <a:lnTo>
                  <a:pt x="416740" y="52212"/>
                </a:lnTo>
                <a:lnTo>
                  <a:pt x="416819" y="52375"/>
                </a:lnTo>
                <a:lnTo>
                  <a:pt x="416896" y="52544"/>
                </a:lnTo>
                <a:lnTo>
                  <a:pt x="416970" y="52720"/>
                </a:lnTo>
                <a:lnTo>
                  <a:pt x="417042" y="52902"/>
                </a:lnTo>
                <a:lnTo>
                  <a:pt x="417112" y="53090"/>
                </a:lnTo>
                <a:lnTo>
                  <a:pt x="417180" y="53285"/>
                </a:lnTo>
                <a:lnTo>
                  <a:pt x="417245" y="53487"/>
                </a:lnTo>
                <a:lnTo>
                  <a:pt x="417309" y="53695"/>
                </a:lnTo>
                <a:lnTo>
                  <a:pt x="417369" y="53909"/>
                </a:lnTo>
                <a:lnTo>
                  <a:pt x="417428" y="54130"/>
                </a:lnTo>
                <a:lnTo>
                  <a:pt x="417485" y="54358"/>
                </a:lnTo>
                <a:lnTo>
                  <a:pt x="417539" y="54592"/>
                </a:lnTo>
                <a:lnTo>
                  <a:pt x="417591" y="54832"/>
                </a:lnTo>
                <a:lnTo>
                  <a:pt x="417640" y="55094"/>
                </a:lnTo>
                <a:lnTo>
                  <a:pt x="417688" y="55392"/>
                </a:lnTo>
                <a:lnTo>
                  <a:pt x="417733" y="55727"/>
                </a:lnTo>
                <a:lnTo>
                  <a:pt x="417777" y="56098"/>
                </a:lnTo>
                <a:lnTo>
                  <a:pt x="417818" y="56505"/>
                </a:lnTo>
                <a:lnTo>
                  <a:pt x="417857" y="56949"/>
                </a:lnTo>
                <a:lnTo>
                  <a:pt x="417894" y="57429"/>
                </a:lnTo>
                <a:lnTo>
                  <a:pt x="417929" y="57946"/>
                </a:lnTo>
                <a:lnTo>
                  <a:pt x="417962" y="58499"/>
                </a:lnTo>
                <a:lnTo>
                  <a:pt x="417993" y="59088"/>
                </a:lnTo>
                <a:lnTo>
                  <a:pt x="418021" y="59714"/>
                </a:lnTo>
                <a:lnTo>
                  <a:pt x="418048" y="60376"/>
                </a:lnTo>
                <a:lnTo>
                  <a:pt x="418072" y="61075"/>
                </a:lnTo>
                <a:lnTo>
                  <a:pt x="418094" y="61810"/>
                </a:lnTo>
                <a:lnTo>
                  <a:pt x="418114" y="62581"/>
                </a:lnTo>
                <a:lnTo>
                  <a:pt x="418132" y="63389"/>
                </a:lnTo>
                <a:lnTo>
                  <a:pt x="418148" y="64233"/>
                </a:lnTo>
                <a:lnTo>
                  <a:pt x="418162" y="65113"/>
                </a:lnTo>
                <a:lnTo>
                  <a:pt x="418173" y="66030"/>
                </a:lnTo>
                <a:lnTo>
                  <a:pt x="418183" y="66983"/>
                </a:lnTo>
                <a:lnTo>
                  <a:pt x="418190" y="67973"/>
                </a:lnTo>
                <a:lnTo>
                  <a:pt x="418196" y="68999"/>
                </a:lnTo>
                <a:lnTo>
                  <a:pt x="418199" y="70061"/>
                </a:lnTo>
                <a:lnTo>
                  <a:pt x="418200" y="71160"/>
                </a:lnTo>
                <a:lnTo>
                  <a:pt x="418200" y="98617"/>
                </a:lnTo>
                <a:lnTo>
                  <a:pt x="418196" y="99288"/>
                </a:lnTo>
                <a:lnTo>
                  <a:pt x="418186" y="99942"/>
                </a:lnTo>
                <a:lnTo>
                  <a:pt x="418169" y="100577"/>
                </a:lnTo>
                <a:lnTo>
                  <a:pt x="418145" y="101194"/>
                </a:lnTo>
                <a:lnTo>
                  <a:pt x="418113" y="101793"/>
                </a:lnTo>
                <a:lnTo>
                  <a:pt x="418075" y="102373"/>
                </a:lnTo>
                <a:lnTo>
                  <a:pt x="418031" y="102935"/>
                </a:lnTo>
                <a:lnTo>
                  <a:pt x="417979" y="103479"/>
                </a:lnTo>
                <a:lnTo>
                  <a:pt x="417920" y="104004"/>
                </a:lnTo>
                <a:lnTo>
                  <a:pt x="417854" y="104511"/>
                </a:lnTo>
                <a:lnTo>
                  <a:pt x="417782" y="105000"/>
                </a:lnTo>
                <a:lnTo>
                  <a:pt x="417702" y="105471"/>
                </a:lnTo>
                <a:lnTo>
                  <a:pt x="417616" y="105923"/>
                </a:lnTo>
                <a:lnTo>
                  <a:pt x="417523" y="106357"/>
                </a:lnTo>
                <a:lnTo>
                  <a:pt x="417422" y="106772"/>
                </a:lnTo>
                <a:lnTo>
                  <a:pt x="417315" y="107170"/>
                </a:lnTo>
                <a:lnTo>
                  <a:pt x="417201" y="107549"/>
                </a:lnTo>
                <a:lnTo>
                  <a:pt x="417080" y="107910"/>
                </a:lnTo>
                <a:lnTo>
                  <a:pt x="416953" y="108252"/>
                </a:lnTo>
                <a:lnTo>
                  <a:pt x="416818" y="108576"/>
                </a:lnTo>
                <a:lnTo>
                  <a:pt x="416676" y="108882"/>
                </a:lnTo>
                <a:lnTo>
                  <a:pt x="416528" y="109169"/>
                </a:lnTo>
                <a:lnTo>
                  <a:pt x="416372" y="109439"/>
                </a:lnTo>
                <a:lnTo>
                  <a:pt x="416210" y="109690"/>
                </a:lnTo>
                <a:lnTo>
                  <a:pt x="416037" y="109926"/>
                </a:lnTo>
                <a:lnTo>
                  <a:pt x="415852" y="110153"/>
                </a:lnTo>
                <a:lnTo>
                  <a:pt x="415654" y="110369"/>
                </a:lnTo>
                <a:lnTo>
                  <a:pt x="415444" y="110575"/>
                </a:lnTo>
                <a:lnTo>
                  <a:pt x="415220" y="110772"/>
                </a:lnTo>
                <a:lnTo>
                  <a:pt x="414984" y="110958"/>
                </a:lnTo>
                <a:lnTo>
                  <a:pt x="414734" y="111134"/>
                </a:lnTo>
                <a:lnTo>
                  <a:pt x="414472" y="111300"/>
                </a:lnTo>
                <a:lnTo>
                  <a:pt x="414197" y="111456"/>
                </a:lnTo>
                <a:lnTo>
                  <a:pt x="413909" y="111602"/>
                </a:lnTo>
                <a:lnTo>
                  <a:pt x="413609" y="111738"/>
                </a:lnTo>
                <a:lnTo>
                  <a:pt x="413295" y="111864"/>
                </a:lnTo>
                <a:lnTo>
                  <a:pt x="412969" y="111980"/>
                </a:lnTo>
                <a:lnTo>
                  <a:pt x="412630" y="112085"/>
                </a:lnTo>
                <a:lnTo>
                  <a:pt x="412278" y="112181"/>
                </a:lnTo>
                <a:lnTo>
                  <a:pt x="411913" y="112267"/>
                </a:lnTo>
                <a:lnTo>
                  <a:pt x="411536" y="112342"/>
                </a:lnTo>
                <a:lnTo>
                  <a:pt x="411145" y="112407"/>
                </a:lnTo>
                <a:lnTo>
                  <a:pt x="410742" y="112463"/>
                </a:lnTo>
                <a:lnTo>
                  <a:pt x="410326" y="112508"/>
                </a:lnTo>
                <a:lnTo>
                  <a:pt x="409897" y="112543"/>
                </a:lnTo>
                <a:lnTo>
                  <a:pt x="409455" y="112569"/>
                </a:lnTo>
                <a:lnTo>
                  <a:pt x="409001" y="112584"/>
                </a:lnTo>
                <a:lnTo>
                  <a:pt x="408533" y="112589"/>
                </a:lnTo>
                <a:lnTo>
                  <a:pt x="406908" y="112589"/>
                </a:lnTo>
                <a:lnTo>
                  <a:pt x="406908" y="115513"/>
                </a:lnTo>
                <a:lnTo>
                  <a:pt x="443707" y="115513"/>
                </a:lnTo>
                <a:lnTo>
                  <a:pt x="443707" y="112589"/>
                </a:lnTo>
                <a:lnTo>
                  <a:pt x="443206" y="112587"/>
                </a:lnTo>
                <a:lnTo>
                  <a:pt x="442720" y="112581"/>
                </a:lnTo>
                <a:lnTo>
                  <a:pt x="442248" y="112571"/>
                </a:lnTo>
                <a:lnTo>
                  <a:pt x="441790" y="112558"/>
                </a:lnTo>
                <a:lnTo>
                  <a:pt x="441346" y="112541"/>
                </a:lnTo>
                <a:lnTo>
                  <a:pt x="440917" y="112520"/>
                </a:lnTo>
                <a:lnTo>
                  <a:pt x="440502" y="112495"/>
                </a:lnTo>
                <a:lnTo>
                  <a:pt x="440101" y="112466"/>
                </a:lnTo>
                <a:lnTo>
                  <a:pt x="439714" y="112434"/>
                </a:lnTo>
                <a:lnTo>
                  <a:pt x="439342" y="112397"/>
                </a:lnTo>
                <a:lnTo>
                  <a:pt x="438984" y="112357"/>
                </a:lnTo>
                <a:lnTo>
                  <a:pt x="438640" y="112313"/>
                </a:lnTo>
                <a:lnTo>
                  <a:pt x="438310" y="112265"/>
                </a:lnTo>
                <a:lnTo>
                  <a:pt x="437995" y="112214"/>
                </a:lnTo>
                <a:lnTo>
                  <a:pt x="437694" y="112158"/>
                </a:lnTo>
                <a:lnTo>
                  <a:pt x="437407" y="112099"/>
                </a:lnTo>
                <a:lnTo>
                  <a:pt x="437134" y="112036"/>
                </a:lnTo>
                <a:lnTo>
                  <a:pt x="436876" y="111969"/>
                </a:lnTo>
                <a:lnTo>
                  <a:pt x="436632" y="111898"/>
                </a:lnTo>
                <a:lnTo>
                  <a:pt x="436402" y="111824"/>
                </a:lnTo>
                <a:lnTo>
                  <a:pt x="436186" y="111745"/>
                </a:lnTo>
                <a:lnTo>
                  <a:pt x="435984" y="111663"/>
                </a:lnTo>
                <a:lnTo>
                  <a:pt x="435797" y="111577"/>
                </a:lnTo>
                <a:lnTo>
                  <a:pt x="435624" y="111487"/>
                </a:lnTo>
                <a:lnTo>
                  <a:pt x="435460" y="111393"/>
                </a:lnTo>
                <a:lnTo>
                  <a:pt x="435299" y="111294"/>
                </a:lnTo>
                <a:lnTo>
                  <a:pt x="435140" y="111191"/>
                </a:lnTo>
                <a:lnTo>
                  <a:pt x="434985" y="111084"/>
                </a:lnTo>
                <a:lnTo>
                  <a:pt x="434832" y="110972"/>
                </a:lnTo>
                <a:lnTo>
                  <a:pt x="434682" y="110856"/>
                </a:lnTo>
                <a:lnTo>
                  <a:pt x="434536" y="110735"/>
                </a:lnTo>
                <a:lnTo>
                  <a:pt x="434392" y="110610"/>
                </a:lnTo>
                <a:lnTo>
                  <a:pt x="434252" y="110481"/>
                </a:lnTo>
                <a:lnTo>
                  <a:pt x="434114" y="110347"/>
                </a:lnTo>
                <a:lnTo>
                  <a:pt x="433979" y="110209"/>
                </a:lnTo>
                <a:lnTo>
                  <a:pt x="433847" y="110067"/>
                </a:lnTo>
                <a:lnTo>
                  <a:pt x="433718" y="109920"/>
                </a:lnTo>
                <a:lnTo>
                  <a:pt x="433593" y="109768"/>
                </a:lnTo>
                <a:lnTo>
                  <a:pt x="433470" y="109613"/>
                </a:lnTo>
                <a:lnTo>
                  <a:pt x="433350" y="109453"/>
                </a:lnTo>
                <a:lnTo>
                  <a:pt x="433233" y="109288"/>
                </a:lnTo>
                <a:lnTo>
                  <a:pt x="433119" y="109119"/>
                </a:lnTo>
                <a:lnTo>
                  <a:pt x="433008" y="108946"/>
                </a:lnTo>
                <a:lnTo>
                  <a:pt x="432900" y="108769"/>
                </a:lnTo>
                <a:lnTo>
                  <a:pt x="432794" y="108587"/>
                </a:lnTo>
                <a:lnTo>
                  <a:pt x="432692" y="108400"/>
                </a:lnTo>
                <a:lnTo>
                  <a:pt x="432593" y="108209"/>
                </a:lnTo>
                <a:lnTo>
                  <a:pt x="432497" y="108014"/>
                </a:lnTo>
                <a:lnTo>
                  <a:pt x="432424" y="107854"/>
                </a:lnTo>
                <a:lnTo>
                  <a:pt x="432354" y="107674"/>
                </a:lnTo>
                <a:lnTo>
                  <a:pt x="432287" y="107474"/>
                </a:lnTo>
                <a:lnTo>
                  <a:pt x="432224" y="107253"/>
                </a:lnTo>
                <a:lnTo>
                  <a:pt x="432163" y="107013"/>
                </a:lnTo>
                <a:lnTo>
                  <a:pt x="432106" y="106752"/>
                </a:lnTo>
                <a:lnTo>
                  <a:pt x="432052" y="106471"/>
                </a:lnTo>
                <a:lnTo>
                  <a:pt x="432000" y="106170"/>
                </a:lnTo>
                <a:lnTo>
                  <a:pt x="431952" y="105849"/>
                </a:lnTo>
                <a:lnTo>
                  <a:pt x="431907" y="105508"/>
                </a:lnTo>
                <a:lnTo>
                  <a:pt x="431865" y="105146"/>
                </a:lnTo>
                <a:lnTo>
                  <a:pt x="431827" y="104765"/>
                </a:lnTo>
                <a:lnTo>
                  <a:pt x="431791" y="104363"/>
                </a:lnTo>
                <a:lnTo>
                  <a:pt x="431758" y="103942"/>
                </a:lnTo>
                <a:lnTo>
                  <a:pt x="431729" y="103500"/>
                </a:lnTo>
                <a:lnTo>
                  <a:pt x="431703" y="103038"/>
                </a:lnTo>
                <a:lnTo>
                  <a:pt x="431679" y="102555"/>
                </a:lnTo>
                <a:lnTo>
                  <a:pt x="431659" y="102053"/>
                </a:lnTo>
                <a:lnTo>
                  <a:pt x="431642" y="101531"/>
                </a:lnTo>
                <a:lnTo>
                  <a:pt x="431628" y="100988"/>
                </a:lnTo>
                <a:lnTo>
                  <a:pt x="431617" y="100425"/>
                </a:lnTo>
                <a:lnTo>
                  <a:pt x="431609" y="99843"/>
                </a:lnTo>
                <a:lnTo>
                  <a:pt x="431605" y="99240"/>
                </a:lnTo>
                <a:lnTo>
                  <a:pt x="431603" y="98617"/>
                </a:lnTo>
                <a:lnTo>
                  <a:pt x="431603" y="59462"/>
                </a:lnTo>
                <a:lnTo>
                  <a:pt x="432402" y="58601"/>
                </a:lnTo>
                <a:lnTo>
                  <a:pt x="433201" y="57776"/>
                </a:lnTo>
                <a:lnTo>
                  <a:pt x="434001" y="56987"/>
                </a:lnTo>
                <a:lnTo>
                  <a:pt x="434801" y="56236"/>
                </a:lnTo>
                <a:lnTo>
                  <a:pt x="435601" y="55521"/>
                </a:lnTo>
                <a:lnTo>
                  <a:pt x="436401" y="54842"/>
                </a:lnTo>
                <a:lnTo>
                  <a:pt x="437202" y="54201"/>
                </a:lnTo>
                <a:lnTo>
                  <a:pt x="438003" y="53596"/>
                </a:lnTo>
                <a:lnTo>
                  <a:pt x="438804" y="53027"/>
                </a:lnTo>
                <a:lnTo>
                  <a:pt x="439605" y="52496"/>
                </a:lnTo>
                <a:lnTo>
                  <a:pt x="440407" y="52001"/>
                </a:lnTo>
                <a:lnTo>
                  <a:pt x="441209" y="51542"/>
                </a:lnTo>
                <a:lnTo>
                  <a:pt x="442011" y="51121"/>
                </a:lnTo>
                <a:lnTo>
                  <a:pt x="442814" y="50736"/>
                </a:lnTo>
                <a:lnTo>
                  <a:pt x="443617" y="50387"/>
                </a:lnTo>
                <a:lnTo>
                  <a:pt x="444420" y="50076"/>
                </a:lnTo>
                <a:lnTo>
                  <a:pt x="445223" y="49801"/>
                </a:lnTo>
                <a:lnTo>
                  <a:pt x="446027" y="49562"/>
                </a:lnTo>
                <a:lnTo>
                  <a:pt x="446831" y="49360"/>
                </a:lnTo>
                <a:lnTo>
                  <a:pt x="447635" y="49195"/>
                </a:lnTo>
                <a:lnTo>
                  <a:pt x="448440" y="49067"/>
                </a:lnTo>
                <a:lnTo>
                  <a:pt x="449245" y="48975"/>
                </a:lnTo>
                <a:lnTo>
                  <a:pt x="450050" y="48920"/>
                </a:lnTo>
                <a:lnTo>
                  <a:pt x="450855" y="48902"/>
                </a:lnTo>
                <a:lnTo>
                  <a:pt x="451370" y="48910"/>
                </a:lnTo>
                <a:lnTo>
                  <a:pt x="451873" y="48934"/>
                </a:lnTo>
                <a:lnTo>
                  <a:pt x="452363" y="48974"/>
                </a:lnTo>
                <a:lnTo>
                  <a:pt x="452840" y="49029"/>
                </a:lnTo>
                <a:lnTo>
                  <a:pt x="453305" y="49101"/>
                </a:lnTo>
                <a:lnTo>
                  <a:pt x="453757" y="49189"/>
                </a:lnTo>
                <a:lnTo>
                  <a:pt x="454197" y="49292"/>
                </a:lnTo>
                <a:lnTo>
                  <a:pt x="454624" y="49411"/>
                </a:lnTo>
                <a:lnTo>
                  <a:pt x="455038" y="49546"/>
                </a:lnTo>
                <a:lnTo>
                  <a:pt x="455440" y="49698"/>
                </a:lnTo>
                <a:lnTo>
                  <a:pt x="455830" y="49865"/>
                </a:lnTo>
                <a:lnTo>
                  <a:pt x="456207" y="50048"/>
                </a:lnTo>
                <a:lnTo>
                  <a:pt x="456571" y="50247"/>
                </a:lnTo>
                <a:lnTo>
                  <a:pt x="456923" y="50461"/>
                </a:lnTo>
                <a:lnTo>
                  <a:pt x="457262" y="50692"/>
                </a:lnTo>
                <a:lnTo>
                  <a:pt x="457589" y="50939"/>
                </a:lnTo>
                <a:lnTo>
                  <a:pt x="457903" y="51201"/>
                </a:lnTo>
                <a:lnTo>
                  <a:pt x="458204" y="51480"/>
                </a:lnTo>
                <a:lnTo>
                  <a:pt x="458493" y="51774"/>
                </a:lnTo>
                <a:lnTo>
                  <a:pt x="458770" y="52084"/>
                </a:lnTo>
                <a:lnTo>
                  <a:pt x="459034" y="52410"/>
                </a:lnTo>
                <a:lnTo>
                  <a:pt x="459285" y="52752"/>
                </a:lnTo>
                <a:lnTo>
                  <a:pt x="459524" y="53110"/>
                </a:lnTo>
                <a:lnTo>
                  <a:pt x="459750" y="53484"/>
                </a:lnTo>
                <a:lnTo>
                  <a:pt x="459966" y="53876"/>
                </a:lnTo>
                <a:lnTo>
                  <a:pt x="460172" y="54286"/>
                </a:lnTo>
                <a:lnTo>
                  <a:pt x="460369" y="54717"/>
                </a:lnTo>
                <a:lnTo>
                  <a:pt x="460557" y="55166"/>
                </a:lnTo>
                <a:lnTo>
                  <a:pt x="460736" y="55635"/>
                </a:lnTo>
                <a:lnTo>
                  <a:pt x="460905" y="56123"/>
                </a:lnTo>
                <a:lnTo>
                  <a:pt x="461066" y="56630"/>
                </a:lnTo>
                <a:lnTo>
                  <a:pt x="461217" y="57156"/>
                </a:lnTo>
                <a:lnTo>
                  <a:pt x="461359" y="57702"/>
                </a:lnTo>
                <a:lnTo>
                  <a:pt x="461492" y="58267"/>
                </a:lnTo>
                <a:lnTo>
                  <a:pt x="461616" y="58852"/>
                </a:lnTo>
                <a:lnTo>
                  <a:pt x="461730" y="59455"/>
                </a:lnTo>
                <a:lnTo>
                  <a:pt x="461836" y="60078"/>
                </a:lnTo>
                <a:lnTo>
                  <a:pt x="461932" y="60721"/>
                </a:lnTo>
                <a:lnTo>
                  <a:pt x="462019" y="61382"/>
                </a:lnTo>
                <a:lnTo>
                  <a:pt x="462097" y="62063"/>
                </a:lnTo>
                <a:lnTo>
                  <a:pt x="462166" y="62763"/>
                </a:lnTo>
                <a:lnTo>
                  <a:pt x="462225" y="63483"/>
                </a:lnTo>
                <a:lnTo>
                  <a:pt x="462276" y="64222"/>
                </a:lnTo>
                <a:lnTo>
                  <a:pt x="462317" y="64980"/>
                </a:lnTo>
                <a:lnTo>
                  <a:pt x="462349" y="65757"/>
                </a:lnTo>
                <a:lnTo>
                  <a:pt x="462372" y="66554"/>
                </a:lnTo>
                <a:lnTo>
                  <a:pt x="462386" y="67370"/>
                </a:lnTo>
                <a:lnTo>
                  <a:pt x="462390" y="68205"/>
                </a:lnTo>
                <a:lnTo>
                  <a:pt x="462390" y="98617"/>
                </a:lnTo>
                <a:lnTo>
                  <a:pt x="462390" y="99145"/>
                </a:lnTo>
                <a:lnTo>
                  <a:pt x="462388" y="99656"/>
                </a:lnTo>
                <a:lnTo>
                  <a:pt x="462385" y="100149"/>
                </a:lnTo>
                <a:lnTo>
                  <a:pt x="462381" y="100623"/>
                </a:lnTo>
                <a:lnTo>
                  <a:pt x="462376" y="101079"/>
                </a:lnTo>
                <a:lnTo>
                  <a:pt x="462370" y="101518"/>
                </a:lnTo>
                <a:lnTo>
                  <a:pt x="462363" y="101937"/>
                </a:lnTo>
                <a:lnTo>
                  <a:pt x="462354" y="102339"/>
                </a:lnTo>
                <a:lnTo>
                  <a:pt x="462345" y="102723"/>
                </a:lnTo>
                <a:lnTo>
                  <a:pt x="462334" y="103088"/>
                </a:lnTo>
                <a:lnTo>
                  <a:pt x="462322" y="103436"/>
                </a:lnTo>
                <a:lnTo>
                  <a:pt x="462309" y="103765"/>
                </a:lnTo>
                <a:lnTo>
                  <a:pt x="462295" y="104076"/>
                </a:lnTo>
                <a:lnTo>
                  <a:pt x="462280" y="104369"/>
                </a:lnTo>
                <a:lnTo>
                  <a:pt x="462264" y="104643"/>
                </a:lnTo>
                <a:lnTo>
                  <a:pt x="462246" y="104900"/>
                </a:lnTo>
                <a:lnTo>
                  <a:pt x="462227" y="105138"/>
                </a:lnTo>
                <a:lnTo>
                  <a:pt x="462208" y="105358"/>
                </a:lnTo>
                <a:lnTo>
                  <a:pt x="462187" y="105560"/>
                </a:lnTo>
                <a:lnTo>
                  <a:pt x="462165" y="105744"/>
                </a:lnTo>
                <a:lnTo>
                  <a:pt x="462142" y="105910"/>
                </a:lnTo>
                <a:lnTo>
                  <a:pt x="462117" y="106058"/>
                </a:lnTo>
                <a:lnTo>
                  <a:pt x="462092" y="106187"/>
                </a:lnTo>
                <a:lnTo>
                  <a:pt x="462066" y="106298"/>
                </a:lnTo>
                <a:lnTo>
                  <a:pt x="461996" y="106554"/>
                </a:lnTo>
                <a:lnTo>
                  <a:pt x="461921" y="106805"/>
                </a:lnTo>
                <a:lnTo>
                  <a:pt x="461843" y="107051"/>
                </a:lnTo>
                <a:lnTo>
                  <a:pt x="461760" y="107291"/>
                </a:lnTo>
                <a:lnTo>
                  <a:pt x="461672" y="107526"/>
                </a:lnTo>
                <a:lnTo>
                  <a:pt x="461581" y="107756"/>
                </a:lnTo>
                <a:lnTo>
                  <a:pt x="461485" y="107981"/>
                </a:lnTo>
                <a:lnTo>
                  <a:pt x="461384" y="108200"/>
                </a:lnTo>
                <a:lnTo>
                  <a:pt x="461279" y="108414"/>
                </a:lnTo>
                <a:lnTo>
                  <a:pt x="461170" y="108623"/>
                </a:lnTo>
                <a:lnTo>
                  <a:pt x="461056" y="108827"/>
                </a:lnTo>
                <a:lnTo>
                  <a:pt x="460938" y="109025"/>
                </a:lnTo>
                <a:lnTo>
                  <a:pt x="460816" y="109218"/>
                </a:lnTo>
                <a:lnTo>
                  <a:pt x="460689" y="109406"/>
                </a:lnTo>
                <a:lnTo>
                  <a:pt x="460558" y="109589"/>
                </a:lnTo>
                <a:lnTo>
                  <a:pt x="460423" y="109766"/>
                </a:lnTo>
                <a:lnTo>
                  <a:pt x="460283" y="109939"/>
                </a:lnTo>
                <a:lnTo>
                  <a:pt x="460139" y="110106"/>
                </a:lnTo>
                <a:lnTo>
                  <a:pt x="459990" y="110267"/>
                </a:lnTo>
                <a:lnTo>
                  <a:pt x="459837" y="110424"/>
                </a:lnTo>
                <a:lnTo>
                  <a:pt x="459680" y="110575"/>
                </a:lnTo>
                <a:lnTo>
                  <a:pt x="459518" y="110721"/>
                </a:lnTo>
                <a:lnTo>
                  <a:pt x="459352" y="110862"/>
                </a:lnTo>
                <a:lnTo>
                  <a:pt x="459182" y="110997"/>
                </a:lnTo>
                <a:lnTo>
                  <a:pt x="459004" y="111127"/>
                </a:lnTo>
                <a:lnTo>
                  <a:pt x="458815" y="111251"/>
                </a:lnTo>
                <a:lnTo>
                  <a:pt x="458615" y="111370"/>
                </a:lnTo>
                <a:lnTo>
                  <a:pt x="458404" y="111483"/>
                </a:lnTo>
                <a:lnTo>
                  <a:pt x="458183" y="111591"/>
                </a:lnTo>
                <a:lnTo>
                  <a:pt x="457951" y="111693"/>
                </a:lnTo>
                <a:lnTo>
                  <a:pt x="457707" y="111790"/>
                </a:lnTo>
                <a:lnTo>
                  <a:pt x="457453" y="111881"/>
                </a:lnTo>
                <a:lnTo>
                  <a:pt x="457188" y="111967"/>
                </a:lnTo>
                <a:lnTo>
                  <a:pt x="456913" y="112047"/>
                </a:lnTo>
                <a:lnTo>
                  <a:pt x="456626" y="112122"/>
                </a:lnTo>
                <a:lnTo>
                  <a:pt x="456328" y="112191"/>
                </a:lnTo>
                <a:lnTo>
                  <a:pt x="456020" y="112254"/>
                </a:lnTo>
                <a:lnTo>
                  <a:pt x="455701" y="112312"/>
                </a:lnTo>
                <a:lnTo>
                  <a:pt x="455371" y="112365"/>
                </a:lnTo>
                <a:lnTo>
                  <a:pt x="455030" y="112412"/>
                </a:lnTo>
                <a:lnTo>
                  <a:pt x="454678" y="112453"/>
                </a:lnTo>
                <a:lnTo>
                  <a:pt x="454315" y="112489"/>
                </a:lnTo>
                <a:lnTo>
                  <a:pt x="453942" y="112520"/>
                </a:lnTo>
                <a:lnTo>
                  <a:pt x="453558" y="112544"/>
                </a:lnTo>
                <a:lnTo>
                  <a:pt x="453162" y="112564"/>
                </a:lnTo>
                <a:lnTo>
                  <a:pt x="452756" y="112578"/>
                </a:lnTo>
                <a:lnTo>
                  <a:pt x="452339" y="112586"/>
                </a:lnTo>
                <a:lnTo>
                  <a:pt x="451911" y="112589"/>
                </a:lnTo>
                <a:lnTo>
                  <a:pt x="450368" y="112589"/>
                </a:lnTo>
                <a:lnTo>
                  <a:pt x="450368" y="115513"/>
                </a:lnTo>
                <a:lnTo>
                  <a:pt x="487166" y="115513"/>
                </a:lnTo>
                <a:lnTo>
                  <a:pt x="487166" y="112589"/>
                </a:lnTo>
                <a:lnTo>
                  <a:pt x="486726" y="112587"/>
                </a:lnTo>
                <a:lnTo>
                  <a:pt x="486296" y="112581"/>
                </a:lnTo>
                <a:lnTo>
                  <a:pt x="485879" y="112571"/>
                </a:lnTo>
                <a:lnTo>
                  <a:pt x="485473" y="112557"/>
                </a:lnTo>
                <a:lnTo>
                  <a:pt x="485079" y="112539"/>
                </a:lnTo>
                <a:lnTo>
                  <a:pt x="484697" y="112517"/>
                </a:lnTo>
                <a:lnTo>
                  <a:pt x="484326" y="112491"/>
                </a:lnTo>
                <a:lnTo>
                  <a:pt x="483967" y="112462"/>
                </a:lnTo>
                <a:lnTo>
                  <a:pt x="483620" y="112428"/>
                </a:lnTo>
                <a:lnTo>
                  <a:pt x="483284" y="112390"/>
                </a:lnTo>
                <a:lnTo>
                  <a:pt x="482960" y="112349"/>
                </a:lnTo>
                <a:lnTo>
                  <a:pt x="482648" y="112303"/>
                </a:lnTo>
                <a:lnTo>
                  <a:pt x="482347" y="112253"/>
                </a:lnTo>
                <a:lnTo>
                  <a:pt x="482059" y="112200"/>
                </a:lnTo>
                <a:lnTo>
                  <a:pt x="481782" y="112142"/>
                </a:lnTo>
                <a:lnTo>
                  <a:pt x="481516" y="112081"/>
                </a:lnTo>
                <a:lnTo>
                  <a:pt x="481263" y="112016"/>
                </a:lnTo>
                <a:lnTo>
                  <a:pt x="481021" y="111946"/>
                </a:lnTo>
                <a:lnTo>
                  <a:pt x="480790" y="111873"/>
                </a:lnTo>
                <a:lnTo>
                  <a:pt x="480572" y="111795"/>
                </a:lnTo>
                <a:lnTo>
                  <a:pt x="480365" y="111714"/>
                </a:lnTo>
                <a:lnTo>
                  <a:pt x="480170" y="111629"/>
                </a:lnTo>
                <a:lnTo>
                  <a:pt x="479987" y="111540"/>
                </a:lnTo>
                <a:lnTo>
                  <a:pt x="479815" y="111446"/>
                </a:lnTo>
                <a:lnTo>
                  <a:pt x="479651" y="111349"/>
                </a:lnTo>
                <a:lnTo>
                  <a:pt x="479491" y="111249"/>
                </a:lnTo>
                <a:lnTo>
                  <a:pt x="479335" y="111146"/>
                </a:lnTo>
                <a:lnTo>
                  <a:pt x="479182" y="111040"/>
                </a:lnTo>
                <a:lnTo>
                  <a:pt x="479033" y="110930"/>
                </a:lnTo>
                <a:lnTo>
                  <a:pt x="478888" y="110818"/>
                </a:lnTo>
                <a:lnTo>
                  <a:pt x="478747" y="110702"/>
                </a:lnTo>
                <a:lnTo>
                  <a:pt x="478610" y="110583"/>
                </a:lnTo>
                <a:lnTo>
                  <a:pt x="478476" y="110461"/>
                </a:lnTo>
                <a:lnTo>
                  <a:pt x="478347" y="110336"/>
                </a:lnTo>
                <a:lnTo>
                  <a:pt x="478221" y="110208"/>
                </a:lnTo>
                <a:lnTo>
                  <a:pt x="478099" y="110077"/>
                </a:lnTo>
                <a:lnTo>
                  <a:pt x="477981" y="109942"/>
                </a:lnTo>
                <a:lnTo>
                  <a:pt x="477866" y="109805"/>
                </a:lnTo>
                <a:lnTo>
                  <a:pt x="477756" y="109664"/>
                </a:lnTo>
                <a:lnTo>
                  <a:pt x="477649" y="109520"/>
                </a:lnTo>
                <a:lnTo>
                  <a:pt x="477546" y="109374"/>
                </a:lnTo>
                <a:lnTo>
                  <a:pt x="477446" y="109224"/>
                </a:lnTo>
                <a:lnTo>
                  <a:pt x="477351" y="109070"/>
                </a:lnTo>
                <a:lnTo>
                  <a:pt x="477259" y="108914"/>
                </a:lnTo>
                <a:lnTo>
                  <a:pt x="477172" y="108755"/>
                </a:lnTo>
                <a:lnTo>
                  <a:pt x="477088" y="108592"/>
                </a:lnTo>
                <a:lnTo>
                  <a:pt x="477008" y="108427"/>
                </a:lnTo>
                <a:lnTo>
                  <a:pt x="476931" y="108258"/>
                </a:lnTo>
                <a:lnTo>
                  <a:pt x="476838" y="108039"/>
                </a:lnTo>
                <a:lnTo>
                  <a:pt x="476750" y="107804"/>
                </a:lnTo>
                <a:lnTo>
                  <a:pt x="476665" y="107553"/>
                </a:lnTo>
                <a:lnTo>
                  <a:pt x="476584" y="107286"/>
                </a:lnTo>
                <a:lnTo>
                  <a:pt x="476507" y="107004"/>
                </a:lnTo>
                <a:lnTo>
                  <a:pt x="476434" y="106705"/>
                </a:lnTo>
                <a:lnTo>
                  <a:pt x="476365" y="106391"/>
                </a:lnTo>
                <a:lnTo>
                  <a:pt x="476299" y="106061"/>
                </a:lnTo>
                <a:lnTo>
                  <a:pt x="476238" y="105715"/>
                </a:lnTo>
                <a:lnTo>
                  <a:pt x="476181" y="105353"/>
                </a:lnTo>
                <a:lnTo>
                  <a:pt x="476128" y="104975"/>
                </a:lnTo>
                <a:lnTo>
                  <a:pt x="476078" y="104581"/>
                </a:lnTo>
                <a:lnTo>
                  <a:pt x="476033" y="104171"/>
                </a:lnTo>
                <a:lnTo>
                  <a:pt x="475991" y="103746"/>
                </a:lnTo>
                <a:lnTo>
                  <a:pt x="475954" y="103304"/>
                </a:lnTo>
                <a:lnTo>
                  <a:pt x="475920" y="102847"/>
                </a:lnTo>
                <a:lnTo>
                  <a:pt x="475891" y="102374"/>
                </a:lnTo>
                <a:lnTo>
                  <a:pt x="475865" y="101885"/>
                </a:lnTo>
                <a:lnTo>
                  <a:pt x="475843" y="101380"/>
                </a:lnTo>
                <a:lnTo>
                  <a:pt x="475825" y="100859"/>
                </a:lnTo>
                <a:lnTo>
                  <a:pt x="475812" y="100322"/>
                </a:lnTo>
                <a:lnTo>
                  <a:pt x="475802" y="99769"/>
                </a:lnTo>
                <a:lnTo>
                  <a:pt x="475796" y="99201"/>
                </a:lnTo>
                <a:lnTo>
                  <a:pt x="475794" y="98617"/>
                </a:lnTo>
                <a:lnTo>
                  <a:pt x="475794" y="66941"/>
                </a:lnTo>
                <a:lnTo>
                  <a:pt x="475791" y="66113"/>
                </a:lnTo>
                <a:lnTo>
                  <a:pt x="475781" y="65303"/>
                </a:lnTo>
                <a:lnTo>
                  <a:pt x="475766" y="64511"/>
                </a:lnTo>
                <a:lnTo>
                  <a:pt x="475744" y="63737"/>
                </a:lnTo>
                <a:lnTo>
                  <a:pt x="475716" y="62980"/>
                </a:lnTo>
                <a:lnTo>
                  <a:pt x="475682" y="62242"/>
                </a:lnTo>
                <a:lnTo>
                  <a:pt x="475642" y="61522"/>
                </a:lnTo>
                <a:lnTo>
                  <a:pt x="475595" y="60820"/>
                </a:lnTo>
                <a:lnTo>
                  <a:pt x="475543" y="60136"/>
                </a:lnTo>
                <a:lnTo>
                  <a:pt x="475484" y="59470"/>
                </a:lnTo>
                <a:lnTo>
                  <a:pt x="475418" y="58822"/>
                </a:lnTo>
                <a:lnTo>
                  <a:pt x="475347" y="58192"/>
                </a:lnTo>
                <a:lnTo>
                  <a:pt x="475270" y="57580"/>
                </a:lnTo>
                <a:lnTo>
                  <a:pt x="475186" y="56986"/>
                </a:lnTo>
                <a:lnTo>
                  <a:pt x="475096" y="56410"/>
                </a:lnTo>
                <a:lnTo>
                  <a:pt x="475000" y="55851"/>
                </a:lnTo>
                <a:lnTo>
                  <a:pt x="474897" y="55311"/>
                </a:lnTo>
                <a:lnTo>
                  <a:pt x="474789" y="54789"/>
                </a:lnTo>
                <a:lnTo>
                  <a:pt x="474674" y="54285"/>
                </a:lnTo>
                <a:lnTo>
                  <a:pt x="474553" y="53799"/>
                </a:lnTo>
                <a:lnTo>
                  <a:pt x="474426" y="53331"/>
                </a:lnTo>
                <a:lnTo>
                  <a:pt x="474292" y="52881"/>
                </a:lnTo>
                <a:lnTo>
                  <a:pt x="474153" y="52449"/>
                </a:lnTo>
                <a:lnTo>
                  <a:pt x="474007" y="52035"/>
                </a:lnTo>
                <a:lnTo>
                  <a:pt x="473787" y="51461"/>
                </a:lnTo>
                <a:lnTo>
                  <a:pt x="473561" y="50901"/>
                </a:lnTo>
                <a:lnTo>
                  <a:pt x="473329" y="50354"/>
                </a:lnTo>
                <a:lnTo>
                  <a:pt x="473091" y="49821"/>
                </a:lnTo>
                <a:lnTo>
                  <a:pt x="472846" y="49302"/>
                </a:lnTo>
                <a:lnTo>
                  <a:pt x="472595" y="48796"/>
                </a:lnTo>
                <a:lnTo>
                  <a:pt x="472338" y="48304"/>
                </a:lnTo>
                <a:lnTo>
                  <a:pt x="472075" y="47826"/>
                </a:lnTo>
                <a:lnTo>
                  <a:pt x="471806" y="47361"/>
                </a:lnTo>
                <a:lnTo>
                  <a:pt x="471530" y="46910"/>
                </a:lnTo>
                <a:lnTo>
                  <a:pt x="471249" y="46473"/>
                </a:lnTo>
                <a:lnTo>
                  <a:pt x="470961" y="46049"/>
                </a:lnTo>
                <a:lnTo>
                  <a:pt x="470666" y="45639"/>
                </a:lnTo>
                <a:lnTo>
                  <a:pt x="470366" y="45243"/>
                </a:lnTo>
                <a:lnTo>
                  <a:pt x="470059" y="44860"/>
                </a:lnTo>
                <a:lnTo>
                  <a:pt x="469747" y="44491"/>
                </a:lnTo>
                <a:lnTo>
                  <a:pt x="469428" y="44136"/>
                </a:lnTo>
                <a:lnTo>
                  <a:pt x="469102" y="43794"/>
                </a:lnTo>
                <a:lnTo>
                  <a:pt x="468771" y="43466"/>
                </a:lnTo>
                <a:lnTo>
                  <a:pt x="468433" y="43152"/>
                </a:lnTo>
                <a:lnTo>
                  <a:pt x="468089" y="42851"/>
                </a:lnTo>
                <a:lnTo>
                  <a:pt x="467739" y="42564"/>
                </a:lnTo>
                <a:lnTo>
                  <a:pt x="467383" y="42290"/>
                </a:lnTo>
                <a:lnTo>
                  <a:pt x="467021" y="42030"/>
                </a:lnTo>
                <a:lnTo>
                  <a:pt x="466652" y="41782"/>
                </a:lnTo>
                <a:lnTo>
                  <a:pt x="466278" y="41545"/>
                </a:lnTo>
                <a:lnTo>
                  <a:pt x="465897" y="41318"/>
                </a:lnTo>
                <a:lnTo>
                  <a:pt x="465511" y="41102"/>
                </a:lnTo>
                <a:lnTo>
                  <a:pt x="465119" y="40896"/>
                </a:lnTo>
                <a:lnTo>
                  <a:pt x="464721" y="40701"/>
                </a:lnTo>
                <a:lnTo>
                  <a:pt x="464317" y="40516"/>
                </a:lnTo>
                <a:lnTo>
                  <a:pt x="463907" y="40342"/>
                </a:lnTo>
                <a:lnTo>
                  <a:pt x="463491" y="40179"/>
                </a:lnTo>
                <a:lnTo>
                  <a:pt x="463069" y="40026"/>
                </a:lnTo>
                <a:lnTo>
                  <a:pt x="462641" y="39883"/>
                </a:lnTo>
                <a:lnTo>
                  <a:pt x="462208" y="39751"/>
                </a:lnTo>
                <a:lnTo>
                  <a:pt x="461768" y="39630"/>
                </a:lnTo>
                <a:lnTo>
                  <a:pt x="461323" y="39519"/>
                </a:lnTo>
                <a:lnTo>
                  <a:pt x="460871" y="39419"/>
                </a:lnTo>
                <a:lnTo>
                  <a:pt x="460414" y="39329"/>
                </a:lnTo>
                <a:lnTo>
                  <a:pt x="459951" y="39250"/>
                </a:lnTo>
                <a:lnTo>
                  <a:pt x="459481" y="39182"/>
                </a:lnTo>
                <a:lnTo>
                  <a:pt x="459006" y="39124"/>
                </a:lnTo>
                <a:lnTo>
                  <a:pt x="458525" y="39076"/>
                </a:lnTo>
                <a:lnTo>
                  <a:pt x="458038" y="39039"/>
                </a:lnTo>
                <a:lnTo>
                  <a:pt x="457545" y="39013"/>
                </a:lnTo>
                <a:lnTo>
                  <a:pt x="457046" y="38997"/>
                </a:lnTo>
                <a:lnTo>
                  <a:pt x="456542" y="38992"/>
                </a:lnTo>
                <a:lnTo>
                  <a:pt x="455551" y="39019"/>
                </a:lnTo>
                <a:lnTo>
                  <a:pt x="454557" y="39101"/>
                </a:lnTo>
                <a:lnTo>
                  <a:pt x="453558" y="39237"/>
                </a:lnTo>
                <a:lnTo>
                  <a:pt x="452555" y="39427"/>
                </a:lnTo>
                <a:lnTo>
                  <a:pt x="451547" y="39672"/>
                </a:lnTo>
                <a:lnTo>
                  <a:pt x="450536" y="39972"/>
                </a:lnTo>
                <a:lnTo>
                  <a:pt x="449520" y="40325"/>
                </a:lnTo>
                <a:lnTo>
                  <a:pt x="448500" y="40734"/>
                </a:lnTo>
                <a:lnTo>
                  <a:pt x="447475" y="41196"/>
                </a:lnTo>
                <a:lnTo>
                  <a:pt x="446447" y="41714"/>
                </a:lnTo>
                <a:lnTo>
                  <a:pt x="445414" y="42285"/>
                </a:lnTo>
                <a:lnTo>
                  <a:pt x="444377" y="42911"/>
                </a:lnTo>
                <a:lnTo>
                  <a:pt x="443336" y="43592"/>
                </a:lnTo>
                <a:lnTo>
                  <a:pt x="442290" y="44327"/>
                </a:lnTo>
                <a:lnTo>
                  <a:pt x="441241" y="45116"/>
                </a:lnTo>
                <a:lnTo>
                  <a:pt x="440187" y="45960"/>
                </a:lnTo>
                <a:lnTo>
                  <a:pt x="439129" y="46858"/>
                </a:lnTo>
                <a:lnTo>
                  <a:pt x="438066" y="47811"/>
                </a:lnTo>
                <a:lnTo>
                  <a:pt x="437000" y="48818"/>
                </a:lnTo>
                <a:lnTo>
                  <a:pt x="435929" y="49879"/>
                </a:lnTo>
                <a:lnTo>
                  <a:pt x="434854" y="50995"/>
                </a:lnTo>
                <a:lnTo>
                  <a:pt x="433775" y="52166"/>
                </a:lnTo>
                <a:lnTo>
                  <a:pt x="432691" y="53390"/>
                </a:lnTo>
                <a:lnTo>
                  <a:pt x="431603" y="54670"/>
                </a:lnTo>
                <a:lnTo>
                  <a:pt x="431603" y="38992"/>
                </a:lnTo>
                <a:lnTo>
                  <a:pt x="428110" y="38992"/>
                </a:lnTo>
                <a:lnTo>
                  <a:pt x="406110" y="47919"/>
                </a:lnTo>
                <a:lnTo>
                  <a:pt x="406107" y="47712"/>
                </a:lnTo>
                <a:lnTo>
                  <a:pt x="406092" y="47419"/>
                </a:lnTo>
                <a:lnTo>
                  <a:pt x="406066" y="47128"/>
                </a:lnTo>
                <a:close/>
                <a:moveTo>
                  <a:pt x="345245" y="65854"/>
                </a:moveTo>
                <a:lnTo>
                  <a:pt x="345147" y="64774"/>
                </a:lnTo>
                <a:lnTo>
                  <a:pt x="345021" y="63713"/>
                </a:lnTo>
                <a:lnTo>
                  <a:pt x="344868" y="62671"/>
                </a:lnTo>
                <a:lnTo>
                  <a:pt x="344686" y="61649"/>
                </a:lnTo>
                <a:lnTo>
                  <a:pt x="344477" y="60646"/>
                </a:lnTo>
                <a:lnTo>
                  <a:pt x="344240" y="59662"/>
                </a:lnTo>
                <a:lnTo>
                  <a:pt x="343974" y="58698"/>
                </a:lnTo>
                <a:lnTo>
                  <a:pt x="343681" y="57752"/>
                </a:lnTo>
                <a:lnTo>
                  <a:pt x="343360" y="56826"/>
                </a:lnTo>
                <a:lnTo>
                  <a:pt x="343011" y="55919"/>
                </a:lnTo>
                <a:lnTo>
                  <a:pt x="342634" y="55032"/>
                </a:lnTo>
                <a:lnTo>
                  <a:pt x="342229" y="54164"/>
                </a:lnTo>
                <a:lnTo>
                  <a:pt x="341796" y="53315"/>
                </a:lnTo>
                <a:lnTo>
                  <a:pt x="341336" y="52485"/>
                </a:lnTo>
                <a:lnTo>
                  <a:pt x="340847" y="51675"/>
                </a:lnTo>
                <a:lnTo>
                  <a:pt x="340330" y="50883"/>
                </a:lnTo>
                <a:lnTo>
                  <a:pt x="339786" y="50111"/>
                </a:lnTo>
                <a:lnTo>
                  <a:pt x="339213" y="49359"/>
                </a:lnTo>
                <a:lnTo>
                  <a:pt x="338613" y="48625"/>
                </a:lnTo>
                <a:lnTo>
                  <a:pt x="337985" y="47911"/>
                </a:lnTo>
                <a:lnTo>
                  <a:pt x="337328" y="47217"/>
                </a:lnTo>
                <a:lnTo>
                  <a:pt x="336651" y="46545"/>
                </a:lnTo>
                <a:lnTo>
                  <a:pt x="335957" y="45903"/>
                </a:lnTo>
                <a:lnTo>
                  <a:pt x="335248" y="45289"/>
                </a:lnTo>
                <a:lnTo>
                  <a:pt x="334524" y="44703"/>
                </a:lnTo>
                <a:lnTo>
                  <a:pt x="333784" y="44147"/>
                </a:lnTo>
                <a:lnTo>
                  <a:pt x="333028" y="43618"/>
                </a:lnTo>
                <a:lnTo>
                  <a:pt x="332257" y="43118"/>
                </a:lnTo>
                <a:lnTo>
                  <a:pt x="331471" y="42647"/>
                </a:lnTo>
                <a:lnTo>
                  <a:pt x="330669" y="42205"/>
                </a:lnTo>
                <a:lnTo>
                  <a:pt x="329851" y="41790"/>
                </a:lnTo>
                <a:lnTo>
                  <a:pt x="329018" y="41405"/>
                </a:lnTo>
                <a:lnTo>
                  <a:pt x="328169" y="41048"/>
                </a:lnTo>
                <a:lnTo>
                  <a:pt x="327305" y="40720"/>
                </a:lnTo>
                <a:lnTo>
                  <a:pt x="326426" y="40420"/>
                </a:lnTo>
                <a:lnTo>
                  <a:pt x="325531" y="40148"/>
                </a:lnTo>
                <a:lnTo>
                  <a:pt x="324620" y="39906"/>
                </a:lnTo>
                <a:lnTo>
                  <a:pt x="323694" y="39691"/>
                </a:lnTo>
                <a:lnTo>
                  <a:pt x="322752" y="39506"/>
                </a:lnTo>
                <a:lnTo>
                  <a:pt x="321795" y="39349"/>
                </a:lnTo>
                <a:lnTo>
                  <a:pt x="320822" y="39220"/>
                </a:lnTo>
                <a:lnTo>
                  <a:pt x="319834" y="39120"/>
                </a:lnTo>
                <a:lnTo>
                  <a:pt x="318831" y="39049"/>
                </a:lnTo>
                <a:lnTo>
                  <a:pt x="317811" y="39006"/>
                </a:lnTo>
                <a:lnTo>
                  <a:pt x="316777" y="38992"/>
                </a:lnTo>
                <a:lnTo>
                  <a:pt x="315553" y="39010"/>
                </a:lnTo>
                <a:lnTo>
                  <a:pt x="314347" y="39066"/>
                </a:lnTo>
                <a:lnTo>
                  <a:pt x="313159" y="39158"/>
                </a:lnTo>
                <a:lnTo>
                  <a:pt x="311987" y="39288"/>
                </a:lnTo>
                <a:lnTo>
                  <a:pt x="310833" y="39454"/>
                </a:lnTo>
                <a:lnTo>
                  <a:pt x="309697" y="39658"/>
                </a:lnTo>
                <a:lnTo>
                  <a:pt x="308577" y="39899"/>
                </a:lnTo>
                <a:lnTo>
                  <a:pt x="307475" y="40176"/>
                </a:lnTo>
                <a:lnTo>
                  <a:pt x="306391" y="40491"/>
                </a:lnTo>
                <a:lnTo>
                  <a:pt x="305324" y="40843"/>
                </a:lnTo>
                <a:lnTo>
                  <a:pt x="304274" y="41231"/>
                </a:lnTo>
                <a:lnTo>
                  <a:pt x="303241" y="41657"/>
                </a:lnTo>
                <a:lnTo>
                  <a:pt x="302226" y="42120"/>
                </a:lnTo>
                <a:lnTo>
                  <a:pt x="301228" y="42620"/>
                </a:lnTo>
                <a:lnTo>
                  <a:pt x="300248" y="43157"/>
                </a:lnTo>
                <a:lnTo>
                  <a:pt x="299284" y="43730"/>
                </a:lnTo>
                <a:lnTo>
                  <a:pt x="298339" y="44341"/>
                </a:lnTo>
                <a:lnTo>
                  <a:pt x="297410" y="44989"/>
                </a:lnTo>
                <a:lnTo>
                  <a:pt x="296499" y="45674"/>
                </a:lnTo>
                <a:lnTo>
                  <a:pt x="295605" y="46396"/>
                </a:lnTo>
                <a:lnTo>
                  <a:pt x="294729" y="47155"/>
                </a:lnTo>
                <a:lnTo>
                  <a:pt x="293870" y="47951"/>
                </a:lnTo>
                <a:lnTo>
                  <a:pt x="293028" y="48784"/>
                </a:lnTo>
                <a:lnTo>
                  <a:pt x="292204" y="49654"/>
                </a:lnTo>
                <a:lnTo>
                  <a:pt x="291405" y="50556"/>
                </a:lnTo>
                <a:lnTo>
                  <a:pt x="290640" y="51488"/>
                </a:lnTo>
                <a:lnTo>
                  <a:pt x="289909" y="52449"/>
                </a:lnTo>
                <a:lnTo>
                  <a:pt x="289213" y="53440"/>
                </a:lnTo>
                <a:lnTo>
                  <a:pt x="288550" y="54459"/>
                </a:lnTo>
                <a:lnTo>
                  <a:pt x="287921" y="55508"/>
                </a:lnTo>
                <a:lnTo>
                  <a:pt x="287326" y="56585"/>
                </a:lnTo>
                <a:lnTo>
                  <a:pt x="286766" y="57692"/>
                </a:lnTo>
                <a:lnTo>
                  <a:pt x="286239" y="58828"/>
                </a:lnTo>
                <a:lnTo>
                  <a:pt x="285746" y="59993"/>
                </a:lnTo>
                <a:lnTo>
                  <a:pt x="285287" y="61187"/>
                </a:lnTo>
                <a:lnTo>
                  <a:pt x="284862" y="62410"/>
                </a:lnTo>
                <a:lnTo>
                  <a:pt x="284471" y="63663"/>
                </a:lnTo>
                <a:lnTo>
                  <a:pt x="284115" y="64944"/>
                </a:lnTo>
                <a:lnTo>
                  <a:pt x="283792" y="66255"/>
                </a:lnTo>
                <a:lnTo>
                  <a:pt x="283503" y="67595"/>
                </a:lnTo>
                <a:lnTo>
                  <a:pt x="283248" y="68964"/>
                </a:lnTo>
                <a:lnTo>
                  <a:pt x="283027" y="70362"/>
                </a:lnTo>
                <a:lnTo>
                  <a:pt x="282840" y="71789"/>
                </a:lnTo>
                <a:lnTo>
                  <a:pt x="282687" y="73245"/>
                </a:lnTo>
                <a:lnTo>
                  <a:pt x="282568" y="74731"/>
                </a:lnTo>
                <a:lnTo>
                  <a:pt x="282483" y="76245"/>
                </a:lnTo>
                <a:lnTo>
                  <a:pt x="282432" y="77789"/>
                </a:lnTo>
                <a:lnTo>
                  <a:pt x="282415" y="79362"/>
                </a:lnTo>
                <a:lnTo>
                  <a:pt x="282432" y="80815"/>
                </a:lnTo>
                <a:lnTo>
                  <a:pt x="282481" y="82244"/>
                </a:lnTo>
                <a:lnTo>
                  <a:pt x="282564" y="83648"/>
                </a:lnTo>
                <a:lnTo>
                  <a:pt x="282680" y="85027"/>
                </a:lnTo>
                <a:lnTo>
                  <a:pt x="282829" y="86381"/>
                </a:lnTo>
                <a:lnTo>
                  <a:pt x="283012" y="87710"/>
                </a:lnTo>
                <a:lnTo>
                  <a:pt x="283227" y="89014"/>
                </a:lnTo>
                <a:lnTo>
                  <a:pt x="283476" y="90293"/>
                </a:lnTo>
                <a:lnTo>
                  <a:pt x="283757" y="91547"/>
                </a:lnTo>
                <a:lnTo>
                  <a:pt x="284072" y="92776"/>
                </a:lnTo>
                <a:lnTo>
                  <a:pt x="284420" y="93981"/>
                </a:lnTo>
                <a:lnTo>
                  <a:pt x="284801" y="95160"/>
                </a:lnTo>
                <a:lnTo>
                  <a:pt x="285216" y="96315"/>
                </a:lnTo>
                <a:lnTo>
                  <a:pt x="285663" y="97445"/>
                </a:lnTo>
                <a:lnTo>
                  <a:pt x="286144" y="98550"/>
                </a:lnTo>
                <a:lnTo>
                  <a:pt x="286657" y="99629"/>
                </a:lnTo>
                <a:lnTo>
                  <a:pt x="287204" y="100684"/>
                </a:lnTo>
                <a:lnTo>
                  <a:pt x="287784" y="101715"/>
                </a:lnTo>
                <a:lnTo>
                  <a:pt x="288397" y="102720"/>
                </a:lnTo>
                <a:lnTo>
                  <a:pt x="289043" y="103700"/>
                </a:lnTo>
                <a:lnTo>
                  <a:pt x="289723" y="104655"/>
                </a:lnTo>
                <a:lnTo>
                  <a:pt x="290435" y="105586"/>
                </a:lnTo>
                <a:lnTo>
                  <a:pt x="291181" y="106491"/>
                </a:lnTo>
                <a:lnTo>
                  <a:pt x="291960" y="107372"/>
                </a:lnTo>
                <a:lnTo>
                  <a:pt x="292762" y="108222"/>
                </a:lnTo>
                <a:lnTo>
                  <a:pt x="293578" y="109036"/>
                </a:lnTo>
                <a:lnTo>
                  <a:pt x="294406" y="109813"/>
                </a:lnTo>
                <a:lnTo>
                  <a:pt x="295249" y="110555"/>
                </a:lnTo>
                <a:lnTo>
                  <a:pt x="296104" y="111260"/>
                </a:lnTo>
                <a:lnTo>
                  <a:pt x="296974" y="111929"/>
                </a:lnTo>
                <a:lnTo>
                  <a:pt x="297856" y="112562"/>
                </a:lnTo>
                <a:lnTo>
                  <a:pt x="298752" y="113158"/>
                </a:lnTo>
                <a:lnTo>
                  <a:pt x="299661" y="113719"/>
                </a:lnTo>
                <a:lnTo>
                  <a:pt x="300584" y="114243"/>
                </a:lnTo>
                <a:lnTo>
                  <a:pt x="301520" y="114732"/>
                </a:lnTo>
                <a:lnTo>
                  <a:pt x="302469" y="115184"/>
                </a:lnTo>
                <a:lnTo>
                  <a:pt x="303432" y="115600"/>
                </a:lnTo>
                <a:lnTo>
                  <a:pt x="304409" y="115979"/>
                </a:lnTo>
                <a:lnTo>
                  <a:pt x="305398" y="116323"/>
                </a:lnTo>
                <a:lnTo>
                  <a:pt x="306401" y="116630"/>
                </a:lnTo>
                <a:lnTo>
                  <a:pt x="307418" y="116902"/>
                </a:lnTo>
                <a:lnTo>
                  <a:pt x="308448" y="117137"/>
                </a:lnTo>
                <a:lnTo>
                  <a:pt x="309491" y="117335"/>
                </a:lnTo>
                <a:lnTo>
                  <a:pt x="310548" y="117498"/>
                </a:lnTo>
                <a:lnTo>
                  <a:pt x="311618" y="117625"/>
                </a:lnTo>
                <a:lnTo>
                  <a:pt x="312701" y="117715"/>
                </a:lnTo>
                <a:lnTo>
                  <a:pt x="313798" y="117769"/>
                </a:lnTo>
                <a:lnTo>
                  <a:pt x="314908" y="117788"/>
                </a:lnTo>
                <a:lnTo>
                  <a:pt x="315930" y="117772"/>
                </a:lnTo>
                <a:lnTo>
                  <a:pt x="316937" y="117724"/>
                </a:lnTo>
                <a:lnTo>
                  <a:pt x="317930" y="117644"/>
                </a:lnTo>
                <a:lnTo>
                  <a:pt x="318909" y="117532"/>
                </a:lnTo>
                <a:lnTo>
                  <a:pt x="319873" y="117389"/>
                </a:lnTo>
                <a:lnTo>
                  <a:pt x="320823" y="117213"/>
                </a:lnTo>
                <a:lnTo>
                  <a:pt x="321758" y="117006"/>
                </a:lnTo>
                <a:lnTo>
                  <a:pt x="322680" y="116767"/>
                </a:lnTo>
                <a:lnTo>
                  <a:pt x="323586" y="116496"/>
                </a:lnTo>
                <a:lnTo>
                  <a:pt x="324478" y="116193"/>
                </a:lnTo>
                <a:lnTo>
                  <a:pt x="325356" y="115858"/>
                </a:lnTo>
                <a:lnTo>
                  <a:pt x="326220" y="115491"/>
                </a:lnTo>
                <a:lnTo>
                  <a:pt x="327069" y="115092"/>
                </a:lnTo>
                <a:lnTo>
                  <a:pt x="327904" y="114661"/>
                </a:lnTo>
                <a:lnTo>
                  <a:pt x="328724" y="114199"/>
                </a:lnTo>
                <a:lnTo>
                  <a:pt x="329530" y="113704"/>
                </a:lnTo>
                <a:lnTo>
                  <a:pt x="330322" y="113178"/>
                </a:lnTo>
                <a:lnTo>
                  <a:pt x="331099" y="112620"/>
                </a:lnTo>
                <a:lnTo>
                  <a:pt x="331862" y="112030"/>
                </a:lnTo>
                <a:lnTo>
                  <a:pt x="332610" y="111408"/>
                </a:lnTo>
                <a:lnTo>
                  <a:pt x="333344" y="110754"/>
                </a:lnTo>
                <a:lnTo>
                  <a:pt x="334064" y="110068"/>
                </a:lnTo>
                <a:lnTo>
                  <a:pt x="334769" y="109350"/>
                </a:lnTo>
                <a:lnTo>
                  <a:pt x="335460" y="108601"/>
                </a:lnTo>
                <a:lnTo>
                  <a:pt x="336133" y="107832"/>
                </a:lnTo>
                <a:lnTo>
                  <a:pt x="336782" y="107056"/>
                </a:lnTo>
                <a:lnTo>
                  <a:pt x="337410" y="106273"/>
                </a:lnTo>
                <a:lnTo>
                  <a:pt x="338014" y="105483"/>
                </a:lnTo>
                <a:lnTo>
                  <a:pt x="338597" y="104686"/>
                </a:lnTo>
                <a:lnTo>
                  <a:pt x="339156" y="103882"/>
                </a:lnTo>
                <a:lnTo>
                  <a:pt x="339693" y="103071"/>
                </a:lnTo>
                <a:lnTo>
                  <a:pt x="340208" y="102254"/>
                </a:lnTo>
                <a:lnTo>
                  <a:pt x="340700" y="101429"/>
                </a:lnTo>
                <a:lnTo>
                  <a:pt x="341169" y="100598"/>
                </a:lnTo>
                <a:lnTo>
                  <a:pt x="341616" y="99759"/>
                </a:lnTo>
                <a:lnTo>
                  <a:pt x="342040" y="98914"/>
                </a:lnTo>
                <a:lnTo>
                  <a:pt x="342442" y="98061"/>
                </a:lnTo>
                <a:lnTo>
                  <a:pt x="342821" y="97202"/>
                </a:lnTo>
                <a:lnTo>
                  <a:pt x="343177" y="96336"/>
                </a:lnTo>
                <a:lnTo>
                  <a:pt x="343511" y="95462"/>
                </a:lnTo>
                <a:lnTo>
                  <a:pt x="343823" y="94582"/>
                </a:lnTo>
                <a:lnTo>
                  <a:pt x="344111" y="93695"/>
                </a:lnTo>
                <a:lnTo>
                  <a:pt x="344378" y="92801"/>
                </a:lnTo>
                <a:lnTo>
                  <a:pt x="344621" y="91900"/>
                </a:lnTo>
                <a:lnTo>
                  <a:pt x="344843" y="90992"/>
                </a:lnTo>
                <a:lnTo>
                  <a:pt x="345041" y="90077"/>
                </a:lnTo>
                <a:lnTo>
                  <a:pt x="345217" y="89155"/>
                </a:lnTo>
                <a:lnTo>
                  <a:pt x="345371" y="88226"/>
                </a:lnTo>
                <a:lnTo>
                  <a:pt x="342852" y="86594"/>
                </a:lnTo>
                <a:lnTo>
                  <a:pt x="342545" y="87400"/>
                </a:lnTo>
                <a:lnTo>
                  <a:pt x="342231" y="88186"/>
                </a:lnTo>
                <a:lnTo>
                  <a:pt x="341911" y="88953"/>
                </a:lnTo>
                <a:lnTo>
                  <a:pt x="341585" y="89699"/>
                </a:lnTo>
                <a:lnTo>
                  <a:pt x="341253" y="90425"/>
                </a:lnTo>
                <a:lnTo>
                  <a:pt x="340915" y="91131"/>
                </a:lnTo>
                <a:lnTo>
                  <a:pt x="340571" y="91818"/>
                </a:lnTo>
                <a:lnTo>
                  <a:pt x="340221" y="92484"/>
                </a:lnTo>
                <a:lnTo>
                  <a:pt x="339865" y="93130"/>
                </a:lnTo>
                <a:lnTo>
                  <a:pt x="339503" y="93756"/>
                </a:lnTo>
                <a:lnTo>
                  <a:pt x="339135" y="94363"/>
                </a:lnTo>
                <a:lnTo>
                  <a:pt x="338760" y="94949"/>
                </a:lnTo>
                <a:lnTo>
                  <a:pt x="338380" y="95515"/>
                </a:lnTo>
                <a:lnTo>
                  <a:pt x="337993" y="96062"/>
                </a:lnTo>
                <a:lnTo>
                  <a:pt x="337601" y="96588"/>
                </a:lnTo>
                <a:lnTo>
                  <a:pt x="337202" y="97095"/>
                </a:lnTo>
                <a:lnTo>
                  <a:pt x="336797" y="97581"/>
                </a:lnTo>
                <a:lnTo>
                  <a:pt x="336387" y="98048"/>
                </a:lnTo>
                <a:lnTo>
                  <a:pt x="335970" y="98494"/>
                </a:lnTo>
                <a:lnTo>
                  <a:pt x="335547" y="98920"/>
                </a:lnTo>
                <a:lnTo>
                  <a:pt x="335118" y="99327"/>
                </a:lnTo>
                <a:lnTo>
                  <a:pt x="334683" y="99713"/>
                </a:lnTo>
                <a:lnTo>
                  <a:pt x="334242" y="100080"/>
                </a:lnTo>
                <a:lnTo>
                  <a:pt x="333795" y="100427"/>
                </a:lnTo>
                <a:lnTo>
                  <a:pt x="333341" y="100756"/>
                </a:lnTo>
                <a:lnTo>
                  <a:pt x="332881" y="101072"/>
                </a:lnTo>
                <a:lnTo>
                  <a:pt x="332415" y="101373"/>
                </a:lnTo>
                <a:lnTo>
                  <a:pt x="331941" y="101661"/>
                </a:lnTo>
                <a:lnTo>
                  <a:pt x="331461" y="101934"/>
                </a:lnTo>
                <a:lnTo>
                  <a:pt x="330975" y="102194"/>
                </a:lnTo>
                <a:lnTo>
                  <a:pt x="330481" y="102439"/>
                </a:lnTo>
                <a:lnTo>
                  <a:pt x="329981" y="102670"/>
                </a:lnTo>
                <a:lnTo>
                  <a:pt x="329475" y="102888"/>
                </a:lnTo>
                <a:lnTo>
                  <a:pt x="328962" y="103091"/>
                </a:lnTo>
                <a:lnTo>
                  <a:pt x="328442" y="103280"/>
                </a:lnTo>
                <a:lnTo>
                  <a:pt x="327916" y="103456"/>
                </a:lnTo>
                <a:lnTo>
                  <a:pt x="327383" y="103617"/>
                </a:lnTo>
                <a:lnTo>
                  <a:pt x="326843" y="103764"/>
                </a:lnTo>
                <a:lnTo>
                  <a:pt x="326297" y="103897"/>
                </a:lnTo>
                <a:lnTo>
                  <a:pt x="325744" y="104017"/>
                </a:lnTo>
                <a:lnTo>
                  <a:pt x="325184" y="104122"/>
                </a:lnTo>
                <a:lnTo>
                  <a:pt x="324618" y="104213"/>
                </a:lnTo>
                <a:lnTo>
                  <a:pt x="324045" y="104290"/>
                </a:lnTo>
                <a:lnTo>
                  <a:pt x="323466" y="104353"/>
                </a:lnTo>
                <a:lnTo>
                  <a:pt x="322880" y="104402"/>
                </a:lnTo>
                <a:lnTo>
                  <a:pt x="322287" y="104437"/>
                </a:lnTo>
                <a:lnTo>
                  <a:pt x="321688" y="104458"/>
                </a:lnTo>
                <a:lnTo>
                  <a:pt x="321082" y="104465"/>
                </a:lnTo>
                <a:lnTo>
                  <a:pt x="320173" y="104449"/>
                </a:lnTo>
                <a:lnTo>
                  <a:pt x="319274" y="104400"/>
                </a:lnTo>
                <a:lnTo>
                  <a:pt x="318385" y="104319"/>
                </a:lnTo>
                <a:lnTo>
                  <a:pt x="317505" y="104205"/>
                </a:lnTo>
                <a:lnTo>
                  <a:pt x="316636" y="104058"/>
                </a:lnTo>
                <a:lnTo>
                  <a:pt x="315776" y="103879"/>
                </a:lnTo>
                <a:lnTo>
                  <a:pt x="314927" y="103667"/>
                </a:lnTo>
                <a:lnTo>
                  <a:pt x="314087" y="103423"/>
                </a:lnTo>
                <a:lnTo>
                  <a:pt x="313257" y="103146"/>
                </a:lnTo>
                <a:lnTo>
                  <a:pt x="312437" y="102837"/>
                </a:lnTo>
                <a:lnTo>
                  <a:pt x="311627" y="102495"/>
                </a:lnTo>
                <a:lnTo>
                  <a:pt x="310826" y="102120"/>
                </a:lnTo>
                <a:lnTo>
                  <a:pt x="310036" y="101713"/>
                </a:lnTo>
                <a:lnTo>
                  <a:pt x="309255" y="101274"/>
                </a:lnTo>
                <a:lnTo>
                  <a:pt x="308485" y="100801"/>
                </a:lnTo>
                <a:lnTo>
                  <a:pt x="307724" y="100297"/>
                </a:lnTo>
                <a:lnTo>
                  <a:pt x="306973" y="99759"/>
                </a:lnTo>
                <a:lnTo>
                  <a:pt x="306232" y="99189"/>
                </a:lnTo>
                <a:lnTo>
                  <a:pt x="305500" y="98587"/>
                </a:lnTo>
                <a:lnTo>
                  <a:pt x="304779" y="97952"/>
                </a:lnTo>
                <a:lnTo>
                  <a:pt x="304067" y="97284"/>
                </a:lnTo>
                <a:lnTo>
                  <a:pt x="303366" y="96584"/>
                </a:lnTo>
                <a:lnTo>
                  <a:pt x="302674" y="95851"/>
                </a:lnTo>
                <a:lnTo>
                  <a:pt x="301992" y="95086"/>
                </a:lnTo>
                <a:lnTo>
                  <a:pt x="301330" y="94292"/>
                </a:lnTo>
                <a:lnTo>
                  <a:pt x="300695" y="93473"/>
                </a:lnTo>
                <a:lnTo>
                  <a:pt x="300090" y="92629"/>
                </a:lnTo>
                <a:lnTo>
                  <a:pt x="299512" y="91761"/>
                </a:lnTo>
                <a:lnTo>
                  <a:pt x="298964" y="90868"/>
                </a:lnTo>
                <a:lnTo>
                  <a:pt x="298443" y="89951"/>
                </a:lnTo>
                <a:lnTo>
                  <a:pt x="297952" y="89009"/>
                </a:lnTo>
                <a:lnTo>
                  <a:pt x="297488" y="88042"/>
                </a:lnTo>
                <a:lnTo>
                  <a:pt x="297054" y="87050"/>
                </a:lnTo>
                <a:lnTo>
                  <a:pt x="296647" y="86034"/>
                </a:lnTo>
                <a:lnTo>
                  <a:pt x="296269" y="84993"/>
                </a:lnTo>
                <a:lnTo>
                  <a:pt x="295920" y="83927"/>
                </a:lnTo>
                <a:lnTo>
                  <a:pt x="295599" y="82836"/>
                </a:lnTo>
                <a:lnTo>
                  <a:pt x="295307" y="81721"/>
                </a:lnTo>
                <a:lnTo>
                  <a:pt x="295043" y="80581"/>
                </a:lnTo>
                <a:lnTo>
                  <a:pt x="294808" y="79417"/>
                </a:lnTo>
                <a:lnTo>
                  <a:pt x="294601" y="78227"/>
                </a:lnTo>
                <a:lnTo>
                  <a:pt x="294422" y="77013"/>
                </a:lnTo>
                <a:lnTo>
                  <a:pt x="294272" y="75775"/>
                </a:lnTo>
                <a:lnTo>
                  <a:pt x="294151" y="74511"/>
                </a:lnTo>
                <a:lnTo>
                  <a:pt x="294058" y="73223"/>
                </a:lnTo>
                <a:lnTo>
                  <a:pt x="293994" y="71910"/>
                </a:lnTo>
                <a:lnTo>
                  <a:pt x="293958" y="70573"/>
                </a:lnTo>
                <a:lnTo>
                  <a:pt x="293950" y="69210"/>
                </a:lnTo>
                <a:lnTo>
                  <a:pt x="345371" y="69210"/>
                </a:lnTo>
                <a:lnTo>
                  <a:pt x="345357" y="68072"/>
                </a:lnTo>
                <a:lnTo>
                  <a:pt x="345315" y="66954"/>
                </a:lnTo>
                <a:lnTo>
                  <a:pt x="345245" y="65854"/>
                </a:lnTo>
                <a:close/>
                <a:moveTo>
                  <a:pt x="294371" y="61523"/>
                </a:moveTo>
                <a:lnTo>
                  <a:pt x="294515" y="60815"/>
                </a:lnTo>
                <a:lnTo>
                  <a:pt x="294674" y="60120"/>
                </a:lnTo>
                <a:lnTo>
                  <a:pt x="294848" y="59440"/>
                </a:lnTo>
                <a:lnTo>
                  <a:pt x="295038" y="58774"/>
                </a:lnTo>
                <a:lnTo>
                  <a:pt x="295243" y="58122"/>
                </a:lnTo>
                <a:lnTo>
                  <a:pt x="295463" y="57484"/>
                </a:lnTo>
                <a:lnTo>
                  <a:pt x="295699" y="56860"/>
                </a:lnTo>
                <a:lnTo>
                  <a:pt x="295951" y="56251"/>
                </a:lnTo>
                <a:lnTo>
                  <a:pt x="296217" y="55655"/>
                </a:lnTo>
                <a:lnTo>
                  <a:pt x="296499" y="55074"/>
                </a:lnTo>
                <a:lnTo>
                  <a:pt x="296796" y="54506"/>
                </a:lnTo>
                <a:lnTo>
                  <a:pt x="297109" y="53953"/>
                </a:lnTo>
                <a:lnTo>
                  <a:pt x="297437" y="53414"/>
                </a:lnTo>
                <a:lnTo>
                  <a:pt x="297781" y="52889"/>
                </a:lnTo>
                <a:lnTo>
                  <a:pt x="298140" y="52379"/>
                </a:lnTo>
                <a:lnTo>
                  <a:pt x="298514" y="51882"/>
                </a:lnTo>
                <a:lnTo>
                  <a:pt x="298903" y="51400"/>
                </a:lnTo>
                <a:lnTo>
                  <a:pt x="299308" y="50931"/>
                </a:lnTo>
                <a:lnTo>
                  <a:pt x="299729" y="50477"/>
                </a:lnTo>
                <a:lnTo>
                  <a:pt x="300164" y="50037"/>
                </a:lnTo>
                <a:lnTo>
                  <a:pt x="300610" y="49613"/>
                </a:lnTo>
                <a:lnTo>
                  <a:pt x="301061" y="49207"/>
                </a:lnTo>
                <a:lnTo>
                  <a:pt x="301517" y="48819"/>
                </a:lnTo>
                <a:lnTo>
                  <a:pt x="301978" y="48449"/>
                </a:lnTo>
                <a:lnTo>
                  <a:pt x="302443" y="48097"/>
                </a:lnTo>
                <a:lnTo>
                  <a:pt x="302914" y="47763"/>
                </a:lnTo>
                <a:lnTo>
                  <a:pt x="303389" y="47448"/>
                </a:lnTo>
                <a:lnTo>
                  <a:pt x="303870" y="47150"/>
                </a:lnTo>
                <a:lnTo>
                  <a:pt x="304355" y="46870"/>
                </a:lnTo>
                <a:lnTo>
                  <a:pt x="304845" y="46609"/>
                </a:lnTo>
                <a:lnTo>
                  <a:pt x="305340" y="46365"/>
                </a:lnTo>
                <a:lnTo>
                  <a:pt x="305841" y="46140"/>
                </a:lnTo>
                <a:lnTo>
                  <a:pt x="306346" y="45932"/>
                </a:lnTo>
                <a:lnTo>
                  <a:pt x="306856" y="45743"/>
                </a:lnTo>
                <a:lnTo>
                  <a:pt x="307371" y="45571"/>
                </a:lnTo>
                <a:lnTo>
                  <a:pt x="307891" y="45418"/>
                </a:lnTo>
                <a:lnTo>
                  <a:pt x="308415" y="45283"/>
                </a:lnTo>
                <a:lnTo>
                  <a:pt x="308945" y="45165"/>
                </a:lnTo>
                <a:lnTo>
                  <a:pt x="309480" y="45066"/>
                </a:lnTo>
                <a:lnTo>
                  <a:pt x="310020" y="44985"/>
                </a:lnTo>
                <a:lnTo>
                  <a:pt x="310564" y="44922"/>
                </a:lnTo>
                <a:lnTo>
                  <a:pt x="311114" y="44877"/>
                </a:lnTo>
                <a:lnTo>
                  <a:pt x="311668" y="44850"/>
                </a:lnTo>
                <a:lnTo>
                  <a:pt x="312228" y="44841"/>
                </a:lnTo>
                <a:lnTo>
                  <a:pt x="312592" y="44845"/>
                </a:lnTo>
                <a:lnTo>
                  <a:pt x="312956" y="44858"/>
                </a:lnTo>
                <a:lnTo>
                  <a:pt x="313318" y="44881"/>
                </a:lnTo>
                <a:lnTo>
                  <a:pt x="313680" y="44912"/>
                </a:lnTo>
                <a:lnTo>
                  <a:pt x="314039" y="44952"/>
                </a:lnTo>
                <a:lnTo>
                  <a:pt x="314398" y="45002"/>
                </a:lnTo>
                <a:lnTo>
                  <a:pt x="314755" y="45060"/>
                </a:lnTo>
                <a:lnTo>
                  <a:pt x="315111" y="45127"/>
                </a:lnTo>
                <a:lnTo>
                  <a:pt x="315466" y="45203"/>
                </a:lnTo>
                <a:lnTo>
                  <a:pt x="315820" y="45288"/>
                </a:lnTo>
                <a:lnTo>
                  <a:pt x="316172" y="45382"/>
                </a:lnTo>
                <a:lnTo>
                  <a:pt x="316523" y="45485"/>
                </a:lnTo>
                <a:lnTo>
                  <a:pt x="316872" y="45597"/>
                </a:lnTo>
                <a:lnTo>
                  <a:pt x="317221" y="45718"/>
                </a:lnTo>
                <a:lnTo>
                  <a:pt x="317568" y="45848"/>
                </a:lnTo>
                <a:lnTo>
                  <a:pt x="317914" y="45987"/>
                </a:lnTo>
                <a:lnTo>
                  <a:pt x="318258" y="46135"/>
                </a:lnTo>
                <a:lnTo>
                  <a:pt x="318602" y="46291"/>
                </a:lnTo>
                <a:lnTo>
                  <a:pt x="318944" y="46457"/>
                </a:lnTo>
                <a:lnTo>
                  <a:pt x="319285" y="46632"/>
                </a:lnTo>
                <a:lnTo>
                  <a:pt x="319624" y="46815"/>
                </a:lnTo>
                <a:lnTo>
                  <a:pt x="319962" y="47008"/>
                </a:lnTo>
                <a:lnTo>
                  <a:pt x="320299" y="47209"/>
                </a:lnTo>
                <a:lnTo>
                  <a:pt x="320635" y="47420"/>
                </a:lnTo>
                <a:lnTo>
                  <a:pt x="320967" y="47638"/>
                </a:lnTo>
                <a:lnTo>
                  <a:pt x="321292" y="47863"/>
                </a:lnTo>
                <a:lnTo>
                  <a:pt x="321609" y="48094"/>
                </a:lnTo>
                <a:lnTo>
                  <a:pt x="321920" y="48332"/>
                </a:lnTo>
                <a:lnTo>
                  <a:pt x="322224" y="48577"/>
                </a:lnTo>
                <a:lnTo>
                  <a:pt x="322521" y="48829"/>
                </a:lnTo>
                <a:lnTo>
                  <a:pt x="322811" y="49087"/>
                </a:lnTo>
                <a:lnTo>
                  <a:pt x="323095" y="49353"/>
                </a:lnTo>
                <a:lnTo>
                  <a:pt x="323371" y="49624"/>
                </a:lnTo>
                <a:lnTo>
                  <a:pt x="323640" y="49903"/>
                </a:lnTo>
                <a:lnTo>
                  <a:pt x="323903" y="50188"/>
                </a:lnTo>
                <a:lnTo>
                  <a:pt x="324159" y="50480"/>
                </a:lnTo>
                <a:lnTo>
                  <a:pt x="324407" y="50779"/>
                </a:lnTo>
                <a:lnTo>
                  <a:pt x="324649" y="51085"/>
                </a:lnTo>
                <a:lnTo>
                  <a:pt x="324884" y="51397"/>
                </a:lnTo>
                <a:lnTo>
                  <a:pt x="325112" y="51716"/>
                </a:lnTo>
                <a:lnTo>
                  <a:pt x="325333" y="52042"/>
                </a:lnTo>
                <a:lnTo>
                  <a:pt x="325547" y="52374"/>
                </a:lnTo>
                <a:lnTo>
                  <a:pt x="325754" y="52713"/>
                </a:lnTo>
                <a:lnTo>
                  <a:pt x="325955" y="53059"/>
                </a:lnTo>
                <a:lnTo>
                  <a:pt x="326148" y="53412"/>
                </a:lnTo>
                <a:lnTo>
                  <a:pt x="326335" y="53771"/>
                </a:lnTo>
                <a:lnTo>
                  <a:pt x="326514" y="54137"/>
                </a:lnTo>
                <a:lnTo>
                  <a:pt x="326687" y="54510"/>
                </a:lnTo>
                <a:lnTo>
                  <a:pt x="326794" y="54759"/>
                </a:lnTo>
                <a:lnTo>
                  <a:pt x="326897" y="55022"/>
                </a:lnTo>
                <a:lnTo>
                  <a:pt x="326998" y="55300"/>
                </a:lnTo>
                <a:lnTo>
                  <a:pt x="327095" y="55592"/>
                </a:lnTo>
                <a:lnTo>
                  <a:pt x="327190" y="55900"/>
                </a:lnTo>
                <a:lnTo>
                  <a:pt x="327281" y="56221"/>
                </a:lnTo>
                <a:lnTo>
                  <a:pt x="327369" y="56557"/>
                </a:lnTo>
                <a:lnTo>
                  <a:pt x="327454" y="56908"/>
                </a:lnTo>
                <a:lnTo>
                  <a:pt x="327536" y="57273"/>
                </a:lnTo>
                <a:lnTo>
                  <a:pt x="327615" y="57653"/>
                </a:lnTo>
                <a:lnTo>
                  <a:pt x="327691" y="58048"/>
                </a:lnTo>
                <a:lnTo>
                  <a:pt x="327763" y="58457"/>
                </a:lnTo>
                <a:lnTo>
                  <a:pt x="327833" y="58880"/>
                </a:lnTo>
                <a:lnTo>
                  <a:pt x="327899" y="59318"/>
                </a:lnTo>
                <a:lnTo>
                  <a:pt x="327963" y="59771"/>
                </a:lnTo>
                <a:lnTo>
                  <a:pt x="328023" y="60238"/>
                </a:lnTo>
                <a:lnTo>
                  <a:pt x="328080" y="60719"/>
                </a:lnTo>
                <a:lnTo>
                  <a:pt x="328134" y="61216"/>
                </a:lnTo>
                <a:lnTo>
                  <a:pt x="328185" y="61727"/>
                </a:lnTo>
                <a:lnTo>
                  <a:pt x="328233" y="62252"/>
                </a:lnTo>
                <a:lnTo>
                  <a:pt x="328277" y="62792"/>
                </a:lnTo>
                <a:lnTo>
                  <a:pt x="328319" y="63346"/>
                </a:lnTo>
                <a:lnTo>
                  <a:pt x="328357" y="63915"/>
                </a:lnTo>
                <a:lnTo>
                  <a:pt x="328393" y="64499"/>
                </a:lnTo>
                <a:lnTo>
                  <a:pt x="293950" y="64499"/>
                </a:lnTo>
                <a:lnTo>
                  <a:pt x="294032" y="63734"/>
                </a:lnTo>
                <a:lnTo>
                  <a:pt x="294130" y="62983"/>
                </a:lnTo>
                <a:lnTo>
                  <a:pt x="294243" y="62246"/>
                </a:lnTo>
                <a:lnTo>
                  <a:pt x="294371" y="61523"/>
                </a:lnTo>
                <a:close/>
                <a:moveTo>
                  <a:pt x="556605" y="65854"/>
                </a:moveTo>
                <a:lnTo>
                  <a:pt x="556507" y="64774"/>
                </a:lnTo>
                <a:lnTo>
                  <a:pt x="556382" y="63713"/>
                </a:lnTo>
                <a:lnTo>
                  <a:pt x="556228" y="62671"/>
                </a:lnTo>
                <a:lnTo>
                  <a:pt x="556047" y="61649"/>
                </a:lnTo>
                <a:lnTo>
                  <a:pt x="555837" y="60646"/>
                </a:lnTo>
                <a:lnTo>
                  <a:pt x="555600" y="59662"/>
                </a:lnTo>
                <a:lnTo>
                  <a:pt x="555334" y="58698"/>
                </a:lnTo>
                <a:lnTo>
                  <a:pt x="555041" y="57752"/>
                </a:lnTo>
                <a:lnTo>
                  <a:pt x="554720" y="56826"/>
                </a:lnTo>
                <a:lnTo>
                  <a:pt x="554371" y="55919"/>
                </a:lnTo>
                <a:lnTo>
                  <a:pt x="553994" y="55032"/>
                </a:lnTo>
                <a:lnTo>
                  <a:pt x="553589" y="54164"/>
                </a:lnTo>
                <a:lnTo>
                  <a:pt x="553156" y="53315"/>
                </a:lnTo>
                <a:lnTo>
                  <a:pt x="552696" y="52485"/>
                </a:lnTo>
                <a:lnTo>
                  <a:pt x="552207" y="51675"/>
                </a:lnTo>
                <a:lnTo>
                  <a:pt x="551690" y="50883"/>
                </a:lnTo>
                <a:lnTo>
                  <a:pt x="551146" y="50111"/>
                </a:lnTo>
                <a:lnTo>
                  <a:pt x="550573" y="49359"/>
                </a:lnTo>
                <a:lnTo>
                  <a:pt x="549973" y="48625"/>
                </a:lnTo>
                <a:lnTo>
                  <a:pt x="549345" y="47911"/>
                </a:lnTo>
                <a:lnTo>
                  <a:pt x="548689" y="47217"/>
                </a:lnTo>
                <a:lnTo>
                  <a:pt x="548011" y="46545"/>
                </a:lnTo>
                <a:lnTo>
                  <a:pt x="547317" y="45903"/>
                </a:lnTo>
                <a:lnTo>
                  <a:pt x="546608" y="45289"/>
                </a:lnTo>
                <a:lnTo>
                  <a:pt x="545884" y="44703"/>
                </a:lnTo>
                <a:lnTo>
                  <a:pt x="545144" y="44147"/>
                </a:lnTo>
                <a:lnTo>
                  <a:pt x="544388" y="43618"/>
                </a:lnTo>
                <a:lnTo>
                  <a:pt x="543617" y="43118"/>
                </a:lnTo>
                <a:lnTo>
                  <a:pt x="542831" y="42647"/>
                </a:lnTo>
                <a:lnTo>
                  <a:pt x="542029" y="42205"/>
                </a:lnTo>
                <a:lnTo>
                  <a:pt x="541211" y="41790"/>
                </a:lnTo>
                <a:lnTo>
                  <a:pt x="540378" y="41405"/>
                </a:lnTo>
                <a:lnTo>
                  <a:pt x="539530" y="41048"/>
                </a:lnTo>
                <a:lnTo>
                  <a:pt x="538666" y="40720"/>
                </a:lnTo>
                <a:lnTo>
                  <a:pt x="537786" y="40420"/>
                </a:lnTo>
                <a:lnTo>
                  <a:pt x="536891" y="40148"/>
                </a:lnTo>
                <a:lnTo>
                  <a:pt x="535980" y="39906"/>
                </a:lnTo>
                <a:lnTo>
                  <a:pt x="535054" y="39691"/>
                </a:lnTo>
                <a:lnTo>
                  <a:pt x="534112" y="39506"/>
                </a:lnTo>
                <a:lnTo>
                  <a:pt x="533155" y="39349"/>
                </a:lnTo>
                <a:lnTo>
                  <a:pt x="532183" y="39220"/>
                </a:lnTo>
                <a:lnTo>
                  <a:pt x="531194" y="39120"/>
                </a:lnTo>
                <a:lnTo>
                  <a:pt x="530191" y="39049"/>
                </a:lnTo>
                <a:lnTo>
                  <a:pt x="529171" y="39006"/>
                </a:lnTo>
                <a:lnTo>
                  <a:pt x="528137" y="38992"/>
                </a:lnTo>
                <a:lnTo>
                  <a:pt x="526913" y="39010"/>
                </a:lnTo>
                <a:lnTo>
                  <a:pt x="525707" y="39066"/>
                </a:lnTo>
                <a:lnTo>
                  <a:pt x="524519" y="39158"/>
                </a:lnTo>
                <a:lnTo>
                  <a:pt x="523347" y="39288"/>
                </a:lnTo>
                <a:lnTo>
                  <a:pt x="522193" y="39454"/>
                </a:lnTo>
                <a:lnTo>
                  <a:pt x="521057" y="39658"/>
                </a:lnTo>
                <a:lnTo>
                  <a:pt x="519938" y="39899"/>
                </a:lnTo>
                <a:lnTo>
                  <a:pt x="518836" y="40176"/>
                </a:lnTo>
                <a:lnTo>
                  <a:pt x="517751" y="40491"/>
                </a:lnTo>
                <a:lnTo>
                  <a:pt x="516684" y="40843"/>
                </a:lnTo>
                <a:lnTo>
                  <a:pt x="515634" y="41231"/>
                </a:lnTo>
                <a:lnTo>
                  <a:pt x="514601" y="41657"/>
                </a:lnTo>
                <a:lnTo>
                  <a:pt x="513586" y="42120"/>
                </a:lnTo>
                <a:lnTo>
                  <a:pt x="512588" y="42620"/>
                </a:lnTo>
                <a:lnTo>
                  <a:pt x="511608" y="43157"/>
                </a:lnTo>
                <a:lnTo>
                  <a:pt x="510645" y="43730"/>
                </a:lnTo>
                <a:lnTo>
                  <a:pt x="509699" y="44341"/>
                </a:lnTo>
                <a:lnTo>
                  <a:pt x="508770" y="44989"/>
                </a:lnTo>
                <a:lnTo>
                  <a:pt x="507859" y="45674"/>
                </a:lnTo>
                <a:lnTo>
                  <a:pt x="506965" y="46396"/>
                </a:lnTo>
                <a:lnTo>
                  <a:pt x="506089" y="47155"/>
                </a:lnTo>
                <a:lnTo>
                  <a:pt x="505230" y="47951"/>
                </a:lnTo>
                <a:lnTo>
                  <a:pt x="504388" y="48784"/>
                </a:lnTo>
                <a:lnTo>
                  <a:pt x="503564" y="49654"/>
                </a:lnTo>
                <a:lnTo>
                  <a:pt x="502765" y="50556"/>
                </a:lnTo>
                <a:lnTo>
                  <a:pt x="502000" y="51488"/>
                </a:lnTo>
                <a:lnTo>
                  <a:pt x="501270" y="52449"/>
                </a:lnTo>
                <a:lnTo>
                  <a:pt x="500573" y="53440"/>
                </a:lnTo>
                <a:lnTo>
                  <a:pt x="499910" y="54459"/>
                </a:lnTo>
                <a:lnTo>
                  <a:pt x="499281" y="55508"/>
                </a:lnTo>
                <a:lnTo>
                  <a:pt x="498687" y="56585"/>
                </a:lnTo>
                <a:lnTo>
                  <a:pt x="498126" y="57692"/>
                </a:lnTo>
                <a:lnTo>
                  <a:pt x="497599" y="58828"/>
                </a:lnTo>
                <a:lnTo>
                  <a:pt x="497106" y="59993"/>
                </a:lnTo>
                <a:lnTo>
                  <a:pt x="496647" y="61187"/>
                </a:lnTo>
                <a:lnTo>
                  <a:pt x="496222" y="62410"/>
                </a:lnTo>
                <a:lnTo>
                  <a:pt x="495832" y="63663"/>
                </a:lnTo>
                <a:lnTo>
                  <a:pt x="495475" y="64944"/>
                </a:lnTo>
                <a:lnTo>
                  <a:pt x="495152" y="66255"/>
                </a:lnTo>
                <a:lnTo>
                  <a:pt x="494863" y="67595"/>
                </a:lnTo>
                <a:lnTo>
                  <a:pt x="494608" y="68964"/>
                </a:lnTo>
                <a:lnTo>
                  <a:pt x="494387" y="70362"/>
                </a:lnTo>
                <a:lnTo>
                  <a:pt x="494200" y="71789"/>
                </a:lnTo>
                <a:lnTo>
                  <a:pt x="494047" y="73245"/>
                </a:lnTo>
                <a:lnTo>
                  <a:pt x="493928" y="74731"/>
                </a:lnTo>
                <a:lnTo>
                  <a:pt x="493843" y="76245"/>
                </a:lnTo>
                <a:lnTo>
                  <a:pt x="493792" y="77789"/>
                </a:lnTo>
                <a:lnTo>
                  <a:pt x="493775" y="79362"/>
                </a:lnTo>
                <a:lnTo>
                  <a:pt x="493792" y="80815"/>
                </a:lnTo>
                <a:lnTo>
                  <a:pt x="493842" y="82244"/>
                </a:lnTo>
                <a:lnTo>
                  <a:pt x="493924" y="83648"/>
                </a:lnTo>
                <a:lnTo>
                  <a:pt x="494040" y="85027"/>
                </a:lnTo>
                <a:lnTo>
                  <a:pt x="494190" y="86381"/>
                </a:lnTo>
                <a:lnTo>
                  <a:pt x="494372" y="87710"/>
                </a:lnTo>
                <a:lnTo>
                  <a:pt x="494587" y="89014"/>
                </a:lnTo>
                <a:lnTo>
                  <a:pt x="494836" y="90293"/>
                </a:lnTo>
                <a:lnTo>
                  <a:pt x="495117" y="91547"/>
                </a:lnTo>
                <a:lnTo>
                  <a:pt x="495432" y="92776"/>
                </a:lnTo>
                <a:lnTo>
                  <a:pt x="495780" y="93981"/>
                </a:lnTo>
                <a:lnTo>
                  <a:pt x="496161" y="95160"/>
                </a:lnTo>
                <a:lnTo>
                  <a:pt x="496576" y="96315"/>
                </a:lnTo>
                <a:lnTo>
                  <a:pt x="497023" y="97445"/>
                </a:lnTo>
                <a:lnTo>
                  <a:pt x="497504" y="98550"/>
                </a:lnTo>
                <a:lnTo>
                  <a:pt x="498017" y="99629"/>
                </a:lnTo>
                <a:lnTo>
                  <a:pt x="498564" y="100684"/>
                </a:lnTo>
                <a:lnTo>
                  <a:pt x="499144" y="101715"/>
                </a:lnTo>
                <a:lnTo>
                  <a:pt x="499757" y="102720"/>
                </a:lnTo>
                <a:lnTo>
                  <a:pt x="500404" y="103700"/>
                </a:lnTo>
                <a:lnTo>
                  <a:pt x="501083" y="104655"/>
                </a:lnTo>
                <a:lnTo>
                  <a:pt x="501796" y="105586"/>
                </a:lnTo>
                <a:lnTo>
                  <a:pt x="502541" y="106491"/>
                </a:lnTo>
                <a:lnTo>
                  <a:pt x="503320" y="107372"/>
                </a:lnTo>
                <a:lnTo>
                  <a:pt x="504122" y="108222"/>
                </a:lnTo>
                <a:lnTo>
                  <a:pt x="504938" y="109036"/>
                </a:lnTo>
                <a:lnTo>
                  <a:pt x="505767" y="109813"/>
                </a:lnTo>
                <a:lnTo>
                  <a:pt x="506609" y="110555"/>
                </a:lnTo>
                <a:lnTo>
                  <a:pt x="507465" y="111260"/>
                </a:lnTo>
                <a:lnTo>
                  <a:pt x="508334" y="111929"/>
                </a:lnTo>
                <a:lnTo>
                  <a:pt x="509216" y="112562"/>
                </a:lnTo>
                <a:lnTo>
                  <a:pt x="510112" y="113158"/>
                </a:lnTo>
                <a:lnTo>
                  <a:pt x="511021" y="113719"/>
                </a:lnTo>
                <a:lnTo>
                  <a:pt x="511944" y="114243"/>
                </a:lnTo>
                <a:lnTo>
                  <a:pt x="512880" y="114732"/>
                </a:lnTo>
                <a:lnTo>
                  <a:pt x="513830" y="115184"/>
                </a:lnTo>
                <a:lnTo>
                  <a:pt x="514792" y="115600"/>
                </a:lnTo>
                <a:lnTo>
                  <a:pt x="515769" y="115979"/>
                </a:lnTo>
                <a:lnTo>
                  <a:pt x="516758" y="116323"/>
                </a:lnTo>
                <a:lnTo>
                  <a:pt x="517761" y="116630"/>
                </a:lnTo>
                <a:lnTo>
                  <a:pt x="518778" y="116902"/>
                </a:lnTo>
                <a:lnTo>
                  <a:pt x="519808" y="117137"/>
                </a:lnTo>
                <a:lnTo>
                  <a:pt x="520851" y="117335"/>
                </a:lnTo>
                <a:lnTo>
                  <a:pt x="521908" y="117498"/>
                </a:lnTo>
                <a:lnTo>
                  <a:pt x="522978" y="117625"/>
                </a:lnTo>
                <a:lnTo>
                  <a:pt x="524061" y="117715"/>
                </a:lnTo>
                <a:lnTo>
                  <a:pt x="525158" y="117769"/>
                </a:lnTo>
                <a:lnTo>
                  <a:pt x="526268" y="117788"/>
                </a:lnTo>
                <a:lnTo>
                  <a:pt x="527290" y="117772"/>
                </a:lnTo>
                <a:lnTo>
                  <a:pt x="528297" y="117724"/>
                </a:lnTo>
                <a:lnTo>
                  <a:pt x="529290" y="117644"/>
                </a:lnTo>
                <a:lnTo>
                  <a:pt x="530269" y="117532"/>
                </a:lnTo>
                <a:lnTo>
                  <a:pt x="531233" y="117389"/>
                </a:lnTo>
                <a:lnTo>
                  <a:pt x="532183" y="117213"/>
                </a:lnTo>
                <a:lnTo>
                  <a:pt x="533119" y="117006"/>
                </a:lnTo>
                <a:lnTo>
                  <a:pt x="534040" y="116767"/>
                </a:lnTo>
                <a:lnTo>
                  <a:pt x="534946" y="116496"/>
                </a:lnTo>
                <a:lnTo>
                  <a:pt x="535839" y="116193"/>
                </a:lnTo>
                <a:lnTo>
                  <a:pt x="536717" y="115858"/>
                </a:lnTo>
                <a:lnTo>
                  <a:pt x="537580" y="115491"/>
                </a:lnTo>
                <a:lnTo>
                  <a:pt x="538429" y="115092"/>
                </a:lnTo>
                <a:lnTo>
                  <a:pt x="539264" y="114661"/>
                </a:lnTo>
                <a:lnTo>
                  <a:pt x="540084" y="114199"/>
                </a:lnTo>
                <a:lnTo>
                  <a:pt x="540890" y="113704"/>
                </a:lnTo>
                <a:lnTo>
                  <a:pt x="541682" y="113178"/>
                </a:lnTo>
                <a:lnTo>
                  <a:pt x="542459" y="112620"/>
                </a:lnTo>
                <a:lnTo>
                  <a:pt x="543222" y="112030"/>
                </a:lnTo>
                <a:lnTo>
                  <a:pt x="543970" y="111408"/>
                </a:lnTo>
                <a:lnTo>
                  <a:pt x="544704" y="110754"/>
                </a:lnTo>
                <a:lnTo>
                  <a:pt x="545424" y="110068"/>
                </a:lnTo>
                <a:lnTo>
                  <a:pt x="546129" y="109350"/>
                </a:lnTo>
                <a:lnTo>
                  <a:pt x="546820" y="108601"/>
                </a:lnTo>
                <a:lnTo>
                  <a:pt x="547493" y="107832"/>
                </a:lnTo>
                <a:lnTo>
                  <a:pt x="548143" y="107056"/>
                </a:lnTo>
                <a:lnTo>
                  <a:pt x="548770" y="106273"/>
                </a:lnTo>
                <a:lnTo>
                  <a:pt x="549375" y="105483"/>
                </a:lnTo>
                <a:lnTo>
                  <a:pt x="549957" y="104686"/>
                </a:lnTo>
                <a:lnTo>
                  <a:pt x="550516" y="103882"/>
                </a:lnTo>
                <a:lnTo>
                  <a:pt x="551053" y="103071"/>
                </a:lnTo>
                <a:lnTo>
                  <a:pt x="551568" y="102254"/>
                </a:lnTo>
                <a:lnTo>
                  <a:pt x="552060" y="101429"/>
                </a:lnTo>
                <a:lnTo>
                  <a:pt x="552529" y="100598"/>
                </a:lnTo>
                <a:lnTo>
                  <a:pt x="552976" y="99759"/>
                </a:lnTo>
                <a:lnTo>
                  <a:pt x="553400" y="98914"/>
                </a:lnTo>
                <a:lnTo>
                  <a:pt x="553802" y="98061"/>
                </a:lnTo>
                <a:lnTo>
                  <a:pt x="554181" y="97202"/>
                </a:lnTo>
                <a:lnTo>
                  <a:pt x="554537" y="96336"/>
                </a:lnTo>
                <a:lnTo>
                  <a:pt x="554871" y="95462"/>
                </a:lnTo>
                <a:lnTo>
                  <a:pt x="555183" y="94582"/>
                </a:lnTo>
                <a:lnTo>
                  <a:pt x="555472" y="93695"/>
                </a:lnTo>
                <a:lnTo>
                  <a:pt x="555738" y="92801"/>
                </a:lnTo>
                <a:lnTo>
                  <a:pt x="555982" y="91900"/>
                </a:lnTo>
                <a:lnTo>
                  <a:pt x="556203" y="90992"/>
                </a:lnTo>
                <a:lnTo>
                  <a:pt x="556401" y="90077"/>
                </a:lnTo>
                <a:lnTo>
                  <a:pt x="556577" y="89155"/>
                </a:lnTo>
                <a:lnTo>
                  <a:pt x="556731" y="88226"/>
                </a:lnTo>
                <a:lnTo>
                  <a:pt x="554212" y="86594"/>
                </a:lnTo>
                <a:lnTo>
                  <a:pt x="553905" y="87400"/>
                </a:lnTo>
                <a:lnTo>
                  <a:pt x="553591" y="88186"/>
                </a:lnTo>
                <a:lnTo>
                  <a:pt x="553271" y="88953"/>
                </a:lnTo>
                <a:lnTo>
                  <a:pt x="552945" y="89699"/>
                </a:lnTo>
                <a:lnTo>
                  <a:pt x="552614" y="90425"/>
                </a:lnTo>
                <a:lnTo>
                  <a:pt x="552276" y="91131"/>
                </a:lnTo>
                <a:lnTo>
                  <a:pt x="551932" y="91818"/>
                </a:lnTo>
                <a:lnTo>
                  <a:pt x="551581" y="92484"/>
                </a:lnTo>
                <a:lnTo>
                  <a:pt x="551225" y="93130"/>
                </a:lnTo>
                <a:lnTo>
                  <a:pt x="550863" y="93756"/>
                </a:lnTo>
                <a:lnTo>
                  <a:pt x="550495" y="94363"/>
                </a:lnTo>
                <a:lnTo>
                  <a:pt x="550120" y="94949"/>
                </a:lnTo>
                <a:lnTo>
                  <a:pt x="549740" y="95515"/>
                </a:lnTo>
                <a:lnTo>
                  <a:pt x="549353" y="96062"/>
                </a:lnTo>
                <a:lnTo>
                  <a:pt x="548961" y="96588"/>
                </a:lnTo>
                <a:lnTo>
                  <a:pt x="548562" y="97095"/>
                </a:lnTo>
                <a:lnTo>
                  <a:pt x="548158" y="97581"/>
                </a:lnTo>
                <a:lnTo>
                  <a:pt x="547747" y="98048"/>
                </a:lnTo>
                <a:lnTo>
                  <a:pt x="547330" y="98494"/>
                </a:lnTo>
                <a:lnTo>
                  <a:pt x="546907" y="98920"/>
                </a:lnTo>
                <a:lnTo>
                  <a:pt x="546478" y="99327"/>
                </a:lnTo>
                <a:lnTo>
                  <a:pt x="546043" y="99713"/>
                </a:lnTo>
                <a:lnTo>
                  <a:pt x="545602" y="100080"/>
                </a:lnTo>
                <a:lnTo>
                  <a:pt x="545155" y="100427"/>
                </a:lnTo>
                <a:lnTo>
                  <a:pt x="544702" y="100756"/>
                </a:lnTo>
                <a:lnTo>
                  <a:pt x="544241" y="101072"/>
                </a:lnTo>
                <a:lnTo>
                  <a:pt x="543775" y="101373"/>
                </a:lnTo>
                <a:lnTo>
                  <a:pt x="543301" y="101661"/>
                </a:lnTo>
                <a:lnTo>
                  <a:pt x="542821" y="101934"/>
                </a:lnTo>
                <a:lnTo>
                  <a:pt x="542335" y="102194"/>
                </a:lnTo>
                <a:lnTo>
                  <a:pt x="541841" y="102439"/>
                </a:lnTo>
                <a:lnTo>
                  <a:pt x="541342" y="102670"/>
                </a:lnTo>
                <a:lnTo>
                  <a:pt x="540835" y="102888"/>
                </a:lnTo>
                <a:lnTo>
                  <a:pt x="540322" y="103091"/>
                </a:lnTo>
                <a:lnTo>
                  <a:pt x="539802" y="103280"/>
                </a:lnTo>
                <a:lnTo>
                  <a:pt x="539276" y="103456"/>
                </a:lnTo>
                <a:lnTo>
                  <a:pt x="538743" y="103617"/>
                </a:lnTo>
                <a:lnTo>
                  <a:pt x="538203" y="103764"/>
                </a:lnTo>
                <a:lnTo>
                  <a:pt x="537657" y="103897"/>
                </a:lnTo>
                <a:lnTo>
                  <a:pt x="537104" y="104017"/>
                </a:lnTo>
                <a:lnTo>
                  <a:pt x="536544" y="104122"/>
                </a:lnTo>
                <a:lnTo>
                  <a:pt x="535978" y="104213"/>
                </a:lnTo>
                <a:lnTo>
                  <a:pt x="535405" y="104290"/>
                </a:lnTo>
                <a:lnTo>
                  <a:pt x="534826" y="104353"/>
                </a:lnTo>
                <a:lnTo>
                  <a:pt x="534240" y="104402"/>
                </a:lnTo>
                <a:lnTo>
                  <a:pt x="533647" y="104437"/>
                </a:lnTo>
                <a:lnTo>
                  <a:pt x="533048" y="104458"/>
                </a:lnTo>
                <a:lnTo>
                  <a:pt x="532442" y="104465"/>
                </a:lnTo>
                <a:lnTo>
                  <a:pt x="531533" y="104449"/>
                </a:lnTo>
                <a:lnTo>
                  <a:pt x="530634" y="104400"/>
                </a:lnTo>
                <a:lnTo>
                  <a:pt x="529745" y="104319"/>
                </a:lnTo>
                <a:lnTo>
                  <a:pt x="528866" y="104205"/>
                </a:lnTo>
                <a:lnTo>
                  <a:pt x="527996" y="104058"/>
                </a:lnTo>
                <a:lnTo>
                  <a:pt x="527137" y="103879"/>
                </a:lnTo>
                <a:lnTo>
                  <a:pt x="526287" y="103667"/>
                </a:lnTo>
                <a:lnTo>
                  <a:pt x="525447" y="103423"/>
                </a:lnTo>
                <a:lnTo>
                  <a:pt x="524617" y="103146"/>
                </a:lnTo>
                <a:lnTo>
                  <a:pt x="523797" y="102837"/>
                </a:lnTo>
                <a:lnTo>
                  <a:pt x="522987" y="102495"/>
                </a:lnTo>
                <a:lnTo>
                  <a:pt x="522186" y="102120"/>
                </a:lnTo>
                <a:lnTo>
                  <a:pt x="521396" y="101713"/>
                </a:lnTo>
                <a:lnTo>
                  <a:pt x="520615" y="101274"/>
                </a:lnTo>
                <a:lnTo>
                  <a:pt x="519845" y="100801"/>
                </a:lnTo>
                <a:lnTo>
                  <a:pt x="519084" y="100297"/>
                </a:lnTo>
                <a:lnTo>
                  <a:pt x="518333" y="99759"/>
                </a:lnTo>
                <a:lnTo>
                  <a:pt x="517592" y="99189"/>
                </a:lnTo>
                <a:lnTo>
                  <a:pt x="516860" y="98587"/>
                </a:lnTo>
                <a:lnTo>
                  <a:pt x="516139" y="97952"/>
                </a:lnTo>
                <a:lnTo>
                  <a:pt x="515428" y="97284"/>
                </a:lnTo>
                <a:lnTo>
                  <a:pt x="514726" y="96584"/>
                </a:lnTo>
                <a:lnTo>
                  <a:pt x="514034" y="95851"/>
                </a:lnTo>
                <a:lnTo>
                  <a:pt x="513352" y="95086"/>
                </a:lnTo>
                <a:lnTo>
                  <a:pt x="512690" y="94292"/>
                </a:lnTo>
                <a:lnTo>
                  <a:pt x="512055" y="93473"/>
                </a:lnTo>
                <a:lnTo>
                  <a:pt x="511450" y="92629"/>
                </a:lnTo>
                <a:lnTo>
                  <a:pt x="510872" y="91761"/>
                </a:lnTo>
                <a:lnTo>
                  <a:pt x="510324" y="90868"/>
                </a:lnTo>
                <a:lnTo>
                  <a:pt x="509803" y="89951"/>
                </a:lnTo>
                <a:lnTo>
                  <a:pt x="509312" y="89009"/>
                </a:lnTo>
                <a:lnTo>
                  <a:pt x="508848" y="88042"/>
                </a:lnTo>
                <a:lnTo>
                  <a:pt x="508414" y="87050"/>
                </a:lnTo>
                <a:lnTo>
                  <a:pt x="508007" y="86034"/>
                </a:lnTo>
                <a:lnTo>
                  <a:pt x="507630" y="84993"/>
                </a:lnTo>
                <a:lnTo>
                  <a:pt x="507280" y="83927"/>
                </a:lnTo>
                <a:lnTo>
                  <a:pt x="506959" y="82836"/>
                </a:lnTo>
                <a:lnTo>
                  <a:pt x="506667" y="81721"/>
                </a:lnTo>
                <a:lnTo>
                  <a:pt x="506403" y="80581"/>
                </a:lnTo>
                <a:lnTo>
                  <a:pt x="506168" y="79417"/>
                </a:lnTo>
                <a:lnTo>
                  <a:pt x="505961" y="78227"/>
                </a:lnTo>
                <a:lnTo>
                  <a:pt x="505782" y="77013"/>
                </a:lnTo>
                <a:lnTo>
                  <a:pt x="505633" y="75775"/>
                </a:lnTo>
                <a:lnTo>
                  <a:pt x="505511" y="74511"/>
                </a:lnTo>
                <a:lnTo>
                  <a:pt x="505418" y="73223"/>
                </a:lnTo>
                <a:lnTo>
                  <a:pt x="505354" y="71910"/>
                </a:lnTo>
                <a:lnTo>
                  <a:pt x="505318" y="70573"/>
                </a:lnTo>
                <a:lnTo>
                  <a:pt x="505310" y="69210"/>
                </a:lnTo>
                <a:lnTo>
                  <a:pt x="556731" y="69210"/>
                </a:lnTo>
                <a:lnTo>
                  <a:pt x="556717" y="68072"/>
                </a:lnTo>
                <a:lnTo>
                  <a:pt x="556675" y="66954"/>
                </a:lnTo>
                <a:lnTo>
                  <a:pt x="556605" y="65854"/>
                </a:lnTo>
                <a:close/>
                <a:moveTo>
                  <a:pt x="505731" y="61523"/>
                </a:moveTo>
                <a:lnTo>
                  <a:pt x="505875" y="60815"/>
                </a:lnTo>
                <a:lnTo>
                  <a:pt x="506034" y="60120"/>
                </a:lnTo>
                <a:lnTo>
                  <a:pt x="506208" y="59440"/>
                </a:lnTo>
                <a:lnTo>
                  <a:pt x="506398" y="58774"/>
                </a:lnTo>
                <a:lnTo>
                  <a:pt x="506603" y="58122"/>
                </a:lnTo>
                <a:lnTo>
                  <a:pt x="506824" y="57484"/>
                </a:lnTo>
                <a:lnTo>
                  <a:pt x="507059" y="56860"/>
                </a:lnTo>
                <a:lnTo>
                  <a:pt x="507311" y="56251"/>
                </a:lnTo>
                <a:lnTo>
                  <a:pt x="507577" y="55655"/>
                </a:lnTo>
                <a:lnTo>
                  <a:pt x="507859" y="55074"/>
                </a:lnTo>
                <a:lnTo>
                  <a:pt x="508157" y="54506"/>
                </a:lnTo>
                <a:lnTo>
                  <a:pt x="508469" y="53953"/>
                </a:lnTo>
                <a:lnTo>
                  <a:pt x="508797" y="53414"/>
                </a:lnTo>
                <a:lnTo>
                  <a:pt x="509141" y="52889"/>
                </a:lnTo>
                <a:lnTo>
                  <a:pt x="509500" y="52379"/>
                </a:lnTo>
                <a:lnTo>
                  <a:pt x="509874" y="51882"/>
                </a:lnTo>
                <a:lnTo>
                  <a:pt x="510264" y="51400"/>
                </a:lnTo>
                <a:lnTo>
                  <a:pt x="510669" y="50931"/>
                </a:lnTo>
                <a:lnTo>
                  <a:pt x="511089" y="50477"/>
                </a:lnTo>
                <a:lnTo>
                  <a:pt x="511525" y="50037"/>
                </a:lnTo>
                <a:lnTo>
                  <a:pt x="511970" y="49613"/>
                </a:lnTo>
                <a:lnTo>
                  <a:pt x="512421" y="49207"/>
                </a:lnTo>
                <a:lnTo>
                  <a:pt x="512877" y="48819"/>
                </a:lnTo>
                <a:lnTo>
                  <a:pt x="513338" y="48449"/>
                </a:lnTo>
                <a:lnTo>
                  <a:pt x="513803" y="48097"/>
                </a:lnTo>
                <a:lnTo>
                  <a:pt x="514274" y="47763"/>
                </a:lnTo>
                <a:lnTo>
                  <a:pt x="514749" y="47448"/>
                </a:lnTo>
                <a:lnTo>
                  <a:pt x="515230" y="47150"/>
                </a:lnTo>
                <a:lnTo>
                  <a:pt x="515715" y="46870"/>
                </a:lnTo>
                <a:lnTo>
                  <a:pt x="516205" y="46609"/>
                </a:lnTo>
                <a:lnTo>
                  <a:pt x="516701" y="46365"/>
                </a:lnTo>
                <a:lnTo>
                  <a:pt x="517201" y="46140"/>
                </a:lnTo>
                <a:lnTo>
                  <a:pt x="517706" y="45932"/>
                </a:lnTo>
                <a:lnTo>
                  <a:pt x="518216" y="45743"/>
                </a:lnTo>
                <a:lnTo>
                  <a:pt x="518731" y="45571"/>
                </a:lnTo>
                <a:lnTo>
                  <a:pt x="519251" y="45418"/>
                </a:lnTo>
                <a:lnTo>
                  <a:pt x="519776" y="45283"/>
                </a:lnTo>
                <a:lnTo>
                  <a:pt x="520305" y="45165"/>
                </a:lnTo>
                <a:lnTo>
                  <a:pt x="520840" y="45066"/>
                </a:lnTo>
                <a:lnTo>
                  <a:pt x="521380" y="44985"/>
                </a:lnTo>
                <a:lnTo>
                  <a:pt x="521924" y="44922"/>
                </a:lnTo>
                <a:lnTo>
                  <a:pt x="522474" y="44877"/>
                </a:lnTo>
                <a:lnTo>
                  <a:pt x="523028" y="44850"/>
                </a:lnTo>
                <a:lnTo>
                  <a:pt x="523588" y="44841"/>
                </a:lnTo>
                <a:lnTo>
                  <a:pt x="523953" y="44845"/>
                </a:lnTo>
                <a:lnTo>
                  <a:pt x="524316" y="44858"/>
                </a:lnTo>
                <a:lnTo>
                  <a:pt x="524679" y="44881"/>
                </a:lnTo>
                <a:lnTo>
                  <a:pt x="525040" y="44912"/>
                </a:lnTo>
                <a:lnTo>
                  <a:pt x="525400" y="44952"/>
                </a:lnTo>
                <a:lnTo>
                  <a:pt x="525758" y="45002"/>
                </a:lnTo>
                <a:lnTo>
                  <a:pt x="526115" y="45060"/>
                </a:lnTo>
                <a:lnTo>
                  <a:pt x="526471" y="45127"/>
                </a:lnTo>
                <a:lnTo>
                  <a:pt x="526826" y="45203"/>
                </a:lnTo>
                <a:lnTo>
                  <a:pt x="527180" y="45288"/>
                </a:lnTo>
                <a:lnTo>
                  <a:pt x="527532" y="45382"/>
                </a:lnTo>
                <a:lnTo>
                  <a:pt x="527883" y="45485"/>
                </a:lnTo>
                <a:lnTo>
                  <a:pt x="528233" y="45597"/>
                </a:lnTo>
                <a:lnTo>
                  <a:pt x="528581" y="45718"/>
                </a:lnTo>
                <a:lnTo>
                  <a:pt x="528928" y="45848"/>
                </a:lnTo>
                <a:lnTo>
                  <a:pt x="529274" y="45987"/>
                </a:lnTo>
                <a:lnTo>
                  <a:pt x="529619" y="46135"/>
                </a:lnTo>
                <a:lnTo>
                  <a:pt x="529962" y="46291"/>
                </a:lnTo>
                <a:lnTo>
                  <a:pt x="530304" y="46457"/>
                </a:lnTo>
                <a:lnTo>
                  <a:pt x="530645" y="46632"/>
                </a:lnTo>
                <a:lnTo>
                  <a:pt x="530984" y="46815"/>
                </a:lnTo>
                <a:lnTo>
                  <a:pt x="531323" y="47008"/>
                </a:lnTo>
                <a:lnTo>
                  <a:pt x="531660" y="47209"/>
                </a:lnTo>
                <a:lnTo>
                  <a:pt x="531995" y="47420"/>
                </a:lnTo>
                <a:lnTo>
                  <a:pt x="532327" y="47638"/>
                </a:lnTo>
                <a:lnTo>
                  <a:pt x="532652" y="47863"/>
                </a:lnTo>
                <a:lnTo>
                  <a:pt x="532969" y="48094"/>
                </a:lnTo>
                <a:lnTo>
                  <a:pt x="533280" y="48332"/>
                </a:lnTo>
                <a:lnTo>
                  <a:pt x="533584" y="48577"/>
                </a:lnTo>
                <a:lnTo>
                  <a:pt x="533881" y="48829"/>
                </a:lnTo>
                <a:lnTo>
                  <a:pt x="534172" y="49087"/>
                </a:lnTo>
                <a:lnTo>
                  <a:pt x="534455" y="49353"/>
                </a:lnTo>
                <a:lnTo>
                  <a:pt x="534731" y="49624"/>
                </a:lnTo>
                <a:lnTo>
                  <a:pt x="535001" y="49903"/>
                </a:lnTo>
                <a:lnTo>
                  <a:pt x="535263" y="50188"/>
                </a:lnTo>
                <a:lnTo>
                  <a:pt x="535519" y="50480"/>
                </a:lnTo>
                <a:lnTo>
                  <a:pt x="535767" y="50779"/>
                </a:lnTo>
                <a:lnTo>
                  <a:pt x="536009" y="51085"/>
                </a:lnTo>
                <a:lnTo>
                  <a:pt x="536244" y="51397"/>
                </a:lnTo>
                <a:lnTo>
                  <a:pt x="536472" y="51716"/>
                </a:lnTo>
                <a:lnTo>
                  <a:pt x="536693" y="52042"/>
                </a:lnTo>
                <a:lnTo>
                  <a:pt x="536907" y="52374"/>
                </a:lnTo>
                <a:lnTo>
                  <a:pt x="537115" y="52713"/>
                </a:lnTo>
                <a:lnTo>
                  <a:pt x="537315" y="53059"/>
                </a:lnTo>
                <a:lnTo>
                  <a:pt x="537508" y="53412"/>
                </a:lnTo>
                <a:lnTo>
                  <a:pt x="537695" y="53771"/>
                </a:lnTo>
                <a:lnTo>
                  <a:pt x="537874" y="54137"/>
                </a:lnTo>
                <a:lnTo>
                  <a:pt x="538047" y="54510"/>
                </a:lnTo>
                <a:lnTo>
                  <a:pt x="538154" y="54759"/>
                </a:lnTo>
                <a:lnTo>
                  <a:pt x="538258" y="55022"/>
                </a:lnTo>
                <a:lnTo>
                  <a:pt x="538358" y="55300"/>
                </a:lnTo>
                <a:lnTo>
                  <a:pt x="538456" y="55592"/>
                </a:lnTo>
                <a:lnTo>
                  <a:pt x="538550" y="55900"/>
                </a:lnTo>
                <a:lnTo>
                  <a:pt x="538641" y="56221"/>
                </a:lnTo>
                <a:lnTo>
                  <a:pt x="538729" y="56557"/>
                </a:lnTo>
                <a:lnTo>
                  <a:pt x="538814" y="56908"/>
                </a:lnTo>
                <a:lnTo>
                  <a:pt x="538896" y="57273"/>
                </a:lnTo>
                <a:lnTo>
                  <a:pt x="538975" y="57653"/>
                </a:lnTo>
                <a:lnTo>
                  <a:pt x="539051" y="58048"/>
                </a:lnTo>
                <a:lnTo>
                  <a:pt x="539123" y="58457"/>
                </a:lnTo>
                <a:lnTo>
                  <a:pt x="539193" y="58880"/>
                </a:lnTo>
                <a:lnTo>
                  <a:pt x="539259" y="59318"/>
                </a:lnTo>
                <a:lnTo>
                  <a:pt x="539323" y="59771"/>
                </a:lnTo>
                <a:lnTo>
                  <a:pt x="539383" y="60238"/>
                </a:lnTo>
                <a:lnTo>
                  <a:pt x="539440" y="60719"/>
                </a:lnTo>
                <a:lnTo>
                  <a:pt x="539494" y="61216"/>
                </a:lnTo>
                <a:lnTo>
                  <a:pt x="539545" y="61727"/>
                </a:lnTo>
                <a:lnTo>
                  <a:pt x="539593" y="62252"/>
                </a:lnTo>
                <a:lnTo>
                  <a:pt x="539638" y="62792"/>
                </a:lnTo>
                <a:lnTo>
                  <a:pt x="539679" y="63346"/>
                </a:lnTo>
                <a:lnTo>
                  <a:pt x="539718" y="63915"/>
                </a:lnTo>
                <a:lnTo>
                  <a:pt x="539753" y="64499"/>
                </a:lnTo>
                <a:lnTo>
                  <a:pt x="505310" y="64499"/>
                </a:lnTo>
                <a:lnTo>
                  <a:pt x="505392" y="63734"/>
                </a:lnTo>
                <a:lnTo>
                  <a:pt x="505490" y="62983"/>
                </a:lnTo>
                <a:lnTo>
                  <a:pt x="505603" y="62246"/>
                </a:lnTo>
                <a:lnTo>
                  <a:pt x="505731" y="61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⑥">
            <a:extLst xmlns:a="http://schemas.openxmlformats.org/drawingml/2006/main">
              <a:ext uri="{FF2B5EF4-FFF2-40B4-BE49-F238E27FC236}">
                <a16:creationId xmlns:a16="http://schemas.microsoft.com/office/drawing/2014/main" id="{346DCE79-E9E8-494C-824C-92234599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823" y="1721850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USB">
            <a:extLst xmlns:a="http://schemas.openxmlformats.org/drawingml/2006/main">
              <a:ext uri="{FF2B5EF4-FFF2-40B4-BE49-F238E27FC236}">
                <a16:creationId xmlns:a16="http://schemas.microsoft.com/office/drawing/2014/main" id="{CA69C79C-BED5-4B6E-AAA2-57FB7416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607" y="1731704"/>
            <a:ext cx="312924" cy="115026"/>
          </a:xfrm>
          <a:custGeom xmlns:a="http://schemas.openxmlformats.org/drawingml/2006/main">
            <a:pathLst>
              <a:path w="312924" h="115026">
                <a:moveTo>
                  <a:pt x="78471" y="5524"/>
                </a:moveTo>
                <a:lnTo>
                  <a:pt x="78471" y="2437"/>
                </a:lnTo>
                <a:lnTo>
                  <a:pt x="117463" y="2437"/>
                </a:lnTo>
                <a:lnTo>
                  <a:pt x="117463" y="5524"/>
                </a:lnTo>
                <a:lnTo>
                  <a:pt x="113320" y="5524"/>
                </a:lnTo>
                <a:cubicBezTo>
                  <a:pt x="108987" y="5524"/>
                  <a:pt x="105657" y="7330"/>
                  <a:pt x="103328" y="10941"/>
                </a:cubicBezTo>
                <a:cubicBezTo>
                  <a:pt x="102191" y="12611"/>
                  <a:pt x="101622" y="16492"/>
                  <a:pt x="101622" y="22583"/>
                </a:cubicBezTo>
                <a:lnTo>
                  <a:pt x="101622" y="67182"/>
                </a:lnTo>
                <a:cubicBezTo>
                  <a:pt x="101622" y="78211"/>
                  <a:pt x="100526" y="86767"/>
                  <a:pt x="98332" y="92849"/>
                </a:cubicBezTo>
                <a:cubicBezTo>
                  <a:pt x="96139" y="98930"/>
                  <a:pt x="91834" y="104146"/>
                  <a:pt x="85416" y="108499"/>
                </a:cubicBezTo>
                <a:cubicBezTo>
                  <a:pt x="78999" y="112850"/>
                  <a:pt x="70266" y="115026"/>
                  <a:pt x="59219" y="115026"/>
                </a:cubicBezTo>
                <a:cubicBezTo>
                  <a:pt x="47196" y="115026"/>
                  <a:pt x="38071" y="112945"/>
                  <a:pt x="31843" y="108783"/>
                </a:cubicBezTo>
                <a:cubicBezTo>
                  <a:pt x="25615" y="104620"/>
                  <a:pt x="21202" y="99024"/>
                  <a:pt x="18602" y="91996"/>
                </a:cubicBezTo>
                <a:cubicBezTo>
                  <a:pt x="16869" y="87185"/>
                  <a:pt x="16003" y="78156"/>
                  <a:pt x="16003" y="64910"/>
                </a:cubicBezTo>
                <a:lnTo>
                  <a:pt x="16003" y="21933"/>
                </a:lnTo>
                <a:cubicBezTo>
                  <a:pt x="16003" y="15197"/>
                  <a:pt x="15069" y="10779"/>
                  <a:pt x="13200" y="8677"/>
                </a:cubicBezTo>
                <a:cubicBezTo>
                  <a:pt x="11332" y="6575"/>
                  <a:pt x="8313" y="5524"/>
                  <a:pt x="4143" y="5524"/>
                </a:cubicBezTo>
                <a:lnTo>
                  <a:pt x="0" y="5524"/>
                </a:lnTo>
                <a:lnTo>
                  <a:pt x="0" y="2437"/>
                </a:lnTo>
                <a:lnTo>
                  <a:pt x="47602" y="2437"/>
                </a:lnTo>
                <a:lnTo>
                  <a:pt x="47602" y="5524"/>
                </a:lnTo>
                <a:lnTo>
                  <a:pt x="43378" y="5524"/>
                </a:lnTo>
                <a:cubicBezTo>
                  <a:pt x="38829" y="5524"/>
                  <a:pt x="35580" y="6952"/>
                  <a:pt x="33630" y="9809"/>
                </a:cubicBezTo>
                <a:cubicBezTo>
                  <a:pt x="32276" y="11748"/>
                  <a:pt x="31600" y="15790"/>
                  <a:pt x="31600" y="21933"/>
                </a:cubicBezTo>
                <a:lnTo>
                  <a:pt x="31600" y="69850"/>
                </a:lnTo>
                <a:cubicBezTo>
                  <a:pt x="31600" y="74122"/>
                  <a:pt x="31992" y="79014"/>
                  <a:pt x="32777" y="84528"/>
                </a:cubicBezTo>
                <a:cubicBezTo>
                  <a:pt x="33563" y="90040"/>
                  <a:pt x="34984" y="94337"/>
                  <a:pt x="37042" y="97418"/>
                </a:cubicBezTo>
                <a:cubicBezTo>
                  <a:pt x="39100" y="100499"/>
                  <a:pt x="42065" y="103039"/>
                  <a:pt x="45937" y="105039"/>
                </a:cubicBezTo>
                <a:cubicBezTo>
                  <a:pt x="49809" y="107039"/>
                  <a:pt x="54561" y="108040"/>
                  <a:pt x="60194" y="108040"/>
                </a:cubicBezTo>
                <a:cubicBezTo>
                  <a:pt x="67396" y="108040"/>
                  <a:pt x="73841" y="106472"/>
                  <a:pt x="79527" y="103338"/>
                </a:cubicBezTo>
                <a:cubicBezTo>
                  <a:pt x="85213" y="100202"/>
                  <a:pt x="89099" y="96189"/>
                  <a:pt x="91184" y="91298"/>
                </a:cubicBezTo>
                <a:cubicBezTo>
                  <a:pt x="93269" y="86405"/>
                  <a:pt x="94311" y="78121"/>
                  <a:pt x="94311" y="66446"/>
                </a:cubicBezTo>
                <a:lnTo>
                  <a:pt x="94311" y="21933"/>
                </a:lnTo>
                <a:cubicBezTo>
                  <a:pt x="94311" y="15089"/>
                  <a:pt x="93553" y="10805"/>
                  <a:pt x="92037" y="9080"/>
                </a:cubicBezTo>
                <a:cubicBezTo>
                  <a:pt x="89925" y="6709"/>
                  <a:pt x="86784" y="5524"/>
                  <a:pt x="82614" y="5524"/>
                </a:cubicBezTo>
                <a:lnTo>
                  <a:pt x="78471" y="5524"/>
                </a:lnTo>
                <a:close/>
                <a:moveTo>
                  <a:pt x="194977" y="0"/>
                </a:moveTo>
                <a:lnTo>
                  <a:pt x="194977" y="38179"/>
                </a:lnTo>
                <a:lnTo>
                  <a:pt x="191972" y="38179"/>
                </a:lnTo>
                <a:cubicBezTo>
                  <a:pt x="190997" y="30850"/>
                  <a:pt x="189250" y="25014"/>
                  <a:pt x="186732" y="20671"/>
                </a:cubicBezTo>
                <a:cubicBezTo>
                  <a:pt x="184214" y="16327"/>
                  <a:pt x="180626" y="12879"/>
                  <a:pt x="175969" y="10327"/>
                </a:cubicBezTo>
                <a:cubicBezTo>
                  <a:pt x="171311" y="7775"/>
                  <a:pt x="166492" y="6499"/>
                  <a:pt x="161509" y="6499"/>
                </a:cubicBezTo>
                <a:cubicBezTo>
                  <a:pt x="155877" y="6499"/>
                  <a:pt x="151220" y="8216"/>
                  <a:pt x="147537" y="11649"/>
                </a:cubicBezTo>
                <a:cubicBezTo>
                  <a:pt x="143855" y="15083"/>
                  <a:pt x="142013" y="18989"/>
                  <a:pt x="142013" y="23367"/>
                </a:cubicBezTo>
                <a:cubicBezTo>
                  <a:pt x="142013" y="26720"/>
                  <a:pt x="143178" y="29775"/>
                  <a:pt x="145506" y="32534"/>
                </a:cubicBezTo>
                <a:cubicBezTo>
                  <a:pt x="148864" y="36589"/>
                  <a:pt x="156852" y="41995"/>
                  <a:pt x="169470" y="48752"/>
                </a:cubicBezTo>
                <a:cubicBezTo>
                  <a:pt x="179760" y="54268"/>
                  <a:pt x="186786" y="58499"/>
                  <a:pt x="190550" y="61448"/>
                </a:cubicBezTo>
                <a:cubicBezTo>
                  <a:pt x="194314" y="64394"/>
                  <a:pt x="197211" y="67868"/>
                  <a:pt x="199242" y="71871"/>
                </a:cubicBezTo>
                <a:cubicBezTo>
                  <a:pt x="201273" y="75871"/>
                  <a:pt x="202288" y="80063"/>
                  <a:pt x="202288" y="84444"/>
                </a:cubicBezTo>
                <a:cubicBezTo>
                  <a:pt x="202288" y="92772"/>
                  <a:pt x="199052" y="99951"/>
                  <a:pt x="192581" y="105981"/>
                </a:cubicBezTo>
                <a:cubicBezTo>
                  <a:pt x="186109" y="112011"/>
                  <a:pt x="177783" y="115026"/>
                  <a:pt x="167602" y="115026"/>
                </a:cubicBezTo>
                <a:cubicBezTo>
                  <a:pt x="164407" y="115026"/>
                  <a:pt x="161401" y="114779"/>
                  <a:pt x="158585" y="114284"/>
                </a:cubicBezTo>
                <a:cubicBezTo>
                  <a:pt x="156906" y="114010"/>
                  <a:pt x="153427" y="113009"/>
                  <a:pt x="148147" y="111281"/>
                </a:cubicBezTo>
                <a:cubicBezTo>
                  <a:pt x="142866" y="109553"/>
                  <a:pt x="139522" y="108689"/>
                  <a:pt x="138114" y="108689"/>
                </a:cubicBezTo>
                <a:cubicBezTo>
                  <a:pt x="136760" y="108689"/>
                  <a:pt x="135691" y="109101"/>
                  <a:pt x="134906" y="109923"/>
                </a:cubicBezTo>
                <a:cubicBezTo>
                  <a:pt x="134120" y="110746"/>
                  <a:pt x="133538" y="112446"/>
                  <a:pt x="133159" y="115026"/>
                </a:cubicBezTo>
                <a:lnTo>
                  <a:pt x="130153" y="115026"/>
                </a:lnTo>
                <a:lnTo>
                  <a:pt x="130153" y="77171"/>
                </a:lnTo>
                <a:lnTo>
                  <a:pt x="133159" y="77171"/>
                </a:lnTo>
                <a:cubicBezTo>
                  <a:pt x="134567" y="85098"/>
                  <a:pt x="136463" y="91030"/>
                  <a:pt x="138845" y="94966"/>
                </a:cubicBezTo>
                <a:cubicBezTo>
                  <a:pt x="141228" y="98903"/>
                  <a:pt x="144870" y="102174"/>
                  <a:pt x="149771" y="104780"/>
                </a:cubicBezTo>
                <a:cubicBezTo>
                  <a:pt x="154672" y="107386"/>
                  <a:pt x="160047" y="108689"/>
                  <a:pt x="165896" y="108689"/>
                </a:cubicBezTo>
                <a:cubicBezTo>
                  <a:pt x="172665" y="108689"/>
                  <a:pt x="178013" y="106902"/>
                  <a:pt x="181939" y="103326"/>
                </a:cubicBezTo>
                <a:cubicBezTo>
                  <a:pt x="185866" y="99750"/>
                  <a:pt x="187829" y="95524"/>
                  <a:pt x="187829" y="90648"/>
                </a:cubicBezTo>
                <a:cubicBezTo>
                  <a:pt x="187829" y="87939"/>
                  <a:pt x="187084" y="85203"/>
                  <a:pt x="185595" y="82441"/>
                </a:cubicBezTo>
                <a:cubicBezTo>
                  <a:pt x="184106" y="79678"/>
                  <a:pt x="181790" y="77103"/>
                  <a:pt x="178649" y="74719"/>
                </a:cubicBezTo>
                <a:cubicBezTo>
                  <a:pt x="176537" y="73094"/>
                  <a:pt x="170770" y="69662"/>
                  <a:pt x="161347" y="64423"/>
                </a:cubicBezTo>
                <a:cubicBezTo>
                  <a:pt x="151924" y="59181"/>
                  <a:pt x="145222" y="54992"/>
                  <a:pt x="141242" y="51854"/>
                </a:cubicBezTo>
                <a:cubicBezTo>
                  <a:pt x="137261" y="48717"/>
                  <a:pt x="134242" y="45254"/>
                  <a:pt x="132184" y="41467"/>
                </a:cubicBezTo>
                <a:cubicBezTo>
                  <a:pt x="130126" y="37679"/>
                  <a:pt x="129097" y="33514"/>
                  <a:pt x="129097" y="28970"/>
                </a:cubicBezTo>
                <a:cubicBezTo>
                  <a:pt x="129097" y="21071"/>
                  <a:pt x="132130" y="14269"/>
                  <a:pt x="138196" y="8562"/>
                </a:cubicBezTo>
                <a:cubicBezTo>
                  <a:pt x="144261" y="2854"/>
                  <a:pt x="151978" y="0"/>
                  <a:pt x="161347" y="0"/>
                </a:cubicBezTo>
                <a:cubicBezTo>
                  <a:pt x="167196" y="0"/>
                  <a:pt x="173396" y="1435"/>
                  <a:pt x="179949" y="4305"/>
                </a:cubicBezTo>
                <a:cubicBezTo>
                  <a:pt x="182982" y="5659"/>
                  <a:pt x="185121" y="6336"/>
                  <a:pt x="186367" y="6336"/>
                </a:cubicBezTo>
                <a:cubicBezTo>
                  <a:pt x="187775" y="6336"/>
                  <a:pt x="188925" y="5916"/>
                  <a:pt x="189819" y="5077"/>
                </a:cubicBezTo>
                <a:cubicBezTo>
                  <a:pt x="190713" y="4238"/>
                  <a:pt x="191430" y="2545"/>
                  <a:pt x="191972" y="0"/>
                </a:cubicBezTo>
                <a:lnTo>
                  <a:pt x="194977" y="0"/>
                </a:lnTo>
                <a:close/>
                <a:moveTo>
                  <a:pt x="287905" y="56193"/>
                </a:moveTo>
                <a:cubicBezTo>
                  <a:pt x="295540" y="57823"/>
                  <a:pt x="301254" y="60430"/>
                  <a:pt x="305045" y="64017"/>
                </a:cubicBezTo>
                <a:cubicBezTo>
                  <a:pt x="310298" y="69016"/>
                  <a:pt x="312924" y="75128"/>
                  <a:pt x="312924" y="82352"/>
                </a:cubicBezTo>
                <a:cubicBezTo>
                  <a:pt x="312924" y="87841"/>
                  <a:pt x="311191" y="93098"/>
                  <a:pt x="307725" y="98124"/>
                </a:cubicBezTo>
                <a:cubicBezTo>
                  <a:pt x="304259" y="103149"/>
                  <a:pt x="299507" y="106816"/>
                  <a:pt x="293469" y="109126"/>
                </a:cubicBezTo>
                <a:cubicBezTo>
                  <a:pt x="287431" y="111434"/>
                  <a:pt x="278211" y="112589"/>
                  <a:pt x="265809" y="112589"/>
                </a:cubicBezTo>
                <a:lnTo>
                  <a:pt x="213820" y="112589"/>
                </a:lnTo>
                <a:lnTo>
                  <a:pt x="213820" y="109502"/>
                </a:lnTo>
                <a:lnTo>
                  <a:pt x="217963" y="109502"/>
                </a:lnTo>
                <a:cubicBezTo>
                  <a:pt x="222566" y="109502"/>
                  <a:pt x="225870" y="108047"/>
                  <a:pt x="227874" y="105138"/>
                </a:cubicBezTo>
                <a:cubicBezTo>
                  <a:pt x="229119" y="103251"/>
                  <a:pt x="229742" y="99236"/>
                  <a:pt x="229742" y="93093"/>
                </a:cubicBezTo>
                <a:lnTo>
                  <a:pt x="229742" y="21933"/>
                </a:lnTo>
                <a:cubicBezTo>
                  <a:pt x="229742" y="15143"/>
                  <a:pt x="228957" y="10859"/>
                  <a:pt x="227386" y="9080"/>
                </a:cubicBezTo>
                <a:cubicBezTo>
                  <a:pt x="225274" y="6709"/>
                  <a:pt x="222133" y="5524"/>
                  <a:pt x="217963" y="5524"/>
                </a:cubicBezTo>
                <a:lnTo>
                  <a:pt x="213820" y="5524"/>
                </a:lnTo>
                <a:lnTo>
                  <a:pt x="213820" y="2437"/>
                </a:lnTo>
                <a:lnTo>
                  <a:pt x="261423" y="2437"/>
                </a:lnTo>
                <a:cubicBezTo>
                  <a:pt x="270304" y="2437"/>
                  <a:pt x="277426" y="3084"/>
                  <a:pt x="282787" y="4379"/>
                </a:cubicBezTo>
                <a:cubicBezTo>
                  <a:pt x="290910" y="6322"/>
                  <a:pt x="297111" y="9763"/>
                  <a:pt x="301389" y="14703"/>
                </a:cubicBezTo>
                <a:cubicBezTo>
                  <a:pt x="305667" y="19641"/>
                  <a:pt x="307807" y="25322"/>
                  <a:pt x="307807" y="31744"/>
                </a:cubicBezTo>
                <a:cubicBezTo>
                  <a:pt x="307807" y="37249"/>
                  <a:pt x="306128" y="42174"/>
                  <a:pt x="302770" y="46518"/>
                </a:cubicBezTo>
                <a:cubicBezTo>
                  <a:pt x="299413" y="50863"/>
                  <a:pt x="294457" y="54087"/>
                  <a:pt x="287905" y="56193"/>
                </a:cubicBezTo>
                <a:moveTo>
                  <a:pt x="245339" y="51674"/>
                </a:moveTo>
                <a:cubicBezTo>
                  <a:pt x="247342" y="52050"/>
                  <a:pt x="249630" y="52332"/>
                  <a:pt x="252203" y="52520"/>
                </a:cubicBezTo>
                <a:cubicBezTo>
                  <a:pt x="254775" y="52707"/>
                  <a:pt x="257605" y="52801"/>
                  <a:pt x="260692" y="52801"/>
                </a:cubicBezTo>
                <a:cubicBezTo>
                  <a:pt x="268598" y="52801"/>
                  <a:pt x="274542" y="51956"/>
                  <a:pt x="278522" y="50265"/>
                </a:cubicBezTo>
                <a:cubicBezTo>
                  <a:pt x="282503" y="48575"/>
                  <a:pt x="285549" y="45985"/>
                  <a:pt x="287661" y="42497"/>
                </a:cubicBezTo>
                <a:cubicBezTo>
                  <a:pt x="289773" y="39008"/>
                  <a:pt x="290829" y="35197"/>
                  <a:pt x="290829" y="31066"/>
                </a:cubicBezTo>
                <a:cubicBezTo>
                  <a:pt x="290829" y="24680"/>
                  <a:pt x="288202" y="19232"/>
                  <a:pt x="282949" y="14723"/>
                </a:cubicBezTo>
                <a:cubicBezTo>
                  <a:pt x="277696" y="10215"/>
                  <a:pt x="270033" y="7961"/>
                  <a:pt x="259960" y="7961"/>
                </a:cubicBezTo>
                <a:cubicBezTo>
                  <a:pt x="254545" y="7961"/>
                  <a:pt x="249671" y="8551"/>
                  <a:pt x="245339" y="9733"/>
                </a:cubicBezTo>
                <a:lnTo>
                  <a:pt x="245339" y="51674"/>
                </a:lnTo>
                <a:moveTo>
                  <a:pt x="245339" y="104547"/>
                </a:moveTo>
                <a:cubicBezTo>
                  <a:pt x="251621" y="106009"/>
                  <a:pt x="257821" y="106740"/>
                  <a:pt x="263941" y="106740"/>
                </a:cubicBezTo>
                <a:cubicBezTo>
                  <a:pt x="273743" y="106740"/>
                  <a:pt x="281216" y="104533"/>
                  <a:pt x="286361" y="100119"/>
                </a:cubicBezTo>
                <a:cubicBezTo>
                  <a:pt x="291506" y="95706"/>
                  <a:pt x="294078" y="90250"/>
                  <a:pt x="294078" y="83751"/>
                </a:cubicBezTo>
                <a:cubicBezTo>
                  <a:pt x="294078" y="79473"/>
                  <a:pt x="292914" y="75357"/>
                  <a:pt x="290585" y="71404"/>
                </a:cubicBezTo>
                <a:cubicBezTo>
                  <a:pt x="288257" y="67450"/>
                  <a:pt x="284466" y="64336"/>
                  <a:pt x="279213" y="62062"/>
                </a:cubicBezTo>
                <a:cubicBezTo>
                  <a:pt x="273960" y="59787"/>
                  <a:pt x="267461" y="58650"/>
                  <a:pt x="259717" y="58650"/>
                </a:cubicBezTo>
                <a:cubicBezTo>
                  <a:pt x="256359" y="58650"/>
                  <a:pt x="253489" y="58704"/>
                  <a:pt x="251106" y="58813"/>
                </a:cubicBezTo>
                <a:cubicBezTo>
                  <a:pt x="248723" y="58921"/>
                  <a:pt x="246801" y="59110"/>
                  <a:pt x="245339" y="59381"/>
                </a:cubicBezTo>
                <a:lnTo>
                  <a:pt x="245339" y="1045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574902caf4a56"/>
          <a:stretch xmlns:a="http://schemas.openxmlformats.org/drawingml/2006/main"/>
        </p:blipFill>
        <p:spPr>
          <a:xfrm xmlns:a="http://schemas.openxmlformats.org/drawingml/2006/main">
            <a:off x="5466338" y="1744782"/>
            <a:ext cx="365174" cy="365174"/>
          </a:xfrm>
          <a:prstGeom xmlns:a="http://schemas.openxmlformats.org/drawingml/2006/main" prst="rect">
            <a:avLst/>
          </a:prstGeom>
        </p:spPr>
      </p:pic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F1AB5-986D-4AAD-9ABB-F4DF5F8C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73" y="1880786"/>
            <a:ext cx="656578" cy="94668"/>
          </a:xfrm>
          <a:custGeom xmlns:a="http://schemas.openxmlformats.org/drawingml/2006/main">
            <a:pathLst>
              <a:path w="656578" h="94668">
                <a:moveTo>
                  <a:pt x="622930" y="53249"/>
                </a:moveTo>
                <a:lnTo>
                  <a:pt x="570803" y="83656"/>
                </a:lnTo>
                <a:lnTo>
                  <a:pt x="569370" y="84828"/>
                </a:lnTo>
                <a:lnTo>
                  <a:pt x="568364" y="86391"/>
                </a:lnTo>
                <a:lnTo>
                  <a:pt x="567902" y="88179"/>
                </a:lnTo>
                <a:lnTo>
                  <a:pt x="568008" y="90038"/>
                </a:lnTo>
                <a:lnTo>
                  <a:pt x="568671" y="91755"/>
                </a:lnTo>
                <a:lnTo>
                  <a:pt x="569844" y="93188"/>
                </a:lnTo>
                <a:lnTo>
                  <a:pt x="571407" y="94194"/>
                </a:lnTo>
                <a:lnTo>
                  <a:pt x="573195" y="94668"/>
                </a:lnTo>
                <a:lnTo>
                  <a:pt x="575042" y="94561"/>
                </a:lnTo>
                <a:lnTo>
                  <a:pt x="576771" y="93887"/>
                </a:lnTo>
                <a:lnTo>
                  <a:pt x="656578" y="47328"/>
                </a:lnTo>
                <a:lnTo>
                  <a:pt x="576771" y="770"/>
                </a:lnTo>
                <a:lnTo>
                  <a:pt x="575042" y="107"/>
                </a:lnTo>
                <a:lnTo>
                  <a:pt x="573195" y="0"/>
                </a:lnTo>
                <a:lnTo>
                  <a:pt x="571407" y="474"/>
                </a:lnTo>
                <a:lnTo>
                  <a:pt x="569844" y="1468"/>
                </a:lnTo>
                <a:lnTo>
                  <a:pt x="568671" y="2901"/>
                </a:lnTo>
                <a:lnTo>
                  <a:pt x="568008" y="4630"/>
                </a:lnTo>
                <a:lnTo>
                  <a:pt x="567902" y="6477"/>
                </a:lnTo>
                <a:lnTo>
                  <a:pt x="568364" y="8277"/>
                </a:lnTo>
                <a:lnTo>
                  <a:pt x="569370" y="9828"/>
                </a:lnTo>
                <a:lnTo>
                  <a:pt x="570803" y="11000"/>
                </a:lnTo>
                <a:lnTo>
                  <a:pt x="622930" y="41408"/>
                </a:lnTo>
                <a:lnTo>
                  <a:pt x="33660" y="41408"/>
                </a:lnTo>
                <a:lnTo>
                  <a:pt x="85787" y="11000"/>
                </a:lnTo>
                <a:lnTo>
                  <a:pt x="87220" y="9828"/>
                </a:lnTo>
                <a:lnTo>
                  <a:pt x="88215" y="8277"/>
                </a:lnTo>
                <a:lnTo>
                  <a:pt x="88688" y="6477"/>
                </a:lnTo>
                <a:lnTo>
                  <a:pt x="88582" y="4630"/>
                </a:lnTo>
                <a:lnTo>
                  <a:pt x="87919" y="2901"/>
                </a:lnTo>
                <a:lnTo>
                  <a:pt x="86746" y="1468"/>
                </a:lnTo>
                <a:lnTo>
                  <a:pt x="85183" y="474"/>
                </a:lnTo>
                <a:lnTo>
                  <a:pt x="83396" y="0"/>
                </a:lnTo>
                <a:lnTo>
                  <a:pt x="81548" y="107"/>
                </a:lnTo>
                <a:lnTo>
                  <a:pt x="79820" y="770"/>
                </a:lnTo>
                <a:lnTo>
                  <a:pt x="0" y="47328"/>
                </a:lnTo>
                <a:lnTo>
                  <a:pt x="79820" y="93887"/>
                </a:lnTo>
                <a:lnTo>
                  <a:pt x="81548" y="94561"/>
                </a:lnTo>
                <a:lnTo>
                  <a:pt x="83396" y="94668"/>
                </a:lnTo>
                <a:lnTo>
                  <a:pt x="85183" y="94194"/>
                </a:lnTo>
                <a:lnTo>
                  <a:pt x="86746" y="93188"/>
                </a:lnTo>
                <a:lnTo>
                  <a:pt x="87919" y="91755"/>
                </a:lnTo>
                <a:lnTo>
                  <a:pt x="88582" y="90038"/>
                </a:lnTo>
                <a:lnTo>
                  <a:pt x="88688" y="88179"/>
                </a:lnTo>
                <a:lnTo>
                  <a:pt x="88215" y="86391"/>
                </a:lnTo>
                <a:lnTo>
                  <a:pt x="87220" y="84828"/>
                </a:lnTo>
                <a:lnTo>
                  <a:pt x="85787" y="83656"/>
                </a:lnTo>
                <a:lnTo>
                  <a:pt x="33660" y="53249"/>
                </a:lnTo>
                <a:lnTo>
                  <a:pt x="622930" y="53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⑥">
            <a:extLst xmlns:a="http://schemas.openxmlformats.org/drawingml/2006/main">
              <a:ext uri="{FF2B5EF4-FFF2-40B4-BE49-F238E27FC236}">
                <a16:creationId xmlns:a16="http://schemas.microsoft.com/office/drawing/2014/main" id="{A09D2E08-7AF2-4CC4-9BE7-C5AF7D47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17" y="2487364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GPS">
            <a:extLst xmlns:a="http://schemas.openxmlformats.org/drawingml/2006/main">
              <a:ext uri="{FF2B5EF4-FFF2-40B4-BE49-F238E27FC236}">
                <a16:creationId xmlns:a16="http://schemas.microsoft.com/office/drawing/2014/main" id="{5FDA0756-82EE-4DE9-AD38-1462437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656" y="2497219"/>
            <a:ext cx="289693" cy="115026"/>
          </a:xfrm>
          <a:custGeom xmlns:a="http://schemas.openxmlformats.org/drawingml/2006/main">
            <a:pathLst>
              <a:path w="289693" h="115026">
                <a:moveTo>
                  <a:pt x="96261" y="0"/>
                </a:moveTo>
                <a:lnTo>
                  <a:pt x="99104" y="34768"/>
                </a:lnTo>
                <a:lnTo>
                  <a:pt x="96261" y="34768"/>
                </a:lnTo>
                <a:cubicBezTo>
                  <a:pt x="93391" y="26152"/>
                  <a:pt x="89681" y="19663"/>
                  <a:pt x="85132" y="15300"/>
                </a:cubicBezTo>
                <a:cubicBezTo>
                  <a:pt x="78579" y="8999"/>
                  <a:pt x="70158" y="5849"/>
                  <a:pt x="59869" y="5849"/>
                </a:cubicBezTo>
                <a:cubicBezTo>
                  <a:pt x="45842" y="5849"/>
                  <a:pt x="35174" y="11383"/>
                  <a:pt x="27863" y="22451"/>
                </a:cubicBezTo>
                <a:cubicBezTo>
                  <a:pt x="21743" y="31789"/>
                  <a:pt x="18684" y="42910"/>
                  <a:pt x="18684" y="55812"/>
                </a:cubicBezTo>
                <a:cubicBezTo>
                  <a:pt x="18684" y="66286"/>
                  <a:pt x="20714" y="75842"/>
                  <a:pt x="24776" y="84480"/>
                </a:cubicBezTo>
                <a:cubicBezTo>
                  <a:pt x="28838" y="93117"/>
                  <a:pt x="34158" y="99448"/>
                  <a:pt x="40738" y="103470"/>
                </a:cubicBezTo>
                <a:cubicBezTo>
                  <a:pt x="47318" y="107491"/>
                  <a:pt x="54074" y="109502"/>
                  <a:pt x="61006" y="109502"/>
                </a:cubicBezTo>
                <a:cubicBezTo>
                  <a:pt x="65067" y="109502"/>
                  <a:pt x="68994" y="108989"/>
                  <a:pt x="72785" y="107963"/>
                </a:cubicBezTo>
                <a:cubicBezTo>
                  <a:pt x="76575" y="106936"/>
                  <a:pt x="80231" y="105422"/>
                  <a:pt x="83751" y="103422"/>
                </a:cubicBezTo>
                <a:lnTo>
                  <a:pt x="83751" y="71647"/>
                </a:lnTo>
                <a:cubicBezTo>
                  <a:pt x="83751" y="66123"/>
                  <a:pt x="83331" y="62509"/>
                  <a:pt x="82492" y="60803"/>
                </a:cubicBezTo>
                <a:cubicBezTo>
                  <a:pt x="81652" y="59097"/>
                  <a:pt x="80353" y="57797"/>
                  <a:pt x="78593" y="56904"/>
                </a:cubicBezTo>
                <a:cubicBezTo>
                  <a:pt x="76833" y="56010"/>
                  <a:pt x="73732" y="55563"/>
                  <a:pt x="69292" y="55563"/>
                </a:cubicBezTo>
                <a:lnTo>
                  <a:pt x="69292" y="52476"/>
                </a:lnTo>
                <a:lnTo>
                  <a:pt x="111939" y="52476"/>
                </a:lnTo>
                <a:lnTo>
                  <a:pt x="111939" y="55563"/>
                </a:lnTo>
                <a:lnTo>
                  <a:pt x="109908" y="55563"/>
                </a:lnTo>
                <a:cubicBezTo>
                  <a:pt x="105684" y="55563"/>
                  <a:pt x="102787" y="56971"/>
                  <a:pt x="101216" y="59787"/>
                </a:cubicBezTo>
                <a:cubicBezTo>
                  <a:pt x="100133" y="61791"/>
                  <a:pt x="99591" y="65744"/>
                  <a:pt x="99591" y="71647"/>
                </a:cubicBezTo>
                <a:lnTo>
                  <a:pt x="99591" y="105295"/>
                </a:lnTo>
                <a:cubicBezTo>
                  <a:pt x="93364" y="108646"/>
                  <a:pt x="87217" y="111105"/>
                  <a:pt x="81152" y="112672"/>
                </a:cubicBezTo>
                <a:cubicBezTo>
                  <a:pt x="75086" y="114241"/>
                  <a:pt x="68344" y="115026"/>
                  <a:pt x="60925" y="115026"/>
                </a:cubicBezTo>
                <a:cubicBezTo>
                  <a:pt x="39642" y="115026"/>
                  <a:pt x="23476" y="108211"/>
                  <a:pt x="12429" y="94583"/>
                </a:cubicBezTo>
                <a:cubicBezTo>
                  <a:pt x="4143" y="84363"/>
                  <a:pt x="0" y="72574"/>
                  <a:pt x="0" y="59216"/>
                </a:cubicBezTo>
                <a:cubicBezTo>
                  <a:pt x="0" y="49536"/>
                  <a:pt x="2329" y="40262"/>
                  <a:pt x="6986" y="31394"/>
                </a:cubicBezTo>
                <a:cubicBezTo>
                  <a:pt x="12510" y="20847"/>
                  <a:pt x="20092" y="12735"/>
                  <a:pt x="29731" y="7057"/>
                </a:cubicBezTo>
                <a:cubicBezTo>
                  <a:pt x="37800" y="2352"/>
                  <a:pt x="47332" y="0"/>
                  <a:pt x="58325" y="0"/>
                </a:cubicBezTo>
                <a:cubicBezTo>
                  <a:pt x="62333" y="0"/>
                  <a:pt x="65975" y="325"/>
                  <a:pt x="69251" y="975"/>
                </a:cubicBezTo>
                <a:cubicBezTo>
                  <a:pt x="72527" y="1625"/>
                  <a:pt x="77171" y="3060"/>
                  <a:pt x="83182" y="5280"/>
                </a:cubicBezTo>
                <a:cubicBezTo>
                  <a:pt x="86215" y="6417"/>
                  <a:pt x="88246" y="6986"/>
                  <a:pt x="89275" y="6986"/>
                </a:cubicBezTo>
                <a:cubicBezTo>
                  <a:pt x="90304" y="6986"/>
                  <a:pt x="91184" y="6512"/>
                  <a:pt x="91915" y="5564"/>
                </a:cubicBezTo>
                <a:cubicBezTo>
                  <a:pt x="92646" y="4617"/>
                  <a:pt x="93093" y="2762"/>
                  <a:pt x="93255" y="0"/>
                </a:cubicBezTo>
                <a:lnTo>
                  <a:pt x="96261" y="0"/>
                </a:lnTo>
                <a:close/>
                <a:moveTo>
                  <a:pt x="147862" y="61052"/>
                </a:moveTo>
                <a:lnTo>
                  <a:pt x="147862" y="93093"/>
                </a:lnTo>
                <a:cubicBezTo>
                  <a:pt x="147862" y="99991"/>
                  <a:pt x="148620" y="104275"/>
                  <a:pt x="150137" y="105945"/>
                </a:cubicBezTo>
                <a:cubicBezTo>
                  <a:pt x="152195" y="108316"/>
                  <a:pt x="155309" y="109502"/>
                  <a:pt x="159479" y="109502"/>
                </a:cubicBezTo>
                <a:lnTo>
                  <a:pt x="163703" y="109502"/>
                </a:lnTo>
                <a:lnTo>
                  <a:pt x="163703" y="112589"/>
                </a:lnTo>
                <a:lnTo>
                  <a:pt x="116506" y="112589"/>
                </a:lnTo>
                <a:lnTo>
                  <a:pt x="116506" y="109502"/>
                </a:lnTo>
                <a:lnTo>
                  <a:pt x="120649" y="109502"/>
                </a:lnTo>
                <a:cubicBezTo>
                  <a:pt x="125307" y="109502"/>
                  <a:pt x="128637" y="107993"/>
                  <a:pt x="130641" y="104976"/>
                </a:cubicBezTo>
                <a:cubicBezTo>
                  <a:pt x="131724" y="103305"/>
                  <a:pt x="132266" y="99344"/>
                  <a:pt x="132266" y="93093"/>
                </a:cubicBezTo>
                <a:lnTo>
                  <a:pt x="132266" y="21933"/>
                </a:lnTo>
                <a:cubicBezTo>
                  <a:pt x="132266" y="15035"/>
                  <a:pt x="131534" y="10751"/>
                  <a:pt x="130072" y="9080"/>
                </a:cubicBezTo>
                <a:cubicBezTo>
                  <a:pt x="127960" y="6709"/>
                  <a:pt x="124819" y="5524"/>
                  <a:pt x="120649" y="5524"/>
                </a:cubicBezTo>
                <a:lnTo>
                  <a:pt x="116506" y="5524"/>
                </a:lnTo>
                <a:lnTo>
                  <a:pt x="116506" y="2437"/>
                </a:lnTo>
                <a:lnTo>
                  <a:pt x="156879" y="2437"/>
                </a:lnTo>
                <a:cubicBezTo>
                  <a:pt x="166735" y="2437"/>
                  <a:pt x="174507" y="3454"/>
                  <a:pt x="180193" y="5488"/>
                </a:cubicBezTo>
                <a:cubicBezTo>
                  <a:pt x="185879" y="7521"/>
                  <a:pt x="190672" y="10950"/>
                  <a:pt x="194571" y="15777"/>
                </a:cubicBezTo>
                <a:cubicBezTo>
                  <a:pt x="198470" y="20604"/>
                  <a:pt x="200420" y="26324"/>
                  <a:pt x="200420" y="32940"/>
                </a:cubicBezTo>
                <a:cubicBezTo>
                  <a:pt x="200420" y="41942"/>
                  <a:pt x="197455" y="49263"/>
                  <a:pt x="191525" y="54903"/>
                </a:cubicBezTo>
                <a:cubicBezTo>
                  <a:pt x="185595" y="60542"/>
                  <a:pt x="177214" y="63362"/>
                  <a:pt x="166383" y="63362"/>
                </a:cubicBezTo>
                <a:cubicBezTo>
                  <a:pt x="163730" y="63362"/>
                  <a:pt x="160859" y="63169"/>
                  <a:pt x="157773" y="62785"/>
                </a:cubicBezTo>
                <a:cubicBezTo>
                  <a:pt x="154686" y="62399"/>
                  <a:pt x="151382" y="61822"/>
                  <a:pt x="147862" y="61052"/>
                </a:cubicBezTo>
                <a:moveTo>
                  <a:pt x="147862" y="56378"/>
                </a:moveTo>
                <a:cubicBezTo>
                  <a:pt x="150732" y="56920"/>
                  <a:pt x="153278" y="57326"/>
                  <a:pt x="155498" y="57597"/>
                </a:cubicBezTo>
                <a:cubicBezTo>
                  <a:pt x="157718" y="57866"/>
                  <a:pt x="159614" y="58000"/>
                  <a:pt x="161184" y="58000"/>
                </a:cubicBezTo>
                <a:cubicBezTo>
                  <a:pt x="166817" y="58000"/>
                  <a:pt x="171677" y="55825"/>
                  <a:pt x="175766" y="51474"/>
                </a:cubicBezTo>
                <a:cubicBezTo>
                  <a:pt x="179854" y="47121"/>
                  <a:pt x="181899" y="41484"/>
                  <a:pt x="181899" y="34562"/>
                </a:cubicBezTo>
                <a:cubicBezTo>
                  <a:pt x="181899" y="29805"/>
                  <a:pt x="180924" y="25385"/>
                  <a:pt x="178974" y="21303"/>
                </a:cubicBezTo>
                <a:cubicBezTo>
                  <a:pt x="177025" y="17221"/>
                  <a:pt x="174263" y="14167"/>
                  <a:pt x="170689" y="12139"/>
                </a:cubicBezTo>
                <a:cubicBezTo>
                  <a:pt x="167114" y="10112"/>
                  <a:pt x="163053" y="9098"/>
                  <a:pt x="158504" y="9098"/>
                </a:cubicBezTo>
                <a:cubicBezTo>
                  <a:pt x="155742" y="9098"/>
                  <a:pt x="152195" y="9612"/>
                  <a:pt x="147862" y="10639"/>
                </a:cubicBezTo>
                <a:lnTo>
                  <a:pt x="147862" y="56378"/>
                </a:lnTo>
                <a:close/>
                <a:moveTo>
                  <a:pt x="282382" y="0"/>
                </a:moveTo>
                <a:lnTo>
                  <a:pt x="282382" y="38179"/>
                </a:lnTo>
                <a:lnTo>
                  <a:pt x="279376" y="38179"/>
                </a:lnTo>
                <a:cubicBezTo>
                  <a:pt x="278401" y="30850"/>
                  <a:pt x="276655" y="25014"/>
                  <a:pt x="274136" y="20671"/>
                </a:cubicBezTo>
                <a:cubicBezTo>
                  <a:pt x="271618" y="16327"/>
                  <a:pt x="268030" y="12879"/>
                  <a:pt x="263373" y="10327"/>
                </a:cubicBezTo>
                <a:cubicBezTo>
                  <a:pt x="258716" y="7775"/>
                  <a:pt x="253896" y="6499"/>
                  <a:pt x="248914" y="6499"/>
                </a:cubicBezTo>
                <a:cubicBezTo>
                  <a:pt x="243282" y="6499"/>
                  <a:pt x="238624" y="8216"/>
                  <a:pt x="234942" y="11649"/>
                </a:cubicBezTo>
                <a:cubicBezTo>
                  <a:pt x="231259" y="15083"/>
                  <a:pt x="229418" y="18989"/>
                  <a:pt x="229418" y="23367"/>
                </a:cubicBezTo>
                <a:cubicBezTo>
                  <a:pt x="229418" y="26720"/>
                  <a:pt x="230582" y="29775"/>
                  <a:pt x="232911" y="32534"/>
                </a:cubicBezTo>
                <a:cubicBezTo>
                  <a:pt x="236268" y="36589"/>
                  <a:pt x="244256" y="41995"/>
                  <a:pt x="256875" y="48752"/>
                </a:cubicBezTo>
                <a:cubicBezTo>
                  <a:pt x="267164" y="54268"/>
                  <a:pt x="274191" y="58499"/>
                  <a:pt x="277954" y="61448"/>
                </a:cubicBezTo>
                <a:cubicBezTo>
                  <a:pt x="281718" y="64394"/>
                  <a:pt x="284616" y="67868"/>
                  <a:pt x="286646" y="71871"/>
                </a:cubicBezTo>
                <a:cubicBezTo>
                  <a:pt x="288677" y="75871"/>
                  <a:pt x="289693" y="80063"/>
                  <a:pt x="289693" y="84444"/>
                </a:cubicBezTo>
                <a:cubicBezTo>
                  <a:pt x="289693" y="92772"/>
                  <a:pt x="286457" y="99951"/>
                  <a:pt x="279985" y="105981"/>
                </a:cubicBezTo>
                <a:cubicBezTo>
                  <a:pt x="273514" y="112011"/>
                  <a:pt x="265187" y="115026"/>
                  <a:pt x="255006" y="115026"/>
                </a:cubicBezTo>
                <a:cubicBezTo>
                  <a:pt x="251811" y="115026"/>
                  <a:pt x="248805" y="114779"/>
                  <a:pt x="245989" y="114284"/>
                </a:cubicBezTo>
                <a:cubicBezTo>
                  <a:pt x="244311" y="114010"/>
                  <a:pt x="240831" y="113009"/>
                  <a:pt x="235551" y="111281"/>
                </a:cubicBezTo>
                <a:cubicBezTo>
                  <a:pt x="230271" y="109553"/>
                  <a:pt x="226927" y="108689"/>
                  <a:pt x="225519" y="108689"/>
                </a:cubicBezTo>
                <a:cubicBezTo>
                  <a:pt x="224165" y="108689"/>
                  <a:pt x="223095" y="109101"/>
                  <a:pt x="222310" y="109923"/>
                </a:cubicBezTo>
                <a:cubicBezTo>
                  <a:pt x="221525" y="110746"/>
                  <a:pt x="220943" y="112446"/>
                  <a:pt x="220563" y="115026"/>
                </a:cubicBezTo>
                <a:lnTo>
                  <a:pt x="217558" y="115026"/>
                </a:lnTo>
                <a:lnTo>
                  <a:pt x="217558" y="77171"/>
                </a:lnTo>
                <a:lnTo>
                  <a:pt x="220563" y="77171"/>
                </a:lnTo>
                <a:cubicBezTo>
                  <a:pt x="221971" y="85098"/>
                  <a:pt x="223867" y="91030"/>
                  <a:pt x="226250" y="94966"/>
                </a:cubicBezTo>
                <a:cubicBezTo>
                  <a:pt x="228633" y="98903"/>
                  <a:pt x="232275" y="102174"/>
                  <a:pt x="237176" y="104780"/>
                </a:cubicBezTo>
                <a:cubicBezTo>
                  <a:pt x="242077" y="107386"/>
                  <a:pt x="247452" y="108689"/>
                  <a:pt x="253300" y="108689"/>
                </a:cubicBezTo>
                <a:cubicBezTo>
                  <a:pt x="260070" y="108689"/>
                  <a:pt x="265417" y="106902"/>
                  <a:pt x="269344" y="103326"/>
                </a:cubicBezTo>
                <a:cubicBezTo>
                  <a:pt x="273270" y="99750"/>
                  <a:pt x="275233" y="95524"/>
                  <a:pt x="275233" y="90648"/>
                </a:cubicBezTo>
                <a:cubicBezTo>
                  <a:pt x="275233" y="87939"/>
                  <a:pt x="274488" y="85203"/>
                  <a:pt x="272999" y="82441"/>
                </a:cubicBezTo>
                <a:cubicBezTo>
                  <a:pt x="271510" y="79678"/>
                  <a:pt x="269195" y="77103"/>
                  <a:pt x="266054" y="74719"/>
                </a:cubicBezTo>
                <a:cubicBezTo>
                  <a:pt x="263942" y="73094"/>
                  <a:pt x="258174" y="69662"/>
                  <a:pt x="248751" y="64423"/>
                </a:cubicBezTo>
                <a:cubicBezTo>
                  <a:pt x="239328" y="59181"/>
                  <a:pt x="232627" y="54992"/>
                  <a:pt x="228646" y="51854"/>
                </a:cubicBezTo>
                <a:cubicBezTo>
                  <a:pt x="224666" y="48717"/>
                  <a:pt x="221647" y="45254"/>
                  <a:pt x="219589" y="41467"/>
                </a:cubicBezTo>
                <a:cubicBezTo>
                  <a:pt x="217531" y="37679"/>
                  <a:pt x="216502" y="33514"/>
                  <a:pt x="216502" y="28970"/>
                </a:cubicBezTo>
                <a:cubicBezTo>
                  <a:pt x="216502" y="21071"/>
                  <a:pt x="219535" y="14269"/>
                  <a:pt x="225600" y="8562"/>
                </a:cubicBezTo>
                <a:cubicBezTo>
                  <a:pt x="231665" y="2854"/>
                  <a:pt x="239382" y="0"/>
                  <a:pt x="248751" y="0"/>
                </a:cubicBezTo>
                <a:cubicBezTo>
                  <a:pt x="254600" y="0"/>
                  <a:pt x="260801" y="1435"/>
                  <a:pt x="267354" y="4305"/>
                </a:cubicBezTo>
                <a:cubicBezTo>
                  <a:pt x="270386" y="5659"/>
                  <a:pt x="272525" y="6336"/>
                  <a:pt x="273771" y="6336"/>
                </a:cubicBezTo>
                <a:cubicBezTo>
                  <a:pt x="275179" y="6336"/>
                  <a:pt x="276330" y="5916"/>
                  <a:pt x="277223" y="5077"/>
                </a:cubicBezTo>
                <a:cubicBezTo>
                  <a:pt x="278117" y="4238"/>
                  <a:pt x="278834" y="2545"/>
                  <a:pt x="279376" y="0"/>
                </a:cubicBezTo>
                <a:lnTo>
                  <a:pt x="2823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0F6C7-C246-42FE-96B9-D636F84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25" y="2649853"/>
            <a:ext cx="659160" cy="94668"/>
          </a:xfrm>
          <a:custGeom xmlns:a="http://schemas.openxmlformats.org/drawingml/2006/main">
            <a:pathLst>
              <a:path w="659160" h="94668">
                <a:moveTo>
                  <a:pt x="88215" y="8277"/>
                </a:moveTo>
                <a:lnTo>
                  <a:pt x="88688" y="6489"/>
                </a:lnTo>
                <a:lnTo>
                  <a:pt x="88582" y="4630"/>
                </a:lnTo>
                <a:lnTo>
                  <a:pt x="87907" y="2913"/>
                </a:lnTo>
                <a:lnTo>
                  <a:pt x="86735" y="1480"/>
                </a:lnTo>
                <a:lnTo>
                  <a:pt x="85172" y="474"/>
                </a:lnTo>
                <a:lnTo>
                  <a:pt x="83384" y="0"/>
                </a:lnTo>
                <a:lnTo>
                  <a:pt x="81536" y="107"/>
                </a:lnTo>
                <a:lnTo>
                  <a:pt x="79808" y="781"/>
                </a:lnTo>
                <a:lnTo>
                  <a:pt x="0" y="47340"/>
                </a:lnTo>
                <a:lnTo>
                  <a:pt x="79808" y="93887"/>
                </a:lnTo>
                <a:lnTo>
                  <a:pt x="81536" y="94561"/>
                </a:lnTo>
                <a:lnTo>
                  <a:pt x="83384" y="94668"/>
                </a:lnTo>
                <a:lnTo>
                  <a:pt x="85172" y="94194"/>
                </a:lnTo>
                <a:lnTo>
                  <a:pt x="86735" y="93200"/>
                </a:lnTo>
                <a:lnTo>
                  <a:pt x="87907" y="91767"/>
                </a:lnTo>
                <a:lnTo>
                  <a:pt x="88582" y="90038"/>
                </a:lnTo>
                <a:lnTo>
                  <a:pt x="88688" y="88191"/>
                </a:lnTo>
                <a:lnTo>
                  <a:pt x="88215" y="86391"/>
                </a:lnTo>
                <a:lnTo>
                  <a:pt x="87208" y="84840"/>
                </a:lnTo>
                <a:lnTo>
                  <a:pt x="85776" y="83668"/>
                </a:lnTo>
                <a:lnTo>
                  <a:pt x="33648" y="53260"/>
                </a:lnTo>
                <a:lnTo>
                  <a:pt x="625511" y="53260"/>
                </a:lnTo>
                <a:lnTo>
                  <a:pt x="573384" y="83668"/>
                </a:lnTo>
                <a:lnTo>
                  <a:pt x="571951" y="84840"/>
                </a:lnTo>
                <a:lnTo>
                  <a:pt x="570945" y="86391"/>
                </a:lnTo>
                <a:lnTo>
                  <a:pt x="570471" y="88191"/>
                </a:lnTo>
                <a:lnTo>
                  <a:pt x="570578" y="90038"/>
                </a:lnTo>
                <a:lnTo>
                  <a:pt x="571253" y="91767"/>
                </a:lnTo>
                <a:lnTo>
                  <a:pt x="572425" y="93200"/>
                </a:lnTo>
                <a:lnTo>
                  <a:pt x="573988" y="94194"/>
                </a:lnTo>
                <a:lnTo>
                  <a:pt x="575776" y="94668"/>
                </a:lnTo>
                <a:lnTo>
                  <a:pt x="577623" y="94561"/>
                </a:lnTo>
                <a:lnTo>
                  <a:pt x="579352" y="93887"/>
                </a:lnTo>
                <a:lnTo>
                  <a:pt x="659160" y="47340"/>
                </a:lnTo>
                <a:lnTo>
                  <a:pt x="579352" y="781"/>
                </a:lnTo>
                <a:lnTo>
                  <a:pt x="577623" y="107"/>
                </a:lnTo>
                <a:lnTo>
                  <a:pt x="575776" y="0"/>
                </a:lnTo>
                <a:lnTo>
                  <a:pt x="573988" y="474"/>
                </a:lnTo>
                <a:lnTo>
                  <a:pt x="572425" y="1480"/>
                </a:lnTo>
                <a:lnTo>
                  <a:pt x="571253" y="2913"/>
                </a:lnTo>
                <a:lnTo>
                  <a:pt x="570578" y="4630"/>
                </a:lnTo>
                <a:lnTo>
                  <a:pt x="570471" y="6489"/>
                </a:lnTo>
                <a:lnTo>
                  <a:pt x="570945" y="8277"/>
                </a:lnTo>
                <a:lnTo>
                  <a:pt x="571951" y="9828"/>
                </a:lnTo>
                <a:lnTo>
                  <a:pt x="573384" y="11000"/>
                </a:lnTo>
                <a:lnTo>
                  <a:pt x="625532" y="41419"/>
                </a:lnTo>
                <a:lnTo>
                  <a:pt x="33628" y="41419"/>
                </a:lnTo>
                <a:lnTo>
                  <a:pt x="85776" y="11000"/>
                </a:lnTo>
                <a:lnTo>
                  <a:pt x="87208" y="9828"/>
                </a:lnTo>
                <a:lnTo>
                  <a:pt x="88215" y="82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638b199bf418d"/>
          <a:stretch xmlns:a="http://schemas.openxmlformats.org/drawingml/2006/main"/>
        </p:blipFill>
        <p:spPr>
          <a:xfrm xmlns:a="http://schemas.openxmlformats.org/drawingml/2006/main">
            <a:off x="5486231" y="2514165"/>
            <a:ext cx="258605" cy="363831"/>
          </a:xfrm>
          <a:prstGeom xmlns:a="http://schemas.openxmlformats.org/drawingml/2006/main" prst="rect">
            <a:avLst/>
          </a:prstGeom>
        </p:spPr>
      </p:pic>
      <p:sp>
        <p:nvSpPr>
          <p:cNvPr id="22" name="Text ⑥">
            <a:extLst xmlns:a="http://schemas.openxmlformats.org/drawingml/2006/main">
              <a:ext uri="{FF2B5EF4-FFF2-40B4-BE49-F238E27FC236}">
                <a16:creationId xmlns:a16="http://schemas.microsoft.com/office/drawing/2014/main" id="{A7C2D2AB-6632-4E88-A402-3838D41A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085" y="1324516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4G/5G">
            <a:extLst xmlns:a="http://schemas.openxmlformats.org/drawingml/2006/main">
              <a:ext uri="{FF2B5EF4-FFF2-40B4-BE49-F238E27FC236}">
                <a16:creationId xmlns:a16="http://schemas.microsoft.com/office/drawing/2014/main" id="{14D21E41-DA0A-4D86-AF83-8A3CBBA2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75" y="1331446"/>
            <a:ext cx="446734" cy="117950"/>
          </a:xfrm>
          <a:custGeom xmlns:a="http://schemas.openxmlformats.org/drawingml/2006/main">
            <a:pathLst>
              <a:path w="446734" h="117950">
                <a:moveTo>
                  <a:pt x="74815" y="74897"/>
                </a:moveTo>
                <a:lnTo>
                  <a:pt x="74815" y="86432"/>
                </a:lnTo>
                <a:lnTo>
                  <a:pt x="60031" y="86432"/>
                </a:lnTo>
                <a:lnTo>
                  <a:pt x="60031" y="115513"/>
                </a:lnTo>
                <a:lnTo>
                  <a:pt x="46628" y="115513"/>
                </a:lnTo>
                <a:lnTo>
                  <a:pt x="46628" y="86432"/>
                </a:lnTo>
                <a:lnTo>
                  <a:pt x="0" y="86432"/>
                </a:lnTo>
                <a:lnTo>
                  <a:pt x="0" y="76034"/>
                </a:lnTo>
                <a:lnTo>
                  <a:pt x="51095" y="3087"/>
                </a:lnTo>
                <a:lnTo>
                  <a:pt x="60031" y="3087"/>
                </a:lnTo>
                <a:lnTo>
                  <a:pt x="60031" y="74897"/>
                </a:lnTo>
                <a:lnTo>
                  <a:pt x="74815" y="74897"/>
                </a:lnTo>
                <a:moveTo>
                  <a:pt x="46628" y="74897"/>
                </a:moveTo>
                <a:lnTo>
                  <a:pt x="46628" y="20257"/>
                </a:lnTo>
                <a:lnTo>
                  <a:pt x="7961" y="74897"/>
                </a:lnTo>
                <a:lnTo>
                  <a:pt x="46628" y="74897"/>
                </a:lnTo>
                <a:close/>
                <a:moveTo>
                  <a:pt x="182397" y="2924"/>
                </a:moveTo>
                <a:lnTo>
                  <a:pt x="185240" y="37692"/>
                </a:lnTo>
                <a:lnTo>
                  <a:pt x="182397" y="37692"/>
                </a:lnTo>
                <a:cubicBezTo>
                  <a:pt x="179527" y="29076"/>
                  <a:pt x="175817" y="22587"/>
                  <a:pt x="171268" y="18224"/>
                </a:cubicBezTo>
                <a:cubicBezTo>
                  <a:pt x="164715" y="11923"/>
                  <a:pt x="156294" y="8773"/>
                  <a:pt x="146005" y="8773"/>
                </a:cubicBezTo>
                <a:cubicBezTo>
                  <a:pt x="131978" y="8773"/>
                  <a:pt x="121310" y="14307"/>
                  <a:pt x="113999" y="25375"/>
                </a:cubicBezTo>
                <a:cubicBezTo>
                  <a:pt x="107879" y="34713"/>
                  <a:pt x="104820" y="45834"/>
                  <a:pt x="104820" y="58736"/>
                </a:cubicBezTo>
                <a:cubicBezTo>
                  <a:pt x="104820" y="69210"/>
                  <a:pt x="106850" y="78766"/>
                  <a:pt x="110912" y="87404"/>
                </a:cubicBezTo>
                <a:cubicBezTo>
                  <a:pt x="114974" y="96042"/>
                  <a:pt x="120294" y="102372"/>
                  <a:pt x="126874" y="106395"/>
                </a:cubicBezTo>
                <a:cubicBezTo>
                  <a:pt x="133454" y="110416"/>
                  <a:pt x="140210" y="112426"/>
                  <a:pt x="147142" y="112426"/>
                </a:cubicBezTo>
                <a:cubicBezTo>
                  <a:pt x="151203" y="112426"/>
                  <a:pt x="155130" y="111913"/>
                  <a:pt x="158921" y="110888"/>
                </a:cubicBezTo>
                <a:cubicBezTo>
                  <a:pt x="162711" y="109861"/>
                  <a:pt x="166367" y="108347"/>
                  <a:pt x="169887" y="106346"/>
                </a:cubicBezTo>
                <a:lnTo>
                  <a:pt x="169887" y="74572"/>
                </a:lnTo>
                <a:cubicBezTo>
                  <a:pt x="169887" y="69048"/>
                  <a:pt x="169467" y="65433"/>
                  <a:pt x="168628" y="63727"/>
                </a:cubicBezTo>
                <a:cubicBezTo>
                  <a:pt x="167788" y="62021"/>
                  <a:pt x="166489" y="60722"/>
                  <a:pt x="164729" y="59828"/>
                </a:cubicBezTo>
                <a:cubicBezTo>
                  <a:pt x="162969" y="58934"/>
                  <a:pt x="159868" y="58488"/>
                  <a:pt x="155428" y="58488"/>
                </a:cubicBezTo>
                <a:lnTo>
                  <a:pt x="155428" y="55401"/>
                </a:lnTo>
                <a:lnTo>
                  <a:pt x="198075" y="55401"/>
                </a:lnTo>
                <a:lnTo>
                  <a:pt x="198075" y="58488"/>
                </a:lnTo>
                <a:lnTo>
                  <a:pt x="196044" y="58488"/>
                </a:lnTo>
                <a:cubicBezTo>
                  <a:pt x="191820" y="58488"/>
                  <a:pt x="188923" y="59896"/>
                  <a:pt x="187352" y="62712"/>
                </a:cubicBezTo>
                <a:cubicBezTo>
                  <a:pt x="186269" y="64715"/>
                  <a:pt x="185727" y="68669"/>
                  <a:pt x="185727" y="74572"/>
                </a:cubicBezTo>
                <a:lnTo>
                  <a:pt x="185727" y="108220"/>
                </a:lnTo>
                <a:cubicBezTo>
                  <a:pt x="179500" y="111571"/>
                  <a:pt x="173353" y="114030"/>
                  <a:pt x="167288" y="115597"/>
                </a:cubicBezTo>
                <a:cubicBezTo>
                  <a:pt x="161222" y="117166"/>
                  <a:pt x="154480" y="117950"/>
                  <a:pt x="147061" y="117950"/>
                </a:cubicBezTo>
                <a:cubicBezTo>
                  <a:pt x="125778" y="117950"/>
                  <a:pt x="109612" y="111136"/>
                  <a:pt x="98565" y="97507"/>
                </a:cubicBezTo>
                <a:cubicBezTo>
                  <a:pt x="90279" y="87287"/>
                  <a:pt x="86136" y="75498"/>
                  <a:pt x="86136" y="62141"/>
                </a:cubicBezTo>
                <a:cubicBezTo>
                  <a:pt x="86136" y="52460"/>
                  <a:pt x="88465" y="43186"/>
                  <a:pt x="93122" y="34318"/>
                </a:cubicBezTo>
                <a:cubicBezTo>
                  <a:pt x="98646" y="23772"/>
                  <a:pt x="106228" y="15659"/>
                  <a:pt x="115867" y="9981"/>
                </a:cubicBezTo>
                <a:cubicBezTo>
                  <a:pt x="123936" y="5277"/>
                  <a:pt x="133468" y="2924"/>
                  <a:pt x="144461" y="2924"/>
                </a:cubicBezTo>
                <a:cubicBezTo>
                  <a:pt x="148469" y="2924"/>
                  <a:pt x="152111" y="3249"/>
                  <a:pt x="155387" y="3899"/>
                </a:cubicBezTo>
                <a:cubicBezTo>
                  <a:pt x="158663" y="4549"/>
                  <a:pt x="163307" y="5984"/>
                  <a:pt x="169318" y="8205"/>
                </a:cubicBezTo>
                <a:cubicBezTo>
                  <a:pt x="172351" y="9342"/>
                  <a:pt x="174382" y="9910"/>
                  <a:pt x="175411" y="9910"/>
                </a:cubicBezTo>
                <a:cubicBezTo>
                  <a:pt x="176440" y="9910"/>
                  <a:pt x="177320" y="9437"/>
                  <a:pt x="178051" y="8489"/>
                </a:cubicBezTo>
                <a:cubicBezTo>
                  <a:pt x="178782" y="7541"/>
                  <a:pt x="179229" y="5686"/>
                  <a:pt x="179391" y="2924"/>
                </a:cubicBezTo>
                <a:lnTo>
                  <a:pt x="182397" y="2924"/>
                </a:lnTo>
                <a:close/>
                <a:moveTo>
                  <a:pt x="246508" y="0"/>
                </a:moveTo>
                <a:lnTo>
                  <a:pt x="206622" y="117788"/>
                </a:lnTo>
                <a:lnTo>
                  <a:pt x="200124" y="117788"/>
                </a:lnTo>
                <a:lnTo>
                  <a:pt x="240009" y="0"/>
                </a:lnTo>
                <a:lnTo>
                  <a:pt x="246508" y="0"/>
                </a:lnTo>
                <a:close/>
                <a:moveTo>
                  <a:pt x="318276" y="5361"/>
                </a:moveTo>
                <a:lnTo>
                  <a:pt x="311939" y="19171"/>
                </a:lnTo>
                <a:lnTo>
                  <a:pt x="278796" y="19171"/>
                </a:lnTo>
                <a:lnTo>
                  <a:pt x="271567" y="33773"/>
                </a:lnTo>
                <a:cubicBezTo>
                  <a:pt x="285918" y="35890"/>
                  <a:pt x="297290" y="41236"/>
                  <a:pt x="305685" y="49811"/>
                </a:cubicBezTo>
                <a:cubicBezTo>
                  <a:pt x="312887" y="57191"/>
                  <a:pt x="316488" y="65875"/>
                  <a:pt x="316488" y="75861"/>
                </a:cubicBezTo>
                <a:cubicBezTo>
                  <a:pt x="316488" y="81669"/>
                  <a:pt x="315311" y="87043"/>
                  <a:pt x="312955" y="91981"/>
                </a:cubicBezTo>
                <a:cubicBezTo>
                  <a:pt x="310599" y="96919"/>
                  <a:pt x="307634" y="101126"/>
                  <a:pt x="304060" y="104600"/>
                </a:cubicBezTo>
                <a:cubicBezTo>
                  <a:pt x="300486" y="108073"/>
                  <a:pt x="296505" y="110868"/>
                  <a:pt x="292119" y="112985"/>
                </a:cubicBezTo>
                <a:cubicBezTo>
                  <a:pt x="285891" y="115970"/>
                  <a:pt x="279500" y="117463"/>
                  <a:pt x="272948" y="117463"/>
                </a:cubicBezTo>
                <a:cubicBezTo>
                  <a:pt x="266341" y="117463"/>
                  <a:pt x="261534" y="116339"/>
                  <a:pt x="258529" y="114091"/>
                </a:cubicBezTo>
                <a:cubicBezTo>
                  <a:pt x="255523" y="111844"/>
                  <a:pt x="254020" y="109366"/>
                  <a:pt x="254020" y="106659"/>
                </a:cubicBezTo>
                <a:cubicBezTo>
                  <a:pt x="254020" y="105142"/>
                  <a:pt x="254643" y="103802"/>
                  <a:pt x="255889" y="102638"/>
                </a:cubicBezTo>
                <a:cubicBezTo>
                  <a:pt x="257134" y="101473"/>
                  <a:pt x="258705" y="100891"/>
                  <a:pt x="260600" y="100891"/>
                </a:cubicBezTo>
                <a:cubicBezTo>
                  <a:pt x="262008" y="100891"/>
                  <a:pt x="263240" y="101108"/>
                  <a:pt x="264296" y="101541"/>
                </a:cubicBezTo>
                <a:cubicBezTo>
                  <a:pt x="265352" y="101974"/>
                  <a:pt x="267153" y="103084"/>
                  <a:pt x="269698" y="104872"/>
                </a:cubicBezTo>
                <a:cubicBezTo>
                  <a:pt x="273760" y="107688"/>
                  <a:pt x="277876" y="109123"/>
                  <a:pt x="282046" y="109177"/>
                </a:cubicBezTo>
                <a:cubicBezTo>
                  <a:pt x="288382" y="109177"/>
                  <a:pt x="293946" y="106775"/>
                  <a:pt x="298739" y="101970"/>
                </a:cubicBezTo>
                <a:cubicBezTo>
                  <a:pt x="303532" y="97164"/>
                  <a:pt x="305928" y="91312"/>
                  <a:pt x="305928" y="84416"/>
                </a:cubicBezTo>
                <a:cubicBezTo>
                  <a:pt x="305928" y="77738"/>
                  <a:pt x="303789" y="71508"/>
                  <a:pt x="299511" y="65725"/>
                </a:cubicBezTo>
                <a:cubicBezTo>
                  <a:pt x="295233" y="59941"/>
                  <a:pt x="289330" y="55474"/>
                  <a:pt x="281802" y="52324"/>
                </a:cubicBezTo>
                <a:cubicBezTo>
                  <a:pt x="275899" y="49882"/>
                  <a:pt x="267857" y="48471"/>
                  <a:pt x="257676" y="48090"/>
                </a:cubicBezTo>
                <a:lnTo>
                  <a:pt x="278796" y="5361"/>
                </a:lnTo>
                <a:lnTo>
                  <a:pt x="318276" y="5361"/>
                </a:lnTo>
                <a:close/>
                <a:moveTo>
                  <a:pt x="431056" y="2924"/>
                </a:moveTo>
                <a:lnTo>
                  <a:pt x="433899" y="37692"/>
                </a:lnTo>
                <a:lnTo>
                  <a:pt x="431056" y="37692"/>
                </a:lnTo>
                <a:cubicBezTo>
                  <a:pt x="428185" y="29076"/>
                  <a:pt x="424476" y="22587"/>
                  <a:pt x="419927" y="18224"/>
                </a:cubicBezTo>
                <a:cubicBezTo>
                  <a:pt x="413374" y="11923"/>
                  <a:pt x="404953" y="8773"/>
                  <a:pt x="394663" y="8773"/>
                </a:cubicBezTo>
                <a:cubicBezTo>
                  <a:pt x="380637" y="8773"/>
                  <a:pt x="369969" y="14307"/>
                  <a:pt x="362658" y="25375"/>
                </a:cubicBezTo>
                <a:cubicBezTo>
                  <a:pt x="356538" y="34713"/>
                  <a:pt x="353478" y="45834"/>
                  <a:pt x="353478" y="58736"/>
                </a:cubicBezTo>
                <a:cubicBezTo>
                  <a:pt x="353478" y="69210"/>
                  <a:pt x="355509" y="78766"/>
                  <a:pt x="359571" y="87404"/>
                </a:cubicBezTo>
                <a:cubicBezTo>
                  <a:pt x="363632" y="96042"/>
                  <a:pt x="368953" y="102372"/>
                  <a:pt x="375533" y="106395"/>
                </a:cubicBezTo>
                <a:cubicBezTo>
                  <a:pt x="382113" y="110416"/>
                  <a:pt x="388869" y="112426"/>
                  <a:pt x="395801" y="112426"/>
                </a:cubicBezTo>
                <a:cubicBezTo>
                  <a:pt x="399862" y="112426"/>
                  <a:pt x="403788" y="111913"/>
                  <a:pt x="407579" y="110888"/>
                </a:cubicBezTo>
                <a:cubicBezTo>
                  <a:pt x="411370" y="109861"/>
                  <a:pt x="415026" y="108347"/>
                  <a:pt x="418546" y="106346"/>
                </a:cubicBezTo>
                <a:lnTo>
                  <a:pt x="418546" y="74572"/>
                </a:lnTo>
                <a:cubicBezTo>
                  <a:pt x="418546" y="69048"/>
                  <a:pt x="418126" y="65433"/>
                  <a:pt x="417287" y="63727"/>
                </a:cubicBezTo>
                <a:cubicBezTo>
                  <a:pt x="416447" y="62021"/>
                  <a:pt x="415148" y="60722"/>
                  <a:pt x="413387" y="59828"/>
                </a:cubicBezTo>
                <a:cubicBezTo>
                  <a:pt x="411627" y="58934"/>
                  <a:pt x="408527" y="58488"/>
                  <a:pt x="404086" y="58488"/>
                </a:cubicBezTo>
                <a:lnTo>
                  <a:pt x="404086" y="55401"/>
                </a:lnTo>
                <a:lnTo>
                  <a:pt x="446734" y="55401"/>
                </a:lnTo>
                <a:lnTo>
                  <a:pt x="446734" y="58488"/>
                </a:lnTo>
                <a:lnTo>
                  <a:pt x="444703" y="58488"/>
                </a:lnTo>
                <a:cubicBezTo>
                  <a:pt x="440479" y="58488"/>
                  <a:pt x="437581" y="59896"/>
                  <a:pt x="436011" y="62712"/>
                </a:cubicBezTo>
                <a:cubicBezTo>
                  <a:pt x="434928" y="64715"/>
                  <a:pt x="434386" y="68669"/>
                  <a:pt x="434386" y="74572"/>
                </a:cubicBezTo>
                <a:lnTo>
                  <a:pt x="434386" y="108220"/>
                </a:lnTo>
                <a:cubicBezTo>
                  <a:pt x="428158" y="111571"/>
                  <a:pt x="422012" y="114030"/>
                  <a:pt x="415946" y="115597"/>
                </a:cubicBezTo>
                <a:cubicBezTo>
                  <a:pt x="409881" y="117166"/>
                  <a:pt x="403139" y="117950"/>
                  <a:pt x="395719" y="117950"/>
                </a:cubicBezTo>
                <a:cubicBezTo>
                  <a:pt x="374436" y="117950"/>
                  <a:pt x="358271" y="111136"/>
                  <a:pt x="347223" y="97507"/>
                </a:cubicBezTo>
                <a:cubicBezTo>
                  <a:pt x="338938" y="87287"/>
                  <a:pt x="334795" y="75498"/>
                  <a:pt x="334795" y="62141"/>
                </a:cubicBezTo>
                <a:cubicBezTo>
                  <a:pt x="334795" y="52460"/>
                  <a:pt x="337123" y="43186"/>
                  <a:pt x="341781" y="34318"/>
                </a:cubicBezTo>
                <a:cubicBezTo>
                  <a:pt x="347305" y="23772"/>
                  <a:pt x="354886" y="15659"/>
                  <a:pt x="364526" y="9981"/>
                </a:cubicBezTo>
                <a:cubicBezTo>
                  <a:pt x="372595" y="5277"/>
                  <a:pt x="382126" y="2924"/>
                  <a:pt x="393120" y="2924"/>
                </a:cubicBezTo>
                <a:cubicBezTo>
                  <a:pt x="397127" y="2924"/>
                  <a:pt x="400769" y="3249"/>
                  <a:pt x="404046" y="3899"/>
                </a:cubicBezTo>
                <a:cubicBezTo>
                  <a:pt x="407322" y="4549"/>
                  <a:pt x="411966" y="5984"/>
                  <a:pt x="417977" y="8205"/>
                </a:cubicBezTo>
                <a:cubicBezTo>
                  <a:pt x="421010" y="9342"/>
                  <a:pt x="423041" y="9910"/>
                  <a:pt x="424070" y="9910"/>
                </a:cubicBezTo>
                <a:cubicBezTo>
                  <a:pt x="425099" y="9910"/>
                  <a:pt x="425979" y="9437"/>
                  <a:pt x="426710" y="8489"/>
                </a:cubicBezTo>
                <a:cubicBezTo>
                  <a:pt x="427441" y="7541"/>
                  <a:pt x="427888" y="5686"/>
                  <a:pt x="428050" y="2924"/>
                </a:cubicBezTo>
                <a:lnTo>
                  <a:pt x="431056" y="29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65D6C-93B2-4FED-99B7-AF37A0B5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353" y="77937"/>
            <a:ext cx="1263247" cy="1138290"/>
          </a:xfrm>
          <a:custGeom xmlns:a="http://schemas.openxmlformats.org/drawingml/2006/main">
            <a:pathLst>
              <a:path w="1263247" h="1138290">
                <a:moveTo>
                  <a:pt x="39892" y="11841"/>
                </a:moveTo>
                <a:lnTo>
                  <a:pt x="87256" y="11841"/>
                </a:lnTo>
                <a:lnTo>
                  <a:pt x="87256" y="0"/>
                </a:lnTo>
                <a:lnTo>
                  <a:pt x="39892" y="0"/>
                </a:lnTo>
                <a:lnTo>
                  <a:pt x="39892" y="11841"/>
                </a:lnTo>
                <a:close/>
                <a:moveTo>
                  <a:pt x="170142" y="11841"/>
                </a:moveTo>
                <a:lnTo>
                  <a:pt x="170142" y="0"/>
                </a:lnTo>
                <a:lnTo>
                  <a:pt x="122778" y="0"/>
                </a:lnTo>
                <a:lnTo>
                  <a:pt x="122778" y="11841"/>
                </a:lnTo>
                <a:lnTo>
                  <a:pt x="170142" y="11841"/>
                </a:lnTo>
                <a:close/>
                <a:moveTo>
                  <a:pt x="11841" y="7483"/>
                </a:moveTo>
                <a:lnTo>
                  <a:pt x="0" y="7483"/>
                </a:lnTo>
                <a:lnTo>
                  <a:pt x="0" y="54847"/>
                </a:lnTo>
                <a:lnTo>
                  <a:pt x="11841" y="54847"/>
                </a:lnTo>
                <a:lnTo>
                  <a:pt x="11841" y="7483"/>
                </a:lnTo>
                <a:close/>
                <a:moveTo>
                  <a:pt x="11841" y="90370"/>
                </a:moveTo>
                <a:lnTo>
                  <a:pt x="0" y="90370"/>
                </a:lnTo>
                <a:lnTo>
                  <a:pt x="0" y="137733"/>
                </a:lnTo>
                <a:lnTo>
                  <a:pt x="11841" y="137733"/>
                </a:lnTo>
                <a:lnTo>
                  <a:pt x="11841" y="90370"/>
                </a:lnTo>
                <a:close/>
                <a:moveTo>
                  <a:pt x="11841" y="173256"/>
                </a:moveTo>
                <a:lnTo>
                  <a:pt x="0" y="173256"/>
                </a:lnTo>
                <a:lnTo>
                  <a:pt x="0" y="220620"/>
                </a:lnTo>
                <a:lnTo>
                  <a:pt x="11841" y="220620"/>
                </a:lnTo>
                <a:lnTo>
                  <a:pt x="11841" y="173256"/>
                </a:lnTo>
                <a:close/>
                <a:moveTo>
                  <a:pt x="11841" y="256143"/>
                </a:moveTo>
                <a:lnTo>
                  <a:pt x="0" y="256143"/>
                </a:lnTo>
                <a:lnTo>
                  <a:pt x="0" y="303506"/>
                </a:lnTo>
                <a:lnTo>
                  <a:pt x="11841" y="303506"/>
                </a:lnTo>
                <a:lnTo>
                  <a:pt x="11841" y="256143"/>
                </a:lnTo>
                <a:close/>
                <a:moveTo>
                  <a:pt x="11841" y="339029"/>
                </a:moveTo>
                <a:lnTo>
                  <a:pt x="0" y="339029"/>
                </a:lnTo>
                <a:lnTo>
                  <a:pt x="0" y="386393"/>
                </a:lnTo>
                <a:lnTo>
                  <a:pt x="11841" y="386393"/>
                </a:lnTo>
                <a:lnTo>
                  <a:pt x="11841" y="339029"/>
                </a:lnTo>
                <a:close/>
                <a:moveTo>
                  <a:pt x="11841" y="421915"/>
                </a:moveTo>
                <a:lnTo>
                  <a:pt x="0" y="421915"/>
                </a:lnTo>
                <a:lnTo>
                  <a:pt x="0" y="469279"/>
                </a:lnTo>
                <a:lnTo>
                  <a:pt x="11841" y="469279"/>
                </a:lnTo>
                <a:lnTo>
                  <a:pt x="11841" y="421915"/>
                </a:lnTo>
                <a:close/>
                <a:moveTo>
                  <a:pt x="11841" y="504802"/>
                </a:moveTo>
                <a:lnTo>
                  <a:pt x="0" y="504802"/>
                </a:lnTo>
                <a:lnTo>
                  <a:pt x="0" y="552165"/>
                </a:lnTo>
                <a:lnTo>
                  <a:pt x="11841" y="552165"/>
                </a:lnTo>
                <a:lnTo>
                  <a:pt x="11841" y="504802"/>
                </a:lnTo>
                <a:close/>
                <a:moveTo>
                  <a:pt x="11841" y="587688"/>
                </a:moveTo>
                <a:lnTo>
                  <a:pt x="0" y="587688"/>
                </a:lnTo>
                <a:lnTo>
                  <a:pt x="0" y="635052"/>
                </a:lnTo>
                <a:lnTo>
                  <a:pt x="11841" y="635052"/>
                </a:lnTo>
                <a:lnTo>
                  <a:pt x="11841" y="587688"/>
                </a:lnTo>
                <a:close/>
                <a:moveTo>
                  <a:pt x="11841" y="670574"/>
                </a:moveTo>
                <a:lnTo>
                  <a:pt x="0" y="670574"/>
                </a:lnTo>
                <a:lnTo>
                  <a:pt x="0" y="717938"/>
                </a:lnTo>
                <a:lnTo>
                  <a:pt x="11841" y="717938"/>
                </a:lnTo>
                <a:lnTo>
                  <a:pt x="11841" y="670574"/>
                </a:lnTo>
                <a:close/>
                <a:moveTo>
                  <a:pt x="11841" y="753461"/>
                </a:moveTo>
                <a:lnTo>
                  <a:pt x="0" y="753461"/>
                </a:lnTo>
                <a:lnTo>
                  <a:pt x="0" y="800824"/>
                </a:lnTo>
                <a:lnTo>
                  <a:pt x="11841" y="800824"/>
                </a:lnTo>
                <a:lnTo>
                  <a:pt x="11841" y="753461"/>
                </a:lnTo>
                <a:close/>
                <a:moveTo>
                  <a:pt x="11841" y="836347"/>
                </a:moveTo>
                <a:lnTo>
                  <a:pt x="0" y="836347"/>
                </a:lnTo>
                <a:lnTo>
                  <a:pt x="0" y="883711"/>
                </a:lnTo>
                <a:lnTo>
                  <a:pt x="11841" y="883711"/>
                </a:lnTo>
                <a:lnTo>
                  <a:pt x="11841" y="836347"/>
                </a:lnTo>
                <a:close/>
                <a:moveTo>
                  <a:pt x="11841" y="919233"/>
                </a:moveTo>
                <a:lnTo>
                  <a:pt x="0" y="919233"/>
                </a:lnTo>
                <a:lnTo>
                  <a:pt x="0" y="966597"/>
                </a:lnTo>
                <a:lnTo>
                  <a:pt x="11841" y="966597"/>
                </a:lnTo>
                <a:lnTo>
                  <a:pt x="11841" y="919233"/>
                </a:lnTo>
                <a:close/>
                <a:moveTo>
                  <a:pt x="11841" y="1002120"/>
                </a:moveTo>
                <a:lnTo>
                  <a:pt x="0" y="1002120"/>
                </a:lnTo>
                <a:lnTo>
                  <a:pt x="0" y="1049483"/>
                </a:lnTo>
                <a:lnTo>
                  <a:pt x="11841" y="1049483"/>
                </a:lnTo>
                <a:lnTo>
                  <a:pt x="11841" y="1002120"/>
                </a:lnTo>
                <a:close/>
                <a:moveTo>
                  <a:pt x="5920" y="1138290"/>
                </a:moveTo>
                <a:lnTo>
                  <a:pt x="37098" y="1138290"/>
                </a:lnTo>
                <a:lnTo>
                  <a:pt x="37098" y="1126449"/>
                </a:lnTo>
                <a:lnTo>
                  <a:pt x="11841" y="1126449"/>
                </a:lnTo>
                <a:lnTo>
                  <a:pt x="11841" y="1085006"/>
                </a:lnTo>
                <a:lnTo>
                  <a:pt x="0" y="1085006"/>
                </a:lnTo>
                <a:lnTo>
                  <a:pt x="0" y="1132370"/>
                </a:lnTo>
                <a:lnTo>
                  <a:pt x="5920" y="1132370"/>
                </a:lnTo>
                <a:lnTo>
                  <a:pt x="5920" y="1138290"/>
                </a:lnTo>
                <a:close/>
                <a:moveTo>
                  <a:pt x="72620" y="1126449"/>
                </a:moveTo>
                <a:lnTo>
                  <a:pt x="72620" y="1138290"/>
                </a:lnTo>
                <a:lnTo>
                  <a:pt x="119984" y="1138290"/>
                </a:lnTo>
                <a:lnTo>
                  <a:pt x="119984" y="1126449"/>
                </a:lnTo>
                <a:lnTo>
                  <a:pt x="72620" y="1126449"/>
                </a:lnTo>
                <a:close/>
                <a:moveTo>
                  <a:pt x="155507" y="1126449"/>
                </a:moveTo>
                <a:lnTo>
                  <a:pt x="155507" y="1138290"/>
                </a:lnTo>
                <a:lnTo>
                  <a:pt x="202870" y="1138290"/>
                </a:lnTo>
                <a:lnTo>
                  <a:pt x="202870" y="1126449"/>
                </a:lnTo>
                <a:lnTo>
                  <a:pt x="155507" y="1126449"/>
                </a:lnTo>
                <a:close/>
                <a:moveTo>
                  <a:pt x="253028" y="11841"/>
                </a:moveTo>
                <a:lnTo>
                  <a:pt x="253028" y="0"/>
                </a:lnTo>
                <a:lnTo>
                  <a:pt x="205665" y="0"/>
                </a:lnTo>
                <a:lnTo>
                  <a:pt x="205665" y="11841"/>
                </a:lnTo>
                <a:lnTo>
                  <a:pt x="253028" y="11841"/>
                </a:lnTo>
                <a:close/>
                <a:moveTo>
                  <a:pt x="335915" y="11841"/>
                </a:moveTo>
                <a:lnTo>
                  <a:pt x="335915" y="0"/>
                </a:lnTo>
                <a:lnTo>
                  <a:pt x="288551" y="0"/>
                </a:lnTo>
                <a:lnTo>
                  <a:pt x="288551" y="11841"/>
                </a:lnTo>
                <a:lnTo>
                  <a:pt x="335915" y="11841"/>
                </a:lnTo>
                <a:close/>
                <a:moveTo>
                  <a:pt x="418801" y="11841"/>
                </a:moveTo>
                <a:lnTo>
                  <a:pt x="418801" y="0"/>
                </a:lnTo>
                <a:lnTo>
                  <a:pt x="371437" y="0"/>
                </a:lnTo>
                <a:lnTo>
                  <a:pt x="371437" y="11841"/>
                </a:lnTo>
                <a:lnTo>
                  <a:pt x="418801" y="11841"/>
                </a:lnTo>
                <a:close/>
                <a:moveTo>
                  <a:pt x="501687" y="11841"/>
                </a:moveTo>
                <a:lnTo>
                  <a:pt x="501687" y="0"/>
                </a:lnTo>
                <a:lnTo>
                  <a:pt x="454324" y="0"/>
                </a:lnTo>
                <a:lnTo>
                  <a:pt x="454324" y="11841"/>
                </a:lnTo>
                <a:lnTo>
                  <a:pt x="501687" y="11841"/>
                </a:lnTo>
                <a:close/>
                <a:moveTo>
                  <a:pt x="584574" y="11841"/>
                </a:moveTo>
                <a:lnTo>
                  <a:pt x="584574" y="0"/>
                </a:lnTo>
                <a:lnTo>
                  <a:pt x="537210" y="0"/>
                </a:lnTo>
                <a:lnTo>
                  <a:pt x="537210" y="11841"/>
                </a:lnTo>
                <a:lnTo>
                  <a:pt x="584574" y="11841"/>
                </a:lnTo>
                <a:close/>
                <a:moveTo>
                  <a:pt x="667460" y="11841"/>
                </a:moveTo>
                <a:lnTo>
                  <a:pt x="667460" y="0"/>
                </a:lnTo>
                <a:lnTo>
                  <a:pt x="620097" y="0"/>
                </a:lnTo>
                <a:lnTo>
                  <a:pt x="620097" y="11841"/>
                </a:lnTo>
                <a:lnTo>
                  <a:pt x="667460" y="11841"/>
                </a:lnTo>
                <a:close/>
                <a:moveTo>
                  <a:pt x="750347" y="11841"/>
                </a:moveTo>
                <a:lnTo>
                  <a:pt x="750347" y="0"/>
                </a:lnTo>
                <a:lnTo>
                  <a:pt x="702983" y="0"/>
                </a:lnTo>
                <a:lnTo>
                  <a:pt x="702983" y="11841"/>
                </a:lnTo>
                <a:lnTo>
                  <a:pt x="750347" y="11841"/>
                </a:lnTo>
                <a:close/>
                <a:moveTo>
                  <a:pt x="833233" y="11841"/>
                </a:moveTo>
                <a:lnTo>
                  <a:pt x="833233" y="0"/>
                </a:lnTo>
                <a:lnTo>
                  <a:pt x="785869" y="0"/>
                </a:lnTo>
                <a:lnTo>
                  <a:pt x="785869" y="11841"/>
                </a:lnTo>
                <a:lnTo>
                  <a:pt x="833233" y="11841"/>
                </a:lnTo>
                <a:close/>
                <a:moveTo>
                  <a:pt x="916119" y="11841"/>
                </a:moveTo>
                <a:lnTo>
                  <a:pt x="916119" y="0"/>
                </a:lnTo>
                <a:lnTo>
                  <a:pt x="868756" y="0"/>
                </a:lnTo>
                <a:lnTo>
                  <a:pt x="868756" y="11841"/>
                </a:lnTo>
                <a:lnTo>
                  <a:pt x="916119" y="11841"/>
                </a:lnTo>
                <a:close/>
                <a:moveTo>
                  <a:pt x="999006" y="11841"/>
                </a:moveTo>
                <a:lnTo>
                  <a:pt x="999006" y="0"/>
                </a:lnTo>
                <a:lnTo>
                  <a:pt x="951642" y="0"/>
                </a:lnTo>
                <a:lnTo>
                  <a:pt x="951642" y="11841"/>
                </a:lnTo>
                <a:lnTo>
                  <a:pt x="999006" y="11841"/>
                </a:lnTo>
                <a:close/>
                <a:moveTo>
                  <a:pt x="285757" y="1126449"/>
                </a:moveTo>
                <a:lnTo>
                  <a:pt x="238393" y="1126449"/>
                </a:lnTo>
                <a:lnTo>
                  <a:pt x="238393" y="1138290"/>
                </a:lnTo>
                <a:lnTo>
                  <a:pt x="285757" y="1138290"/>
                </a:lnTo>
                <a:lnTo>
                  <a:pt x="285757" y="1126449"/>
                </a:lnTo>
                <a:close/>
                <a:moveTo>
                  <a:pt x="321279" y="1126449"/>
                </a:moveTo>
                <a:lnTo>
                  <a:pt x="321279" y="1138290"/>
                </a:lnTo>
                <a:lnTo>
                  <a:pt x="368643" y="1138290"/>
                </a:lnTo>
                <a:lnTo>
                  <a:pt x="368643" y="1126449"/>
                </a:lnTo>
                <a:lnTo>
                  <a:pt x="321279" y="1126449"/>
                </a:lnTo>
                <a:close/>
                <a:moveTo>
                  <a:pt x="404166" y="1126449"/>
                </a:moveTo>
                <a:lnTo>
                  <a:pt x="404166" y="1138290"/>
                </a:lnTo>
                <a:lnTo>
                  <a:pt x="451529" y="1138290"/>
                </a:lnTo>
                <a:lnTo>
                  <a:pt x="451529" y="1126449"/>
                </a:lnTo>
                <a:lnTo>
                  <a:pt x="404166" y="1126449"/>
                </a:lnTo>
                <a:close/>
                <a:moveTo>
                  <a:pt x="487052" y="1126449"/>
                </a:moveTo>
                <a:lnTo>
                  <a:pt x="487052" y="1138290"/>
                </a:lnTo>
                <a:lnTo>
                  <a:pt x="534416" y="1138290"/>
                </a:lnTo>
                <a:lnTo>
                  <a:pt x="534416" y="1126449"/>
                </a:lnTo>
                <a:lnTo>
                  <a:pt x="487052" y="1126449"/>
                </a:lnTo>
                <a:close/>
                <a:moveTo>
                  <a:pt x="569938" y="1126449"/>
                </a:moveTo>
                <a:lnTo>
                  <a:pt x="569938" y="1138290"/>
                </a:lnTo>
                <a:lnTo>
                  <a:pt x="617302" y="1138290"/>
                </a:lnTo>
                <a:lnTo>
                  <a:pt x="617302" y="1126449"/>
                </a:lnTo>
                <a:lnTo>
                  <a:pt x="569938" y="1126449"/>
                </a:lnTo>
                <a:close/>
                <a:moveTo>
                  <a:pt x="652825" y="1126449"/>
                </a:moveTo>
                <a:lnTo>
                  <a:pt x="652825" y="1138290"/>
                </a:lnTo>
                <a:lnTo>
                  <a:pt x="700188" y="1138290"/>
                </a:lnTo>
                <a:lnTo>
                  <a:pt x="700188" y="1126449"/>
                </a:lnTo>
                <a:lnTo>
                  <a:pt x="652825" y="1126449"/>
                </a:lnTo>
                <a:close/>
                <a:moveTo>
                  <a:pt x="735711" y="1126449"/>
                </a:moveTo>
                <a:lnTo>
                  <a:pt x="735711" y="1138290"/>
                </a:lnTo>
                <a:lnTo>
                  <a:pt x="783075" y="1138290"/>
                </a:lnTo>
                <a:lnTo>
                  <a:pt x="783075" y="1126449"/>
                </a:lnTo>
                <a:lnTo>
                  <a:pt x="735711" y="1126449"/>
                </a:lnTo>
                <a:close/>
                <a:moveTo>
                  <a:pt x="818598" y="1126449"/>
                </a:moveTo>
                <a:lnTo>
                  <a:pt x="818598" y="1138290"/>
                </a:lnTo>
                <a:lnTo>
                  <a:pt x="865961" y="1138290"/>
                </a:lnTo>
                <a:lnTo>
                  <a:pt x="865961" y="1126449"/>
                </a:lnTo>
                <a:lnTo>
                  <a:pt x="818598" y="1126449"/>
                </a:lnTo>
                <a:close/>
                <a:moveTo>
                  <a:pt x="901484" y="1126449"/>
                </a:moveTo>
                <a:lnTo>
                  <a:pt x="901484" y="1138290"/>
                </a:lnTo>
                <a:lnTo>
                  <a:pt x="948848" y="1138290"/>
                </a:lnTo>
                <a:lnTo>
                  <a:pt x="948848" y="1126449"/>
                </a:lnTo>
                <a:lnTo>
                  <a:pt x="901484" y="1126449"/>
                </a:lnTo>
                <a:close/>
                <a:moveTo>
                  <a:pt x="984370" y="1126449"/>
                </a:moveTo>
                <a:lnTo>
                  <a:pt x="984370" y="1138290"/>
                </a:lnTo>
                <a:lnTo>
                  <a:pt x="1031734" y="1138290"/>
                </a:lnTo>
                <a:lnTo>
                  <a:pt x="1031734" y="1126449"/>
                </a:lnTo>
                <a:lnTo>
                  <a:pt x="984370" y="1126449"/>
                </a:lnTo>
                <a:close/>
                <a:moveTo>
                  <a:pt x="1081892" y="11841"/>
                </a:moveTo>
                <a:lnTo>
                  <a:pt x="1081892" y="0"/>
                </a:lnTo>
                <a:lnTo>
                  <a:pt x="1034528" y="0"/>
                </a:lnTo>
                <a:lnTo>
                  <a:pt x="1034528" y="11841"/>
                </a:lnTo>
                <a:lnTo>
                  <a:pt x="1081892" y="11841"/>
                </a:lnTo>
                <a:close/>
                <a:moveTo>
                  <a:pt x="1164778" y="11841"/>
                </a:moveTo>
                <a:lnTo>
                  <a:pt x="1164778" y="0"/>
                </a:lnTo>
                <a:lnTo>
                  <a:pt x="1117415" y="0"/>
                </a:lnTo>
                <a:lnTo>
                  <a:pt x="1117415" y="11841"/>
                </a:lnTo>
                <a:lnTo>
                  <a:pt x="1164778" y="11841"/>
                </a:lnTo>
                <a:close/>
                <a:moveTo>
                  <a:pt x="1247665" y="11841"/>
                </a:moveTo>
                <a:lnTo>
                  <a:pt x="1247665" y="0"/>
                </a:lnTo>
                <a:lnTo>
                  <a:pt x="1200301" y="0"/>
                </a:lnTo>
                <a:lnTo>
                  <a:pt x="1200301" y="11841"/>
                </a:lnTo>
                <a:lnTo>
                  <a:pt x="1247665" y="11841"/>
                </a:lnTo>
                <a:close/>
                <a:moveTo>
                  <a:pt x="1251406" y="79145"/>
                </a:moveTo>
                <a:lnTo>
                  <a:pt x="1263247" y="79145"/>
                </a:lnTo>
                <a:lnTo>
                  <a:pt x="1263247" y="31781"/>
                </a:lnTo>
                <a:lnTo>
                  <a:pt x="1251406" y="31781"/>
                </a:lnTo>
                <a:lnTo>
                  <a:pt x="1251406" y="79145"/>
                </a:lnTo>
                <a:close/>
                <a:moveTo>
                  <a:pt x="1251406" y="162031"/>
                </a:moveTo>
                <a:lnTo>
                  <a:pt x="1263247" y="162031"/>
                </a:lnTo>
                <a:lnTo>
                  <a:pt x="1263247" y="114667"/>
                </a:lnTo>
                <a:lnTo>
                  <a:pt x="1251406" y="114667"/>
                </a:lnTo>
                <a:lnTo>
                  <a:pt x="1251406" y="162031"/>
                </a:lnTo>
                <a:close/>
                <a:moveTo>
                  <a:pt x="1251406" y="197554"/>
                </a:moveTo>
                <a:lnTo>
                  <a:pt x="1251406" y="244917"/>
                </a:lnTo>
                <a:lnTo>
                  <a:pt x="1263247" y="244917"/>
                </a:lnTo>
                <a:lnTo>
                  <a:pt x="1263247" y="197554"/>
                </a:lnTo>
                <a:lnTo>
                  <a:pt x="1251406" y="197554"/>
                </a:lnTo>
                <a:close/>
                <a:moveTo>
                  <a:pt x="1251406" y="327804"/>
                </a:moveTo>
                <a:lnTo>
                  <a:pt x="1263247" y="327804"/>
                </a:lnTo>
                <a:lnTo>
                  <a:pt x="1263247" y="280440"/>
                </a:lnTo>
                <a:lnTo>
                  <a:pt x="1251406" y="280440"/>
                </a:lnTo>
                <a:lnTo>
                  <a:pt x="1251406" y="327804"/>
                </a:lnTo>
                <a:close/>
                <a:moveTo>
                  <a:pt x="1251406" y="410690"/>
                </a:moveTo>
                <a:lnTo>
                  <a:pt x="1263247" y="410690"/>
                </a:lnTo>
                <a:lnTo>
                  <a:pt x="1263247" y="363326"/>
                </a:lnTo>
                <a:lnTo>
                  <a:pt x="1251406" y="363326"/>
                </a:lnTo>
                <a:lnTo>
                  <a:pt x="1251406" y="410690"/>
                </a:lnTo>
                <a:close/>
                <a:moveTo>
                  <a:pt x="1251406" y="493576"/>
                </a:moveTo>
                <a:lnTo>
                  <a:pt x="1263247" y="493576"/>
                </a:lnTo>
                <a:lnTo>
                  <a:pt x="1263247" y="446213"/>
                </a:lnTo>
                <a:lnTo>
                  <a:pt x="1251406" y="446213"/>
                </a:lnTo>
                <a:lnTo>
                  <a:pt x="1251406" y="493576"/>
                </a:lnTo>
                <a:close/>
                <a:moveTo>
                  <a:pt x="1251406" y="576463"/>
                </a:moveTo>
                <a:lnTo>
                  <a:pt x="1263247" y="576463"/>
                </a:lnTo>
                <a:lnTo>
                  <a:pt x="1263247" y="529099"/>
                </a:lnTo>
                <a:lnTo>
                  <a:pt x="1251406" y="529099"/>
                </a:lnTo>
                <a:lnTo>
                  <a:pt x="1251406" y="576463"/>
                </a:lnTo>
                <a:close/>
                <a:moveTo>
                  <a:pt x="1251406" y="659349"/>
                </a:moveTo>
                <a:lnTo>
                  <a:pt x="1263247" y="659349"/>
                </a:lnTo>
                <a:lnTo>
                  <a:pt x="1263247" y="611986"/>
                </a:lnTo>
                <a:lnTo>
                  <a:pt x="1251406" y="611986"/>
                </a:lnTo>
                <a:lnTo>
                  <a:pt x="1251406" y="659349"/>
                </a:lnTo>
                <a:close/>
                <a:moveTo>
                  <a:pt x="1251406" y="742236"/>
                </a:moveTo>
                <a:lnTo>
                  <a:pt x="1263247" y="742236"/>
                </a:lnTo>
                <a:lnTo>
                  <a:pt x="1263247" y="694872"/>
                </a:lnTo>
                <a:lnTo>
                  <a:pt x="1251406" y="694872"/>
                </a:lnTo>
                <a:lnTo>
                  <a:pt x="1251406" y="742236"/>
                </a:lnTo>
                <a:close/>
                <a:moveTo>
                  <a:pt x="1251406" y="825122"/>
                </a:moveTo>
                <a:lnTo>
                  <a:pt x="1263247" y="825122"/>
                </a:lnTo>
                <a:lnTo>
                  <a:pt x="1263247" y="777758"/>
                </a:lnTo>
                <a:lnTo>
                  <a:pt x="1251406" y="777758"/>
                </a:lnTo>
                <a:lnTo>
                  <a:pt x="1251406" y="825122"/>
                </a:lnTo>
                <a:close/>
                <a:moveTo>
                  <a:pt x="1251406" y="908008"/>
                </a:moveTo>
                <a:lnTo>
                  <a:pt x="1263247" y="908008"/>
                </a:lnTo>
                <a:lnTo>
                  <a:pt x="1263247" y="860645"/>
                </a:lnTo>
                <a:lnTo>
                  <a:pt x="1251406" y="860645"/>
                </a:lnTo>
                <a:lnTo>
                  <a:pt x="1251406" y="908008"/>
                </a:lnTo>
                <a:close/>
                <a:moveTo>
                  <a:pt x="1251406" y="990895"/>
                </a:moveTo>
                <a:lnTo>
                  <a:pt x="1263247" y="990895"/>
                </a:lnTo>
                <a:lnTo>
                  <a:pt x="1263247" y="943531"/>
                </a:lnTo>
                <a:lnTo>
                  <a:pt x="1251406" y="943531"/>
                </a:lnTo>
                <a:lnTo>
                  <a:pt x="1251406" y="990895"/>
                </a:lnTo>
                <a:close/>
                <a:moveTo>
                  <a:pt x="1251406" y="1073781"/>
                </a:moveTo>
                <a:lnTo>
                  <a:pt x="1263247" y="1073781"/>
                </a:lnTo>
                <a:lnTo>
                  <a:pt x="1263247" y="1026417"/>
                </a:lnTo>
                <a:lnTo>
                  <a:pt x="1251406" y="1026417"/>
                </a:lnTo>
                <a:lnTo>
                  <a:pt x="1251406" y="1073781"/>
                </a:lnTo>
                <a:close/>
                <a:moveTo>
                  <a:pt x="1251406" y="1126449"/>
                </a:moveTo>
                <a:lnTo>
                  <a:pt x="1233029" y="1126449"/>
                </a:lnTo>
                <a:lnTo>
                  <a:pt x="1233029" y="1138290"/>
                </a:lnTo>
                <a:lnTo>
                  <a:pt x="1263247" y="1138290"/>
                </a:lnTo>
                <a:lnTo>
                  <a:pt x="1263247" y="1109304"/>
                </a:lnTo>
                <a:lnTo>
                  <a:pt x="1251406" y="1109304"/>
                </a:lnTo>
                <a:lnTo>
                  <a:pt x="1251406" y="1126449"/>
                </a:lnTo>
                <a:close/>
                <a:moveTo>
                  <a:pt x="1067257" y="1126449"/>
                </a:moveTo>
                <a:lnTo>
                  <a:pt x="1067257" y="1138290"/>
                </a:lnTo>
                <a:lnTo>
                  <a:pt x="1114620" y="1138290"/>
                </a:lnTo>
                <a:lnTo>
                  <a:pt x="1114620" y="1126449"/>
                </a:lnTo>
                <a:lnTo>
                  <a:pt x="1067257" y="1126449"/>
                </a:lnTo>
                <a:close/>
                <a:moveTo>
                  <a:pt x="1150143" y="1126449"/>
                </a:moveTo>
                <a:lnTo>
                  <a:pt x="1150143" y="1138290"/>
                </a:lnTo>
                <a:lnTo>
                  <a:pt x="1197507" y="1138290"/>
                </a:lnTo>
                <a:lnTo>
                  <a:pt x="1197507" y="1126449"/>
                </a:lnTo>
                <a:lnTo>
                  <a:pt x="1150143" y="1126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Mobile">
            <a:extLst xmlns:a="http://schemas.openxmlformats.org/drawingml/2006/main">
              <a:ext uri="{FF2B5EF4-FFF2-40B4-BE49-F238E27FC236}">
                <a16:creationId xmlns:a16="http://schemas.microsoft.com/office/drawing/2014/main" id="{D379A3FB-761B-4811-BA4C-E78B81C8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771" y="886607"/>
            <a:ext cx="471918" cy="117788"/>
          </a:xfrm>
          <a:custGeom xmlns:a="http://schemas.openxmlformats.org/drawingml/2006/main">
            <a:pathLst>
              <a:path w="471918" h="117788">
                <a:moveTo>
                  <a:pt x="65311" y="115513"/>
                </a:moveTo>
                <a:lnTo>
                  <a:pt x="22745" y="22826"/>
                </a:lnTo>
                <a:lnTo>
                  <a:pt x="22745" y="96342"/>
                </a:lnTo>
                <a:cubicBezTo>
                  <a:pt x="22745" y="103111"/>
                  <a:pt x="23476" y="107336"/>
                  <a:pt x="24938" y="109014"/>
                </a:cubicBezTo>
                <a:cubicBezTo>
                  <a:pt x="26942" y="111289"/>
                  <a:pt x="30110" y="112426"/>
                  <a:pt x="34443" y="112426"/>
                </a:cubicBezTo>
                <a:lnTo>
                  <a:pt x="38342" y="112426"/>
                </a:lnTo>
                <a:lnTo>
                  <a:pt x="38342" y="115513"/>
                </a:lnTo>
                <a:lnTo>
                  <a:pt x="0" y="115513"/>
                </a:lnTo>
                <a:lnTo>
                  <a:pt x="0" y="112426"/>
                </a:lnTo>
                <a:lnTo>
                  <a:pt x="3899" y="112426"/>
                </a:lnTo>
                <a:cubicBezTo>
                  <a:pt x="8557" y="112426"/>
                  <a:pt x="11860" y="111018"/>
                  <a:pt x="13810" y="108202"/>
                </a:cubicBezTo>
                <a:cubicBezTo>
                  <a:pt x="15001" y="106469"/>
                  <a:pt x="15597" y="102516"/>
                  <a:pt x="15597" y="96342"/>
                </a:cubicBezTo>
                <a:lnTo>
                  <a:pt x="15597" y="24532"/>
                </a:lnTo>
                <a:cubicBezTo>
                  <a:pt x="15597" y="19658"/>
                  <a:pt x="15055" y="16138"/>
                  <a:pt x="13972" y="13972"/>
                </a:cubicBezTo>
                <a:cubicBezTo>
                  <a:pt x="13214" y="12402"/>
                  <a:pt x="11819" y="11088"/>
                  <a:pt x="9789" y="10032"/>
                </a:cubicBezTo>
                <a:cubicBezTo>
                  <a:pt x="7758" y="8976"/>
                  <a:pt x="4495" y="8448"/>
                  <a:pt x="0" y="8448"/>
                </a:cubicBezTo>
                <a:lnTo>
                  <a:pt x="0" y="5361"/>
                </a:lnTo>
                <a:lnTo>
                  <a:pt x="31193" y="5361"/>
                </a:lnTo>
                <a:lnTo>
                  <a:pt x="71160" y="91532"/>
                </a:lnTo>
                <a:lnTo>
                  <a:pt x="110477" y="5361"/>
                </a:lnTo>
                <a:lnTo>
                  <a:pt x="141670" y="5361"/>
                </a:lnTo>
                <a:lnTo>
                  <a:pt x="141670" y="8448"/>
                </a:lnTo>
                <a:lnTo>
                  <a:pt x="137852" y="8448"/>
                </a:lnTo>
                <a:cubicBezTo>
                  <a:pt x="133141" y="8448"/>
                  <a:pt x="129810" y="9856"/>
                  <a:pt x="127860" y="12672"/>
                </a:cubicBezTo>
                <a:cubicBezTo>
                  <a:pt x="126669" y="14405"/>
                  <a:pt x="126073" y="18359"/>
                  <a:pt x="126073" y="24532"/>
                </a:cubicBezTo>
                <a:lnTo>
                  <a:pt x="126073" y="96342"/>
                </a:lnTo>
                <a:cubicBezTo>
                  <a:pt x="126073" y="103111"/>
                  <a:pt x="126831" y="107336"/>
                  <a:pt x="128348" y="109014"/>
                </a:cubicBezTo>
                <a:cubicBezTo>
                  <a:pt x="130352" y="111289"/>
                  <a:pt x="133520" y="112426"/>
                  <a:pt x="137852" y="112426"/>
                </a:cubicBezTo>
                <a:lnTo>
                  <a:pt x="141670" y="112426"/>
                </a:lnTo>
                <a:lnTo>
                  <a:pt x="141670" y="115513"/>
                </a:lnTo>
                <a:lnTo>
                  <a:pt x="94880" y="115513"/>
                </a:lnTo>
                <a:lnTo>
                  <a:pt x="94880" y="112426"/>
                </a:lnTo>
                <a:lnTo>
                  <a:pt x="98779" y="112426"/>
                </a:lnTo>
                <a:cubicBezTo>
                  <a:pt x="103491" y="112426"/>
                  <a:pt x="106794" y="111018"/>
                  <a:pt x="108689" y="108202"/>
                </a:cubicBezTo>
                <a:cubicBezTo>
                  <a:pt x="109881" y="106469"/>
                  <a:pt x="110477" y="102516"/>
                  <a:pt x="110477" y="96342"/>
                </a:cubicBezTo>
                <a:lnTo>
                  <a:pt x="110477" y="22826"/>
                </a:lnTo>
                <a:lnTo>
                  <a:pt x="67992" y="115513"/>
                </a:lnTo>
                <a:lnTo>
                  <a:pt x="65311" y="115513"/>
                </a:lnTo>
                <a:close/>
                <a:moveTo>
                  <a:pt x="186249" y="38992"/>
                </a:moveTo>
                <a:cubicBezTo>
                  <a:pt x="197513" y="38992"/>
                  <a:pt x="206557" y="43266"/>
                  <a:pt x="213380" y="51814"/>
                </a:cubicBezTo>
                <a:cubicBezTo>
                  <a:pt x="219175" y="59116"/>
                  <a:pt x="222072" y="67502"/>
                  <a:pt x="222072" y="76971"/>
                </a:cubicBezTo>
                <a:cubicBezTo>
                  <a:pt x="222072" y="83625"/>
                  <a:pt x="220475" y="90360"/>
                  <a:pt x="217279" y="97177"/>
                </a:cubicBezTo>
                <a:cubicBezTo>
                  <a:pt x="214084" y="103992"/>
                  <a:pt x="209684" y="109131"/>
                  <a:pt x="204079" y="112594"/>
                </a:cubicBezTo>
                <a:cubicBezTo>
                  <a:pt x="198474" y="116056"/>
                  <a:pt x="192233" y="117788"/>
                  <a:pt x="185355" y="117788"/>
                </a:cubicBezTo>
                <a:cubicBezTo>
                  <a:pt x="174145" y="117788"/>
                  <a:pt x="165236" y="113324"/>
                  <a:pt x="158629" y="104397"/>
                </a:cubicBezTo>
                <a:cubicBezTo>
                  <a:pt x="153051" y="96878"/>
                  <a:pt x="150262" y="88439"/>
                  <a:pt x="150262" y="79080"/>
                </a:cubicBezTo>
                <a:cubicBezTo>
                  <a:pt x="150262" y="72263"/>
                  <a:pt x="151955" y="65487"/>
                  <a:pt x="155339" y="58752"/>
                </a:cubicBezTo>
                <a:cubicBezTo>
                  <a:pt x="158724" y="52016"/>
                  <a:pt x="163178" y="47039"/>
                  <a:pt x="168702" y="43820"/>
                </a:cubicBezTo>
                <a:cubicBezTo>
                  <a:pt x="174226" y="40601"/>
                  <a:pt x="180075" y="38992"/>
                  <a:pt x="186249" y="38992"/>
                </a:cubicBezTo>
                <a:moveTo>
                  <a:pt x="183730" y="44353"/>
                </a:moveTo>
                <a:cubicBezTo>
                  <a:pt x="180860" y="44353"/>
                  <a:pt x="177976" y="45204"/>
                  <a:pt x="175079" y="46904"/>
                </a:cubicBezTo>
                <a:cubicBezTo>
                  <a:pt x="172182" y="48603"/>
                  <a:pt x="169840" y="51585"/>
                  <a:pt x="168052" y="55848"/>
                </a:cubicBezTo>
                <a:cubicBezTo>
                  <a:pt x="166265" y="60111"/>
                  <a:pt x="165372" y="65587"/>
                  <a:pt x="165372" y="72277"/>
                </a:cubicBezTo>
                <a:cubicBezTo>
                  <a:pt x="165372" y="83069"/>
                  <a:pt x="167524" y="92378"/>
                  <a:pt x="171830" y="100203"/>
                </a:cubicBezTo>
                <a:cubicBezTo>
                  <a:pt x="176135" y="108027"/>
                  <a:pt x="181808" y="111939"/>
                  <a:pt x="188848" y="111939"/>
                </a:cubicBezTo>
                <a:cubicBezTo>
                  <a:pt x="194101" y="111939"/>
                  <a:pt x="198433" y="109780"/>
                  <a:pt x="201845" y="105463"/>
                </a:cubicBezTo>
                <a:cubicBezTo>
                  <a:pt x="205257" y="101146"/>
                  <a:pt x="206963" y="93727"/>
                  <a:pt x="206963" y="83205"/>
                </a:cubicBezTo>
                <a:cubicBezTo>
                  <a:pt x="206963" y="70039"/>
                  <a:pt x="204120" y="59678"/>
                  <a:pt x="198433" y="52124"/>
                </a:cubicBezTo>
                <a:cubicBezTo>
                  <a:pt x="194588" y="46943"/>
                  <a:pt x="189687" y="44353"/>
                  <a:pt x="183730" y="44353"/>
                </a:cubicBezTo>
                <a:close/>
                <a:moveTo>
                  <a:pt x="253132" y="54165"/>
                </a:moveTo>
                <a:cubicBezTo>
                  <a:pt x="260335" y="44049"/>
                  <a:pt x="268106" y="38992"/>
                  <a:pt x="276446" y="38992"/>
                </a:cubicBezTo>
                <a:cubicBezTo>
                  <a:pt x="284082" y="38992"/>
                  <a:pt x="290743" y="42251"/>
                  <a:pt x="296429" y="48770"/>
                </a:cubicBezTo>
                <a:cubicBezTo>
                  <a:pt x="302116" y="55289"/>
                  <a:pt x="304959" y="64202"/>
                  <a:pt x="304959" y="75508"/>
                </a:cubicBezTo>
                <a:cubicBezTo>
                  <a:pt x="304959" y="88709"/>
                  <a:pt x="300572" y="99339"/>
                  <a:pt x="291799" y="107400"/>
                </a:cubicBezTo>
                <a:cubicBezTo>
                  <a:pt x="284272" y="114325"/>
                  <a:pt x="275878" y="117788"/>
                  <a:pt x="266617" y="117788"/>
                </a:cubicBezTo>
                <a:cubicBezTo>
                  <a:pt x="262285" y="117788"/>
                  <a:pt x="257884" y="116997"/>
                  <a:pt x="253417" y="115417"/>
                </a:cubicBezTo>
                <a:cubicBezTo>
                  <a:pt x="248949" y="113836"/>
                  <a:pt x="244386" y="111464"/>
                  <a:pt x="239729" y="108301"/>
                </a:cubicBezTo>
                <a:lnTo>
                  <a:pt x="239729" y="31356"/>
                </a:lnTo>
                <a:cubicBezTo>
                  <a:pt x="239729" y="22908"/>
                  <a:pt x="239526" y="17709"/>
                  <a:pt x="239120" y="15759"/>
                </a:cubicBezTo>
                <a:cubicBezTo>
                  <a:pt x="238714" y="13810"/>
                  <a:pt x="238077" y="12483"/>
                  <a:pt x="237211" y="11779"/>
                </a:cubicBezTo>
                <a:cubicBezTo>
                  <a:pt x="236344" y="11075"/>
                  <a:pt x="235261" y="10723"/>
                  <a:pt x="233961" y="10723"/>
                </a:cubicBezTo>
                <a:cubicBezTo>
                  <a:pt x="232445" y="10723"/>
                  <a:pt x="230550" y="11156"/>
                  <a:pt x="228275" y="12022"/>
                </a:cubicBezTo>
                <a:lnTo>
                  <a:pt x="227138" y="9098"/>
                </a:lnTo>
                <a:lnTo>
                  <a:pt x="249477" y="0"/>
                </a:lnTo>
                <a:lnTo>
                  <a:pt x="253132" y="0"/>
                </a:lnTo>
                <a:lnTo>
                  <a:pt x="253132" y="54165"/>
                </a:lnTo>
                <a:moveTo>
                  <a:pt x="253132" y="59335"/>
                </a:moveTo>
                <a:lnTo>
                  <a:pt x="253132" y="103615"/>
                </a:lnTo>
                <a:cubicBezTo>
                  <a:pt x="255894" y="106309"/>
                  <a:pt x="258751" y="108343"/>
                  <a:pt x="261702" y="109718"/>
                </a:cubicBezTo>
                <a:cubicBezTo>
                  <a:pt x="264654" y="111090"/>
                  <a:pt x="267673" y="111776"/>
                  <a:pt x="270760" y="111776"/>
                </a:cubicBezTo>
                <a:cubicBezTo>
                  <a:pt x="275688" y="111776"/>
                  <a:pt x="280278" y="109083"/>
                  <a:pt x="284529" y="103696"/>
                </a:cubicBezTo>
                <a:cubicBezTo>
                  <a:pt x="288780" y="98309"/>
                  <a:pt x="290906" y="90471"/>
                  <a:pt x="290906" y="80182"/>
                </a:cubicBezTo>
                <a:cubicBezTo>
                  <a:pt x="290906" y="70701"/>
                  <a:pt x="288780" y="63416"/>
                  <a:pt x="284529" y="58325"/>
                </a:cubicBezTo>
                <a:cubicBezTo>
                  <a:pt x="280278" y="53235"/>
                  <a:pt x="275444" y="50689"/>
                  <a:pt x="270029" y="50689"/>
                </a:cubicBezTo>
                <a:cubicBezTo>
                  <a:pt x="267159" y="50689"/>
                  <a:pt x="264288" y="51416"/>
                  <a:pt x="261418" y="52870"/>
                </a:cubicBezTo>
                <a:cubicBezTo>
                  <a:pt x="259252" y="53948"/>
                  <a:pt x="256490" y="56103"/>
                  <a:pt x="253132" y="59335"/>
                </a:cubicBezTo>
                <a:close/>
                <a:moveTo>
                  <a:pt x="334557" y="0"/>
                </a:moveTo>
                <a:cubicBezTo>
                  <a:pt x="336831" y="0"/>
                  <a:pt x="338767" y="803"/>
                  <a:pt x="340365" y="2409"/>
                </a:cubicBezTo>
                <a:cubicBezTo>
                  <a:pt x="341962" y="4013"/>
                  <a:pt x="342761" y="5959"/>
                  <a:pt x="342761" y="8245"/>
                </a:cubicBezTo>
                <a:cubicBezTo>
                  <a:pt x="342761" y="10531"/>
                  <a:pt x="341962" y="12491"/>
                  <a:pt x="340365" y="14124"/>
                </a:cubicBezTo>
                <a:cubicBezTo>
                  <a:pt x="338767" y="15756"/>
                  <a:pt x="336831" y="16571"/>
                  <a:pt x="334557" y="16571"/>
                </a:cubicBezTo>
                <a:cubicBezTo>
                  <a:pt x="332282" y="16571"/>
                  <a:pt x="330332" y="15756"/>
                  <a:pt x="328708" y="14124"/>
                </a:cubicBezTo>
                <a:cubicBezTo>
                  <a:pt x="327083" y="12491"/>
                  <a:pt x="326271" y="10531"/>
                  <a:pt x="326271" y="8245"/>
                </a:cubicBezTo>
                <a:cubicBezTo>
                  <a:pt x="326271" y="5959"/>
                  <a:pt x="327070" y="4013"/>
                  <a:pt x="328667" y="2409"/>
                </a:cubicBezTo>
                <a:cubicBezTo>
                  <a:pt x="330265" y="803"/>
                  <a:pt x="332228" y="0"/>
                  <a:pt x="334557" y="0"/>
                </a:cubicBezTo>
                <a:moveTo>
                  <a:pt x="341299" y="38992"/>
                </a:moveTo>
                <a:lnTo>
                  <a:pt x="341299" y="98617"/>
                </a:lnTo>
                <a:cubicBezTo>
                  <a:pt x="341299" y="103301"/>
                  <a:pt x="341637" y="106420"/>
                  <a:pt x="342314" y="107974"/>
                </a:cubicBezTo>
                <a:cubicBezTo>
                  <a:pt x="342991" y="109526"/>
                  <a:pt x="343993" y="110683"/>
                  <a:pt x="345320" y="111446"/>
                </a:cubicBezTo>
                <a:cubicBezTo>
                  <a:pt x="346647" y="112208"/>
                  <a:pt x="349070" y="112589"/>
                  <a:pt x="352590" y="112589"/>
                </a:cubicBezTo>
                <a:lnTo>
                  <a:pt x="352590" y="115513"/>
                </a:lnTo>
                <a:lnTo>
                  <a:pt x="316442" y="115513"/>
                </a:lnTo>
                <a:lnTo>
                  <a:pt x="316442" y="112589"/>
                </a:lnTo>
                <a:cubicBezTo>
                  <a:pt x="320070" y="112589"/>
                  <a:pt x="322507" y="112235"/>
                  <a:pt x="323753" y="111528"/>
                </a:cubicBezTo>
                <a:cubicBezTo>
                  <a:pt x="324998" y="110818"/>
                  <a:pt x="325986" y="109647"/>
                  <a:pt x="326718" y="108014"/>
                </a:cubicBezTo>
                <a:cubicBezTo>
                  <a:pt x="327449" y="106379"/>
                  <a:pt x="327814" y="103247"/>
                  <a:pt x="327814" y="98617"/>
                </a:cubicBezTo>
                <a:lnTo>
                  <a:pt x="327814" y="70185"/>
                </a:lnTo>
                <a:cubicBezTo>
                  <a:pt x="327814" y="62082"/>
                  <a:pt x="327570" y="56834"/>
                  <a:pt x="327083" y="54441"/>
                </a:cubicBezTo>
                <a:cubicBezTo>
                  <a:pt x="326704" y="52700"/>
                  <a:pt x="326108" y="51491"/>
                  <a:pt x="325296" y="50814"/>
                </a:cubicBezTo>
                <a:cubicBezTo>
                  <a:pt x="324484" y="50135"/>
                  <a:pt x="323373" y="49796"/>
                  <a:pt x="321965" y="49796"/>
                </a:cubicBezTo>
                <a:cubicBezTo>
                  <a:pt x="320449" y="49796"/>
                  <a:pt x="318608" y="50202"/>
                  <a:pt x="316442" y="51014"/>
                </a:cubicBezTo>
                <a:lnTo>
                  <a:pt x="315304" y="48090"/>
                </a:lnTo>
                <a:lnTo>
                  <a:pt x="337725" y="38992"/>
                </a:lnTo>
                <a:lnTo>
                  <a:pt x="341299" y="38992"/>
                </a:lnTo>
                <a:close/>
                <a:moveTo>
                  <a:pt x="387397" y="0"/>
                </a:moveTo>
                <a:lnTo>
                  <a:pt x="387397" y="98617"/>
                </a:lnTo>
                <a:cubicBezTo>
                  <a:pt x="387397" y="103301"/>
                  <a:pt x="387736" y="106407"/>
                  <a:pt x="388413" y="107933"/>
                </a:cubicBezTo>
                <a:cubicBezTo>
                  <a:pt x="389090" y="109458"/>
                  <a:pt x="390132" y="110615"/>
                  <a:pt x="391540" y="111406"/>
                </a:cubicBezTo>
                <a:cubicBezTo>
                  <a:pt x="392948" y="112194"/>
                  <a:pt x="395575" y="112589"/>
                  <a:pt x="399420" y="112589"/>
                </a:cubicBezTo>
                <a:lnTo>
                  <a:pt x="399420" y="115513"/>
                </a:lnTo>
                <a:lnTo>
                  <a:pt x="362946" y="115513"/>
                </a:lnTo>
                <a:lnTo>
                  <a:pt x="362946" y="112589"/>
                </a:lnTo>
                <a:cubicBezTo>
                  <a:pt x="366358" y="112589"/>
                  <a:pt x="368687" y="112235"/>
                  <a:pt x="369932" y="111528"/>
                </a:cubicBezTo>
                <a:cubicBezTo>
                  <a:pt x="371178" y="110818"/>
                  <a:pt x="372153" y="109647"/>
                  <a:pt x="372857" y="108014"/>
                </a:cubicBezTo>
                <a:cubicBezTo>
                  <a:pt x="373561" y="106379"/>
                  <a:pt x="373913" y="103247"/>
                  <a:pt x="373913" y="98617"/>
                </a:cubicBezTo>
                <a:lnTo>
                  <a:pt x="373913" y="31193"/>
                </a:lnTo>
                <a:cubicBezTo>
                  <a:pt x="373913" y="22799"/>
                  <a:pt x="373723" y="17641"/>
                  <a:pt x="373344" y="15719"/>
                </a:cubicBezTo>
                <a:cubicBezTo>
                  <a:pt x="372965" y="13796"/>
                  <a:pt x="372356" y="12483"/>
                  <a:pt x="371516" y="11779"/>
                </a:cubicBezTo>
                <a:cubicBezTo>
                  <a:pt x="370677" y="11075"/>
                  <a:pt x="369607" y="10723"/>
                  <a:pt x="368308" y="10723"/>
                </a:cubicBezTo>
                <a:cubicBezTo>
                  <a:pt x="366900" y="10723"/>
                  <a:pt x="365113" y="11156"/>
                  <a:pt x="362946" y="12022"/>
                </a:cubicBezTo>
                <a:lnTo>
                  <a:pt x="361565" y="9098"/>
                </a:lnTo>
                <a:lnTo>
                  <a:pt x="383742" y="0"/>
                </a:lnTo>
                <a:lnTo>
                  <a:pt x="387397" y="0"/>
                </a:lnTo>
                <a:close/>
                <a:moveTo>
                  <a:pt x="420498" y="69210"/>
                </a:moveTo>
                <a:cubicBezTo>
                  <a:pt x="420444" y="80207"/>
                  <a:pt x="423124" y="88832"/>
                  <a:pt x="428540" y="95086"/>
                </a:cubicBezTo>
                <a:cubicBezTo>
                  <a:pt x="433955" y="101339"/>
                  <a:pt x="440319" y="104465"/>
                  <a:pt x="447630" y="104465"/>
                </a:cubicBezTo>
                <a:cubicBezTo>
                  <a:pt x="452504" y="104465"/>
                  <a:pt x="456741" y="103119"/>
                  <a:pt x="460342" y="100427"/>
                </a:cubicBezTo>
                <a:cubicBezTo>
                  <a:pt x="463944" y="97734"/>
                  <a:pt x="466963" y="93123"/>
                  <a:pt x="469400" y="86594"/>
                </a:cubicBezTo>
                <a:lnTo>
                  <a:pt x="471918" y="88226"/>
                </a:lnTo>
                <a:cubicBezTo>
                  <a:pt x="470781" y="95685"/>
                  <a:pt x="467477" y="102476"/>
                  <a:pt x="462008" y="108601"/>
                </a:cubicBezTo>
                <a:cubicBezTo>
                  <a:pt x="456538" y="114725"/>
                  <a:pt x="449687" y="117788"/>
                  <a:pt x="441456" y="117788"/>
                </a:cubicBezTo>
                <a:cubicBezTo>
                  <a:pt x="432520" y="117788"/>
                  <a:pt x="424871" y="114316"/>
                  <a:pt x="418508" y="107372"/>
                </a:cubicBezTo>
                <a:cubicBezTo>
                  <a:pt x="412144" y="100427"/>
                  <a:pt x="408963" y="91090"/>
                  <a:pt x="408963" y="79362"/>
                </a:cubicBezTo>
                <a:cubicBezTo>
                  <a:pt x="408963" y="66663"/>
                  <a:pt x="412226" y="56760"/>
                  <a:pt x="418751" y="49654"/>
                </a:cubicBezTo>
                <a:cubicBezTo>
                  <a:pt x="425277" y="42546"/>
                  <a:pt x="433468" y="38992"/>
                  <a:pt x="443324" y="38992"/>
                </a:cubicBezTo>
                <a:cubicBezTo>
                  <a:pt x="451664" y="38992"/>
                  <a:pt x="458515" y="41733"/>
                  <a:pt x="463876" y="47217"/>
                </a:cubicBezTo>
                <a:cubicBezTo>
                  <a:pt x="469237" y="52698"/>
                  <a:pt x="471918" y="60029"/>
                  <a:pt x="471918" y="69210"/>
                </a:cubicBezTo>
                <a:lnTo>
                  <a:pt x="420498" y="69210"/>
                </a:lnTo>
                <a:moveTo>
                  <a:pt x="420498" y="64499"/>
                </a:moveTo>
                <a:lnTo>
                  <a:pt x="454941" y="64499"/>
                </a:lnTo>
                <a:cubicBezTo>
                  <a:pt x="454670" y="59772"/>
                  <a:pt x="454101" y="56442"/>
                  <a:pt x="453235" y="54510"/>
                </a:cubicBezTo>
                <a:cubicBezTo>
                  <a:pt x="451881" y="51501"/>
                  <a:pt x="449863" y="49137"/>
                  <a:pt x="447183" y="47420"/>
                </a:cubicBezTo>
                <a:cubicBezTo>
                  <a:pt x="444502" y="45700"/>
                  <a:pt x="441700" y="44841"/>
                  <a:pt x="438775" y="44841"/>
                </a:cubicBezTo>
                <a:cubicBezTo>
                  <a:pt x="434280" y="44841"/>
                  <a:pt x="430259" y="46573"/>
                  <a:pt x="426712" y="50037"/>
                </a:cubicBezTo>
                <a:cubicBezTo>
                  <a:pt x="423165" y="53501"/>
                  <a:pt x="421094" y="58322"/>
                  <a:pt x="420498" y="644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96938b7524110"/>
          <a:stretch xmlns:a="http://schemas.openxmlformats.org/drawingml/2006/main"/>
        </p:blipFill>
        <p:spPr>
          <a:xfrm xmlns:a="http://schemas.openxmlformats.org/drawingml/2006/main">
            <a:off x="4522854" y="733713"/>
            <a:ext cx="272815" cy="416511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280EC-F5F1-40F3-A191-7495D23E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541" y="135389"/>
            <a:ext cx="1140658" cy="465490"/>
          </a:xfrm>
          <a:custGeom xmlns:a="http://schemas.openxmlformats.org/drawingml/2006/main">
            <a:pathLst>
              <a:path w="1140658" h="465490">
                <a:moveTo>
                  <a:pt x="0" y="465490"/>
                </a:moveTo>
                <a:lnTo>
                  <a:pt x="1140658" y="465490"/>
                </a:lnTo>
                <a:lnTo>
                  <a:pt x="1140658" y="0"/>
                </a:lnTo>
                <a:lnTo>
                  <a:pt x="0" y="0"/>
                </a:lnTo>
                <a:lnTo>
                  <a:pt x="0" y="465490"/>
                </a:lnTo>
                <a:close/>
                <a:moveTo>
                  <a:pt x="1128817" y="453649"/>
                </a:moveTo>
                <a:lnTo>
                  <a:pt x="11841" y="453649"/>
                </a:lnTo>
                <a:lnTo>
                  <a:pt x="11841" y="11841"/>
                </a:lnTo>
                <a:lnTo>
                  <a:pt x="1128817" y="11841"/>
                </a:lnTo>
                <a:lnTo>
                  <a:pt x="1128817" y="453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①">
            <a:extLst xmlns:a="http://schemas.openxmlformats.org/drawingml/2006/main">
              <a:ext uri="{FF2B5EF4-FFF2-40B4-BE49-F238E27FC236}">
                <a16:creationId xmlns:a16="http://schemas.microsoft.com/office/drawing/2014/main" id="{C3BAAF26-283F-4205-8940-4EFDF6F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965" y="203585"/>
            <a:ext cx="158046" cy="158046"/>
          </a:xfrm>
          <a:custGeom xmlns:a="http://schemas.openxmlformats.org/drawingml/2006/main">
            <a:pathLst>
              <a:path w="158046" h="158046"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moveTo>
                  <a:pt x="107471" y="134920"/>
                </a:moveTo>
                <a:lnTo>
                  <a:pt x="54901" y="134920"/>
                </a:lnTo>
                <a:lnTo>
                  <a:pt x="54901" y="131260"/>
                </a:lnTo>
                <a:cubicBezTo>
                  <a:pt x="61777" y="131260"/>
                  <a:pt x="66934" y="130317"/>
                  <a:pt x="70373" y="128432"/>
                </a:cubicBezTo>
                <a:cubicBezTo>
                  <a:pt x="73922" y="126546"/>
                  <a:pt x="75696" y="123773"/>
                  <a:pt x="75696" y="120113"/>
                </a:cubicBezTo>
                <a:lnTo>
                  <a:pt x="75696" y="48577"/>
                </a:lnTo>
                <a:cubicBezTo>
                  <a:pt x="75696" y="45360"/>
                  <a:pt x="73755" y="43086"/>
                  <a:pt x="69873" y="41756"/>
                </a:cubicBezTo>
                <a:cubicBezTo>
                  <a:pt x="65991" y="40426"/>
                  <a:pt x="60112" y="40093"/>
                  <a:pt x="52238" y="40759"/>
                </a:cubicBezTo>
                <a:lnTo>
                  <a:pt x="52238" y="37598"/>
                </a:lnTo>
                <a:cubicBezTo>
                  <a:pt x="65658" y="35823"/>
                  <a:pt x="76694" y="31886"/>
                  <a:pt x="85345" y="25786"/>
                </a:cubicBezTo>
                <a:lnTo>
                  <a:pt x="85345" y="120113"/>
                </a:lnTo>
                <a:cubicBezTo>
                  <a:pt x="85679" y="124107"/>
                  <a:pt x="87509" y="126880"/>
                  <a:pt x="90836" y="128432"/>
                </a:cubicBezTo>
                <a:cubicBezTo>
                  <a:pt x="94495" y="130207"/>
                  <a:pt x="100040" y="131150"/>
                  <a:pt x="107471" y="131260"/>
                </a:cubicBezTo>
                <a:lnTo>
                  <a:pt x="107471" y="13492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APP">
            <a:extLst xmlns:a="http://schemas.openxmlformats.org/drawingml/2006/main">
              <a:ext uri="{FF2B5EF4-FFF2-40B4-BE49-F238E27FC236}">
                <a16:creationId xmlns:a16="http://schemas.microsoft.com/office/drawing/2014/main" id="{0DE75602-0DA6-4ED8-B7BB-CD45D8E7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155" y="213439"/>
            <a:ext cx="297329" cy="112589"/>
          </a:xfrm>
          <a:custGeom xmlns:a="http://schemas.openxmlformats.org/drawingml/2006/main">
            <a:pathLst>
              <a:path w="297329" h="112589">
                <a:moveTo>
                  <a:pt x="74815" y="75709"/>
                </a:moveTo>
                <a:lnTo>
                  <a:pt x="32168" y="75709"/>
                </a:lnTo>
                <a:lnTo>
                  <a:pt x="24695" y="93093"/>
                </a:lnTo>
                <a:cubicBezTo>
                  <a:pt x="22853" y="97351"/>
                  <a:pt x="21933" y="100530"/>
                  <a:pt x="21933" y="102630"/>
                </a:cubicBezTo>
                <a:cubicBezTo>
                  <a:pt x="21933" y="104302"/>
                  <a:pt x="22732" y="105771"/>
                  <a:pt x="24329" y="107037"/>
                </a:cubicBezTo>
                <a:cubicBezTo>
                  <a:pt x="25927" y="108303"/>
                  <a:pt x="29379" y="109124"/>
                  <a:pt x="34686" y="109502"/>
                </a:cubicBezTo>
                <a:lnTo>
                  <a:pt x="34686" y="112589"/>
                </a:lnTo>
                <a:lnTo>
                  <a:pt x="0" y="112589"/>
                </a:lnTo>
                <a:lnTo>
                  <a:pt x="0" y="109502"/>
                </a:lnTo>
                <a:cubicBezTo>
                  <a:pt x="4603" y="108691"/>
                  <a:pt x="7582" y="107638"/>
                  <a:pt x="8936" y="106341"/>
                </a:cubicBezTo>
                <a:cubicBezTo>
                  <a:pt x="11698" y="103747"/>
                  <a:pt x="14757" y="98479"/>
                  <a:pt x="18115" y="90536"/>
                </a:cubicBezTo>
                <a:lnTo>
                  <a:pt x="56863" y="0"/>
                </a:lnTo>
                <a:lnTo>
                  <a:pt x="59706" y="0"/>
                </a:lnTo>
                <a:lnTo>
                  <a:pt x="98048" y="91549"/>
                </a:lnTo>
                <a:cubicBezTo>
                  <a:pt x="101135" y="98881"/>
                  <a:pt x="103937" y="103639"/>
                  <a:pt x="106456" y="105823"/>
                </a:cubicBezTo>
                <a:cubicBezTo>
                  <a:pt x="108974" y="108007"/>
                  <a:pt x="112480" y="109233"/>
                  <a:pt x="116975" y="109502"/>
                </a:cubicBezTo>
                <a:lnTo>
                  <a:pt x="116975" y="112589"/>
                </a:lnTo>
                <a:lnTo>
                  <a:pt x="73516" y="112589"/>
                </a:lnTo>
                <a:lnTo>
                  <a:pt x="73516" y="109502"/>
                </a:lnTo>
                <a:cubicBezTo>
                  <a:pt x="77902" y="109287"/>
                  <a:pt x="80867" y="108559"/>
                  <a:pt x="82411" y="107319"/>
                </a:cubicBezTo>
                <a:cubicBezTo>
                  <a:pt x="83954" y="106078"/>
                  <a:pt x="84726" y="104569"/>
                  <a:pt x="84726" y="102790"/>
                </a:cubicBezTo>
                <a:cubicBezTo>
                  <a:pt x="84726" y="100417"/>
                  <a:pt x="83643" y="96670"/>
                  <a:pt x="81476" y="91549"/>
                </a:cubicBezTo>
                <a:lnTo>
                  <a:pt x="74815" y="75709"/>
                </a:lnTo>
                <a:moveTo>
                  <a:pt x="72541" y="69698"/>
                </a:moveTo>
                <a:lnTo>
                  <a:pt x="53857" y="25182"/>
                </a:lnTo>
                <a:lnTo>
                  <a:pt x="34686" y="69698"/>
                </a:lnTo>
                <a:lnTo>
                  <a:pt x="72541" y="69698"/>
                </a:lnTo>
                <a:close/>
                <a:moveTo>
                  <a:pt x="152412" y="61052"/>
                </a:moveTo>
                <a:lnTo>
                  <a:pt x="152412" y="93093"/>
                </a:lnTo>
                <a:cubicBezTo>
                  <a:pt x="152412" y="99991"/>
                  <a:pt x="153170" y="104275"/>
                  <a:pt x="154686" y="105945"/>
                </a:cubicBezTo>
                <a:cubicBezTo>
                  <a:pt x="156744" y="108316"/>
                  <a:pt x="159858" y="109502"/>
                  <a:pt x="164028" y="109502"/>
                </a:cubicBezTo>
                <a:lnTo>
                  <a:pt x="168252" y="109502"/>
                </a:lnTo>
                <a:lnTo>
                  <a:pt x="168252" y="112589"/>
                </a:lnTo>
                <a:lnTo>
                  <a:pt x="121056" y="112589"/>
                </a:lnTo>
                <a:lnTo>
                  <a:pt x="121056" y="109502"/>
                </a:lnTo>
                <a:lnTo>
                  <a:pt x="125199" y="109502"/>
                </a:lnTo>
                <a:cubicBezTo>
                  <a:pt x="129856" y="109502"/>
                  <a:pt x="133186" y="107993"/>
                  <a:pt x="135190" y="104976"/>
                </a:cubicBezTo>
                <a:cubicBezTo>
                  <a:pt x="136273" y="103305"/>
                  <a:pt x="136815" y="99344"/>
                  <a:pt x="136815" y="93093"/>
                </a:cubicBezTo>
                <a:lnTo>
                  <a:pt x="136815" y="21933"/>
                </a:lnTo>
                <a:cubicBezTo>
                  <a:pt x="136815" y="15035"/>
                  <a:pt x="136084" y="10751"/>
                  <a:pt x="134622" y="9080"/>
                </a:cubicBezTo>
                <a:cubicBezTo>
                  <a:pt x="132510" y="6709"/>
                  <a:pt x="129369" y="5524"/>
                  <a:pt x="125199" y="5524"/>
                </a:cubicBezTo>
                <a:lnTo>
                  <a:pt x="121056" y="5524"/>
                </a:lnTo>
                <a:lnTo>
                  <a:pt x="121056" y="2437"/>
                </a:lnTo>
                <a:lnTo>
                  <a:pt x="161428" y="2437"/>
                </a:lnTo>
                <a:cubicBezTo>
                  <a:pt x="171285" y="2437"/>
                  <a:pt x="179056" y="3454"/>
                  <a:pt x="184742" y="5488"/>
                </a:cubicBezTo>
                <a:cubicBezTo>
                  <a:pt x="190429" y="7521"/>
                  <a:pt x="195221" y="10950"/>
                  <a:pt x="199120" y="15777"/>
                </a:cubicBezTo>
                <a:cubicBezTo>
                  <a:pt x="203020" y="20604"/>
                  <a:pt x="204969" y="26324"/>
                  <a:pt x="204969" y="32940"/>
                </a:cubicBezTo>
                <a:cubicBezTo>
                  <a:pt x="204969" y="41942"/>
                  <a:pt x="202004" y="49263"/>
                  <a:pt x="196074" y="54903"/>
                </a:cubicBezTo>
                <a:cubicBezTo>
                  <a:pt x="190144" y="60542"/>
                  <a:pt x="181764" y="63362"/>
                  <a:pt x="170933" y="63362"/>
                </a:cubicBezTo>
                <a:cubicBezTo>
                  <a:pt x="168279" y="63362"/>
                  <a:pt x="165409" y="63169"/>
                  <a:pt x="162322" y="62785"/>
                </a:cubicBezTo>
                <a:cubicBezTo>
                  <a:pt x="159235" y="62399"/>
                  <a:pt x="155932" y="61822"/>
                  <a:pt x="152412" y="61052"/>
                </a:cubicBezTo>
                <a:moveTo>
                  <a:pt x="152412" y="56378"/>
                </a:moveTo>
                <a:cubicBezTo>
                  <a:pt x="155282" y="56920"/>
                  <a:pt x="157827" y="57326"/>
                  <a:pt x="160047" y="57597"/>
                </a:cubicBezTo>
                <a:cubicBezTo>
                  <a:pt x="162268" y="57866"/>
                  <a:pt x="164163" y="58000"/>
                  <a:pt x="165734" y="58000"/>
                </a:cubicBezTo>
                <a:cubicBezTo>
                  <a:pt x="171366" y="58000"/>
                  <a:pt x="176226" y="55825"/>
                  <a:pt x="180315" y="51474"/>
                </a:cubicBezTo>
                <a:cubicBezTo>
                  <a:pt x="184404" y="47121"/>
                  <a:pt x="186448" y="41484"/>
                  <a:pt x="186448" y="34562"/>
                </a:cubicBezTo>
                <a:cubicBezTo>
                  <a:pt x="186448" y="29805"/>
                  <a:pt x="185473" y="25385"/>
                  <a:pt x="183524" y="21303"/>
                </a:cubicBezTo>
                <a:cubicBezTo>
                  <a:pt x="181574" y="17221"/>
                  <a:pt x="178812" y="14167"/>
                  <a:pt x="175238" y="12139"/>
                </a:cubicBezTo>
                <a:cubicBezTo>
                  <a:pt x="171664" y="10112"/>
                  <a:pt x="167602" y="9098"/>
                  <a:pt x="163053" y="9098"/>
                </a:cubicBezTo>
                <a:cubicBezTo>
                  <a:pt x="160291" y="9098"/>
                  <a:pt x="156744" y="9612"/>
                  <a:pt x="152412" y="10639"/>
                </a:cubicBezTo>
                <a:lnTo>
                  <a:pt x="152412" y="56378"/>
                </a:lnTo>
                <a:close/>
                <a:moveTo>
                  <a:pt x="244771" y="61052"/>
                </a:moveTo>
                <a:lnTo>
                  <a:pt x="244771" y="93093"/>
                </a:lnTo>
                <a:cubicBezTo>
                  <a:pt x="244771" y="99991"/>
                  <a:pt x="245529" y="104275"/>
                  <a:pt x="247046" y="105945"/>
                </a:cubicBezTo>
                <a:cubicBezTo>
                  <a:pt x="249104" y="108316"/>
                  <a:pt x="252217" y="109502"/>
                  <a:pt x="256387" y="109502"/>
                </a:cubicBezTo>
                <a:lnTo>
                  <a:pt x="260612" y="109502"/>
                </a:lnTo>
                <a:lnTo>
                  <a:pt x="260612" y="112589"/>
                </a:lnTo>
                <a:lnTo>
                  <a:pt x="213415" y="112589"/>
                </a:lnTo>
                <a:lnTo>
                  <a:pt x="213415" y="109502"/>
                </a:lnTo>
                <a:lnTo>
                  <a:pt x="217558" y="109502"/>
                </a:lnTo>
                <a:cubicBezTo>
                  <a:pt x="222215" y="109502"/>
                  <a:pt x="225546" y="107993"/>
                  <a:pt x="227550" y="104976"/>
                </a:cubicBezTo>
                <a:cubicBezTo>
                  <a:pt x="228633" y="103305"/>
                  <a:pt x="229174" y="99344"/>
                  <a:pt x="229174" y="93093"/>
                </a:cubicBezTo>
                <a:lnTo>
                  <a:pt x="229174" y="21933"/>
                </a:lnTo>
                <a:cubicBezTo>
                  <a:pt x="229174" y="15035"/>
                  <a:pt x="228443" y="10751"/>
                  <a:pt x="226981" y="9080"/>
                </a:cubicBezTo>
                <a:cubicBezTo>
                  <a:pt x="224869" y="6709"/>
                  <a:pt x="221728" y="5524"/>
                  <a:pt x="217558" y="5524"/>
                </a:cubicBezTo>
                <a:lnTo>
                  <a:pt x="213415" y="5524"/>
                </a:lnTo>
                <a:lnTo>
                  <a:pt x="213415" y="2437"/>
                </a:lnTo>
                <a:lnTo>
                  <a:pt x="253788" y="2437"/>
                </a:lnTo>
                <a:cubicBezTo>
                  <a:pt x="263644" y="2437"/>
                  <a:pt x="271415" y="3454"/>
                  <a:pt x="277102" y="5488"/>
                </a:cubicBezTo>
                <a:cubicBezTo>
                  <a:pt x="282788" y="7521"/>
                  <a:pt x="287581" y="10950"/>
                  <a:pt x="291480" y="15777"/>
                </a:cubicBezTo>
                <a:cubicBezTo>
                  <a:pt x="295379" y="20604"/>
                  <a:pt x="297329" y="26324"/>
                  <a:pt x="297329" y="32940"/>
                </a:cubicBezTo>
                <a:cubicBezTo>
                  <a:pt x="297329" y="41942"/>
                  <a:pt x="294364" y="49263"/>
                  <a:pt x="288434" y="54903"/>
                </a:cubicBezTo>
                <a:cubicBezTo>
                  <a:pt x="282504" y="60542"/>
                  <a:pt x="274123" y="63362"/>
                  <a:pt x="263292" y="63362"/>
                </a:cubicBezTo>
                <a:cubicBezTo>
                  <a:pt x="260639" y="63362"/>
                  <a:pt x="257768" y="63169"/>
                  <a:pt x="254682" y="62785"/>
                </a:cubicBezTo>
                <a:cubicBezTo>
                  <a:pt x="251595" y="62399"/>
                  <a:pt x="248291" y="61822"/>
                  <a:pt x="244771" y="61052"/>
                </a:cubicBezTo>
                <a:moveTo>
                  <a:pt x="244771" y="56378"/>
                </a:moveTo>
                <a:cubicBezTo>
                  <a:pt x="247641" y="56920"/>
                  <a:pt x="250187" y="57326"/>
                  <a:pt x="252407" y="57597"/>
                </a:cubicBezTo>
                <a:cubicBezTo>
                  <a:pt x="254627" y="57866"/>
                  <a:pt x="256523" y="58000"/>
                  <a:pt x="258093" y="58000"/>
                </a:cubicBezTo>
                <a:cubicBezTo>
                  <a:pt x="263725" y="58000"/>
                  <a:pt x="268586" y="55825"/>
                  <a:pt x="272675" y="51474"/>
                </a:cubicBezTo>
                <a:cubicBezTo>
                  <a:pt x="276763" y="47121"/>
                  <a:pt x="278808" y="41484"/>
                  <a:pt x="278808" y="34562"/>
                </a:cubicBezTo>
                <a:cubicBezTo>
                  <a:pt x="278808" y="29805"/>
                  <a:pt x="277833" y="25385"/>
                  <a:pt x="275883" y="21303"/>
                </a:cubicBezTo>
                <a:cubicBezTo>
                  <a:pt x="273934" y="17221"/>
                  <a:pt x="271172" y="14167"/>
                  <a:pt x="267598" y="12139"/>
                </a:cubicBezTo>
                <a:cubicBezTo>
                  <a:pt x="264023" y="10112"/>
                  <a:pt x="259962" y="9098"/>
                  <a:pt x="255413" y="9098"/>
                </a:cubicBezTo>
                <a:cubicBezTo>
                  <a:pt x="252651" y="9098"/>
                  <a:pt x="249104" y="9612"/>
                  <a:pt x="244771" y="10639"/>
                </a:cubicBezTo>
                <a:lnTo>
                  <a:pt x="244771" y="56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Remotecontrol">
            <a:extLst xmlns:a="http://schemas.openxmlformats.org/drawingml/2006/main">
              <a:ext uri="{FF2B5EF4-FFF2-40B4-BE49-F238E27FC236}">
                <a16:creationId xmlns:a16="http://schemas.microsoft.com/office/drawing/2014/main" id="{127ADBA1-5150-4270-A59C-0774D8AB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52" y="409442"/>
            <a:ext cx="1020394" cy="117788"/>
          </a:xfrm>
          <a:custGeom xmlns:a="http://schemas.openxmlformats.org/drawingml/2006/main">
            <a:pathLst>
              <a:path w="1020394" h="117788">
                <a:moveTo>
                  <a:pt x="109583" y="115513"/>
                </a:moveTo>
                <a:lnTo>
                  <a:pt x="80177" y="115513"/>
                </a:lnTo>
                <a:lnTo>
                  <a:pt x="42891" y="64011"/>
                </a:lnTo>
                <a:cubicBezTo>
                  <a:pt x="40129" y="64120"/>
                  <a:pt x="37882" y="64174"/>
                  <a:pt x="36149" y="64174"/>
                </a:cubicBezTo>
                <a:cubicBezTo>
                  <a:pt x="35445" y="64174"/>
                  <a:pt x="34686" y="64160"/>
                  <a:pt x="33874" y="64133"/>
                </a:cubicBezTo>
                <a:cubicBezTo>
                  <a:pt x="33062" y="64106"/>
                  <a:pt x="32222" y="64066"/>
                  <a:pt x="31356" y="64011"/>
                </a:cubicBezTo>
                <a:lnTo>
                  <a:pt x="31356" y="96017"/>
                </a:lnTo>
                <a:cubicBezTo>
                  <a:pt x="31356" y="102915"/>
                  <a:pt x="32114" y="107199"/>
                  <a:pt x="33630" y="108870"/>
                </a:cubicBezTo>
                <a:cubicBezTo>
                  <a:pt x="35688" y="111241"/>
                  <a:pt x="38775" y="112426"/>
                  <a:pt x="42891" y="112426"/>
                </a:cubicBezTo>
                <a:lnTo>
                  <a:pt x="47196" y="112426"/>
                </a:lnTo>
                <a:lnTo>
                  <a:pt x="47196" y="115513"/>
                </a:lnTo>
                <a:lnTo>
                  <a:pt x="0" y="115513"/>
                </a:lnTo>
                <a:lnTo>
                  <a:pt x="0" y="112426"/>
                </a:lnTo>
                <a:lnTo>
                  <a:pt x="4143" y="112426"/>
                </a:lnTo>
                <a:cubicBezTo>
                  <a:pt x="8800" y="112426"/>
                  <a:pt x="12131" y="110917"/>
                  <a:pt x="14135" y="107900"/>
                </a:cubicBezTo>
                <a:cubicBezTo>
                  <a:pt x="15272" y="106230"/>
                  <a:pt x="15840" y="102269"/>
                  <a:pt x="15840" y="96017"/>
                </a:cubicBezTo>
                <a:lnTo>
                  <a:pt x="15840" y="24857"/>
                </a:lnTo>
                <a:cubicBezTo>
                  <a:pt x="15840" y="17959"/>
                  <a:pt x="15082" y="13675"/>
                  <a:pt x="13566" y="12005"/>
                </a:cubicBezTo>
                <a:cubicBezTo>
                  <a:pt x="11454" y="9634"/>
                  <a:pt x="8313" y="8448"/>
                  <a:pt x="4143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0129" y="5361"/>
                </a:lnTo>
                <a:cubicBezTo>
                  <a:pt x="51827" y="5361"/>
                  <a:pt x="60451" y="6213"/>
                  <a:pt x="66002" y="7918"/>
                </a:cubicBezTo>
                <a:cubicBezTo>
                  <a:pt x="71553" y="9622"/>
                  <a:pt x="76264" y="12760"/>
                  <a:pt x="80136" y="17333"/>
                </a:cubicBezTo>
                <a:cubicBezTo>
                  <a:pt x="84008" y="21904"/>
                  <a:pt x="85944" y="27354"/>
                  <a:pt x="85944" y="33684"/>
                </a:cubicBezTo>
                <a:cubicBezTo>
                  <a:pt x="85944" y="40448"/>
                  <a:pt x="83737" y="46319"/>
                  <a:pt x="79324" y="51296"/>
                </a:cubicBezTo>
                <a:cubicBezTo>
                  <a:pt x="74910" y="56273"/>
                  <a:pt x="68073" y="59790"/>
                  <a:pt x="58813" y="61846"/>
                </a:cubicBezTo>
                <a:lnTo>
                  <a:pt x="81558" y="93418"/>
                </a:lnTo>
                <a:cubicBezTo>
                  <a:pt x="86757" y="100675"/>
                  <a:pt x="91224" y="105494"/>
                  <a:pt x="94961" y="107877"/>
                </a:cubicBezTo>
                <a:cubicBezTo>
                  <a:pt x="98698" y="110260"/>
                  <a:pt x="103572" y="111776"/>
                  <a:pt x="109583" y="112426"/>
                </a:cubicBezTo>
                <a:lnTo>
                  <a:pt x="109583" y="115513"/>
                </a:lnTo>
                <a:moveTo>
                  <a:pt x="31356" y="58813"/>
                </a:moveTo>
                <a:cubicBezTo>
                  <a:pt x="32385" y="58813"/>
                  <a:pt x="33278" y="58826"/>
                  <a:pt x="34037" y="58853"/>
                </a:cubicBezTo>
                <a:cubicBezTo>
                  <a:pt x="34795" y="58880"/>
                  <a:pt x="35417" y="58894"/>
                  <a:pt x="35905" y="58894"/>
                </a:cubicBezTo>
                <a:cubicBezTo>
                  <a:pt x="46411" y="58894"/>
                  <a:pt x="54331" y="56623"/>
                  <a:pt x="59665" y="52083"/>
                </a:cubicBezTo>
                <a:cubicBezTo>
                  <a:pt x="65000" y="47541"/>
                  <a:pt x="67667" y="41755"/>
                  <a:pt x="67667" y="34727"/>
                </a:cubicBezTo>
                <a:cubicBezTo>
                  <a:pt x="67667" y="27861"/>
                  <a:pt x="65514" y="22280"/>
                  <a:pt x="61209" y="17983"/>
                </a:cubicBezTo>
                <a:cubicBezTo>
                  <a:pt x="56904" y="13684"/>
                  <a:pt x="51204" y="11535"/>
                  <a:pt x="44109" y="11535"/>
                </a:cubicBezTo>
                <a:cubicBezTo>
                  <a:pt x="40968" y="11535"/>
                  <a:pt x="36717" y="12077"/>
                  <a:pt x="31356" y="13160"/>
                </a:cubicBezTo>
                <a:lnTo>
                  <a:pt x="31356" y="58813"/>
                </a:lnTo>
                <a:close/>
                <a:moveTo>
                  <a:pt x="125578" y="69210"/>
                </a:moveTo>
                <a:cubicBezTo>
                  <a:pt x="125524" y="80207"/>
                  <a:pt x="128205" y="88832"/>
                  <a:pt x="133620" y="95086"/>
                </a:cubicBezTo>
                <a:cubicBezTo>
                  <a:pt x="139036" y="101339"/>
                  <a:pt x="145399" y="104465"/>
                  <a:pt x="152710" y="104465"/>
                </a:cubicBezTo>
                <a:cubicBezTo>
                  <a:pt x="157584" y="104465"/>
                  <a:pt x="161821" y="103119"/>
                  <a:pt x="165423" y="100427"/>
                </a:cubicBezTo>
                <a:cubicBezTo>
                  <a:pt x="169024" y="97734"/>
                  <a:pt x="172043" y="93123"/>
                  <a:pt x="174480" y="86594"/>
                </a:cubicBezTo>
                <a:lnTo>
                  <a:pt x="176998" y="88226"/>
                </a:lnTo>
                <a:cubicBezTo>
                  <a:pt x="175861" y="95685"/>
                  <a:pt x="172558" y="102476"/>
                  <a:pt x="167088" y="108601"/>
                </a:cubicBezTo>
                <a:cubicBezTo>
                  <a:pt x="161618" y="114725"/>
                  <a:pt x="154768" y="117788"/>
                  <a:pt x="146536" y="117788"/>
                </a:cubicBezTo>
                <a:cubicBezTo>
                  <a:pt x="137600" y="117788"/>
                  <a:pt x="129951" y="114316"/>
                  <a:pt x="123588" y="107372"/>
                </a:cubicBezTo>
                <a:cubicBezTo>
                  <a:pt x="117225" y="100427"/>
                  <a:pt x="114043" y="91090"/>
                  <a:pt x="114043" y="79362"/>
                </a:cubicBezTo>
                <a:cubicBezTo>
                  <a:pt x="114043" y="66663"/>
                  <a:pt x="117306" y="56760"/>
                  <a:pt x="123832" y="49654"/>
                </a:cubicBezTo>
                <a:cubicBezTo>
                  <a:pt x="130357" y="42546"/>
                  <a:pt x="138548" y="38992"/>
                  <a:pt x="148404" y="38992"/>
                </a:cubicBezTo>
                <a:cubicBezTo>
                  <a:pt x="156744" y="38992"/>
                  <a:pt x="163595" y="41733"/>
                  <a:pt x="168956" y="47217"/>
                </a:cubicBezTo>
                <a:cubicBezTo>
                  <a:pt x="174318" y="52698"/>
                  <a:pt x="176998" y="60029"/>
                  <a:pt x="176998" y="69210"/>
                </a:cubicBezTo>
                <a:lnTo>
                  <a:pt x="125578" y="69210"/>
                </a:lnTo>
                <a:moveTo>
                  <a:pt x="125578" y="64499"/>
                </a:moveTo>
                <a:lnTo>
                  <a:pt x="160021" y="64499"/>
                </a:lnTo>
                <a:cubicBezTo>
                  <a:pt x="159750" y="59772"/>
                  <a:pt x="159181" y="56442"/>
                  <a:pt x="158315" y="54510"/>
                </a:cubicBezTo>
                <a:cubicBezTo>
                  <a:pt x="156961" y="51501"/>
                  <a:pt x="154944" y="49137"/>
                  <a:pt x="152263" y="47420"/>
                </a:cubicBezTo>
                <a:cubicBezTo>
                  <a:pt x="149582" y="45700"/>
                  <a:pt x="146780" y="44841"/>
                  <a:pt x="143855" y="44841"/>
                </a:cubicBezTo>
                <a:cubicBezTo>
                  <a:pt x="139361" y="44841"/>
                  <a:pt x="135339" y="46573"/>
                  <a:pt x="131792" y="50037"/>
                </a:cubicBezTo>
                <a:cubicBezTo>
                  <a:pt x="128245" y="53501"/>
                  <a:pt x="126174" y="58322"/>
                  <a:pt x="125578" y="64499"/>
                </a:cubicBezTo>
                <a:close/>
                <a:moveTo>
                  <a:pt x="208577" y="54972"/>
                </a:moveTo>
                <a:cubicBezTo>
                  <a:pt x="213992" y="49509"/>
                  <a:pt x="217188" y="46368"/>
                  <a:pt x="218162" y="45549"/>
                </a:cubicBezTo>
                <a:cubicBezTo>
                  <a:pt x="220599" y="43472"/>
                  <a:pt x="223226" y="41860"/>
                  <a:pt x="226042" y="40713"/>
                </a:cubicBezTo>
                <a:cubicBezTo>
                  <a:pt x="228858" y="39565"/>
                  <a:pt x="231647" y="38992"/>
                  <a:pt x="234409" y="38992"/>
                </a:cubicBezTo>
                <a:cubicBezTo>
                  <a:pt x="239066" y="38992"/>
                  <a:pt x="243074" y="40357"/>
                  <a:pt x="246431" y="43089"/>
                </a:cubicBezTo>
                <a:cubicBezTo>
                  <a:pt x="249789" y="45820"/>
                  <a:pt x="252036" y="49781"/>
                  <a:pt x="253174" y="54972"/>
                </a:cubicBezTo>
                <a:cubicBezTo>
                  <a:pt x="258752" y="48416"/>
                  <a:pt x="263463" y="44114"/>
                  <a:pt x="267308" y="42066"/>
                </a:cubicBezTo>
                <a:cubicBezTo>
                  <a:pt x="271153" y="40016"/>
                  <a:pt x="275107" y="38992"/>
                  <a:pt x="279168" y="38992"/>
                </a:cubicBezTo>
                <a:cubicBezTo>
                  <a:pt x="283122" y="38992"/>
                  <a:pt x="286628" y="40005"/>
                  <a:pt x="289688" y="42030"/>
                </a:cubicBezTo>
                <a:cubicBezTo>
                  <a:pt x="292748" y="44054"/>
                  <a:pt x="295171" y="47362"/>
                  <a:pt x="296958" y="51953"/>
                </a:cubicBezTo>
                <a:cubicBezTo>
                  <a:pt x="298150" y="55086"/>
                  <a:pt x="298745" y="60001"/>
                  <a:pt x="298745" y="66697"/>
                </a:cubicBezTo>
                <a:lnTo>
                  <a:pt x="298745" y="98617"/>
                </a:lnTo>
                <a:cubicBezTo>
                  <a:pt x="298745" y="103301"/>
                  <a:pt x="299097" y="106515"/>
                  <a:pt x="299801" y="108258"/>
                </a:cubicBezTo>
                <a:cubicBezTo>
                  <a:pt x="300343" y="109456"/>
                  <a:pt x="301345" y="110477"/>
                  <a:pt x="302807" y="111322"/>
                </a:cubicBezTo>
                <a:cubicBezTo>
                  <a:pt x="304269" y="112166"/>
                  <a:pt x="306652" y="112589"/>
                  <a:pt x="309955" y="112589"/>
                </a:cubicBezTo>
                <a:lnTo>
                  <a:pt x="309955" y="115513"/>
                </a:lnTo>
                <a:lnTo>
                  <a:pt x="273238" y="115513"/>
                </a:lnTo>
                <a:lnTo>
                  <a:pt x="273238" y="112589"/>
                </a:lnTo>
                <a:lnTo>
                  <a:pt x="274782" y="112589"/>
                </a:lnTo>
                <a:cubicBezTo>
                  <a:pt x="277977" y="112589"/>
                  <a:pt x="280468" y="111962"/>
                  <a:pt x="282255" y="110710"/>
                </a:cubicBezTo>
                <a:cubicBezTo>
                  <a:pt x="283501" y="109839"/>
                  <a:pt x="284394" y="108449"/>
                  <a:pt x="284936" y="106542"/>
                </a:cubicBezTo>
                <a:cubicBezTo>
                  <a:pt x="285152" y="105616"/>
                  <a:pt x="285261" y="102974"/>
                  <a:pt x="285261" y="98617"/>
                </a:cubicBezTo>
                <a:lnTo>
                  <a:pt x="285261" y="66819"/>
                </a:lnTo>
                <a:cubicBezTo>
                  <a:pt x="285261" y="60793"/>
                  <a:pt x="284530" y="56542"/>
                  <a:pt x="283067" y="54068"/>
                </a:cubicBezTo>
                <a:cubicBezTo>
                  <a:pt x="280955" y="50624"/>
                  <a:pt x="277571" y="48902"/>
                  <a:pt x="272913" y="48902"/>
                </a:cubicBezTo>
                <a:cubicBezTo>
                  <a:pt x="270043" y="48902"/>
                  <a:pt x="267159" y="49617"/>
                  <a:pt x="264262" y="51047"/>
                </a:cubicBezTo>
                <a:cubicBezTo>
                  <a:pt x="261365" y="52477"/>
                  <a:pt x="257858" y="55134"/>
                  <a:pt x="253742" y="59018"/>
                </a:cubicBezTo>
                <a:lnTo>
                  <a:pt x="253580" y="59909"/>
                </a:lnTo>
                <a:lnTo>
                  <a:pt x="253742" y="63377"/>
                </a:lnTo>
                <a:lnTo>
                  <a:pt x="253742" y="98617"/>
                </a:lnTo>
                <a:cubicBezTo>
                  <a:pt x="253742" y="103738"/>
                  <a:pt x="254027" y="106924"/>
                  <a:pt x="254595" y="108177"/>
                </a:cubicBezTo>
                <a:cubicBezTo>
                  <a:pt x="255164" y="109429"/>
                  <a:pt x="256234" y="110477"/>
                  <a:pt x="257804" y="111322"/>
                </a:cubicBezTo>
                <a:cubicBezTo>
                  <a:pt x="259375" y="112166"/>
                  <a:pt x="262055" y="112589"/>
                  <a:pt x="265846" y="112589"/>
                </a:cubicBezTo>
                <a:lnTo>
                  <a:pt x="265846" y="115513"/>
                </a:lnTo>
                <a:lnTo>
                  <a:pt x="228235" y="115513"/>
                </a:lnTo>
                <a:lnTo>
                  <a:pt x="228235" y="112589"/>
                </a:lnTo>
                <a:cubicBezTo>
                  <a:pt x="232351" y="112589"/>
                  <a:pt x="235181" y="112099"/>
                  <a:pt x="236724" y="111119"/>
                </a:cubicBezTo>
                <a:cubicBezTo>
                  <a:pt x="238268" y="110137"/>
                  <a:pt x="239337" y="108667"/>
                  <a:pt x="239933" y="106707"/>
                </a:cubicBezTo>
                <a:cubicBezTo>
                  <a:pt x="240204" y="105779"/>
                  <a:pt x="240339" y="103083"/>
                  <a:pt x="240339" y="98617"/>
                </a:cubicBezTo>
                <a:lnTo>
                  <a:pt x="240339" y="66839"/>
                </a:lnTo>
                <a:cubicBezTo>
                  <a:pt x="240339" y="60816"/>
                  <a:pt x="239445" y="56471"/>
                  <a:pt x="237658" y="53804"/>
                </a:cubicBezTo>
                <a:cubicBezTo>
                  <a:pt x="235275" y="50319"/>
                  <a:pt x="231945" y="48577"/>
                  <a:pt x="227667" y="48577"/>
                </a:cubicBezTo>
                <a:cubicBezTo>
                  <a:pt x="224742" y="48577"/>
                  <a:pt x="221845" y="49366"/>
                  <a:pt x="218975" y="50943"/>
                </a:cubicBezTo>
                <a:cubicBezTo>
                  <a:pt x="214480" y="53336"/>
                  <a:pt x="211014" y="56028"/>
                  <a:pt x="208577" y="59018"/>
                </a:cubicBezTo>
                <a:lnTo>
                  <a:pt x="208577" y="98617"/>
                </a:lnTo>
                <a:cubicBezTo>
                  <a:pt x="208577" y="103519"/>
                  <a:pt x="208915" y="106706"/>
                  <a:pt x="209592" y="108177"/>
                </a:cubicBezTo>
                <a:cubicBezTo>
                  <a:pt x="210269" y="109647"/>
                  <a:pt x="211271" y="110751"/>
                  <a:pt x="212598" y="111487"/>
                </a:cubicBezTo>
                <a:cubicBezTo>
                  <a:pt x="213925" y="112221"/>
                  <a:pt x="216619" y="112589"/>
                  <a:pt x="220681" y="112589"/>
                </a:cubicBezTo>
                <a:lnTo>
                  <a:pt x="220681" y="115513"/>
                </a:lnTo>
                <a:lnTo>
                  <a:pt x="183882" y="115513"/>
                </a:lnTo>
                <a:lnTo>
                  <a:pt x="183882" y="112589"/>
                </a:lnTo>
                <a:cubicBezTo>
                  <a:pt x="187294" y="112589"/>
                  <a:pt x="189677" y="112221"/>
                  <a:pt x="191031" y="111487"/>
                </a:cubicBezTo>
                <a:cubicBezTo>
                  <a:pt x="192385" y="110751"/>
                  <a:pt x="193413" y="109580"/>
                  <a:pt x="194118" y="107974"/>
                </a:cubicBezTo>
                <a:cubicBezTo>
                  <a:pt x="194822" y="106366"/>
                  <a:pt x="195174" y="103247"/>
                  <a:pt x="195174" y="98617"/>
                </a:cubicBezTo>
                <a:lnTo>
                  <a:pt x="195174" y="70348"/>
                </a:lnTo>
                <a:cubicBezTo>
                  <a:pt x="195174" y="62170"/>
                  <a:pt x="194930" y="56890"/>
                  <a:pt x="194442" y="54507"/>
                </a:cubicBezTo>
                <a:cubicBezTo>
                  <a:pt x="194063" y="52720"/>
                  <a:pt x="193468" y="51488"/>
                  <a:pt x="192655" y="50811"/>
                </a:cubicBezTo>
                <a:cubicBezTo>
                  <a:pt x="191843" y="50134"/>
                  <a:pt x="190733" y="49796"/>
                  <a:pt x="189325" y="49796"/>
                </a:cubicBezTo>
                <a:cubicBezTo>
                  <a:pt x="187808" y="49796"/>
                  <a:pt x="185994" y="50202"/>
                  <a:pt x="183882" y="51014"/>
                </a:cubicBezTo>
                <a:lnTo>
                  <a:pt x="182664" y="48090"/>
                </a:lnTo>
                <a:lnTo>
                  <a:pt x="205084" y="38992"/>
                </a:lnTo>
                <a:lnTo>
                  <a:pt x="208577" y="38992"/>
                </a:lnTo>
                <a:lnTo>
                  <a:pt x="208577" y="54972"/>
                </a:lnTo>
                <a:close/>
                <a:moveTo>
                  <a:pt x="351940" y="38992"/>
                </a:moveTo>
                <a:cubicBezTo>
                  <a:pt x="363204" y="38992"/>
                  <a:pt x="372248" y="43266"/>
                  <a:pt x="379072" y="51814"/>
                </a:cubicBezTo>
                <a:cubicBezTo>
                  <a:pt x="384866" y="59116"/>
                  <a:pt x="387764" y="67502"/>
                  <a:pt x="387764" y="76971"/>
                </a:cubicBezTo>
                <a:cubicBezTo>
                  <a:pt x="387764" y="83625"/>
                  <a:pt x="386166" y="90360"/>
                  <a:pt x="382971" y="97177"/>
                </a:cubicBezTo>
                <a:cubicBezTo>
                  <a:pt x="379776" y="103992"/>
                  <a:pt x="375376" y="109131"/>
                  <a:pt x="369771" y="112594"/>
                </a:cubicBezTo>
                <a:cubicBezTo>
                  <a:pt x="364166" y="116056"/>
                  <a:pt x="357924" y="117788"/>
                  <a:pt x="351046" y="117788"/>
                </a:cubicBezTo>
                <a:cubicBezTo>
                  <a:pt x="339836" y="117788"/>
                  <a:pt x="330928" y="113324"/>
                  <a:pt x="324321" y="104397"/>
                </a:cubicBezTo>
                <a:cubicBezTo>
                  <a:pt x="318743" y="96878"/>
                  <a:pt x="315954" y="88439"/>
                  <a:pt x="315954" y="79080"/>
                </a:cubicBezTo>
                <a:cubicBezTo>
                  <a:pt x="315954" y="72263"/>
                  <a:pt x="317646" y="65487"/>
                  <a:pt x="321031" y="58752"/>
                </a:cubicBezTo>
                <a:cubicBezTo>
                  <a:pt x="324416" y="52016"/>
                  <a:pt x="328870" y="47039"/>
                  <a:pt x="334394" y="43820"/>
                </a:cubicBezTo>
                <a:cubicBezTo>
                  <a:pt x="339918" y="40601"/>
                  <a:pt x="345766" y="38992"/>
                  <a:pt x="351940" y="38992"/>
                </a:cubicBezTo>
                <a:moveTo>
                  <a:pt x="349422" y="44353"/>
                </a:moveTo>
                <a:cubicBezTo>
                  <a:pt x="346552" y="44353"/>
                  <a:pt x="343668" y="45204"/>
                  <a:pt x="340771" y="46904"/>
                </a:cubicBezTo>
                <a:cubicBezTo>
                  <a:pt x="337873" y="48603"/>
                  <a:pt x="335531" y="51585"/>
                  <a:pt x="333744" y="55848"/>
                </a:cubicBezTo>
                <a:cubicBezTo>
                  <a:pt x="331957" y="60111"/>
                  <a:pt x="331063" y="65587"/>
                  <a:pt x="331063" y="72277"/>
                </a:cubicBezTo>
                <a:cubicBezTo>
                  <a:pt x="331063" y="83069"/>
                  <a:pt x="333216" y="92378"/>
                  <a:pt x="337521" y="100203"/>
                </a:cubicBezTo>
                <a:cubicBezTo>
                  <a:pt x="341827" y="108027"/>
                  <a:pt x="347499" y="111939"/>
                  <a:pt x="354539" y="111939"/>
                </a:cubicBezTo>
                <a:cubicBezTo>
                  <a:pt x="359793" y="111939"/>
                  <a:pt x="364125" y="109780"/>
                  <a:pt x="367537" y="105463"/>
                </a:cubicBezTo>
                <a:cubicBezTo>
                  <a:pt x="370949" y="101146"/>
                  <a:pt x="372654" y="93727"/>
                  <a:pt x="372654" y="83205"/>
                </a:cubicBezTo>
                <a:cubicBezTo>
                  <a:pt x="372654" y="70039"/>
                  <a:pt x="369811" y="59678"/>
                  <a:pt x="364125" y="52124"/>
                </a:cubicBezTo>
                <a:cubicBezTo>
                  <a:pt x="360280" y="46943"/>
                  <a:pt x="355379" y="44353"/>
                  <a:pt x="349422" y="44353"/>
                </a:cubicBezTo>
                <a:close/>
                <a:moveTo>
                  <a:pt x="420042" y="16571"/>
                </a:moveTo>
                <a:lnTo>
                  <a:pt x="420042" y="41104"/>
                </a:lnTo>
                <a:lnTo>
                  <a:pt x="437426" y="41104"/>
                </a:lnTo>
                <a:lnTo>
                  <a:pt x="437426" y="46628"/>
                </a:lnTo>
                <a:lnTo>
                  <a:pt x="420042" y="46790"/>
                </a:lnTo>
                <a:lnTo>
                  <a:pt x="420042" y="95108"/>
                </a:lnTo>
                <a:cubicBezTo>
                  <a:pt x="420042" y="99933"/>
                  <a:pt x="420733" y="103187"/>
                  <a:pt x="422113" y="104869"/>
                </a:cubicBezTo>
                <a:cubicBezTo>
                  <a:pt x="423494" y="106550"/>
                  <a:pt x="425268" y="107390"/>
                  <a:pt x="427434" y="107390"/>
                </a:cubicBezTo>
                <a:cubicBezTo>
                  <a:pt x="429221" y="107390"/>
                  <a:pt x="430954" y="106828"/>
                  <a:pt x="432633" y="105704"/>
                </a:cubicBezTo>
                <a:cubicBezTo>
                  <a:pt x="434312" y="104580"/>
                  <a:pt x="435612" y="102922"/>
                  <a:pt x="436532" y="100729"/>
                </a:cubicBezTo>
                <a:lnTo>
                  <a:pt x="439700" y="100729"/>
                </a:lnTo>
                <a:cubicBezTo>
                  <a:pt x="437805" y="106063"/>
                  <a:pt x="435124" y="110077"/>
                  <a:pt x="431658" y="112771"/>
                </a:cubicBezTo>
                <a:cubicBezTo>
                  <a:pt x="428192" y="115466"/>
                  <a:pt x="424618" y="116813"/>
                  <a:pt x="420936" y="116813"/>
                </a:cubicBezTo>
                <a:cubicBezTo>
                  <a:pt x="418444" y="116813"/>
                  <a:pt x="416007" y="116120"/>
                  <a:pt x="413625" y="114734"/>
                </a:cubicBezTo>
                <a:cubicBezTo>
                  <a:pt x="411242" y="113348"/>
                  <a:pt x="409482" y="111364"/>
                  <a:pt x="408345" y="108783"/>
                </a:cubicBezTo>
                <a:cubicBezTo>
                  <a:pt x="407207" y="106203"/>
                  <a:pt x="406639" y="102222"/>
                  <a:pt x="406639" y="96842"/>
                </a:cubicBezTo>
                <a:lnTo>
                  <a:pt x="406639" y="46628"/>
                </a:lnTo>
                <a:lnTo>
                  <a:pt x="394860" y="46628"/>
                </a:lnTo>
                <a:lnTo>
                  <a:pt x="394860" y="44023"/>
                </a:lnTo>
                <a:cubicBezTo>
                  <a:pt x="397838" y="42838"/>
                  <a:pt x="400885" y="40833"/>
                  <a:pt x="403999" y="38007"/>
                </a:cubicBezTo>
                <a:cubicBezTo>
                  <a:pt x="407112" y="35181"/>
                  <a:pt x="409888" y="31812"/>
                  <a:pt x="412325" y="27901"/>
                </a:cubicBezTo>
                <a:cubicBezTo>
                  <a:pt x="413570" y="25836"/>
                  <a:pt x="415303" y="22060"/>
                  <a:pt x="417524" y="16571"/>
                </a:cubicBezTo>
                <a:lnTo>
                  <a:pt x="420042" y="16571"/>
                </a:lnTo>
                <a:close/>
                <a:moveTo>
                  <a:pt x="457123" y="69210"/>
                </a:moveTo>
                <a:cubicBezTo>
                  <a:pt x="457069" y="80207"/>
                  <a:pt x="459750" y="88832"/>
                  <a:pt x="465165" y="95086"/>
                </a:cubicBezTo>
                <a:cubicBezTo>
                  <a:pt x="470581" y="101339"/>
                  <a:pt x="476944" y="104465"/>
                  <a:pt x="484255" y="104465"/>
                </a:cubicBezTo>
                <a:cubicBezTo>
                  <a:pt x="489129" y="104465"/>
                  <a:pt x="493367" y="103119"/>
                  <a:pt x="496968" y="100427"/>
                </a:cubicBezTo>
                <a:cubicBezTo>
                  <a:pt x="500569" y="97734"/>
                  <a:pt x="503588" y="93123"/>
                  <a:pt x="506025" y="86594"/>
                </a:cubicBezTo>
                <a:lnTo>
                  <a:pt x="508544" y="88226"/>
                </a:lnTo>
                <a:cubicBezTo>
                  <a:pt x="507406" y="95685"/>
                  <a:pt x="504103" y="102476"/>
                  <a:pt x="498633" y="108601"/>
                </a:cubicBezTo>
                <a:cubicBezTo>
                  <a:pt x="493163" y="114725"/>
                  <a:pt x="486313" y="117788"/>
                  <a:pt x="478081" y="117788"/>
                </a:cubicBezTo>
                <a:cubicBezTo>
                  <a:pt x="469146" y="117788"/>
                  <a:pt x="461496" y="114316"/>
                  <a:pt x="455133" y="107372"/>
                </a:cubicBezTo>
                <a:cubicBezTo>
                  <a:pt x="448770" y="100427"/>
                  <a:pt x="445588" y="91090"/>
                  <a:pt x="445588" y="79362"/>
                </a:cubicBezTo>
                <a:cubicBezTo>
                  <a:pt x="445588" y="66663"/>
                  <a:pt x="448851" y="56760"/>
                  <a:pt x="455377" y="49654"/>
                </a:cubicBezTo>
                <a:cubicBezTo>
                  <a:pt x="461902" y="42546"/>
                  <a:pt x="470093" y="38992"/>
                  <a:pt x="479950" y="38992"/>
                </a:cubicBezTo>
                <a:cubicBezTo>
                  <a:pt x="488289" y="38992"/>
                  <a:pt x="495140" y="41733"/>
                  <a:pt x="500501" y="47217"/>
                </a:cubicBezTo>
                <a:cubicBezTo>
                  <a:pt x="505863" y="52698"/>
                  <a:pt x="508544" y="60029"/>
                  <a:pt x="508544" y="69210"/>
                </a:cubicBezTo>
                <a:lnTo>
                  <a:pt x="457123" y="69210"/>
                </a:lnTo>
                <a:moveTo>
                  <a:pt x="457123" y="64499"/>
                </a:moveTo>
                <a:lnTo>
                  <a:pt x="491566" y="64499"/>
                </a:lnTo>
                <a:cubicBezTo>
                  <a:pt x="491295" y="59772"/>
                  <a:pt x="490726" y="56442"/>
                  <a:pt x="489860" y="54510"/>
                </a:cubicBezTo>
                <a:cubicBezTo>
                  <a:pt x="488506" y="51501"/>
                  <a:pt x="486489" y="49137"/>
                  <a:pt x="483808" y="47420"/>
                </a:cubicBezTo>
                <a:cubicBezTo>
                  <a:pt x="481127" y="45700"/>
                  <a:pt x="478325" y="44841"/>
                  <a:pt x="475401" y="44841"/>
                </a:cubicBezTo>
                <a:cubicBezTo>
                  <a:pt x="470906" y="44841"/>
                  <a:pt x="466885" y="46573"/>
                  <a:pt x="463337" y="50037"/>
                </a:cubicBezTo>
                <a:cubicBezTo>
                  <a:pt x="459790" y="53501"/>
                  <a:pt x="457719" y="58322"/>
                  <a:pt x="457123" y="64499"/>
                </a:cubicBezTo>
                <a:close/>
                <a:moveTo>
                  <a:pt x="622670" y="87244"/>
                </a:moveTo>
                <a:cubicBezTo>
                  <a:pt x="620666" y="97046"/>
                  <a:pt x="616740" y="104587"/>
                  <a:pt x="610891" y="109867"/>
                </a:cubicBezTo>
                <a:cubicBezTo>
                  <a:pt x="605042" y="115147"/>
                  <a:pt x="598571" y="117788"/>
                  <a:pt x="591476" y="117788"/>
                </a:cubicBezTo>
                <a:cubicBezTo>
                  <a:pt x="583028" y="117788"/>
                  <a:pt x="575663" y="114245"/>
                  <a:pt x="569381" y="107159"/>
                </a:cubicBezTo>
                <a:cubicBezTo>
                  <a:pt x="563099" y="100071"/>
                  <a:pt x="559958" y="90495"/>
                  <a:pt x="559958" y="78430"/>
                </a:cubicBezTo>
                <a:cubicBezTo>
                  <a:pt x="559958" y="66745"/>
                  <a:pt x="563437" y="57251"/>
                  <a:pt x="570396" y="49948"/>
                </a:cubicBezTo>
                <a:cubicBezTo>
                  <a:pt x="577355" y="42644"/>
                  <a:pt x="585709" y="38992"/>
                  <a:pt x="595457" y="38992"/>
                </a:cubicBezTo>
                <a:cubicBezTo>
                  <a:pt x="602768" y="38992"/>
                  <a:pt x="608779" y="40935"/>
                  <a:pt x="613490" y="44820"/>
                </a:cubicBezTo>
                <a:cubicBezTo>
                  <a:pt x="618202" y="48704"/>
                  <a:pt x="620558" y="52738"/>
                  <a:pt x="620558" y="56921"/>
                </a:cubicBezTo>
                <a:cubicBezTo>
                  <a:pt x="620558" y="58986"/>
                  <a:pt x="619894" y="60657"/>
                  <a:pt x="618567" y="61935"/>
                </a:cubicBezTo>
                <a:cubicBezTo>
                  <a:pt x="617241" y="63211"/>
                  <a:pt x="615386" y="63849"/>
                  <a:pt x="613003" y="63849"/>
                </a:cubicBezTo>
                <a:cubicBezTo>
                  <a:pt x="609808" y="63849"/>
                  <a:pt x="607398" y="62812"/>
                  <a:pt x="605773" y="60737"/>
                </a:cubicBezTo>
                <a:cubicBezTo>
                  <a:pt x="604853" y="59589"/>
                  <a:pt x="604243" y="57405"/>
                  <a:pt x="603945" y="54182"/>
                </a:cubicBezTo>
                <a:cubicBezTo>
                  <a:pt x="603648" y="50960"/>
                  <a:pt x="602551" y="48503"/>
                  <a:pt x="600656" y="46810"/>
                </a:cubicBezTo>
                <a:cubicBezTo>
                  <a:pt x="598760" y="45172"/>
                  <a:pt x="596134" y="44353"/>
                  <a:pt x="592776" y="44353"/>
                </a:cubicBezTo>
                <a:cubicBezTo>
                  <a:pt x="587360" y="44353"/>
                  <a:pt x="583001" y="46357"/>
                  <a:pt x="579697" y="50364"/>
                </a:cubicBezTo>
                <a:cubicBezTo>
                  <a:pt x="575311" y="55672"/>
                  <a:pt x="573118" y="62685"/>
                  <a:pt x="573118" y="71404"/>
                </a:cubicBezTo>
                <a:cubicBezTo>
                  <a:pt x="573118" y="80285"/>
                  <a:pt x="575297" y="88124"/>
                  <a:pt x="579657" y="94921"/>
                </a:cubicBezTo>
                <a:cubicBezTo>
                  <a:pt x="584016" y="101717"/>
                  <a:pt x="589906" y="105115"/>
                  <a:pt x="597325" y="105115"/>
                </a:cubicBezTo>
                <a:cubicBezTo>
                  <a:pt x="602632" y="105115"/>
                  <a:pt x="607398" y="103301"/>
                  <a:pt x="611622" y="99673"/>
                </a:cubicBezTo>
                <a:cubicBezTo>
                  <a:pt x="614601" y="97182"/>
                  <a:pt x="617498" y="92660"/>
                  <a:pt x="620314" y="86107"/>
                </a:cubicBezTo>
                <a:lnTo>
                  <a:pt x="622670" y="87244"/>
                </a:lnTo>
                <a:close/>
                <a:moveTo>
                  <a:pt x="669276" y="38992"/>
                </a:moveTo>
                <a:cubicBezTo>
                  <a:pt x="680541" y="38992"/>
                  <a:pt x="689584" y="43266"/>
                  <a:pt x="696408" y="51814"/>
                </a:cubicBezTo>
                <a:cubicBezTo>
                  <a:pt x="702203" y="59116"/>
                  <a:pt x="705100" y="67502"/>
                  <a:pt x="705100" y="76971"/>
                </a:cubicBezTo>
                <a:cubicBezTo>
                  <a:pt x="705100" y="83625"/>
                  <a:pt x="703502" y="90360"/>
                  <a:pt x="700307" y="97177"/>
                </a:cubicBezTo>
                <a:cubicBezTo>
                  <a:pt x="697112" y="103992"/>
                  <a:pt x="692712" y="109131"/>
                  <a:pt x="687107" y="112594"/>
                </a:cubicBezTo>
                <a:cubicBezTo>
                  <a:pt x="681502" y="116056"/>
                  <a:pt x="675260" y="117788"/>
                  <a:pt x="668383" y="117788"/>
                </a:cubicBezTo>
                <a:cubicBezTo>
                  <a:pt x="657173" y="117788"/>
                  <a:pt x="648264" y="113324"/>
                  <a:pt x="641657" y="104397"/>
                </a:cubicBezTo>
                <a:cubicBezTo>
                  <a:pt x="636079" y="96878"/>
                  <a:pt x="633290" y="88439"/>
                  <a:pt x="633290" y="79080"/>
                </a:cubicBezTo>
                <a:cubicBezTo>
                  <a:pt x="633290" y="72263"/>
                  <a:pt x="634983" y="65487"/>
                  <a:pt x="638367" y="58752"/>
                </a:cubicBezTo>
                <a:cubicBezTo>
                  <a:pt x="641752" y="52016"/>
                  <a:pt x="646206" y="47039"/>
                  <a:pt x="651730" y="43820"/>
                </a:cubicBezTo>
                <a:cubicBezTo>
                  <a:pt x="657254" y="40601"/>
                  <a:pt x="663103" y="38992"/>
                  <a:pt x="669276" y="38992"/>
                </a:cubicBezTo>
                <a:moveTo>
                  <a:pt x="666758" y="44353"/>
                </a:moveTo>
                <a:cubicBezTo>
                  <a:pt x="663888" y="44353"/>
                  <a:pt x="661004" y="45204"/>
                  <a:pt x="658107" y="46904"/>
                </a:cubicBezTo>
                <a:cubicBezTo>
                  <a:pt x="655209" y="48603"/>
                  <a:pt x="652867" y="51585"/>
                  <a:pt x="651080" y="55848"/>
                </a:cubicBezTo>
                <a:cubicBezTo>
                  <a:pt x="649293" y="60111"/>
                  <a:pt x="648399" y="65587"/>
                  <a:pt x="648399" y="72277"/>
                </a:cubicBezTo>
                <a:cubicBezTo>
                  <a:pt x="648399" y="83069"/>
                  <a:pt x="650552" y="92378"/>
                  <a:pt x="654857" y="100203"/>
                </a:cubicBezTo>
                <a:cubicBezTo>
                  <a:pt x="659163" y="108027"/>
                  <a:pt x="664836" y="111939"/>
                  <a:pt x="671876" y="111939"/>
                </a:cubicBezTo>
                <a:cubicBezTo>
                  <a:pt x="677129" y="111939"/>
                  <a:pt x="681461" y="109780"/>
                  <a:pt x="684873" y="105463"/>
                </a:cubicBezTo>
                <a:cubicBezTo>
                  <a:pt x="688285" y="101146"/>
                  <a:pt x="689991" y="93727"/>
                  <a:pt x="689991" y="83205"/>
                </a:cubicBezTo>
                <a:cubicBezTo>
                  <a:pt x="689991" y="70039"/>
                  <a:pt x="687147" y="59678"/>
                  <a:pt x="681461" y="52124"/>
                </a:cubicBezTo>
                <a:cubicBezTo>
                  <a:pt x="677616" y="46943"/>
                  <a:pt x="672715" y="44353"/>
                  <a:pt x="666758" y="44353"/>
                </a:cubicBezTo>
                <a:close/>
                <a:moveTo>
                  <a:pt x="737460" y="54670"/>
                </a:moveTo>
                <a:cubicBezTo>
                  <a:pt x="746179" y="44218"/>
                  <a:pt x="754492" y="38992"/>
                  <a:pt x="762398" y="38992"/>
                </a:cubicBezTo>
                <a:cubicBezTo>
                  <a:pt x="766460" y="38992"/>
                  <a:pt x="769953" y="40005"/>
                  <a:pt x="772877" y="42030"/>
                </a:cubicBezTo>
                <a:cubicBezTo>
                  <a:pt x="775802" y="44054"/>
                  <a:pt x="778130" y="47389"/>
                  <a:pt x="779863" y="52035"/>
                </a:cubicBezTo>
                <a:cubicBezTo>
                  <a:pt x="781055" y="55276"/>
                  <a:pt x="781650" y="60244"/>
                  <a:pt x="781650" y="66941"/>
                </a:cubicBezTo>
                <a:lnTo>
                  <a:pt x="781650" y="98617"/>
                </a:lnTo>
                <a:cubicBezTo>
                  <a:pt x="781650" y="103355"/>
                  <a:pt x="782030" y="106569"/>
                  <a:pt x="782788" y="108258"/>
                </a:cubicBezTo>
                <a:cubicBezTo>
                  <a:pt x="783383" y="109620"/>
                  <a:pt x="784345" y="110683"/>
                  <a:pt x="785671" y="111446"/>
                </a:cubicBezTo>
                <a:cubicBezTo>
                  <a:pt x="786998" y="112208"/>
                  <a:pt x="789449" y="112589"/>
                  <a:pt x="793023" y="112589"/>
                </a:cubicBezTo>
                <a:lnTo>
                  <a:pt x="793023" y="115513"/>
                </a:lnTo>
                <a:lnTo>
                  <a:pt x="756225" y="115513"/>
                </a:lnTo>
                <a:lnTo>
                  <a:pt x="756225" y="112589"/>
                </a:lnTo>
                <a:lnTo>
                  <a:pt x="757768" y="112589"/>
                </a:lnTo>
                <a:cubicBezTo>
                  <a:pt x="761234" y="112589"/>
                  <a:pt x="763657" y="112058"/>
                  <a:pt x="765038" y="110997"/>
                </a:cubicBezTo>
                <a:cubicBezTo>
                  <a:pt x="766419" y="109934"/>
                  <a:pt x="767381" y="108368"/>
                  <a:pt x="767922" y="106298"/>
                </a:cubicBezTo>
                <a:cubicBezTo>
                  <a:pt x="768139" y="105481"/>
                  <a:pt x="768247" y="102920"/>
                  <a:pt x="768247" y="98617"/>
                </a:cubicBezTo>
                <a:lnTo>
                  <a:pt x="768247" y="68205"/>
                </a:lnTo>
                <a:cubicBezTo>
                  <a:pt x="768247" y="61446"/>
                  <a:pt x="767367" y="56539"/>
                  <a:pt x="765607" y="53484"/>
                </a:cubicBezTo>
                <a:cubicBezTo>
                  <a:pt x="763847" y="50429"/>
                  <a:pt x="760882" y="48902"/>
                  <a:pt x="756712" y="48902"/>
                </a:cubicBezTo>
                <a:cubicBezTo>
                  <a:pt x="750267" y="48902"/>
                  <a:pt x="743850" y="52422"/>
                  <a:pt x="737460" y="59462"/>
                </a:cubicBezTo>
                <a:lnTo>
                  <a:pt x="737460" y="98617"/>
                </a:lnTo>
                <a:cubicBezTo>
                  <a:pt x="737460" y="103682"/>
                  <a:pt x="737758" y="106814"/>
                  <a:pt x="738353" y="108014"/>
                </a:cubicBezTo>
                <a:cubicBezTo>
                  <a:pt x="739112" y="109593"/>
                  <a:pt x="740154" y="110751"/>
                  <a:pt x="741481" y="111487"/>
                </a:cubicBezTo>
                <a:cubicBezTo>
                  <a:pt x="742808" y="112221"/>
                  <a:pt x="745502" y="112589"/>
                  <a:pt x="749563" y="112589"/>
                </a:cubicBezTo>
                <a:lnTo>
                  <a:pt x="749563" y="115513"/>
                </a:lnTo>
                <a:lnTo>
                  <a:pt x="712765" y="115513"/>
                </a:lnTo>
                <a:lnTo>
                  <a:pt x="712765" y="112589"/>
                </a:lnTo>
                <a:lnTo>
                  <a:pt x="714390" y="112589"/>
                </a:lnTo>
                <a:cubicBezTo>
                  <a:pt x="718181" y="112589"/>
                  <a:pt x="720739" y="111622"/>
                  <a:pt x="722066" y="109690"/>
                </a:cubicBezTo>
                <a:cubicBezTo>
                  <a:pt x="723393" y="107755"/>
                  <a:pt x="724056" y="104064"/>
                  <a:pt x="724056" y="98617"/>
                </a:cubicBezTo>
                <a:lnTo>
                  <a:pt x="724056" y="71160"/>
                </a:lnTo>
                <a:cubicBezTo>
                  <a:pt x="724056" y="62224"/>
                  <a:pt x="723853" y="56782"/>
                  <a:pt x="723447" y="54832"/>
                </a:cubicBezTo>
                <a:cubicBezTo>
                  <a:pt x="723041" y="52883"/>
                  <a:pt x="722418" y="51556"/>
                  <a:pt x="721579" y="50852"/>
                </a:cubicBezTo>
                <a:cubicBezTo>
                  <a:pt x="720739" y="50148"/>
                  <a:pt x="719616" y="49796"/>
                  <a:pt x="718208" y="49796"/>
                </a:cubicBezTo>
                <a:cubicBezTo>
                  <a:pt x="716691" y="49796"/>
                  <a:pt x="714877" y="50202"/>
                  <a:pt x="712765" y="51014"/>
                </a:cubicBezTo>
                <a:lnTo>
                  <a:pt x="711547" y="48090"/>
                </a:lnTo>
                <a:lnTo>
                  <a:pt x="733967" y="38992"/>
                </a:lnTo>
                <a:lnTo>
                  <a:pt x="737460" y="38992"/>
                </a:lnTo>
                <a:lnTo>
                  <a:pt x="737460" y="54670"/>
                </a:lnTo>
                <a:close/>
                <a:moveTo>
                  <a:pt x="820265" y="16571"/>
                </a:moveTo>
                <a:lnTo>
                  <a:pt x="820265" y="41104"/>
                </a:lnTo>
                <a:lnTo>
                  <a:pt x="837649" y="41104"/>
                </a:lnTo>
                <a:lnTo>
                  <a:pt x="837649" y="46628"/>
                </a:lnTo>
                <a:lnTo>
                  <a:pt x="820265" y="46790"/>
                </a:lnTo>
                <a:lnTo>
                  <a:pt x="820265" y="95108"/>
                </a:lnTo>
                <a:cubicBezTo>
                  <a:pt x="820265" y="99933"/>
                  <a:pt x="820955" y="103187"/>
                  <a:pt x="822336" y="104869"/>
                </a:cubicBezTo>
                <a:cubicBezTo>
                  <a:pt x="823717" y="106550"/>
                  <a:pt x="825491" y="107390"/>
                  <a:pt x="827657" y="107390"/>
                </a:cubicBezTo>
                <a:cubicBezTo>
                  <a:pt x="829444" y="107390"/>
                  <a:pt x="831177" y="106828"/>
                  <a:pt x="832856" y="105704"/>
                </a:cubicBezTo>
                <a:cubicBezTo>
                  <a:pt x="834535" y="104580"/>
                  <a:pt x="835835" y="102922"/>
                  <a:pt x="836755" y="100729"/>
                </a:cubicBezTo>
                <a:lnTo>
                  <a:pt x="839923" y="100729"/>
                </a:lnTo>
                <a:cubicBezTo>
                  <a:pt x="838028" y="106063"/>
                  <a:pt x="835347" y="110077"/>
                  <a:pt x="831881" y="112771"/>
                </a:cubicBezTo>
                <a:cubicBezTo>
                  <a:pt x="828415" y="115466"/>
                  <a:pt x="824841" y="116813"/>
                  <a:pt x="821158" y="116813"/>
                </a:cubicBezTo>
                <a:cubicBezTo>
                  <a:pt x="818667" y="116813"/>
                  <a:pt x="816230" y="116120"/>
                  <a:pt x="813848" y="114734"/>
                </a:cubicBezTo>
                <a:cubicBezTo>
                  <a:pt x="811465" y="113348"/>
                  <a:pt x="809705" y="111364"/>
                  <a:pt x="808567" y="108783"/>
                </a:cubicBezTo>
                <a:cubicBezTo>
                  <a:pt x="807430" y="106203"/>
                  <a:pt x="806862" y="102222"/>
                  <a:pt x="806862" y="96842"/>
                </a:cubicBezTo>
                <a:lnTo>
                  <a:pt x="806862" y="46628"/>
                </a:lnTo>
                <a:lnTo>
                  <a:pt x="795083" y="46628"/>
                </a:lnTo>
                <a:lnTo>
                  <a:pt x="795083" y="44023"/>
                </a:lnTo>
                <a:cubicBezTo>
                  <a:pt x="798061" y="42838"/>
                  <a:pt x="801108" y="40833"/>
                  <a:pt x="804221" y="38007"/>
                </a:cubicBezTo>
                <a:cubicBezTo>
                  <a:pt x="807335" y="35181"/>
                  <a:pt x="810111" y="31812"/>
                  <a:pt x="812548" y="27901"/>
                </a:cubicBezTo>
                <a:cubicBezTo>
                  <a:pt x="813793" y="25836"/>
                  <a:pt x="815526" y="22060"/>
                  <a:pt x="817747" y="16571"/>
                </a:cubicBezTo>
                <a:lnTo>
                  <a:pt x="820265" y="16571"/>
                </a:lnTo>
                <a:close/>
                <a:moveTo>
                  <a:pt x="866607" y="38992"/>
                </a:moveTo>
                <a:lnTo>
                  <a:pt x="866607" y="55726"/>
                </a:lnTo>
                <a:cubicBezTo>
                  <a:pt x="872835" y="44570"/>
                  <a:pt x="879225" y="38992"/>
                  <a:pt x="885778" y="38992"/>
                </a:cubicBezTo>
                <a:cubicBezTo>
                  <a:pt x="888757" y="38992"/>
                  <a:pt x="891221" y="39899"/>
                  <a:pt x="893170" y="41713"/>
                </a:cubicBezTo>
                <a:cubicBezTo>
                  <a:pt x="895120" y="43527"/>
                  <a:pt x="896095" y="45626"/>
                  <a:pt x="896095" y="48009"/>
                </a:cubicBezTo>
                <a:cubicBezTo>
                  <a:pt x="896095" y="50121"/>
                  <a:pt x="895391" y="51908"/>
                  <a:pt x="893983" y="53370"/>
                </a:cubicBezTo>
                <a:cubicBezTo>
                  <a:pt x="892575" y="54832"/>
                  <a:pt x="890896" y="55563"/>
                  <a:pt x="888946" y="55563"/>
                </a:cubicBezTo>
                <a:cubicBezTo>
                  <a:pt x="887051" y="55563"/>
                  <a:pt x="884925" y="54643"/>
                  <a:pt x="882569" y="52801"/>
                </a:cubicBezTo>
                <a:cubicBezTo>
                  <a:pt x="880214" y="50960"/>
                  <a:pt x="878467" y="50039"/>
                  <a:pt x="877330" y="50039"/>
                </a:cubicBezTo>
                <a:cubicBezTo>
                  <a:pt x="876355" y="50039"/>
                  <a:pt x="875299" y="50577"/>
                  <a:pt x="874162" y="51651"/>
                </a:cubicBezTo>
                <a:cubicBezTo>
                  <a:pt x="871725" y="53856"/>
                  <a:pt x="869207" y="57486"/>
                  <a:pt x="866607" y="62539"/>
                </a:cubicBezTo>
                <a:lnTo>
                  <a:pt x="866607" y="98129"/>
                </a:lnTo>
                <a:cubicBezTo>
                  <a:pt x="866607" y="102248"/>
                  <a:pt x="867122" y="105364"/>
                  <a:pt x="868151" y="107476"/>
                </a:cubicBezTo>
                <a:cubicBezTo>
                  <a:pt x="868855" y="108940"/>
                  <a:pt x="870100" y="110158"/>
                  <a:pt x="871887" y="111132"/>
                </a:cubicBezTo>
                <a:cubicBezTo>
                  <a:pt x="873674" y="112103"/>
                  <a:pt x="876247" y="112589"/>
                  <a:pt x="879604" y="112589"/>
                </a:cubicBezTo>
                <a:lnTo>
                  <a:pt x="879604" y="115513"/>
                </a:lnTo>
                <a:lnTo>
                  <a:pt x="841506" y="115513"/>
                </a:lnTo>
                <a:lnTo>
                  <a:pt x="841506" y="112589"/>
                </a:lnTo>
                <a:cubicBezTo>
                  <a:pt x="845297" y="112589"/>
                  <a:pt x="848113" y="111986"/>
                  <a:pt x="849954" y="110781"/>
                </a:cubicBezTo>
                <a:cubicBezTo>
                  <a:pt x="851308" y="109905"/>
                  <a:pt x="852256" y="108508"/>
                  <a:pt x="852798" y="106590"/>
                </a:cubicBezTo>
                <a:cubicBezTo>
                  <a:pt x="853068" y="105658"/>
                  <a:pt x="853204" y="103000"/>
                  <a:pt x="853204" y="98617"/>
                </a:cubicBezTo>
                <a:lnTo>
                  <a:pt x="853204" y="70023"/>
                </a:lnTo>
                <a:cubicBezTo>
                  <a:pt x="853204" y="61358"/>
                  <a:pt x="853028" y="56200"/>
                  <a:pt x="852676" y="54548"/>
                </a:cubicBezTo>
                <a:cubicBezTo>
                  <a:pt x="852324" y="52896"/>
                  <a:pt x="851674" y="51691"/>
                  <a:pt x="850726" y="50933"/>
                </a:cubicBezTo>
                <a:cubicBezTo>
                  <a:pt x="849778" y="50175"/>
                  <a:pt x="848601" y="49796"/>
                  <a:pt x="847193" y="49796"/>
                </a:cubicBezTo>
                <a:cubicBezTo>
                  <a:pt x="845514" y="49796"/>
                  <a:pt x="843618" y="50202"/>
                  <a:pt x="841506" y="51014"/>
                </a:cubicBezTo>
                <a:lnTo>
                  <a:pt x="840694" y="48090"/>
                </a:lnTo>
                <a:lnTo>
                  <a:pt x="863195" y="38992"/>
                </a:lnTo>
                <a:lnTo>
                  <a:pt x="866607" y="38992"/>
                </a:lnTo>
                <a:close/>
                <a:moveTo>
                  <a:pt x="936289" y="38992"/>
                </a:moveTo>
                <a:cubicBezTo>
                  <a:pt x="947553" y="38992"/>
                  <a:pt x="956597" y="43266"/>
                  <a:pt x="963421" y="51814"/>
                </a:cubicBezTo>
                <a:cubicBezTo>
                  <a:pt x="969215" y="59116"/>
                  <a:pt x="972112" y="67502"/>
                  <a:pt x="972112" y="76971"/>
                </a:cubicBezTo>
                <a:cubicBezTo>
                  <a:pt x="972112" y="83625"/>
                  <a:pt x="970515" y="90360"/>
                  <a:pt x="967320" y="97177"/>
                </a:cubicBezTo>
                <a:cubicBezTo>
                  <a:pt x="964125" y="103992"/>
                  <a:pt x="959724" y="109131"/>
                  <a:pt x="954119" y="112594"/>
                </a:cubicBezTo>
                <a:cubicBezTo>
                  <a:pt x="948514" y="116056"/>
                  <a:pt x="942273" y="117788"/>
                  <a:pt x="935395" y="117788"/>
                </a:cubicBezTo>
                <a:cubicBezTo>
                  <a:pt x="924185" y="117788"/>
                  <a:pt x="915277" y="113324"/>
                  <a:pt x="908670" y="104397"/>
                </a:cubicBezTo>
                <a:cubicBezTo>
                  <a:pt x="903092" y="96878"/>
                  <a:pt x="900303" y="88439"/>
                  <a:pt x="900303" y="79080"/>
                </a:cubicBezTo>
                <a:cubicBezTo>
                  <a:pt x="900303" y="72263"/>
                  <a:pt x="901995" y="65487"/>
                  <a:pt x="905380" y="58752"/>
                </a:cubicBezTo>
                <a:cubicBezTo>
                  <a:pt x="908764" y="52016"/>
                  <a:pt x="913219" y="47039"/>
                  <a:pt x="918743" y="43820"/>
                </a:cubicBezTo>
                <a:cubicBezTo>
                  <a:pt x="924266" y="40601"/>
                  <a:pt x="930115" y="38992"/>
                  <a:pt x="936289" y="38992"/>
                </a:cubicBezTo>
                <a:moveTo>
                  <a:pt x="933771" y="44353"/>
                </a:moveTo>
                <a:cubicBezTo>
                  <a:pt x="930900" y="44353"/>
                  <a:pt x="928017" y="45204"/>
                  <a:pt x="925119" y="46904"/>
                </a:cubicBezTo>
                <a:cubicBezTo>
                  <a:pt x="922222" y="48603"/>
                  <a:pt x="919880" y="51585"/>
                  <a:pt x="918093" y="55848"/>
                </a:cubicBezTo>
                <a:cubicBezTo>
                  <a:pt x="916306" y="60111"/>
                  <a:pt x="915412" y="65587"/>
                  <a:pt x="915412" y="72277"/>
                </a:cubicBezTo>
                <a:cubicBezTo>
                  <a:pt x="915412" y="83069"/>
                  <a:pt x="917565" y="92378"/>
                  <a:pt x="921870" y="100203"/>
                </a:cubicBezTo>
                <a:cubicBezTo>
                  <a:pt x="926175" y="108027"/>
                  <a:pt x="931848" y="111939"/>
                  <a:pt x="938888" y="111939"/>
                </a:cubicBezTo>
                <a:cubicBezTo>
                  <a:pt x="944141" y="111939"/>
                  <a:pt x="948474" y="109780"/>
                  <a:pt x="951885" y="105463"/>
                </a:cubicBezTo>
                <a:cubicBezTo>
                  <a:pt x="955297" y="101146"/>
                  <a:pt x="957003" y="93727"/>
                  <a:pt x="957003" y="83205"/>
                </a:cubicBezTo>
                <a:cubicBezTo>
                  <a:pt x="957003" y="70039"/>
                  <a:pt x="954160" y="59678"/>
                  <a:pt x="948474" y="52124"/>
                </a:cubicBezTo>
                <a:cubicBezTo>
                  <a:pt x="944629" y="46943"/>
                  <a:pt x="939728" y="44353"/>
                  <a:pt x="933771" y="44353"/>
                </a:cubicBezTo>
                <a:close/>
                <a:moveTo>
                  <a:pt x="1008371" y="0"/>
                </a:moveTo>
                <a:lnTo>
                  <a:pt x="1008371" y="98617"/>
                </a:lnTo>
                <a:cubicBezTo>
                  <a:pt x="1008371" y="103301"/>
                  <a:pt x="1008710" y="106407"/>
                  <a:pt x="1009387" y="107933"/>
                </a:cubicBezTo>
                <a:cubicBezTo>
                  <a:pt x="1010064" y="109458"/>
                  <a:pt x="1011106" y="110615"/>
                  <a:pt x="1012514" y="111406"/>
                </a:cubicBezTo>
                <a:cubicBezTo>
                  <a:pt x="1013922" y="112194"/>
                  <a:pt x="1016549" y="112589"/>
                  <a:pt x="1020394" y="112589"/>
                </a:cubicBezTo>
                <a:lnTo>
                  <a:pt x="1020394" y="115513"/>
                </a:lnTo>
                <a:lnTo>
                  <a:pt x="983920" y="115513"/>
                </a:lnTo>
                <a:lnTo>
                  <a:pt x="983920" y="112589"/>
                </a:lnTo>
                <a:cubicBezTo>
                  <a:pt x="987332" y="112589"/>
                  <a:pt x="989661" y="112235"/>
                  <a:pt x="990906" y="111528"/>
                </a:cubicBezTo>
                <a:cubicBezTo>
                  <a:pt x="992152" y="110818"/>
                  <a:pt x="993127" y="109647"/>
                  <a:pt x="993831" y="108014"/>
                </a:cubicBezTo>
                <a:cubicBezTo>
                  <a:pt x="994535" y="106379"/>
                  <a:pt x="994887" y="103247"/>
                  <a:pt x="994887" y="98617"/>
                </a:cubicBezTo>
                <a:lnTo>
                  <a:pt x="994887" y="31193"/>
                </a:lnTo>
                <a:cubicBezTo>
                  <a:pt x="994887" y="22799"/>
                  <a:pt x="994697" y="17641"/>
                  <a:pt x="994318" y="15719"/>
                </a:cubicBezTo>
                <a:cubicBezTo>
                  <a:pt x="993939" y="13796"/>
                  <a:pt x="993330" y="12483"/>
                  <a:pt x="992490" y="11779"/>
                </a:cubicBezTo>
                <a:cubicBezTo>
                  <a:pt x="991651" y="11075"/>
                  <a:pt x="990581" y="10723"/>
                  <a:pt x="989281" y="10723"/>
                </a:cubicBezTo>
                <a:cubicBezTo>
                  <a:pt x="987873" y="10723"/>
                  <a:pt x="986086" y="11156"/>
                  <a:pt x="983920" y="12022"/>
                </a:cubicBezTo>
                <a:lnTo>
                  <a:pt x="982539" y="9098"/>
                </a:lnTo>
                <a:lnTo>
                  <a:pt x="1004716" y="0"/>
                </a:lnTo>
                <a:lnTo>
                  <a:pt x="100837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E959E-9DC9-4A83-8A27-416BCBC1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36" y="599754"/>
            <a:ext cx="914319" cy="94668"/>
          </a:xfrm>
          <a:custGeom xmlns:a="http://schemas.openxmlformats.org/drawingml/2006/main">
            <a:pathLst>
              <a:path w="914319" h="94668">
                <a:moveTo>
                  <a:pt x="880671" y="53249"/>
                </a:moveTo>
                <a:lnTo>
                  <a:pt x="828544" y="83656"/>
                </a:lnTo>
                <a:lnTo>
                  <a:pt x="827111" y="84828"/>
                </a:lnTo>
                <a:lnTo>
                  <a:pt x="826105" y="86391"/>
                </a:lnTo>
                <a:lnTo>
                  <a:pt x="825631" y="88179"/>
                </a:lnTo>
                <a:lnTo>
                  <a:pt x="825738" y="90026"/>
                </a:lnTo>
                <a:lnTo>
                  <a:pt x="826413" y="91755"/>
                </a:lnTo>
                <a:lnTo>
                  <a:pt x="827585" y="93188"/>
                </a:lnTo>
                <a:lnTo>
                  <a:pt x="829148" y="94194"/>
                </a:lnTo>
                <a:lnTo>
                  <a:pt x="830936" y="94668"/>
                </a:lnTo>
                <a:lnTo>
                  <a:pt x="832783" y="94561"/>
                </a:lnTo>
                <a:lnTo>
                  <a:pt x="834512" y="93887"/>
                </a:lnTo>
                <a:lnTo>
                  <a:pt x="914319" y="47328"/>
                </a:lnTo>
                <a:lnTo>
                  <a:pt x="834512" y="770"/>
                </a:lnTo>
                <a:lnTo>
                  <a:pt x="832783" y="95"/>
                </a:lnTo>
                <a:lnTo>
                  <a:pt x="830936" y="0"/>
                </a:lnTo>
                <a:lnTo>
                  <a:pt x="829148" y="462"/>
                </a:lnTo>
                <a:lnTo>
                  <a:pt x="827585" y="1468"/>
                </a:lnTo>
                <a:lnTo>
                  <a:pt x="826413" y="2901"/>
                </a:lnTo>
                <a:lnTo>
                  <a:pt x="825738" y="4630"/>
                </a:lnTo>
                <a:lnTo>
                  <a:pt x="825631" y="6477"/>
                </a:lnTo>
                <a:lnTo>
                  <a:pt x="826105" y="8265"/>
                </a:lnTo>
                <a:lnTo>
                  <a:pt x="827111" y="9828"/>
                </a:lnTo>
                <a:lnTo>
                  <a:pt x="828544" y="11000"/>
                </a:lnTo>
                <a:lnTo>
                  <a:pt x="880671" y="41408"/>
                </a:lnTo>
                <a:lnTo>
                  <a:pt x="33648" y="41408"/>
                </a:lnTo>
                <a:lnTo>
                  <a:pt x="85776" y="11000"/>
                </a:lnTo>
                <a:lnTo>
                  <a:pt x="87220" y="9828"/>
                </a:lnTo>
                <a:lnTo>
                  <a:pt x="88215" y="8265"/>
                </a:lnTo>
                <a:lnTo>
                  <a:pt x="88688" y="6477"/>
                </a:lnTo>
                <a:lnTo>
                  <a:pt x="88582" y="4630"/>
                </a:lnTo>
                <a:lnTo>
                  <a:pt x="87907" y="2901"/>
                </a:lnTo>
                <a:lnTo>
                  <a:pt x="86735" y="1468"/>
                </a:lnTo>
                <a:lnTo>
                  <a:pt x="85183" y="462"/>
                </a:lnTo>
                <a:lnTo>
                  <a:pt x="83396" y="0"/>
                </a:lnTo>
                <a:lnTo>
                  <a:pt x="81536" y="95"/>
                </a:lnTo>
                <a:lnTo>
                  <a:pt x="79820" y="770"/>
                </a:lnTo>
                <a:lnTo>
                  <a:pt x="0" y="47328"/>
                </a:lnTo>
                <a:lnTo>
                  <a:pt x="79820" y="93887"/>
                </a:lnTo>
                <a:lnTo>
                  <a:pt x="81536" y="94561"/>
                </a:lnTo>
                <a:lnTo>
                  <a:pt x="83396" y="94668"/>
                </a:lnTo>
                <a:lnTo>
                  <a:pt x="85183" y="94194"/>
                </a:lnTo>
                <a:lnTo>
                  <a:pt x="86735" y="93188"/>
                </a:lnTo>
                <a:lnTo>
                  <a:pt x="87907" y="91755"/>
                </a:lnTo>
                <a:lnTo>
                  <a:pt x="88582" y="90026"/>
                </a:lnTo>
                <a:lnTo>
                  <a:pt x="88688" y="88179"/>
                </a:lnTo>
                <a:lnTo>
                  <a:pt x="88215" y="86391"/>
                </a:lnTo>
                <a:lnTo>
                  <a:pt x="87220" y="84828"/>
                </a:lnTo>
                <a:lnTo>
                  <a:pt x="85776" y="83656"/>
                </a:lnTo>
                <a:lnTo>
                  <a:pt x="33648" y="53249"/>
                </a:lnTo>
                <a:lnTo>
                  <a:pt x="880671" y="53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⑥">
            <a:extLst xmlns:a="http://schemas.openxmlformats.org/drawingml/2006/main">
              <a:ext uri="{FF2B5EF4-FFF2-40B4-BE49-F238E27FC236}">
                <a16:creationId xmlns:a16="http://schemas.microsoft.com/office/drawing/2014/main" id="{94547281-C64F-4A36-968B-FA3C5FBF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082" y="1326351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WiFi/">
            <a:extLst xmlns:a="http://schemas.openxmlformats.org/drawingml/2006/main">
              <a:ext uri="{FF2B5EF4-FFF2-40B4-BE49-F238E27FC236}">
                <a16:creationId xmlns:a16="http://schemas.microsoft.com/office/drawing/2014/main" id="{CC95A0BE-D8B5-4A84-B885-F4E2B6CE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166" y="1333282"/>
            <a:ext cx="385452" cy="117950"/>
          </a:xfrm>
          <a:custGeom xmlns:a="http://schemas.openxmlformats.org/drawingml/2006/main">
            <a:pathLst>
              <a:path w="385452" h="117950">
                <a:moveTo>
                  <a:pt x="153530" y="5361"/>
                </a:moveTo>
                <a:lnTo>
                  <a:pt x="153530" y="8448"/>
                </a:lnTo>
                <a:cubicBezTo>
                  <a:pt x="150660" y="8448"/>
                  <a:pt x="148331" y="8962"/>
                  <a:pt x="146544" y="9989"/>
                </a:cubicBezTo>
                <a:cubicBezTo>
                  <a:pt x="144757" y="11016"/>
                  <a:pt x="143051" y="12936"/>
                  <a:pt x="141426" y="15749"/>
                </a:cubicBezTo>
                <a:cubicBezTo>
                  <a:pt x="140343" y="17641"/>
                  <a:pt x="138637" y="22156"/>
                  <a:pt x="136309" y="29295"/>
                </a:cubicBezTo>
                <a:lnTo>
                  <a:pt x="105603" y="117950"/>
                </a:lnTo>
                <a:lnTo>
                  <a:pt x="102353" y="117950"/>
                </a:lnTo>
                <a:lnTo>
                  <a:pt x="77252" y="47651"/>
                </a:lnTo>
                <a:lnTo>
                  <a:pt x="52314" y="117950"/>
                </a:lnTo>
                <a:lnTo>
                  <a:pt x="49390" y="117950"/>
                </a:lnTo>
                <a:lnTo>
                  <a:pt x="16653" y="26568"/>
                </a:lnTo>
                <a:cubicBezTo>
                  <a:pt x="14216" y="19773"/>
                  <a:pt x="12672" y="15756"/>
                  <a:pt x="12022" y="14515"/>
                </a:cubicBezTo>
                <a:cubicBezTo>
                  <a:pt x="10939" y="12466"/>
                  <a:pt x="9464" y="10943"/>
                  <a:pt x="7595" y="9946"/>
                </a:cubicBezTo>
                <a:cubicBezTo>
                  <a:pt x="5727" y="8947"/>
                  <a:pt x="3195" y="8448"/>
                  <a:pt x="0" y="8448"/>
                </a:cubicBezTo>
                <a:lnTo>
                  <a:pt x="0" y="5361"/>
                </a:lnTo>
                <a:lnTo>
                  <a:pt x="40779" y="5361"/>
                </a:lnTo>
                <a:lnTo>
                  <a:pt x="40779" y="8448"/>
                </a:lnTo>
                <a:lnTo>
                  <a:pt x="38829" y="8448"/>
                </a:lnTo>
                <a:cubicBezTo>
                  <a:pt x="35959" y="8448"/>
                  <a:pt x="33766" y="9094"/>
                  <a:pt x="32249" y="10385"/>
                </a:cubicBezTo>
                <a:cubicBezTo>
                  <a:pt x="30733" y="11675"/>
                  <a:pt x="29975" y="13234"/>
                  <a:pt x="29975" y="15064"/>
                </a:cubicBezTo>
                <a:cubicBezTo>
                  <a:pt x="29975" y="16945"/>
                  <a:pt x="31166" y="21275"/>
                  <a:pt x="33549" y="28051"/>
                </a:cubicBezTo>
                <a:lnTo>
                  <a:pt x="55238" y="89803"/>
                </a:lnTo>
                <a:lnTo>
                  <a:pt x="73516" y="37245"/>
                </a:lnTo>
                <a:lnTo>
                  <a:pt x="70266" y="28094"/>
                </a:lnTo>
                <a:lnTo>
                  <a:pt x="67667" y="20737"/>
                </a:lnTo>
                <a:cubicBezTo>
                  <a:pt x="66530" y="18041"/>
                  <a:pt x="65257" y="15669"/>
                  <a:pt x="63849" y="13622"/>
                </a:cubicBezTo>
                <a:cubicBezTo>
                  <a:pt x="63145" y="12598"/>
                  <a:pt x="62278" y="11736"/>
                  <a:pt x="61250" y="11035"/>
                </a:cubicBezTo>
                <a:cubicBezTo>
                  <a:pt x="59896" y="10065"/>
                  <a:pt x="58542" y="9365"/>
                  <a:pt x="57188" y="8933"/>
                </a:cubicBezTo>
                <a:cubicBezTo>
                  <a:pt x="56159" y="8610"/>
                  <a:pt x="54534" y="8448"/>
                  <a:pt x="52314" y="8448"/>
                </a:cubicBezTo>
                <a:lnTo>
                  <a:pt x="52314" y="5361"/>
                </a:lnTo>
                <a:lnTo>
                  <a:pt x="95205" y="5361"/>
                </a:lnTo>
                <a:lnTo>
                  <a:pt x="95205" y="8448"/>
                </a:lnTo>
                <a:lnTo>
                  <a:pt x="92280" y="8448"/>
                </a:lnTo>
                <a:cubicBezTo>
                  <a:pt x="89248" y="8448"/>
                  <a:pt x="87027" y="9096"/>
                  <a:pt x="85619" y="10393"/>
                </a:cubicBezTo>
                <a:cubicBezTo>
                  <a:pt x="84211" y="11689"/>
                  <a:pt x="83507" y="13445"/>
                  <a:pt x="83507" y="15660"/>
                </a:cubicBezTo>
                <a:cubicBezTo>
                  <a:pt x="83507" y="18415"/>
                  <a:pt x="84726" y="23223"/>
                  <a:pt x="87163" y="30084"/>
                </a:cubicBezTo>
                <a:lnTo>
                  <a:pt x="108283" y="89953"/>
                </a:lnTo>
                <a:lnTo>
                  <a:pt x="129241" y="29259"/>
                </a:lnTo>
                <a:cubicBezTo>
                  <a:pt x="131624" y="22566"/>
                  <a:pt x="132816" y="17923"/>
                  <a:pt x="132816" y="15330"/>
                </a:cubicBezTo>
                <a:cubicBezTo>
                  <a:pt x="132816" y="14090"/>
                  <a:pt x="132423" y="12930"/>
                  <a:pt x="131638" y="11850"/>
                </a:cubicBezTo>
                <a:cubicBezTo>
                  <a:pt x="130852" y="10770"/>
                  <a:pt x="129864" y="10014"/>
                  <a:pt x="128673" y="9583"/>
                </a:cubicBezTo>
                <a:cubicBezTo>
                  <a:pt x="126615" y="8826"/>
                  <a:pt x="123934" y="8448"/>
                  <a:pt x="120631" y="8448"/>
                </a:cubicBezTo>
                <a:lnTo>
                  <a:pt x="120631" y="5361"/>
                </a:lnTo>
                <a:lnTo>
                  <a:pt x="153530" y="5361"/>
                </a:lnTo>
                <a:close/>
                <a:moveTo>
                  <a:pt x="178233" y="0"/>
                </a:moveTo>
                <a:cubicBezTo>
                  <a:pt x="180507" y="0"/>
                  <a:pt x="182444" y="803"/>
                  <a:pt x="184041" y="2409"/>
                </a:cubicBezTo>
                <a:cubicBezTo>
                  <a:pt x="185639" y="4013"/>
                  <a:pt x="186437" y="5959"/>
                  <a:pt x="186437" y="8245"/>
                </a:cubicBezTo>
                <a:cubicBezTo>
                  <a:pt x="186437" y="10531"/>
                  <a:pt x="185639" y="12491"/>
                  <a:pt x="184041" y="14124"/>
                </a:cubicBezTo>
                <a:cubicBezTo>
                  <a:pt x="182444" y="15756"/>
                  <a:pt x="180507" y="16571"/>
                  <a:pt x="178233" y="16571"/>
                </a:cubicBezTo>
                <a:cubicBezTo>
                  <a:pt x="175958" y="16571"/>
                  <a:pt x="174009" y="15756"/>
                  <a:pt x="172384" y="14124"/>
                </a:cubicBezTo>
                <a:cubicBezTo>
                  <a:pt x="170760" y="12491"/>
                  <a:pt x="169947" y="10531"/>
                  <a:pt x="169947" y="8245"/>
                </a:cubicBezTo>
                <a:cubicBezTo>
                  <a:pt x="169947" y="5959"/>
                  <a:pt x="170746" y="4013"/>
                  <a:pt x="172344" y="2409"/>
                </a:cubicBezTo>
                <a:cubicBezTo>
                  <a:pt x="173941" y="803"/>
                  <a:pt x="175904" y="0"/>
                  <a:pt x="178233" y="0"/>
                </a:cubicBezTo>
                <a:moveTo>
                  <a:pt x="184975" y="38992"/>
                </a:moveTo>
                <a:lnTo>
                  <a:pt x="184975" y="98617"/>
                </a:lnTo>
                <a:cubicBezTo>
                  <a:pt x="184975" y="103301"/>
                  <a:pt x="185314" y="106420"/>
                  <a:pt x="185991" y="107974"/>
                </a:cubicBezTo>
                <a:cubicBezTo>
                  <a:pt x="186668" y="109526"/>
                  <a:pt x="187670" y="110683"/>
                  <a:pt x="188996" y="111446"/>
                </a:cubicBezTo>
                <a:cubicBezTo>
                  <a:pt x="190323" y="112208"/>
                  <a:pt x="192747" y="112589"/>
                  <a:pt x="196267" y="112589"/>
                </a:cubicBezTo>
                <a:lnTo>
                  <a:pt x="196267" y="115513"/>
                </a:lnTo>
                <a:lnTo>
                  <a:pt x="160118" y="115513"/>
                </a:lnTo>
                <a:lnTo>
                  <a:pt x="160118" y="112589"/>
                </a:lnTo>
                <a:cubicBezTo>
                  <a:pt x="163746" y="112589"/>
                  <a:pt x="166183" y="112235"/>
                  <a:pt x="167429" y="111528"/>
                </a:cubicBezTo>
                <a:cubicBezTo>
                  <a:pt x="168675" y="110818"/>
                  <a:pt x="169663" y="109647"/>
                  <a:pt x="170394" y="108014"/>
                </a:cubicBezTo>
                <a:cubicBezTo>
                  <a:pt x="171125" y="106379"/>
                  <a:pt x="171491" y="103247"/>
                  <a:pt x="171491" y="98617"/>
                </a:cubicBezTo>
                <a:lnTo>
                  <a:pt x="171491" y="70185"/>
                </a:lnTo>
                <a:cubicBezTo>
                  <a:pt x="171491" y="62082"/>
                  <a:pt x="171247" y="56834"/>
                  <a:pt x="170760" y="54441"/>
                </a:cubicBezTo>
                <a:cubicBezTo>
                  <a:pt x="170380" y="52700"/>
                  <a:pt x="169785" y="51491"/>
                  <a:pt x="168972" y="50814"/>
                </a:cubicBezTo>
                <a:cubicBezTo>
                  <a:pt x="168160" y="50135"/>
                  <a:pt x="167050" y="49796"/>
                  <a:pt x="165642" y="49796"/>
                </a:cubicBezTo>
                <a:cubicBezTo>
                  <a:pt x="164126" y="49796"/>
                  <a:pt x="162284" y="50202"/>
                  <a:pt x="160118" y="51014"/>
                </a:cubicBezTo>
                <a:lnTo>
                  <a:pt x="158981" y="48090"/>
                </a:lnTo>
                <a:lnTo>
                  <a:pt x="181401" y="38992"/>
                </a:lnTo>
                <a:lnTo>
                  <a:pt x="184975" y="38992"/>
                </a:lnTo>
                <a:close/>
                <a:moveTo>
                  <a:pt x="234323" y="11373"/>
                </a:moveTo>
                <a:lnTo>
                  <a:pt x="234323" y="54588"/>
                </a:lnTo>
                <a:lnTo>
                  <a:pt x="254388" y="54588"/>
                </a:lnTo>
                <a:cubicBezTo>
                  <a:pt x="258991" y="54588"/>
                  <a:pt x="262362" y="53579"/>
                  <a:pt x="264501" y="51560"/>
                </a:cubicBezTo>
                <a:cubicBezTo>
                  <a:pt x="266640" y="49539"/>
                  <a:pt x="268062" y="45512"/>
                  <a:pt x="268766" y="39479"/>
                </a:cubicBezTo>
                <a:lnTo>
                  <a:pt x="271771" y="39479"/>
                </a:lnTo>
                <a:lnTo>
                  <a:pt x="271771" y="76846"/>
                </a:lnTo>
                <a:lnTo>
                  <a:pt x="268766" y="76846"/>
                </a:lnTo>
                <a:cubicBezTo>
                  <a:pt x="268712" y="72568"/>
                  <a:pt x="268157" y="69427"/>
                  <a:pt x="267101" y="67423"/>
                </a:cubicBezTo>
                <a:cubicBezTo>
                  <a:pt x="266045" y="65419"/>
                  <a:pt x="264582" y="63917"/>
                  <a:pt x="262714" y="62915"/>
                </a:cubicBezTo>
                <a:cubicBezTo>
                  <a:pt x="260846" y="61913"/>
                  <a:pt x="258070" y="61412"/>
                  <a:pt x="254388" y="61412"/>
                </a:cubicBezTo>
                <a:lnTo>
                  <a:pt x="234323" y="61412"/>
                </a:lnTo>
                <a:lnTo>
                  <a:pt x="234323" y="96017"/>
                </a:lnTo>
                <a:cubicBezTo>
                  <a:pt x="234323" y="101568"/>
                  <a:pt x="234675" y="105233"/>
                  <a:pt x="235379" y="107012"/>
                </a:cubicBezTo>
                <a:cubicBezTo>
                  <a:pt x="235921" y="108359"/>
                  <a:pt x="237058" y="109517"/>
                  <a:pt x="238791" y="110487"/>
                </a:cubicBezTo>
                <a:cubicBezTo>
                  <a:pt x="241174" y="111780"/>
                  <a:pt x="243665" y="112426"/>
                  <a:pt x="246264" y="112426"/>
                </a:cubicBezTo>
                <a:lnTo>
                  <a:pt x="250245" y="112426"/>
                </a:lnTo>
                <a:lnTo>
                  <a:pt x="250245" y="115513"/>
                </a:lnTo>
                <a:lnTo>
                  <a:pt x="202967" y="115513"/>
                </a:lnTo>
                <a:lnTo>
                  <a:pt x="202967" y="112426"/>
                </a:lnTo>
                <a:lnTo>
                  <a:pt x="206866" y="112426"/>
                </a:lnTo>
                <a:cubicBezTo>
                  <a:pt x="211415" y="112426"/>
                  <a:pt x="214719" y="111106"/>
                  <a:pt x="216777" y="108466"/>
                </a:cubicBezTo>
                <a:cubicBezTo>
                  <a:pt x="218077" y="106742"/>
                  <a:pt x="218726" y="102592"/>
                  <a:pt x="218726" y="96017"/>
                </a:cubicBezTo>
                <a:lnTo>
                  <a:pt x="218726" y="24857"/>
                </a:lnTo>
                <a:cubicBezTo>
                  <a:pt x="218726" y="19306"/>
                  <a:pt x="218374" y="15642"/>
                  <a:pt x="217670" y="13863"/>
                </a:cubicBezTo>
                <a:cubicBezTo>
                  <a:pt x="217129" y="12516"/>
                  <a:pt x="216019" y="11357"/>
                  <a:pt x="214340" y="10388"/>
                </a:cubicBezTo>
                <a:cubicBezTo>
                  <a:pt x="212011" y="9095"/>
                  <a:pt x="209520" y="8448"/>
                  <a:pt x="206866" y="8448"/>
                </a:cubicBezTo>
                <a:lnTo>
                  <a:pt x="202967" y="8448"/>
                </a:lnTo>
                <a:lnTo>
                  <a:pt x="202967" y="5361"/>
                </a:lnTo>
                <a:lnTo>
                  <a:pt x="284931" y="5361"/>
                </a:lnTo>
                <a:lnTo>
                  <a:pt x="285987" y="29569"/>
                </a:lnTo>
                <a:lnTo>
                  <a:pt x="283144" y="29569"/>
                </a:lnTo>
                <a:cubicBezTo>
                  <a:pt x="281736" y="24424"/>
                  <a:pt x="280098" y="20647"/>
                  <a:pt x="278229" y="18237"/>
                </a:cubicBezTo>
                <a:cubicBezTo>
                  <a:pt x="276361" y="15827"/>
                  <a:pt x="274060" y="14080"/>
                  <a:pt x="271325" y="12997"/>
                </a:cubicBezTo>
                <a:cubicBezTo>
                  <a:pt x="268590" y="11914"/>
                  <a:pt x="264352" y="11373"/>
                  <a:pt x="258612" y="11373"/>
                </a:cubicBezTo>
                <a:lnTo>
                  <a:pt x="234323" y="11373"/>
                </a:lnTo>
                <a:close/>
                <a:moveTo>
                  <a:pt x="316771" y="0"/>
                </a:moveTo>
                <a:cubicBezTo>
                  <a:pt x="319046" y="0"/>
                  <a:pt x="320982" y="803"/>
                  <a:pt x="322580" y="2409"/>
                </a:cubicBezTo>
                <a:cubicBezTo>
                  <a:pt x="324177" y="4013"/>
                  <a:pt x="324976" y="5959"/>
                  <a:pt x="324976" y="8245"/>
                </a:cubicBezTo>
                <a:cubicBezTo>
                  <a:pt x="324976" y="10531"/>
                  <a:pt x="324177" y="12491"/>
                  <a:pt x="322580" y="14124"/>
                </a:cubicBezTo>
                <a:cubicBezTo>
                  <a:pt x="320982" y="15756"/>
                  <a:pt x="319046" y="16571"/>
                  <a:pt x="316771" y="16571"/>
                </a:cubicBezTo>
                <a:cubicBezTo>
                  <a:pt x="314497" y="16571"/>
                  <a:pt x="312547" y="15756"/>
                  <a:pt x="310923" y="14124"/>
                </a:cubicBezTo>
                <a:cubicBezTo>
                  <a:pt x="309298" y="12491"/>
                  <a:pt x="308486" y="10531"/>
                  <a:pt x="308486" y="8245"/>
                </a:cubicBezTo>
                <a:cubicBezTo>
                  <a:pt x="308486" y="5959"/>
                  <a:pt x="309284" y="4013"/>
                  <a:pt x="310882" y="2409"/>
                </a:cubicBezTo>
                <a:cubicBezTo>
                  <a:pt x="312480" y="803"/>
                  <a:pt x="314443" y="0"/>
                  <a:pt x="316771" y="0"/>
                </a:cubicBezTo>
                <a:moveTo>
                  <a:pt x="323514" y="38992"/>
                </a:moveTo>
                <a:lnTo>
                  <a:pt x="323514" y="98617"/>
                </a:lnTo>
                <a:cubicBezTo>
                  <a:pt x="323514" y="103301"/>
                  <a:pt x="323852" y="106420"/>
                  <a:pt x="324529" y="107974"/>
                </a:cubicBezTo>
                <a:cubicBezTo>
                  <a:pt x="325206" y="109526"/>
                  <a:pt x="326208" y="110683"/>
                  <a:pt x="327535" y="111446"/>
                </a:cubicBezTo>
                <a:cubicBezTo>
                  <a:pt x="328862" y="112208"/>
                  <a:pt x="331285" y="112589"/>
                  <a:pt x="334805" y="112589"/>
                </a:cubicBezTo>
                <a:lnTo>
                  <a:pt x="334805" y="115513"/>
                </a:lnTo>
                <a:lnTo>
                  <a:pt x="298657" y="115513"/>
                </a:lnTo>
                <a:lnTo>
                  <a:pt x="298657" y="112589"/>
                </a:lnTo>
                <a:cubicBezTo>
                  <a:pt x="302285" y="112589"/>
                  <a:pt x="304722" y="112235"/>
                  <a:pt x="305967" y="111528"/>
                </a:cubicBezTo>
                <a:cubicBezTo>
                  <a:pt x="307213" y="110818"/>
                  <a:pt x="308201" y="109647"/>
                  <a:pt x="308932" y="108014"/>
                </a:cubicBezTo>
                <a:cubicBezTo>
                  <a:pt x="309664" y="106379"/>
                  <a:pt x="310029" y="103247"/>
                  <a:pt x="310029" y="98617"/>
                </a:cubicBezTo>
                <a:lnTo>
                  <a:pt x="310029" y="70185"/>
                </a:lnTo>
                <a:cubicBezTo>
                  <a:pt x="310029" y="62082"/>
                  <a:pt x="309785" y="56834"/>
                  <a:pt x="309298" y="54441"/>
                </a:cubicBezTo>
                <a:cubicBezTo>
                  <a:pt x="308919" y="52700"/>
                  <a:pt x="308323" y="51491"/>
                  <a:pt x="307511" y="50814"/>
                </a:cubicBezTo>
                <a:cubicBezTo>
                  <a:pt x="306699" y="50135"/>
                  <a:pt x="305588" y="49796"/>
                  <a:pt x="304180" y="49796"/>
                </a:cubicBezTo>
                <a:cubicBezTo>
                  <a:pt x="302664" y="49796"/>
                  <a:pt x="300823" y="50202"/>
                  <a:pt x="298657" y="51014"/>
                </a:cubicBezTo>
                <a:lnTo>
                  <a:pt x="297519" y="48090"/>
                </a:lnTo>
                <a:lnTo>
                  <a:pt x="319939" y="38992"/>
                </a:lnTo>
                <a:lnTo>
                  <a:pt x="323514" y="38992"/>
                </a:lnTo>
                <a:close/>
                <a:moveTo>
                  <a:pt x="385452" y="0"/>
                </a:moveTo>
                <a:lnTo>
                  <a:pt x="345567" y="117788"/>
                </a:lnTo>
                <a:lnTo>
                  <a:pt x="339068" y="117788"/>
                </a:lnTo>
                <a:lnTo>
                  <a:pt x="378954" y="0"/>
                </a:lnTo>
                <a:lnTo>
                  <a:pt x="3854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Bluetooth">
            <a:extLst xmlns:a="http://schemas.openxmlformats.org/drawingml/2006/main">
              <a:ext uri="{FF2B5EF4-FFF2-40B4-BE49-F238E27FC236}">
                <a16:creationId xmlns:a16="http://schemas.microsoft.com/office/drawing/2014/main" id="{F769783F-005D-4236-989C-F28FE50C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519" y="1571876"/>
            <a:ext cx="650688" cy="117788"/>
          </a:xfrm>
          <a:custGeom xmlns:a="http://schemas.openxmlformats.org/drawingml/2006/main">
            <a:pathLst>
              <a:path w="650688" h="117788">
                <a:moveTo>
                  <a:pt x="74084" y="59117"/>
                </a:moveTo>
                <a:cubicBezTo>
                  <a:pt x="81720" y="60747"/>
                  <a:pt x="87434" y="63355"/>
                  <a:pt x="91224" y="66941"/>
                </a:cubicBezTo>
                <a:cubicBezTo>
                  <a:pt x="96477" y="71940"/>
                  <a:pt x="99104" y="78052"/>
                  <a:pt x="99104" y="85277"/>
                </a:cubicBezTo>
                <a:cubicBezTo>
                  <a:pt x="99104" y="90765"/>
                  <a:pt x="97371" y="96022"/>
                  <a:pt x="93905" y="101049"/>
                </a:cubicBezTo>
                <a:cubicBezTo>
                  <a:pt x="90439" y="106073"/>
                  <a:pt x="85687" y="109740"/>
                  <a:pt x="79649" y="112050"/>
                </a:cubicBezTo>
                <a:cubicBezTo>
                  <a:pt x="73610" y="114359"/>
                  <a:pt x="64391" y="115513"/>
                  <a:pt x="51989" y="115513"/>
                </a:cubicBezTo>
                <a:lnTo>
                  <a:pt x="0" y="115513"/>
                </a:lnTo>
                <a:lnTo>
                  <a:pt x="0" y="112426"/>
                </a:lnTo>
                <a:lnTo>
                  <a:pt x="4143" y="112426"/>
                </a:lnTo>
                <a:cubicBezTo>
                  <a:pt x="8746" y="112426"/>
                  <a:pt x="12050" y="110972"/>
                  <a:pt x="14053" y="108062"/>
                </a:cubicBezTo>
                <a:cubicBezTo>
                  <a:pt x="15299" y="106175"/>
                  <a:pt x="15922" y="102160"/>
                  <a:pt x="15922" y="96017"/>
                </a:cubicBezTo>
                <a:lnTo>
                  <a:pt x="15922" y="24857"/>
                </a:lnTo>
                <a:cubicBezTo>
                  <a:pt x="15922" y="18068"/>
                  <a:pt x="15136" y="13783"/>
                  <a:pt x="13566" y="12005"/>
                </a:cubicBezTo>
                <a:cubicBezTo>
                  <a:pt x="11454" y="9634"/>
                  <a:pt x="8313" y="8448"/>
                  <a:pt x="4143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7602" y="5361"/>
                </a:lnTo>
                <a:cubicBezTo>
                  <a:pt x="56484" y="5361"/>
                  <a:pt x="63605" y="6009"/>
                  <a:pt x="68967" y="7303"/>
                </a:cubicBezTo>
                <a:cubicBezTo>
                  <a:pt x="77090" y="9246"/>
                  <a:pt x="83291" y="12688"/>
                  <a:pt x="87569" y="17628"/>
                </a:cubicBezTo>
                <a:cubicBezTo>
                  <a:pt x="91847" y="22566"/>
                  <a:pt x="93986" y="28246"/>
                  <a:pt x="93986" y="34669"/>
                </a:cubicBezTo>
                <a:cubicBezTo>
                  <a:pt x="93986" y="40174"/>
                  <a:pt x="92308" y="45099"/>
                  <a:pt x="88950" y="49443"/>
                </a:cubicBezTo>
                <a:cubicBezTo>
                  <a:pt x="85592" y="53787"/>
                  <a:pt x="80637" y="57012"/>
                  <a:pt x="74084" y="59117"/>
                </a:cubicBezTo>
                <a:moveTo>
                  <a:pt x="31518" y="54599"/>
                </a:moveTo>
                <a:cubicBezTo>
                  <a:pt x="33522" y="54974"/>
                  <a:pt x="35810" y="55256"/>
                  <a:pt x="38382" y="55444"/>
                </a:cubicBezTo>
                <a:cubicBezTo>
                  <a:pt x="40955" y="55632"/>
                  <a:pt x="43784" y="55726"/>
                  <a:pt x="46871" y="55726"/>
                </a:cubicBezTo>
                <a:cubicBezTo>
                  <a:pt x="54778" y="55726"/>
                  <a:pt x="60722" y="54880"/>
                  <a:pt x="64702" y="53190"/>
                </a:cubicBezTo>
                <a:cubicBezTo>
                  <a:pt x="68682" y="51499"/>
                  <a:pt x="71729" y="48910"/>
                  <a:pt x="73841" y="45422"/>
                </a:cubicBezTo>
                <a:cubicBezTo>
                  <a:pt x="75953" y="41932"/>
                  <a:pt x="77009" y="38122"/>
                  <a:pt x="77009" y="33991"/>
                </a:cubicBezTo>
                <a:cubicBezTo>
                  <a:pt x="77009" y="27604"/>
                  <a:pt x="74382" y="22156"/>
                  <a:pt x="69129" y="17648"/>
                </a:cubicBezTo>
                <a:cubicBezTo>
                  <a:pt x="63876" y="13139"/>
                  <a:pt x="56213" y="10885"/>
                  <a:pt x="46140" y="10885"/>
                </a:cubicBezTo>
                <a:cubicBezTo>
                  <a:pt x="40725" y="10885"/>
                  <a:pt x="35851" y="11476"/>
                  <a:pt x="31518" y="12657"/>
                </a:cubicBezTo>
                <a:lnTo>
                  <a:pt x="31518" y="54599"/>
                </a:lnTo>
                <a:moveTo>
                  <a:pt x="31518" y="107471"/>
                </a:moveTo>
                <a:cubicBezTo>
                  <a:pt x="37800" y="108933"/>
                  <a:pt x="44001" y="109664"/>
                  <a:pt x="50121" y="109664"/>
                </a:cubicBezTo>
                <a:cubicBezTo>
                  <a:pt x="59923" y="109664"/>
                  <a:pt x="67396" y="107457"/>
                  <a:pt x="72541" y="103044"/>
                </a:cubicBezTo>
                <a:cubicBezTo>
                  <a:pt x="77686" y="98630"/>
                  <a:pt x="80258" y="93174"/>
                  <a:pt x="80258" y="86675"/>
                </a:cubicBezTo>
                <a:cubicBezTo>
                  <a:pt x="80258" y="82397"/>
                  <a:pt x="79094" y="78281"/>
                  <a:pt x="76765" y="74328"/>
                </a:cubicBezTo>
                <a:cubicBezTo>
                  <a:pt x="74436" y="70375"/>
                  <a:pt x="70645" y="67261"/>
                  <a:pt x="65392" y="64986"/>
                </a:cubicBezTo>
                <a:cubicBezTo>
                  <a:pt x="60139" y="62712"/>
                  <a:pt x="53641" y="61574"/>
                  <a:pt x="45897" y="61574"/>
                </a:cubicBezTo>
                <a:cubicBezTo>
                  <a:pt x="42539" y="61574"/>
                  <a:pt x="39669" y="61629"/>
                  <a:pt x="37286" y="61737"/>
                </a:cubicBezTo>
                <a:cubicBezTo>
                  <a:pt x="34903" y="61845"/>
                  <a:pt x="32981" y="62035"/>
                  <a:pt x="31518" y="62306"/>
                </a:cubicBezTo>
                <a:lnTo>
                  <a:pt x="31518" y="107471"/>
                </a:lnTo>
                <a:close/>
                <a:moveTo>
                  <a:pt x="138738" y="0"/>
                </a:moveTo>
                <a:lnTo>
                  <a:pt x="138738" y="98617"/>
                </a:lnTo>
                <a:cubicBezTo>
                  <a:pt x="138738" y="103301"/>
                  <a:pt x="139076" y="106407"/>
                  <a:pt x="139753" y="107933"/>
                </a:cubicBezTo>
                <a:cubicBezTo>
                  <a:pt x="140430" y="109458"/>
                  <a:pt x="141473" y="110615"/>
                  <a:pt x="142881" y="111406"/>
                </a:cubicBezTo>
                <a:cubicBezTo>
                  <a:pt x="144289" y="112194"/>
                  <a:pt x="146915" y="112589"/>
                  <a:pt x="150760" y="112589"/>
                </a:cubicBezTo>
                <a:lnTo>
                  <a:pt x="150760" y="115513"/>
                </a:lnTo>
                <a:lnTo>
                  <a:pt x="114287" y="115513"/>
                </a:lnTo>
                <a:lnTo>
                  <a:pt x="114287" y="112589"/>
                </a:lnTo>
                <a:cubicBezTo>
                  <a:pt x="117698" y="112589"/>
                  <a:pt x="120027" y="112235"/>
                  <a:pt x="121273" y="111528"/>
                </a:cubicBezTo>
                <a:cubicBezTo>
                  <a:pt x="122518" y="110818"/>
                  <a:pt x="123493" y="109647"/>
                  <a:pt x="124197" y="108014"/>
                </a:cubicBezTo>
                <a:cubicBezTo>
                  <a:pt x="124901" y="106379"/>
                  <a:pt x="125253" y="103247"/>
                  <a:pt x="125253" y="98617"/>
                </a:cubicBezTo>
                <a:lnTo>
                  <a:pt x="125253" y="31193"/>
                </a:lnTo>
                <a:cubicBezTo>
                  <a:pt x="125253" y="22799"/>
                  <a:pt x="125064" y="17641"/>
                  <a:pt x="124684" y="15719"/>
                </a:cubicBezTo>
                <a:cubicBezTo>
                  <a:pt x="124305" y="13796"/>
                  <a:pt x="123696" y="12483"/>
                  <a:pt x="122857" y="11779"/>
                </a:cubicBezTo>
                <a:cubicBezTo>
                  <a:pt x="122017" y="11075"/>
                  <a:pt x="120948" y="10723"/>
                  <a:pt x="119648" y="10723"/>
                </a:cubicBezTo>
                <a:cubicBezTo>
                  <a:pt x="118240" y="10723"/>
                  <a:pt x="116453" y="11156"/>
                  <a:pt x="114287" y="12022"/>
                </a:cubicBezTo>
                <a:lnTo>
                  <a:pt x="112906" y="9098"/>
                </a:lnTo>
                <a:lnTo>
                  <a:pt x="135082" y="0"/>
                </a:lnTo>
                <a:lnTo>
                  <a:pt x="138738" y="0"/>
                </a:lnTo>
                <a:close/>
                <a:moveTo>
                  <a:pt x="224559" y="41104"/>
                </a:moveTo>
                <a:lnTo>
                  <a:pt x="224559" y="86432"/>
                </a:lnTo>
                <a:cubicBezTo>
                  <a:pt x="224559" y="94936"/>
                  <a:pt x="224762" y="100137"/>
                  <a:pt x="225168" y="102036"/>
                </a:cubicBezTo>
                <a:cubicBezTo>
                  <a:pt x="225575" y="103933"/>
                  <a:pt x="226224" y="105259"/>
                  <a:pt x="227118" y="106014"/>
                </a:cubicBezTo>
                <a:cubicBezTo>
                  <a:pt x="228011" y="106769"/>
                  <a:pt x="229054" y="107146"/>
                  <a:pt x="230245" y="107146"/>
                </a:cubicBezTo>
                <a:cubicBezTo>
                  <a:pt x="231924" y="107146"/>
                  <a:pt x="233820" y="106686"/>
                  <a:pt x="235932" y="105765"/>
                </a:cubicBezTo>
                <a:lnTo>
                  <a:pt x="237069" y="108689"/>
                </a:lnTo>
                <a:lnTo>
                  <a:pt x="214811" y="117788"/>
                </a:lnTo>
                <a:lnTo>
                  <a:pt x="211156" y="117788"/>
                </a:lnTo>
                <a:lnTo>
                  <a:pt x="211156" y="102102"/>
                </a:lnTo>
                <a:cubicBezTo>
                  <a:pt x="204765" y="109002"/>
                  <a:pt x="199891" y="113341"/>
                  <a:pt x="196534" y="115120"/>
                </a:cubicBezTo>
                <a:cubicBezTo>
                  <a:pt x="193176" y="116898"/>
                  <a:pt x="189629" y="117788"/>
                  <a:pt x="185892" y="117788"/>
                </a:cubicBezTo>
                <a:cubicBezTo>
                  <a:pt x="181722" y="117788"/>
                  <a:pt x="178107" y="116583"/>
                  <a:pt x="175048" y="114173"/>
                </a:cubicBezTo>
                <a:cubicBezTo>
                  <a:pt x="171988" y="111763"/>
                  <a:pt x="169862" y="108662"/>
                  <a:pt x="168671" y="104872"/>
                </a:cubicBezTo>
                <a:cubicBezTo>
                  <a:pt x="167480" y="101081"/>
                  <a:pt x="166884" y="95719"/>
                  <a:pt x="166884" y="88787"/>
                </a:cubicBezTo>
                <a:lnTo>
                  <a:pt x="166884" y="55563"/>
                </a:lnTo>
                <a:cubicBezTo>
                  <a:pt x="166884" y="52018"/>
                  <a:pt x="166505" y="49564"/>
                  <a:pt x="165747" y="48202"/>
                </a:cubicBezTo>
                <a:cubicBezTo>
                  <a:pt x="164988" y="46837"/>
                  <a:pt x="163865" y="45787"/>
                  <a:pt x="162375" y="45051"/>
                </a:cubicBezTo>
                <a:cubicBezTo>
                  <a:pt x="160886" y="44315"/>
                  <a:pt x="158192" y="43974"/>
                  <a:pt x="154293" y="44028"/>
                </a:cubicBezTo>
                <a:lnTo>
                  <a:pt x="154293" y="41104"/>
                </a:lnTo>
                <a:lnTo>
                  <a:pt x="180368" y="41104"/>
                </a:lnTo>
                <a:lnTo>
                  <a:pt x="180368" y="90960"/>
                </a:lnTo>
                <a:cubicBezTo>
                  <a:pt x="180368" y="97901"/>
                  <a:pt x="181573" y="102456"/>
                  <a:pt x="183983" y="104625"/>
                </a:cubicBezTo>
                <a:cubicBezTo>
                  <a:pt x="186393" y="106793"/>
                  <a:pt x="189304" y="107877"/>
                  <a:pt x="192716" y="107877"/>
                </a:cubicBezTo>
                <a:cubicBezTo>
                  <a:pt x="195045" y="107877"/>
                  <a:pt x="197685" y="107145"/>
                  <a:pt x="200636" y="105681"/>
                </a:cubicBezTo>
                <a:cubicBezTo>
                  <a:pt x="203587" y="104217"/>
                  <a:pt x="207094" y="101425"/>
                  <a:pt x="211156" y="97304"/>
                </a:cubicBezTo>
                <a:lnTo>
                  <a:pt x="211156" y="55238"/>
                </a:lnTo>
                <a:cubicBezTo>
                  <a:pt x="211156" y="50921"/>
                  <a:pt x="210384" y="48001"/>
                  <a:pt x="208841" y="46478"/>
                </a:cubicBezTo>
                <a:cubicBezTo>
                  <a:pt x="207297" y="44955"/>
                  <a:pt x="204088" y="44138"/>
                  <a:pt x="199214" y="44028"/>
                </a:cubicBezTo>
                <a:lnTo>
                  <a:pt x="199214" y="41104"/>
                </a:lnTo>
                <a:lnTo>
                  <a:pt x="224559" y="41104"/>
                </a:lnTo>
                <a:close/>
                <a:moveTo>
                  <a:pt x="254726" y="69210"/>
                </a:moveTo>
                <a:cubicBezTo>
                  <a:pt x="254672" y="80207"/>
                  <a:pt x="257352" y="88832"/>
                  <a:pt x="262768" y="95086"/>
                </a:cubicBezTo>
                <a:cubicBezTo>
                  <a:pt x="268183" y="101339"/>
                  <a:pt x="274546" y="104465"/>
                  <a:pt x="281857" y="104465"/>
                </a:cubicBezTo>
                <a:cubicBezTo>
                  <a:pt x="286731" y="104465"/>
                  <a:pt x="290969" y="103119"/>
                  <a:pt x="294570" y="100427"/>
                </a:cubicBezTo>
                <a:cubicBezTo>
                  <a:pt x="298172" y="97734"/>
                  <a:pt x="301191" y="93123"/>
                  <a:pt x="303628" y="86594"/>
                </a:cubicBezTo>
                <a:lnTo>
                  <a:pt x="306146" y="88226"/>
                </a:lnTo>
                <a:cubicBezTo>
                  <a:pt x="305009" y="95685"/>
                  <a:pt x="301705" y="102476"/>
                  <a:pt x="296236" y="108601"/>
                </a:cubicBezTo>
                <a:cubicBezTo>
                  <a:pt x="290766" y="114725"/>
                  <a:pt x="283915" y="117788"/>
                  <a:pt x="275684" y="117788"/>
                </a:cubicBezTo>
                <a:cubicBezTo>
                  <a:pt x="266748" y="117788"/>
                  <a:pt x="259099" y="114316"/>
                  <a:pt x="252735" y="107372"/>
                </a:cubicBezTo>
                <a:cubicBezTo>
                  <a:pt x="246372" y="100427"/>
                  <a:pt x="243191" y="91090"/>
                  <a:pt x="243191" y="79362"/>
                </a:cubicBezTo>
                <a:cubicBezTo>
                  <a:pt x="243191" y="66663"/>
                  <a:pt x="246453" y="56760"/>
                  <a:pt x="252979" y="49654"/>
                </a:cubicBezTo>
                <a:cubicBezTo>
                  <a:pt x="259505" y="42546"/>
                  <a:pt x="267696" y="38992"/>
                  <a:pt x="277552" y="38992"/>
                </a:cubicBezTo>
                <a:cubicBezTo>
                  <a:pt x="285892" y="38992"/>
                  <a:pt x="292743" y="41733"/>
                  <a:pt x="298104" y="47217"/>
                </a:cubicBezTo>
                <a:cubicBezTo>
                  <a:pt x="303465" y="52698"/>
                  <a:pt x="306146" y="60029"/>
                  <a:pt x="306146" y="69210"/>
                </a:cubicBezTo>
                <a:lnTo>
                  <a:pt x="254726" y="69210"/>
                </a:lnTo>
                <a:moveTo>
                  <a:pt x="254726" y="64499"/>
                </a:moveTo>
                <a:lnTo>
                  <a:pt x="289168" y="64499"/>
                </a:lnTo>
                <a:cubicBezTo>
                  <a:pt x="288898" y="59772"/>
                  <a:pt x="288329" y="56442"/>
                  <a:pt x="287462" y="54510"/>
                </a:cubicBezTo>
                <a:cubicBezTo>
                  <a:pt x="286109" y="51501"/>
                  <a:pt x="284091" y="49137"/>
                  <a:pt x="281411" y="47420"/>
                </a:cubicBezTo>
                <a:cubicBezTo>
                  <a:pt x="278730" y="45700"/>
                  <a:pt x="275927" y="44841"/>
                  <a:pt x="273003" y="44841"/>
                </a:cubicBezTo>
                <a:cubicBezTo>
                  <a:pt x="268508" y="44841"/>
                  <a:pt x="264487" y="46573"/>
                  <a:pt x="260940" y="50037"/>
                </a:cubicBezTo>
                <a:cubicBezTo>
                  <a:pt x="257393" y="53501"/>
                  <a:pt x="255321" y="58322"/>
                  <a:pt x="254726" y="64499"/>
                </a:cubicBezTo>
                <a:close/>
                <a:moveTo>
                  <a:pt x="337237" y="16571"/>
                </a:moveTo>
                <a:lnTo>
                  <a:pt x="337237" y="41104"/>
                </a:lnTo>
                <a:lnTo>
                  <a:pt x="354621" y="41104"/>
                </a:lnTo>
                <a:lnTo>
                  <a:pt x="354621" y="46628"/>
                </a:lnTo>
                <a:lnTo>
                  <a:pt x="337237" y="46790"/>
                </a:lnTo>
                <a:lnTo>
                  <a:pt x="337237" y="95108"/>
                </a:lnTo>
                <a:cubicBezTo>
                  <a:pt x="337237" y="99933"/>
                  <a:pt x="337928" y="103187"/>
                  <a:pt x="339309" y="104869"/>
                </a:cubicBezTo>
                <a:cubicBezTo>
                  <a:pt x="340690" y="106550"/>
                  <a:pt x="342463" y="107390"/>
                  <a:pt x="344629" y="107390"/>
                </a:cubicBezTo>
                <a:cubicBezTo>
                  <a:pt x="346417" y="107390"/>
                  <a:pt x="348149" y="106828"/>
                  <a:pt x="349828" y="105704"/>
                </a:cubicBezTo>
                <a:cubicBezTo>
                  <a:pt x="351507" y="104580"/>
                  <a:pt x="352807" y="102922"/>
                  <a:pt x="353727" y="100729"/>
                </a:cubicBezTo>
                <a:lnTo>
                  <a:pt x="356896" y="100729"/>
                </a:lnTo>
                <a:cubicBezTo>
                  <a:pt x="355000" y="106063"/>
                  <a:pt x="352319" y="110077"/>
                  <a:pt x="348853" y="112771"/>
                </a:cubicBezTo>
                <a:cubicBezTo>
                  <a:pt x="345388" y="115466"/>
                  <a:pt x="341813" y="116813"/>
                  <a:pt x="338131" y="116813"/>
                </a:cubicBezTo>
                <a:cubicBezTo>
                  <a:pt x="335640" y="116813"/>
                  <a:pt x="333203" y="116120"/>
                  <a:pt x="330820" y="114734"/>
                </a:cubicBezTo>
                <a:cubicBezTo>
                  <a:pt x="328437" y="113348"/>
                  <a:pt x="326677" y="111364"/>
                  <a:pt x="325540" y="108783"/>
                </a:cubicBezTo>
                <a:cubicBezTo>
                  <a:pt x="324402" y="106203"/>
                  <a:pt x="323834" y="102222"/>
                  <a:pt x="323834" y="96842"/>
                </a:cubicBezTo>
                <a:lnTo>
                  <a:pt x="323834" y="46628"/>
                </a:lnTo>
                <a:lnTo>
                  <a:pt x="312055" y="46628"/>
                </a:lnTo>
                <a:lnTo>
                  <a:pt x="312055" y="44023"/>
                </a:lnTo>
                <a:cubicBezTo>
                  <a:pt x="315034" y="42838"/>
                  <a:pt x="318080" y="40833"/>
                  <a:pt x="321194" y="38007"/>
                </a:cubicBezTo>
                <a:cubicBezTo>
                  <a:pt x="324308" y="35181"/>
                  <a:pt x="327083" y="31812"/>
                  <a:pt x="329520" y="27901"/>
                </a:cubicBezTo>
                <a:cubicBezTo>
                  <a:pt x="330766" y="25836"/>
                  <a:pt x="332499" y="22060"/>
                  <a:pt x="334719" y="16571"/>
                </a:cubicBezTo>
                <a:lnTo>
                  <a:pt x="337237" y="16571"/>
                </a:lnTo>
                <a:close/>
                <a:moveTo>
                  <a:pt x="398201" y="38992"/>
                </a:moveTo>
                <a:cubicBezTo>
                  <a:pt x="409465" y="38992"/>
                  <a:pt x="418509" y="43266"/>
                  <a:pt x="425333" y="51814"/>
                </a:cubicBezTo>
                <a:cubicBezTo>
                  <a:pt x="431127" y="59116"/>
                  <a:pt x="434025" y="67502"/>
                  <a:pt x="434025" y="76971"/>
                </a:cubicBezTo>
                <a:cubicBezTo>
                  <a:pt x="434025" y="83625"/>
                  <a:pt x="432427" y="90360"/>
                  <a:pt x="429232" y="97177"/>
                </a:cubicBezTo>
                <a:cubicBezTo>
                  <a:pt x="426037" y="103992"/>
                  <a:pt x="421637" y="109131"/>
                  <a:pt x="416032" y="112594"/>
                </a:cubicBezTo>
                <a:cubicBezTo>
                  <a:pt x="410427" y="116056"/>
                  <a:pt x="404185" y="117788"/>
                  <a:pt x="397307" y="117788"/>
                </a:cubicBezTo>
                <a:cubicBezTo>
                  <a:pt x="386097" y="117788"/>
                  <a:pt x="377189" y="113324"/>
                  <a:pt x="370582" y="104397"/>
                </a:cubicBezTo>
                <a:cubicBezTo>
                  <a:pt x="365004" y="96878"/>
                  <a:pt x="362215" y="88439"/>
                  <a:pt x="362215" y="79080"/>
                </a:cubicBezTo>
                <a:cubicBezTo>
                  <a:pt x="362215" y="72263"/>
                  <a:pt x="363907" y="65487"/>
                  <a:pt x="367292" y="58752"/>
                </a:cubicBezTo>
                <a:cubicBezTo>
                  <a:pt x="370677" y="52016"/>
                  <a:pt x="375131" y="47039"/>
                  <a:pt x="380655" y="43820"/>
                </a:cubicBezTo>
                <a:cubicBezTo>
                  <a:pt x="386179" y="40601"/>
                  <a:pt x="392027" y="38992"/>
                  <a:pt x="398201" y="38992"/>
                </a:cubicBezTo>
                <a:moveTo>
                  <a:pt x="395683" y="44353"/>
                </a:moveTo>
                <a:cubicBezTo>
                  <a:pt x="392813" y="44353"/>
                  <a:pt x="389929" y="45204"/>
                  <a:pt x="387032" y="46904"/>
                </a:cubicBezTo>
                <a:cubicBezTo>
                  <a:pt x="384134" y="48603"/>
                  <a:pt x="381792" y="51585"/>
                  <a:pt x="380005" y="55848"/>
                </a:cubicBezTo>
                <a:cubicBezTo>
                  <a:pt x="378218" y="60111"/>
                  <a:pt x="377324" y="65587"/>
                  <a:pt x="377324" y="72277"/>
                </a:cubicBezTo>
                <a:cubicBezTo>
                  <a:pt x="377324" y="83069"/>
                  <a:pt x="379477" y="92378"/>
                  <a:pt x="383782" y="100203"/>
                </a:cubicBezTo>
                <a:cubicBezTo>
                  <a:pt x="388088" y="108027"/>
                  <a:pt x="393760" y="111939"/>
                  <a:pt x="400800" y="111939"/>
                </a:cubicBezTo>
                <a:cubicBezTo>
                  <a:pt x="406054" y="111939"/>
                  <a:pt x="410386" y="109780"/>
                  <a:pt x="413798" y="105463"/>
                </a:cubicBezTo>
                <a:cubicBezTo>
                  <a:pt x="417210" y="101146"/>
                  <a:pt x="418915" y="93727"/>
                  <a:pt x="418915" y="83205"/>
                </a:cubicBezTo>
                <a:cubicBezTo>
                  <a:pt x="418915" y="70039"/>
                  <a:pt x="416072" y="59678"/>
                  <a:pt x="410386" y="52124"/>
                </a:cubicBezTo>
                <a:cubicBezTo>
                  <a:pt x="406541" y="46943"/>
                  <a:pt x="401640" y="44353"/>
                  <a:pt x="395683" y="44353"/>
                </a:cubicBezTo>
                <a:close/>
                <a:moveTo>
                  <a:pt x="481088" y="38992"/>
                </a:moveTo>
                <a:cubicBezTo>
                  <a:pt x="492352" y="38992"/>
                  <a:pt x="501396" y="43266"/>
                  <a:pt x="508220" y="51814"/>
                </a:cubicBezTo>
                <a:cubicBezTo>
                  <a:pt x="514014" y="59116"/>
                  <a:pt x="516912" y="67502"/>
                  <a:pt x="516912" y="76971"/>
                </a:cubicBezTo>
                <a:cubicBezTo>
                  <a:pt x="516912" y="83625"/>
                  <a:pt x="515314" y="90360"/>
                  <a:pt x="512119" y="97177"/>
                </a:cubicBezTo>
                <a:cubicBezTo>
                  <a:pt x="508924" y="103992"/>
                  <a:pt x="504524" y="109131"/>
                  <a:pt x="498919" y="112594"/>
                </a:cubicBezTo>
                <a:cubicBezTo>
                  <a:pt x="493314" y="116056"/>
                  <a:pt x="487072" y="117788"/>
                  <a:pt x="480194" y="117788"/>
                </a:cubicBezTo>
                <a:cubicBezTo>
                  <a:pt x="468984" y="117788"/>
                  <a:pt x="460076" y="113324"/>
                  <a:pt x="453469" y="104397"/>
                </a:cubicBezTo>
                <a:cubicBezTo>
                  <a:pt x="447891" y="96878"/>
                  <a:pt x="445102" y="88439"/>
                  <a:pt x="445102" y="79080"/>
                </a:cubicBezTo>
                <a:cubicBezTo>
                  <a:pt x="445102" y="72263"/>
                  <a:pt x="446794" y="65487"/>
                  <a:pt x="450179" y="58752"/>
                </a:cubicBezTo>
                <a:cubicBezTo>
                  <a:pt x="453564" y="52016"/>
                  <a:pt x="458018" y="47039"/>
                  <a:pt x="463542" y="43820"/>
                </a:cubicBezTo>
                <a:cubicBezTo>
                  <a:pt x="469066" y="40601"/>
                  <a:pt x="474914" y="38992"/>
                  <a:pt x="481088" y="38992"/>
                </a:cubicBezTo>
                <a:moveTo>
                  <a:pt x="478570" y="44353"/>
                </a:moveTo>
                <a:cubicBezTo>
                  <a:pt x="475700" y="44353"/>
                  <a:pt x="472816" y="45204"/>
                  <a:pt x="469918" y="46904"/>
                </a:cubicBezTo>
                <a:cubicBezTo>
                  <a:pt x="467021" y="48603"/>
                  <a:pt x="464679" y="51585"/>
                  <a:pt x="462892" y="55848"/>
                </a:cubicBezTo>
                <a:cubicBezTo>
                  <a:pt x="461105" y="60111"/>
                  <a:pt x="460211" y="65587"/>
                  <a:pt x="460211" y="72277"/>
                </a:cubicBezTo>
                <a:cubicBezTo>
                  <a:pt x="460211" y="83069"/>
                  <a:pt x="462364" y="92378"/>
                  <a:pt x="466669" y="100203"/>
                </a:cubicBezTo>
                <a:cubicBezTo>
                  <a:pt x="470974" y="108027"/>
                  <a:pt x="476647" y="111939"/>
                  <a:pt x="483687" y="111939"/>
                </a:cubicBezTo>
                <a:cubicBezTo>
                  <a:pt x="488940" y="111939"/>
                  <a:pt x="493273" y="109780"/>
                  <a:pt x="496685" y="105463"/>
                </a:cubicBezTo>
                <a:cubicBezTo>
                  <a:pt x="500096" y="101146"/>
                  <a:pt x="501802" y="93727"/>
                  <a:pt x="501802" y="83205"/>
                </a:cubicBezTo>
                <a:cubicBezTo>
                  <a:pt x="501802" y="70039"/>
                  <a:pt x="498959" y="59678"/>
                  <a:pt x="493273" y="52124"/>
                </a:cubicBezTo>
                <a:cubicBezTo>
                  <a:pt x="489428" y="46943"/>
                  <a:pt x="484527" y="44353"/>
                  <a:pt x="478570" y="44353"/>
                </a:cubicBezTo>
                <a:close/>
                <a:moveTo>
                  <a:pt x="549189" y="16571"/>
                </a:moveTo>
                <a:lnTo>
                  <a:pt x="549189" y="41104"/>
                </a:lnTo>
                <a:lnTo>
                  <a:pt x="566573" y="41104"/>
                </a:lnTo>
                <a:lnTo>
                  <a:pt x="566573" y="46628"/>
                </a:lnTo>
                <a:lnTo>
                  <a:pt x="549189" y="46790"/>
                </a:lnTo>
                <a:lnTo>
                  <a:pt x="549189" y="95108"/>
                </a:lnTo>
                <a:cubicBezTo>
                  <a:pt x="549189" y="99933"/>
                  <a:pt x="549880" y="103187"/>
                  <a:pt x="551261" y="104869"/>
                </a:cubicBezTo>
                <a:cubicBezTo>
                  <a:pt x="552642" y="106550"/>
                  <a:pt x="554415" y="107390"/>
                  <a:pt x="556581" y="107390"/>
                </a:cubicBezTo>
                <a:cubicBezTo>
                  <a:pt x="558368" y="107390"/>
                  <a:pt x="560101" y="106828"/>
                  <a:pt x="561780" y="105704"/>
                </a:cubicBezTo>
                <a:cubicBezTo>
                  <a:pt x="563459" y="104580"/>
                  <a:pt x="564759" y="102922"/>
                  <a:pt x="565679" y="100729"/>
                </a:cubicBezTo>
                <a:lnTo>
                  <a:pt x="568847" y="100729"/>
                </a:lnTo>
                <a:cubicBezTo>
                  <a:pt x="566952" y="106063"/>
                  <a:pt x="564271" y="110077"/>
                  <a:pt x="560805" y="112771"/>
                </a:cubicBezTo>
                <a:cubicBezTo>
                  <a:pt x="557339" y="115466"/>
                  <a:pt x="553765" y="116813"/>
                  <a:pt x="550083" y="116813"/>
                </a:cubicBezTo>
                <a:cubicBezTo>
                  <a:pt x="547592" y="116813"/>
                  <a:pt x="545155" y="116120"/>
                  <a:pt x="542772" y="114734"/>
                </a:cubicBezTo>
                <a:cubicBezTo>
                  <a:pt x="540389" y="113348"/>
                  <a:pt x="538629" y="111364"/>
                  <a:pt x="537492" y="108783"/>
                </a:cubicBezTo>
                <a:cubicBezTo>
                  <a:pt x="536354" y="106203"/>
                  <a:pt x="535786" y="102222"/>
                  <a:pt x="535786" y="96842"/>
                </a:cubicBezTo>
                <a:lnTo>
                  <a:pt x="535786" y="46628"/>
                </a:lnTo>
                <a:lnTo>
                  <a:pt x="524007" y="46628"/>
                </a:lnTo>
                <a:lnTo>
                  <a:pt x="524007" y="44023"/>
                </a:lnTo>
                <a:cubicBezTo>
                  <a:pt x="526985" y="42838"/>
                  <a:pt x="530032" y="40833"/>
                  <a:pt x="533146" y="38007"/>
                </a:cubicBezTo>
                <a:cubicBezTo>
                  <a:pt x="536260" y="35181"/>
                  <a:pt x="539035" y="31812"/>
                  <a:pt x="541472" y="27901"/>
                </a:cubicBezTo>
                <a:cubicBezTo>
                  <a:pt x="542718" y="25836"/>
                  <a:pt x="544451" y="22060"/>
                  <a:pt x="546671" y="16571"/>
                </a:cubicBezTo>
                <a:lnTo>
                  <a:pt x="549189" y="16571"/>
                </a:lnTo>
                <a:close/>
                <a:moveTo>
                  <a:pt x="595613" y="0"/>
                </a:moveTo>
                <a:lnTo>
                  <a:pt x="595613" y="54576"/>
                </a:lnTo>
                <a:cubicBezTo>
                  <a:pt x="601624" y="47940"/>
                  <a:pt x="606389" y="43684"/>
                  <a:pt x="609910" y="41807"/>
                </a:cubicBezTo>
                <a:cubicBezTo>
                  <a:pt x="613430" y="39930"/>
                  <a:pt x="616950" y="38992"/>
                  <a:pt x="620470" y="38992"/>
                </a:cubicBezTo>
                <a:cubicBezTo>
                  <a:pt x="624694" y="38992"/>
                  <a:pt x="628322" y="40154"/>
                  <a:pt x="631355" y="42477"/>
                </a:cubicBezTo>
                <a:cubicBezTo>
                  <a:pt x="634388" y="44799"/>
                  <a:pt x="636635" y="48444"/>
                  <a:pt x="638097" y="53413"/>
                </a:cubicBezTo>
                <a:cubicBezTo>
                  <a:pt x="639126" y="56869"/>
                  <a:pt x="639641" y="63187"/>
                  <a:pt x="639641" y="72368"/>
                </a:cubicBezTo>
                <a:lnTo>
                  <a:pt x="639641" y="98617"/>
                </a:lnTo>
                <a:cubicBezTo>
                  <a:pt x="639641" y="103355"/>
                  <a:pt x="640020" y="106596"/>
                  <a:pt x="640778" y="108339"/>
                </a:cubicBezTo>
                <a:cubicBezTo>
                  <a:pt x="641320" y="109647"/>
                  <a:pt x="642240" y="110683"/>
                  <a:pt x="643540" y="111446"/>
                </a:cubicBezTo>
                <a:cubicBezTo>
                  <a:pt x="644840" y="112208"/>
                  <a:pt x="647222" y="112589"/>
                  <a:pt x="650688" y="112589"/>
                </a:cubicBezTo>
                <a:lnTo>
                  <a:pt x="650688" y="115513"/>
                </a:lnTo>
                <a:lnTo>
                  <a:pt x="614134" y="115513"/>
                </a:lnTo>
                <a:lnTo>
                  <a:pt x="614134" y="112589"/>
                </a:lnTo>
                <a:lnTo>
                  <a:pt x="615840" y="112589"/>
                </a:lnTo>
                <a:cubicBezTo>
                  <a:pt x="619305" y="112589"/>
                  <a:pt x="621715" y="112058"/>
                  <a:pt x="623069" y="110997"/>
                </a:cubicBezTo>
                <a:cubicBezTo>
                  <a:pt x="624423" y="109934"/>
                  <a:pt x="625371" y="108368"/>
                  <a:pt x="625912" y="106298"/>
                </a:cubicBezTo>
                <a:cubicBezTo>
                  <a:pt x="626075" y="105427"/>
                  <a:pt x="626156" y="102866"/>
                  <a:pt x="626156" y="98617"/>
                </a:cubicBezTo>
                <a:lnTo>
                  <a:pt x="626156" y="72427"/>
                </a:lnTo>
                <a:cubicBezTo>
                  <a:pt x="626156" y="64342"/>
                  <a:pt x="625736" y="59034"/>
                  <a:pt x="624897" y="56502"/>
                </a:cubicBezTo>
                <a:cubicBezTo>
                  <a:pt x="624058" y="53969"/>
                  <a:pt x="622717" y="52069"/>
                  <a:pt x="620876" y="50804"/>
                </a:cubicBezTo>
                <a:cubicBezTo>
                  <a:pt x="619035" y="49536"/>
                  <a:pt x="616814" y="48902"/>
                  <a:pt x="614215" y="48902"/>
                </a:cubicBezTo>
                <a:cubicBezTo>
                  <a:pt x="611561" y="48902"/>
                  <a:pt x="608799" y="49604"/>
                  <a:pt x="605929" y="51009"/>
                </a:cubicBezTo>
                <a:cubicBezTo>
                  <a:pt x="603059" y="52414"/>
                  <a:pt x="599620" y="55250"/>
                  <a:pt x="595613" y="59518"/>
                </a:cubicBezTo>
                <a:lnTo>
                  <a:pt x="595613" y="98617"/>
                </a:lnTo>
                <a:cubicBezTo>
                  <a:pt x="595613" y="103738"/>
                  <a:pt x="595897" y="106924"/>
                  <a:pt x="596466" y="108177"/>
                </a:cubicBezTo>
                <a:cubicBezTo>
                  <a:pt x="597034" y="109429"/>
                  <a:pt x="598090" y="110477"/>
                  <a:pt x="599634" y="111322"/>
                </a:cubicBezTo>
                <a:cubicBezTo>
                  <a:pt x="601177" y="112166"/>
                  <a:pt x="603844" y="112589"/>
                  <a:pt x="607635" y="112589"/>
                </a:cubicBezTo>
                <a:lnTo>
                  <a:pt x="607635" y="115513"/>
                </a:lnTo>
                <a:lnTo>
                  <a:pt x="570755" y="115513"/>
                </a:lnTo>
                <a:lnTo>
                  <a:pt x="570755" y="112589"/>
                </a:lnTo>
                <a:cubicBezTo>
                  <a:pt x="574059" y="112589"/>
                  <a:pt x="576658" y="112071"/>
                  <a:pt x="578554" y="111035"/>
                </a:cubicBezTo>
                <a:cubicBezTo>
                  <a:pt x="579637" y="110492"/>
                  <a:pt x="580503" y="109458"/>
                  <a:pt x="581153" y="107933"/>
                </a:cubicBezTo>
                <a:cubicBezTo>
                  <a:pt x="581803" y="106407"/>
                  <a:pt x="582128" y="103301"/>
                  <a:pt x="582128" y="98617"/>
                </a:cubicBezTo>
                <a:lnTo>
                  <a:pt x="582128" y="31356"/>
                </a:lnTo>
                <a:cubicBezTo>
                  <a:pt x="582128" y="22889"/>
                  <a:pt x="581925" y="17685"/>
                  <a:pt x="581519" y="15744"/>
                </a:cubicBezTo>
                <a:cubicBezTo>
                  <a:pt x="581113" y="13803"/>
                  <a:pt x="580490" y="12481"/>
                  <a:pt x="579650" y="11779"/>
                </a:cubicBezTo>
                <a:cubicBezTo>
                  <a:pt x="578811" y="11075"/>
                  <a:pt x="577687" y="10723"/>
                  <a:pt x="576279" y="10723"/>
                </a:cubicBezTo>
                <a:cubicBezTo>
                  <a:pt x="575142" y="10723"/>
                  <a:pt x="573301" y="11156"/>
                  <a:pt x="570755" y="12022"/>
                </a:cubicBezTo>
                <a:lnTo>
                  <a:pt x="569618" y="9098"/>
                </a:lnTo>
                <a:lnTo>
                  <a:pt x="591876" y="0"/>
                </a:lnTo>
                <a:lnTo>
                  <a:pt x="5956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7DB6C-C8FE-40DF-8AD6-E01FF00A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772" y="3135485"/>
            <a:ext cx="94668" cy="647698"/>
          </a:xfrm>
          <a:custGeom xmlns:a="http://schemas.openxmlformats.org/drawingml/2006/main">
            <a:pathLst>
              <a:path w="94668" h="647698">
                <a:moveTo>
                  <a:pt x="84828" y="87220"/>
                </a:moveTo>
                <a:lnTo>
                  <a:pt x="86391" y="88215"/>
                </a:lnTo>
                <a:lnTo>
                  <a:pt x="88179" y="88688"/>
                </a:lnTo>
                <a:lnTo>
                  <a:pt x="90026" y="88582"/>
                </a:lnTo>
                <a:lnTo>
                  <a:pt x="91755" y="87907"/>
                </a:lnTo>
                <a:lnTo>
                  <a:pt x="93188" y="86735"/>
                </a:lnTo>
                <a:lnTo>
                  <a:pt x="94194" y="85183"/>
                </a:lnTo>
                <a:lnTo>
                  <a:pt x="94668" y="83384"/>
                </a:lnTo>
                <a:lnTo>
                  <a:pt x="94561" y="81536"/>
                </a:lnTo>
                <a:lnTo>
                  <a:pt x="93887" y="79820"/>
                </a:lnTo>
                <a:lnTo>
                  <a:pt x="47328" y="0"/>
                </a:lnTo>
                <a:lnTo>
                  <a:pt x="770" y="79820"/>
                </a:lnTo>
                <a:lnTo>
                  <a:pt x="107" y="81536"/>
                </a:lnTo>
                <a:lnTo>
                  <a:pt x="0" y="83384"/>
                </a:lnTo>
                <a:lnTo>
                  <a:pt x="474" y="85183"/>
                </a:lnTo>
                <a:lnTo>
                  <a:pt x="1468" y="86735"/>
                </a:lnTo>
                <a:lnTo>
                  <a:pt x="2901" y="87907"/>
                </a:lnTo>
                <a:lnTo>
                  <a:pt x="4630" y="88582"/>
                </a:lnTo>
                <a:lnTo>
                  <a:pt x="6477" y="88688"/>
                </a:lnTo>
                <a:lnTo>
                  <a:pt x="8277" y="88215"/>
                </a:lnTo>
                <a:lnTo>
                  <a:pt x="9828" y="87220"/>
                </a:lnTo>
                <a:lnTo>
                  <a:pt x="11000" y="85776"/>
                </a:lnTo>
                <a:lnTo>
                  <a:pt x="41408" y="33648"/>
                </a:lnTo>
                <a:lnTo>
                  <a:pt x="41408" y="614049"/>
                </a:lnTo>
                <a:lnTo>
                  <a:pt x="11000" y="561922"/>
                </a:lnTo>
                <a:lnTo>
                  <a:pt x="9828" y="560489"/>
                </a:lnTo>
                <a:lnTo>
                  <a:pt x="8277" y="559483"/>
                </a:lnTo>
                <a:lnTo>
                  <a:pt x="6477" y="559009"/>
                </a:lnTo>
                <a:lnTo>
                  <a:pt x="4630" y="559116"/>
                </a:lnTo>
                <a:lnTo>
                  <a:pt x="2901" y="559791"/>
                </a:lnTo>
                <a:lnTo>
                  <a:pt x="1468" y="560963"/>
                </a:lnTo>
                <a:lnTo>
                  <a:pt x="474" y="562514"/>
                </a:lnTo>
                <a:lnTo>
                  <a:pt x="0" y="564314"/>
                </a:lnTo>
                <a:lnTo>
                  <a:pt x="107" y="566161"/>
                </a:lnTo>
                <a:lnTo>
                  <a:pt x="770" y="567890"/>
                </a:lnTo>
                <a:lnTo>
                  <a:pt x="47328" y="647698"/>
                </a:lnTo>
                <a:lnTo>
                  <a:pt x="93887" y="567890"/>
                </a:lnTo>
                <a:lnTo>
                  <a:pt x="94561" y="566161"/>
                </a:lnTo>
                <a:lnTo>
                  <a:pt x="94668" y="564314"/>
                </a:lnTo>
                <a:lnTo>
                  <a:pt x="94194" y="562514"/>
                </a:lnTo>
                <a:lnTo>
                  <a:pt x="93188" y="560963"/>
                </a:lnTo>
                <a:lnTo>
                  <a:pt x="91755" y="559791"/>
                </a:lnTo>
                <a:lnTo>
                  <a:pt x="90026" y="559116"/>
                </a:lnTo>
                <a:lnTo>
                  <a:pt x="88179" y="559009"/>
                </a:lnTo>
                <a:lnTo>
                  <a:pt x="86391" y="559483"/>
                </a:lnTo>
                <a:lnTo>
                  <a:pt x="84828" y="560489"/>
                </a:lnTo>
                <a:lnTo>
                  <a:pt x="83656" y="561922"/>
                </a:lnTo>
                <a:lnTo>
                  <a:pt x="53249" y="614049"/>
                </a:lnTo>
                <a:lnTo>
                  <a:pt x="53249" y="33648"/>
                </a:lnTo>
                <a:lnTo>
                  <a:pt x="83656" y="85776"/>
                </a:lnTo>
                <a:lnTo>
                  <a:pt x="84828" y="87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⑥">
            <a:extLst xmlns:a="http://schemas.openxmlformats.org/drawingml/2006/main">
              <a:ext uri="{FF2B5EF4-FFF2-40B4-BE49-F238E27FC236}">
                <a16:creationId xmlns:a16="http://schemas.microsoft.com/office/drawing/2014/main" id="{B0DEF776-4B8D-4321-9086-3C7A72A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243" y="3396900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CAN/Ethernet">
            <a:extLst xmlns:a="http://schemas.openxmlformats.org/drawingml/2006/main">
              <a:ext uri="{FF2B5EF4-FFF2-40B4-BE49-F238E27FC236}">
                <a16:creationId xmlns:a16="http://schemas.microsoft.com/office/drawing/2014/main" id="{FA7F051D-D231-4F69-9DE9-0BBEF43A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145" y="3403830"/>
            <a:ext cx="951612" cy="117950"/>
          </a:xfrm>
          <a:custGeom xmlns:a="http://schemas.openxmlformats.org/drawingml/2006/main">
            <a:pathLst>
              <a:path w="951612" h="117950">
                <a:moveTo>
                  <a:pt x="539680" y="12022"/>
                </a:moveTo>
                <a:lnTo>
                  <a:pt x="539995" y="11916"/>
                </a:lnTo>
                <a:lnTo>
                  <a:pt x="540302" y="11815"/>
                </a:lnTo>
                <a:lnTo>
                  <a:pt x="540602" y="11718"/>
                </a:lnTo>
                <a:lnTo>
                  <a:pt x="540894" y="11625"/>
                </a:lnTo>
                <a:lnTo>
                  <a:pt x="541179" y="11537"/>
                </a:lnTo>
                <a:lnTo>
                  <a:pt x="541457" y="11454"/>
                </a:lnTo>
                <a:lnTo>
                  <a:pt x="541727" y="11375"/>
                </a:lnTo>
                <a:lnTo>
                  <a:pt x="541991" y="11300"/>
                </a:lnTo>
                <a:lnTo>
                  <a:pt x="542246" y="11230"/>
                </a:lnTo>
                <a:lnTo>
                  <a:pt x="542495" y="11165"/>
                </a:lnTo>
                <a:lnTo>
                  <a:pt x="542736" y="11104"/>
                </a:lnTo>
                <a:lnTo>
                  <a:pt x="542970" y="11048"/>
                </a:lnTo>
                <a:lnTo>
                  <a:pt x="543196" y="10996"/>
                </a:lnTo>
                <a:lnTo>
                  <a:pt x="543416" y="10948"/>
                </a:lnTo>
                <a:lnTo>
                  <a:pt x="543627" y="10906"/>
                </a:lnTo>
                <a:lnTo>
                  <a:pt x="543832" y="10867"/>
                </a:lnTo>
                <a:lnTo>
                  <a:pt x="544029" y="10833"/>
                </a:lnTo>
                <a:lnTo>
                  <a:pt x="544219" y="10804"/>
                </a:lnTo>
                <a:lnTo>
                  <a:pt x="544401" y="10779"/>
                </a:lnTo>
                <a:lnTo>
                  <a:pt x="544577" y="10759"/>
                </a:lnTo>
                <a:lnTo>
                  <a:pt x="544744" y="10743"/>
                </a:lnTo>
                <a:lnTo>
                  <a:pt x="544905" y="10732"/>
                </a:lnTo>
                <a:lnTo>
                  <a:pt x="545058" y="10725"/>
                </a:lnTo>
                <a:lnTo>
                  <a:pt x="545204" y="10723"/>
                </a:lnTo>
                <a:lnTo>
                  <a:pt x="545378" y="10725"/>
                </a:lnTo>
                <a:lnTo>
                  <a:pt x="545550" y="10730"/>
                </a:lnTo>
                <a:lnTo>
                  <a:pt x="545719" y="10739"/>
                </a:lnTo>
                <a:lnTo>
                  <a:pt x="545884" y="10752"/>
                </a:lnTo>
                <a:lnTo>
                  <a:pt x="546047" y="10769"/>
                </a:lnTo>
                <a:lnTo>
                  <a:pt x="546207" y="10789"/>
                </a:lnTo>
                <a:lnTo>
                  <a:pt x="546363" y="10813"/>
                </a:lnTo>
                <a:lnTo>
                  <a:pt x="546517" y="10840"/>
                </a:lnTo>
                <a:lnTo>
                  <a:pt x="546668" y="10871"/>
                </a:lnTo>
                <a:lnTo>
                  <a:pt x="546816" y="10906"/>
                </a:lnTo>
                <a:lnTo>
                  <a:pt x="546961" y="10945"/>
                </a:lnTo>
                <a:lnTo>
                  <a:pt x="547103" y="10987"/>
                </a:lnTo>
                <a:lnTo>
                  <a:pt x="547242" y="11033"/>
                </a:lnTo>
                <a:lnTo>
                  <a:pt x="547378" y="11082"/>
                </a:lnTo>
                <a:lnTo>
                  <a:pt x="547511" y="11135"/>
                </a:lnTo>
                <a:lnTo>
                  <a:pt x="547641" y="11192"/>
                </a:lnTo>
                <a:lnTo>
                  <a:pt x="547768" y="11253"/>
                </a:lnTo>
                <a:lnTo>
                  <a:pt x="547892" y="11317"/>
                </a:lnTo>
                <a:lnTo>
                  <a:pt x="548013" y="11385"/>
                </a:lnTo>
                <a:lnTo>
                  <a:pt x="548132" y="11456"/>
                </a:lnTo>
                <a:lnTo>
                  <a:pt x="548247" y="11531"/>
                </a:lnTo>
                <a:lnTo>
                  <a:pt x="548359" y="11610"/>
                </a:lnTo>
                <a:lnTo>
                  <a:pt x="548469" y="11693"/>
                </a:lnTo>
                <a:lnTo>
                  <a:pt x="548575" y="11779"/>
                </a:lnTo>
                <a:lnTo>
                  <a:pt x="548679" y="11870"/>
                </a:lnTo>
                <a:lnTo>
                  <a:pt x="548780" y="11967"/>
                </a:lnTo>
                <a:lnTo>
                  <a:pt x="548880" y="12071"/>
                </a:lnTo>
                <a:lnTo>
                  <a:pt x="548977" y="12182"/>
                </a:lnTo>
                <a:lnTo>
                  <a:pt x="549071" y="12298"/>
                </a:lnTo>
                <a:lnTo>
                  <a:pt x="549164" y="12422"/>
                </a:lnTo>
                <a:lnTo>
                  <a:pt x="549254" y="12551"/>
                </a:lnTo>
                <a:lnTo>
                  <a:pt x="549342" y="12688"/>
                </a:lnTo>
                <a:lnTo>
                  <a:pt x="549428" y="12830"/>
                </a:lnTo>
                <a:lnTo>
                  <a:pt x="549511" y="12979"/>
                </a:lnTo>
                <a:lnTo>
                  <a:pt x="549593" y="13135"/>
                </a:lnTo>
                <a:lnTo>
                  <a:pt x="549672" y="13297"/>
                </a:lnTo>
                <a:lnTo>
                  <a:pt x="549748" y="13465"/>
                </a:lnTo>
                <a:lnTo>
                  <a:pt x="549823" y="13640"/>
                </a:lnTo>
                <a:lnTo>
                  <a:pt x="549895" y="13821"/>
                </a:lnTo>
                <a:lnTo>
                  <a:pt x="549965" y="14009"/>
                </a:lnTo>
                <a:lnTo>
                  <a:pt x="550033" y="14204"/>
                </a:lnTo>
                <a:lnTo>
                  <a:pt x="550098" y="14404"/>
                </a:lnTo>
                <a:lnTo>
                  <a:pt x="550161" y="14611"/>
                </a:lnTo>
                <a:lnTo>
                  <a:pt x="550222" y="14825"/>
                </a:lnTo>
                <a:lnTo>
                  <a:pt x="550281" y="15045"/>
                </a:lnTo>
                <a:lnTo>
                  <a:pt x="550337" y="15272"/>
                </a:lnTo>
                <a:lnTo>
                  <a:pt x="550391" y="15505"/>
                </a:lnTo>
                <a:lnTo>
                  <a:pt x="550443" y="15744"/>
                </a:lnTo>
                <a:lnTo>
                  <a:pt x="550493" y="16004"/>
                </a:lnTo>
                <a:lnTo>
                  <a:pt x="550541" y="16297"/>
                </a:lnTo>
                <a:lnTo>
                  <a:pt x="550586" y="16625"/>
                </a:lnTo>
                <a:lnTo>
                  <a:pt x="550630" y="16986"/>
                </a:lnTo>
                <a:lnTo>
                  <a:pt x="550671" y="17382"/>
                </a:lnTo>
                <a:lnTo>
                  <a:pt x="550710" y="17812"/>
                </a:lnTo>
                <a:lnTo>
                  <a:pt x="550747" y="18275"/>
                </a:lnTo>
                <a:lnTo>
                  <a:pt x="550782" y="18773"/>
                </a:lnTo>
                <a:lnTo>
                  <a:pt x="550815" y="19304"/>
                </a:lnTo>
                <a:lnTo>
                  <a:pt x="550845" y="19870"/>
                </a:lnTo>
                <a:lnTo>
                  <a:pt x="550874" y="20469"/>
                </a:lnTo>
                <a:lnTo>
                  <a:pt x="550900" y="21103"/>
                </a:lnTo>
                <a:lnTo>
                  <a:pt x="550925" y="21770"/>
                </a:lnTo>
                <a:lnTo>
                  <a:pt x="550947" y="22472"/>
                </a:lnTo>
                <a:lnTo>
                  <a:pt x="550967" y="23207"/>
                </a:lnTo>
                <a:lnTo>
                  <a:pt x="550985" y="23977"/>
                </a:lnTo>
                <a:lnTo>
                  <a:pt x="551001" y="24780"/>
                </a:lnTo>
                <a:lnTo>
                  <a:pt x="551015" y="25618"/>
                </a:lnTo>
                <a:lnTo>
                  <a:pt x="551026" y="26489"/>
                </a:lnTo>
                <a:lnTo>
                  <a:pt x="551036" y="27394"/>
                </a:lnTo>
                <a:lnTo>
                  <a:pt x="551043" y="28334"/>
                </a:lnTo>
                <a:lnTo>
                  <a:pt x="551048" y="29307"/>
                </a:lnTo>
                <a:lnTo>
                  <a:pt x="551052" y="30315"/>
                </a:lnTo>
                <a:lnTo>
                  <a:pt x="551053" y="31356"/>
                </a:lnTo>
                <a:lnTo>
                  <a:pt x="551053" y="98617"/>
                </a:lnTo>
                <a:lnTo>
                  <a:pt x="551051" y="99194"/>
                </a:lnTo>
                <a:lnTo>
                  <a:pt x="551046" y="99755"/>
                </a:lnTo>
                <a:lnTo>
                  <a:pt x="551037" y="100299"/>
                </a:lnTo>
                <a:lnTo>
                  <a:pt x="551026" y="100827"/>
                </a:lnTo>
                <a:lnTo>
                  <a:pt x="551010" y="101339"/>
                </a:lnTo>
                <a:lnTo>
                  <a:pt x="550992" y="101834"/>
                </a:lnTo>
                <a:lnTo>
                  <a:pt x="550970" y="102313"/>
                </a:lnTo>
                <a:lnTo>
                  <a:pt x="550944" y="102775"/>
                </a:lnTo>
                <a:lnTo>
                  <a:pt x="550916" y="103220"/>
                </a:lnTo>
                <a:lnTo>
                  <a:pt x="550883" y="103650"/>
                </a:lnTo>
                <a:lnTo>
                  <a:pt x="550848" y="104063"/>
                </a:lnTo>
                <a:lnTo>
                  <a:pt x="550809" y="104459"/>
                </a:lnTo>
                <a:lnTo>
                  <a:pt x="550767" y="104839"/>
                </a:lnTo>
                <a:lnTo>
                  <a:pt x="550721" y="105203"/>
                </a:lnTo>
                <a:lnTo>
                  <a:pt x="550672" y="105550"/>
                </a:lnTo>
                <a:lnTo>
                  <a:pt x="550619" y="105880"/>
                </a:lnTo>
                <a:lnTo>
                  <a:pt x="550564" y="106194"/>
                </a:lnTo>
                <a:lnTo>
                  <a:pt x="550504" y="106492"/>
                </a:lnTo>
                <a:lnTo>
                  <a:pt x="550442" y="106773"/>
                </a:lnTo>
                <a:lnTo>
                  <a:pt x="550376" y="107038"/>
                </a:lnTo>
                <a:lnTo>
                  <a:pt x="550306" y="107287"/>
                </a:lnTo>
                <a:lnTo>
                  <a:pt x="550234" y="107518"/>
                </a:lnTo>
                <a:lnTo>
                  <a:pt x="550157" y="107734"/>
                </a:lnTo>
                <a:lnTo>
                  <a:pt x="550078" y="107933"/>
                </a:lnTo>
                <a:lnTo>
                  <a:pt x="549995" y="108121"/>
                </a:lnTo>
                <a:lnTo>
                  <a:pt x="549911" y="108304"/>
                </a:lnTo>
                <a:lnTo>
                  <a:pt x="549824" y="108482"/>
                </a:lnTo>
                <a:lnTo>
                  <a:pt x="549735" y="108655"/>
                </a:lnTo>
                <a:lnTo>
                  <a:pt x="549643" y="108822"/>
                </a:lnTo>
                <a:lnTo>
                  <a:pt x="549550" y="108985"/>
                </a:lnTo>
                <a:lnTo>
                  <a:pt x="549454" y="109142"/>
                </a:lnTo>
                <a:lnTo>
                  <a:pt x="549356" y="109294"/>
                </a:lnTo>
                <a:lnTo>
                  <a:pt x="549255" y="109441"/>
                </a:lnTo>
                <a:lnTo>
                  <a:pt x="549153" y="109583"/>
                </a:lnTo>
                <a:lnTo>
                  <a:pt x="549048" y="109720"/>
                </a:lnTo>
                <a:lnTo>
                  <a:pt x="548941" y="109852"/>
                </a:lnTo>
                <a:lnTo>
                  <a:pt x="548831" y="109979"/>
                </a:lnTo>
                <a:lnTo>
                  <a:pt x="548719" y="110100"/>
                </a:lnTo>
                <a:lnTo>
                  <a:pt x="548605" y="110217"/>
                </a:lnTo>
                <a:lnTo>
                  <a:pt x="548489" y="110328"/>
                </a:lnTo>
                <a:lnTo>
                  <a:pt x="548371" y="110434"/>
                </a:lnTo>
                <a:lnTo>
                  <a:pt x="548250" y="110536"/>
                </a:lnTo>
                <a:lnTo>
                  <a:pt x="548127" y="110632"/>
                </a:lnTo>
                <a:lnTo>
                  <a:pt x="548002" y="110723"/>
                </a:lnTo>
                <a:lnTo>
                  <a:pt x="547874" y="110808"/>
                </a:lnTo>
                <a:lnTo>
                  <a:pt x="547745" y="110889"/>
                </a:lnTo>
                <a:lnTo>
                  <a:pt x="547613" y="110965"/>
                </a:lnTo>
                <a:lnTo>
                  <a:pt x="547478" y="111035"/>
                </a:lnTo>
                <a:lnTo>
                  <a:pt x="547238" y="111162"/>
                </a:lnTo>
                <a:lnTo>
                  <a:pt x="546990" y="111283"/>
                </a:lnTo>
                <a:lnTo>
                  <a:pt x="546735" y="111399"/>
                </a:lnTo>
                <a:lnTo>
                  <a:pt x="546472" y="111510"/>
                </a:lnTo>
                <a:lnTo>
                  <a:pt x="546202" y="111615"/>
                </a:lnTo>
                <a:lnTo>
                  <a:pt x="545925" y="111715"/>
                </a:lnTo>
                <a:lnTo>
                  <a:pt x="545640" y="111809"/>
                </a:lnTo>
                <a:lnTo>
                  <a:pt x="545348" y="111898"/>
                </a:lnTo>
                <a:lnTo>
                  <a:pt x="545049" y="111982"/>
                </a:lnTo>
                <a:lnTo>
                  <a:pt x="544742" y="112060"/>
                </a:lnTo>
                <a:lnTo>
                  <a:pt x="544428" y="112133"/>
                </a:lnTo>
                <a:lnTo>
                  <a:pt x="544107" y="112200"/>
                </a:lnTo>
                <a:lnTo>
                  <a:pt x="543779" y="112262"/>
                </a:lnTo>
                <a:lnTo>
                  <a:pt x="543443" y="112319"/>
                </a:lnTo>
                <a:lnTo>
                  <a:pt x="543099" y="112370"/>
                </a:lnTo>
                <a:lnTo>
                  <a:pt x="542749" y="112416"/>
                </a:lnTo>
                <a:lnTo>
                  <a:pt x="542391" y="112456"/>
                </a:lnTo>
                <a:lnTo>
                  <a:pt x="542026" y="112492"/>
                </a:lnTo>
                <a:lnTo>
                  <a:pt x="541653" y="112521"/>
                </a:lnTo>
                <a:lnTo>
                  <a:pt x="541273" y="112546"/>
                </a:lnTo>
                <a:lnTo>
                  <a:pt x="540886" y="112564"/>
                </a:lnTo>
                <a:lnTo>
                  <a:pt x="540491" y="112578"/>
                </a:lnTo>
                <a:lnTo>
                  <a:pt x="540089" y="112586"/>
                </a:lnTo>
                <a:lnTo>
                  <a:pt x="539680" y="112589"/>
                </a:lnTo>
                <a:lnTo>
                  <a:pt x="539680" y="115513"/>
                </a:lnTo>
                <a:lnTo>
                  <a:pt x="576560" y="115513"/>
                </a:lnTo>
                <a:lnTo>
                  <a:pt x="576560" y="112589"/>
                </a:lnTo>
                <a:lnTo>
                  <a:pt x="576092" y="112586"/>
                </a:lnTo>
                <a:lnTo>
                  <a:pt x="575635" y="112580"/>
                </a:lnTo>
                <a:lnTo>
                  <a:pt x="575191" y="112569"/>
                </a:lnTo>
                <a:lnTo>
                  <a:pt x="574758" y="112553"/>
                </a:lnTo>
                <a:lnTo>
                  <a:pt x="574337" y="112534"/>
                </a:lnTo>
                <a:lnTo>
                  <a:pt x="573927" y="112509"/>
                </a:lnTo>
                <a:lnTo>
                  <a:pt x="573529" y="112481"/>
                </a:lnTo>
                <a:lnTo>
                  <a:pt x="573143" y="112448"/>
                </a:lnTo>
                <a:lnTo>
                  <a:pt x="572769" y="112411"/>
                </a:lnTo>
                <a:lnTo>
                  <a:pt x="572406" y="112369"/>
                </a:lnTo>
                <a:lnTo>
                  <a:pt x="572055" y="112323"/>
                </a:lnTo>
                <a:lnTo>
                  <a:pt x="571716" y="112272"/>
                </a:lnTo>
                <a:lnTo>
                  <a:pt x="571389" y="112217"/>
                </a:lnTo>
                <a:lnTo>
                  <a:pt x="571073" y="112158"/>
                </a:lnTo>
                <a:lnTo>
                  <a:pt x="570769" y="112094"/>
                </a:lnTo>
                <a:lnTo>
                  <a:pt x="570476" y="112026"/>
                </a:lnTo>
                <a:lnTo>
                  <a:pt x="570196" y="111953"/>
                </a:lnTo>
                <a:lnTo>
                  <a:pt x="569927" y="111876"/>
                </a:lnTo>
                <a:lnTo>
                  <a:pt x="569669" y="111795"/>
                </a:lnTo>
                <a:lnTo>
                  <a:pt x="569424" y="111709"/>
                </a:lnTo>
                <a:lnTo>
                  <a:pt x="569190" y="111619"/>
                </a:lnTo>
                <a:lnTo>
                  <a:pt x="568968" y="111524"/>
                </a:lnTo>
                <a:lnTo>
                  <a:pt x="568757" y="111425"/>
                </a:lnTo>
                <a:lnTo>
                  <a:pt x="568558" y="111322"/>
                </a:lnTo>
                <a:lnTo>
                  <a:pt x="568368" y="111215"/>
                </a:lnTo>
                <a:lnTo>
                  <a:pt x="568183" y="111107"/>
                </a:lnTo>
                <a:lnTo>
                  <a:pt x="568002" y="110996"/>
                </a:lnTo>
                <a:lnTo>
                  <a:pt x="567827" y="110883"/>
                </a:lnTo>
                <a:lnTo>
                  <a:pt x="567657" y="110768"/>
                </a:lnTo>
                <a:lnTo>
                  <a:pt x="567492" y="110650"/>
                </a:lnTo>
                <a:lnTo>
                  <a:pt x="567332" y="110531"/>
                </a:lnTo>
                <a:lnTo>
                  <a:pt x="567177" y="110409"/>
                </a:lnTo>
                <a:lnTo>
                  <a:pt x="567028" y="110286"/>
                </a:lnTo>
                <a:lnTo>
                  <a:pt x="566883" y="110160"/>
                </a:lnTo>
                <a:lnTo>
                  <a:pt x="566743" y="110032"/>
                </a:lnTo>
                <a:lnTo>
                  <a:pt x="566609" y="109902"/>
                </a:lnTo>
                <a:lnTo>
                  <a:pt x="566479" y="109770"/>
                </a:lnTo>
                <a:lnTo>
                  <a:pt x="566355" y="109636"/>
                </a:lnTo>
                <a:lnTo>
                  <a:pt x="566236" y="109500"/>
                </a:lnTo>
                <a:lnTo>
                  <a:pt x="566121" y="109361"/>
                </a:lnTo>
                <a:lnTo>
                  <a:pt x="566012" y="109220"/>
                </a:lnTo>
                <a:lnTo>
                  <a:pt x="565908" y="109078"/>
                </a:lnTo>
                <a:lnTo>
                  <a:pt x="565809" y="108933"/>
                </a:lnTo>
                <a:lnTo>
                  <a:pt x="565715" y="108786"/>
                </a:lnTo>
                <a:lnTo>
                  <a:pt x="565626" y="108637"/>
                </a:lnTo>
                <a:lnTo>
                  <a:pt x="565543" y="108486"/>
                </a:lnTo>
                <a:lnTo>
                  <a:pt x="565464" y="108332"/>
                </a:lnTo>
                <a:lnTo>
                  <a:pt x="565390" y="108177"/>
                </a:lnTo>
                <a:lnTo>
                  <a:pt x="565321" y="108010"/>
                </a:lnTo>
                <a:lnTo>
                  <a:pt x="565254" y="107823"/>
                </a:lnTo>
                <a:lnTo>
                  <a:pt x="565190" y="107616"/>
                </a:lnTo>
                <a:lnTo>
                  <a:pt x="565130" y="107389"/>
                </a:lnTo>
                <a:lnTo>
                  <a:pt x="565072" y="107142"/>
                </a:lnTo>
                <a:lnTo>
                  <a:pt x="565017" y="106875"/>
                </a:lnTo>
                <a:lnTo>
                  <a:pt x="564965" y="106587"/>
                </a:lnTo>
                <a:lnTo>
                  <a:pt x="564916" y="106280"/>
                </a:lnTo>
                <a:lnTo>
                  <a:pt x="564870" y="105952"/>
                </a:lnTo>
                <a:lnTo>
                  <a:pt x="564827" y="105604"/>
                </a:lnTo>
                <a:lnTo>
                  <a:pt x="564788" y="105236"/>
                </a:lnTo>
                <a:lnTo>
                  <a:pt x="564750" y="104847"/>
                </a:lnTo>
                <a:lnTo>
                  <a:pt x="564716" y="104439"/>
                </a:lnTo>
                <a:lnTo>
                  <a:pt x="564685" y="104010"/>
                </a:lnTo>
                <a:lnTo>
                  <a:pt x="564657" y="103562"/>
                </a:lnTo>
                <a:lnTo>
                  <a:pt x="564632" y="103093"/>
                </a:lnTo>
                <a:lnTo>
                  <a:pt x="564610" y="102604"/>
                </a:lnTo>
                <a:lnTo>
                  <a:pt x="564591" y="102095"/>
                </a:lnTo>
                <a:lnTo>
                  <a:pt x="564574" y="101565"/>
                </a:lnTo>
                <a:lnTo>
                  <a:pt x="564561" y="101016"/>
                </a:lnTo>
                <a:lnTo>
                  <a:pt x="564551" y="100446"/>
                </a:lnTo>
                <a:lnTo>
                  <a:pt x="564543" y="99857"/>
                </a:lnTo>
                <a:lnTo>
                  <a:pt x="564539" y="99247"/>
                </a:lnTo>
                <a:lnTo>
                  <a:pt x="564537" y="98617"/>
                </a:lnTo>
                <a:lnTo>
                  <a:pt x="564537" y="59518"/>
                </a:lnTo>
                <a:lnTo>
                  <a:pt x="565035" y="58992"/>
                </a:lnTo>
                <a:lnTo>
                  <a:pt x="565527" y="58481"/>
                </a:lnTo>
                <a:lnTo>
                  <a:pt x="566013" y="57985"/>
                </a:lnTo>
                <a:lnTo>
                  <a:pt x="566494" y="57504"/>
                </a:lnTo>
                <a:lnTo>
                  <a:pt x="566968" y="57037"/>
                </a:lnTo>
                <a:lnTo>
                  <a:pt x="567436" y="56586"/>
                </a:lnTo>
                <a:lnTo>
                  <a:pt x="567899" y="56149"/>
                </a:lnTo>
                <a:lnTo>
                  <a:pt x="568355" y="55727"/>
                </a:lnTo>
                <a:lnTo>
                  <a:pt x="568806" y="55321"/>
                </a:lnTo>
                <a:lnTo>
                  <a:pt x="569250" y="54929"/>
                </a:lnTo>
                <a:lnTo>
                  <a:pt x="569689" y="54552"/>
                </a:lnTo>
                <a:lnTo>
                  <a:pt x="570122" y="54190"/>
                </a:lnTo>
                <a:lnTo>
                  <a:pt x="570549" y="53843"/>
                </a:lnTo>
                <a:lnTo>
                  <a:pt x="570970" y="53511"/>
                </a:lnTo>
                <a:lnTo>
                  <a:pt x="571385" y="53193"/>
                </a:lnTo>
                <a:lnTo>
                  <a:pt x="571794" y="52891"/>
                </a:lnTo>
                <a:lnTo>
                  <a:pt x="572197" y="52604"/>
                </a:lnTo>
                <a:lnTo>
                  <a:pt x="572595" y="52331"/>
                </a:lnTo>
                <a:lnTo>
                  <a:pt x="572986" y="52073"/>
                </a:lnTo>
                <a:lnTo>
                  <a:pt x="573371" y="51831"/>
                </a:lnTo>
                <a:lnTo>
                  <a:pt x="573751" y="51603"/>
                </a:lnTo>
                <a:lnTo>
                  <a:pt x="574124" y="51390"/>
                </a:lnTo>
                <a:lnTo>
                  <a:pt x="574492" y="51192"/>
                </a:lnTo>
                <a:lnTo>
                  <a:pt x="574854" y="51009"/>
                </a:lnTo>
                <a:lnTo>
                  <a:pt x="575212" y="50837"/>
                </a:lnTo>
                <a:lnTo>
                  <a:pt x="575569" y="50673"/>
                </a:lnTo>
                <a:lnTo>
                  <a:pt x="575925" y="50515"/>
                </a:lnTo>
                <a:lnTo>
                  <a:pt x="576280" y="50365"/>
                </a:lnTo>
                <a:lnTo>
                  <a:pt x="576634" y="50223"/>
                </a:lnTo>
                <a:lnTo>
                  <a:pt x="576986" y="50087"/>
                </a:lnTo>
                <a:lnTo>
                  <a:pt x="577338" y="49959"/>
                </a:lnTo>
                <a:lnTo>
                  <a:pt x="577688" y="49839"/>
                </a:lnTo>
                <a:lnTo>
                  <a:pt x="578037" y="49725"/>
                </a:lnTo>
                <a:lnTo>
                  <a:pt x="578385" y="49619"/>
                </a:lnTo>
                <a:lnTo>
                  <a:pt x="578732" y="49520"/>
                </a:lnTo>
                <a:lnTo>
                  <a:pt x="579078" y="49429"/>
                </a:lnTo>
                <a:lnTo>
                  <a:pt x="579423" y="49345"/>
                </a:lnTo>
                <a:lnTo>
                  <a:pt x="579766" y="49268"/>
                </a:lnTo>
                <a:lnTo>
                  <a:pt x="580109" y="49198"/>
                </a:lnTo>
                <a:lnTo>
                  <a:pt x="580450" y="49136"/>
                </a:lnTo>
                <a:lnTo>
                  <a:pt x="580790" y="49081"/>
                </a:lnTo>
                <a:lnTo>
                  <a:pt x="581129" y="49034"/>
                </a:lnTo>
                <a:lnTo>
                  <a:pt x="581467" y="48994"/>
                </a:lnTo>
                <a:lnTo>
                  <a:pt x="581804" y="48961"/>
                </a:lnTo>
                <a:lnTo>
                  <a:pt x="582139" y="48935"/>
                </a:lnTo>
                <a:lnTo>
                  <a:pt x="582474" y="48917"/>
                </a:lnTo>
                <a:lnTo>
                  <a:pt x="582807" y="48906"/>
                </a:lnTo>
                <a:lnTo>
                  <a:pt x="583140" y="48902"/>
                </a:lnTo>
                <a:lnTo>
                  <a:pt x="583463" y="48905"/>
                </a:lnTo>
                <a:lnTo>
                  <a:pt x="583782" y="48915"/>
                </a:lnTo>
                <a:lnTo>
                  <a:pt x="584097" y="48932"/>
                </a:lnTo>
                <a:lnTo>
                  <a:pt x="584408" y="48955"/>
                </a:lnTo>
                <a:lnTo>
                  <a:pt x="584715" y="48985"/>
                </a:lnTo>
                <a:lnTo>
                  <a:pt x="585018" y="49021"/>
                </a:lnTo>
                <a:lnTo>
                  <a:pt x="585317" y="49064"/>
                </a:lnTo>
                <a:lnTo>
                  <a:pt x="585613" y="49113"/>
                </a:lnTo>
                <a:lnTo>
                  <a:pt x="585904" y="49170"/>
                </a:lnTo>
                <a:lnTo>
                  <a:pt x="586191" y="49232"/>
                </a:lnTo>
                <a:lnTo>
                  <a:pt x="586475" y="49302"/>
                </a:lnTo>
                <a:lnTo>
                  <a:pt x="586754" y="49377"/>
                </a:lnTo>
                <a:lnTo>
                  <a:pt x="587030" y="49460"/>
                </a:lnTo>
                <a:lnTo>
                  <a:pt x="587302" y="49549"/>
                </a:lnTo>
                <a:lnTo>
                  <a:pt x="587569" y="49645"/>
                </a:lnTo>
                <a:lnTo>
                  <a:pt x="587833" y="49747"/>
                </a:lnTo>
                <a:lnTo>
                  <a:pt x="588093" y="49856"/>
                </a:lnTo>
                <a:lnTo>
                  <a:pt x="588349" y="49972"/>
                </a:lnTo>
                <a:lnTo>
                  <a:pt x="588600" y="50094"/>
                </a:lnTo>
                <a:lnTo>
                  <a:pt x="588848" y="50223"/>
                </a:lnTo>
                <a:lnTo>
                  <a:pt x="589092" y="50358"/>
                </a:lnTo>
                <a:lnTo>
                  <a:pt x="589332" y="50500"/>
                </a:lnTo>
                <a:lnTo>
                  <a:pt x="589569" y="50648"/>
                </a:lnTo>
                <a:lnTo>
                  <a:pt x="589801" y="50804"/>
                </a:lnTo>
                <a:lnTo>
                  <a:pt x="590028" y="50965"/>
                </a:lnTo>
                <a:lnTo>
                  <a:pt x="590251" y="51133"/>
                </a:lnTo>
                <a:lnTo>
                  <a:pt x="590468" y="51308"/>
                </a:lnTo>
                <a:lnTo>
                  <a:pt x="590680" y="51489"/>
                </a:lnTo>
                <a:lnTo>
                  <a:pt x="590886" y="51677"/>
                </a:lnTo>
                <a:lnTo>
                  <a:pt x="591088" y="51872"/>
                </a:lnTo>
                <a:lnTo>
                  <a:pt x="591284" y="52073"/>
                </a:lnTo>
                <a:lnTo>
                  <a:pt x="591475" y="52281"/>
                </a:lnTo>
                <a:lnTo>
                  <a:pt x="591661" y="52495"/>
                </a:lnTo>
                <a:lnTo>
                  <a:pt x="591841" y="52716"/>
                </a:lnTo>
                <a:lnTo>
                  <a:pt x="592017" y="52943"/>
                </a:lnTo>
                <a:lnTo>
                  <a:pt x="592187" y="53178"/>
                </a:lnTo>
                <a:lnTo>
                  <a:pt x="592352" y="53418"/>
                </a:lnTo>
                <a:lnTo>
                  <a:pt x="592512" y="53666"/>
                </a:lnTo>
                <a:lnTo>
                  <a:pt x="592666" y="53920"/>
                </a:lnTo>
                <a:lnTo>
                  <a:pt x="592815" y="54180"/>
                </a:lnTo>
                <a:lnTo>
                  <a:pt x="592959" y="54447"/>
                </a:lnTo>
                <a:lnTo>
                  <a:pt x="593098" y="54721"/>
                </a:lnTo>
                <a:lnTo>
                  <a:pt x="593232" y="55002"/>
                </a:lnTo>
                <a:lnTo>
                  <a:pt x="593360" y="55289"/>
                </a:lnTo>
                <a:lnTo>
                  <a:pt x="593483" y="55582"/>
                </a:lnTo>
                <a:lnTo>
                  <a:pt x="593601" y="55882"/>
                </a:lnTo>
                <a:lnTo>
                  <a:pt x="593714" y="56189"/>
                </a:lnTo>
                <a:lnTo>
                  <a:pt x="593822" y="56502"/>
                </a:lnTo>
                <a:lnTo>
                  <a:pt x="593924" y="56833"/>
                </a:lnTo>
                <a:lnTo>
                  <a:pt x="594023" y="57193"/>
                </a:lnTo>
                <a:lnTo>
                  <a:pt x="594117" y="57582"/>
                </a:lnTo>
                <a:lnTo>
                  <a:pt x="594206" y="58000"/>
                </a:lnTo>
                <a:lnTo>
                  <a:pt x="594292" y="58446"/>
                </a:lnTo>
                <a:lnTo>
                  <a:pt x="594373" y="58922"/>
                </a:lnTo>
                <a:lnTo>
                  <a:pt x="594449" y="59426"/>
                </a:lnTo>
                <a:lnTo>
                  <a:pt x="594521" y="59960"/>
                </a:lnTo>
                <a:lnTo>
                  <a:pt x="594589" y="60522"/>
                </a:lnTo>
                <a:lnTo>
                  <a:pt x="594652" y="61113"/>
                </a:lnTo>
                <a:lnTo>
                  <a:pt x="594711" y="61733"/>
                </a:lnTo>
                <a:lnTo>
                  <a:pt x="594766" y="62382"/>
                </a:lnTo>
                <a:lnTo>
                  <a:pt x="594816" y="63060"/>
                </a:lnTo>
                <a:lnTo>
                  <a:pt x="594862" y="63767"/>
                </a:lnTo>
                <a:lnTo>
                  <a:pt x="594904" y="64503"/>
                </a:lnTo>
                <a:lnTo>
                  <a:pt x="594941" y="65268"/>
                </a:lnTo>
                <a:lnTo>
                  <a:pt x="594974" y="66061"/>
                </a:lnTo>
                <a:lnTo>
                  <a:pt x="595002" y="66884"/>
                </a:lnTo>
                <a:lnTo>
                  <a:pt x="595026" y="67735"/>
                </a:lnTo>
                <a:lnTo>
                  <a:pt x="595046" y="68616"/>
                </a:lnTo>
                <a:lnTo>
                  <a:pt x="595061" y="69525"/>
                </a:lnTo>
                <a:lnTo>
                  <a:pt x="595072" y="70463"/>
                </a:lnTo>
                <a:lnTo>
                  <a:pt x="595079" y="71431"/>
                </a:lnTo>
                <a:lnTo>
                  <a:pt x="595081" y="72427"/>
                </a:lnTo>
                <a:lnTo>
                  <a:pt x="595081" y="98617"/>
                </a:lnTo>
                <a:lnTo>
                  <a:pt x="595080" y="99139"/>
                </a:lnTo>
                <a:lnTo>
                  <a:pt x="595079" y="99644"/>
                </a:lnTo>
                <a:lnTo>
                  <a:pt x="595077" y="100131"/>
                </a:lnTo>
                <a:lnTo>
                  <a:pt x="595074" y="100601"/>
                </a:lnTo>
                <a:lnTo>
                  <a:pt x="595070" y="101053"/>
                </a:lnTo>
                <a:lnTo>
                  <a:pt x="595066" y="101487"/>
                </a:lnTo>
                <a:lnTo>
                  <a:pt x="595060" y="101904"/>
                </a:lnTo>
                <a:lnTo>
                  <a:pt x="595054" y="102303"/>
                </a:lnTo>
                <a:lnTo>
                  <a:pt x="595047" y="102685"/>
                </a:lnTo>
                <a:lnTo>
                  <a:pt x="595038" y="103049"/>
                </a:lnTo>
                <a:lnTo>
                  <a:pt x="595030" y="103395"/>
                </a:lnTo>
                <a:lnTo>
                  <a:pt x="595020" y="103724"/>
                </a:lnTo>
                <a:lnTo>
                  <a:pt x="595009" y="104035"/>
                </a:lnTo>
                <a:lnTo>
                  <a:pt x="594998" y="104329"/>
                </a:lnTo>
                <a:lnTo>
                  <a:pt x="594986" y="104605"/>
                </a:lnTo>
                <a:lnTo>
                  <a:pt x="594972" y="104864"/>
                </a:lnTo>
                <a:lnTo>
                  <a:pt x="594959" y="105105"/>
                </a:lnTo>
                <a:lnTo>
                  <a:pt x="594944" y="105328"/>
                </a:lnTo>
                <a:lnTo>
                  <a:pt x="594928" y="105534"/>
                </a:lnTo>
                <a:lnTo>
                  <a:pt x="594912" y="105722"/>
                </a:lnTo>
                <a:lnTo>
                  <a:pt x="594894" y="105892"/>
                </a:lnTo>
                <a:lnTo>
                  <a:pt x="594876" y="106045"/>
                </a:lnTo>
                <a:lnTo>
                  <a:pt x="594857" y="106180"/>
                </a:lnTo>
                <a:lnTo>
                  <a:pt x="594837" y="106298"/>
                </a:lnTo>
                <a:lnTo>
                  <a:pt x="594767" y="106554"/>
                </a:lnTo>
                <a:lnTo>
                  <a:pt x="594693" y="106805"/>
                </a:lnTo>
                <a:lnTo>
                  <a:pt x="594615" y="107051"/>
                </a:lnTo>
                <a:lnTo>
                  <a:pt x="594532" y="107291"/>
                </a:lnTo>
                <a:lnTo>
                  <a:pt x="594446" y="107526"/>
                </a:lnTo>
                <a:lnTo>
                  <a:pt x="594355" y="107756"/>
                </a:lnTo>
                <a:lnTo>
                  <a:pt x="594260" y="107981"/>
                </a:lnTo>
                <a:lnTo>
                  <a:pt x="594160" y="108200"/>
                </a:lnTo>
                <a:lnTo>
                  <a:pt x="594056" y="108414"/>
                </a:lnTo>
                <a:lnTo>
                  <a:pt x="593949" y="108623"/>
                </a:lnTo>
                <a:lnTo>
                  <a:pt x="593836" y="108827"/>
                </a:lnTo>
                <a:lnTo>
                  <a:pt x="593720" y="109025"/>
                </a:lnTo>
                <a:lnTo>
                  <a:pt x="593600" y="109218"/>
                </a:lnTo>
                <a:lnTo>
                  <a:pt x="593475" y="109406"/>
                </a:lnTo>
                <a:lnTo>
                  <a:pt x="593346" y="109589"/>
                </a:lnTo>
                <a:lnTo>
                  <a:pt x="593212" y="109766"/>
                </a:lnTo>
                <a:lnTo>
                  <a:pt x="593075" y="109939"/>
                </a:lnTo>
                <a:lnTo>
                  <a:pt x="592933" y="110106"/>
                </a:lnTo>
                <a:lnTo>
                  <a:pt x="592787" y="110267"/>
                </a:lnTo>
                <a:lnTo>
                  <a:pt x="592637" y="110424"/>
                </a:lnTo>
                <a:lnTo>
                  <a:pt x="592483" y="110575"/>
                </a:lnTo>
                <a:lnTo>
                  <a:pt x="592324" y="110721"/>
                </a:lnTo>
                <a:lnTo>
                  <a:pt x="592161" y="110862"/>
                </a:lnTo>
                <a:lnTo>
                  <a:pt x="591994" y="110997"/>
                </a:lnTo>
                <a:lnTo>
                  <a:pt x="591819" y="111127"/>
                </a:lnTo>
                <a:lnTo>
                  <a:pt x="591633" y="111251"/>
                </a:lnTo>
                <a:lnTo>
                  <a:pt x="591437" y="111370"/>
                </a:lnTo>
                <a:lnTo>
                  <a:pt x="591229" y="111483"/>
                </a:lnTo>
                <a:lnTo>
                  <a:pt x="591010" y="111591"/>
                </a:lnTo>
                <a:lnTo>
                  <a:pt x="590781" y="111693"/>
                </a:lnTo>
                <a:lnTo>
                  <a:pt x="590540" y="111790"/>
                </a:lnTo>
                <a:lnTo>
                  <a:pt x="590288" y="111881"/>
                </a:lnTo>
                <a:lnTo>
                  <a:pt x="590025" y="111967"/>
                </a:lnTo>
                <a:lnTo>
                  <a:pt x="589752" y="112047"/>
                </a:lnTo>
                <a:lnTo>
                  <a:pt x="589467" y="112122"/>
                </a:lnTo>
                <a:lnTo>
                  <a:pt x="589171" y="112191"/>
                </a:lnTo>
                <a:lnTo>
                  <a:pt x="588864" y="112254"/>
                </a:lnTo>
                <a:lnTo>
                  <a:pt x="588547" y="112312"/>
                </a:lnTo>
                <a:lnTo>
                  <a:pt x="588218" y="112365"/>
                </a:lnTo>
                <a:lnTo>
                  <a:pt x="587878" y="112412"/>
                </a:lnTo>
                <a:lnTo>
                  <a:pt x="587527" y="112453"/>
                </a:lnTo>
                <a:lnTo>
                  <a:pt x="587166" y="112489"/>
                </a:lnTo>
                <a:lnTo>
                  <a:pt x="586793" y="112520"/>
                </a:lnTo>
                <a:lnTo>
                  <a:pt x="586409" y="112544"/>
                </a:lnTo>
                <a:lnTo>
                  <a:pt x="586014" y="112564"/>
                </a:lnTo>
                <a:lnTo>
                  <a:pt x="585609" y="112578"/>
                </a:lnTo>
                <a:lnTo>
                  <a:pt x="585192" y="112586"/>
                </a:lnTo>
                <a:lnTo>
                  <a:pt x="584764" y="112589"/>
                </a:lnTo>
                <a:lnTo>
                  <a:pt x="583058" y="112589"/>
                </a:lnTo>
                <a:lnTo>
                  <a:pt x="583058" y="115513"/>
                </a:lnTo>
                <a:lnTo>
                  <a:pt x="619613" y="115513"/>
                </a:lnTo>
                <a:lnTo>
                  <a:pt x="619613" y="112589"/>
                </a:lnTo>
                <a:lnTo>
                  <a:pt x="619185" y="112587"/>
                </a:lnTo>
                <a:lnTo>
                  <a:pt x="618769" y="112581"/>
                </a:lnTo>
                <a:lnTo>
                  <a:pt x="618364" y="112571"/>
                </a:lnTo>
                <a:lnTo>
                  <a:pt x="617970" y="112557"/>
                </a:lnTo>
                <a:lnTo>
                  <a:pt x="617588" y="112539"/>
                </a:lnTo>
                <a:lnTo>
                  <a:pt x="617217" y="112517"/>
                </a:lnTo>
                <a:lnTo>
                  <a:pt x="616857" y="112491"/>
                </a:lnTo>
                <a:lnTo>
                  <a:pt x="616508" y="112462"/>
                </a:lnTo>
                <a:lnTo>
                  <a:pt x="616171" y="112428"/>
                </a:lnTo>
                <a:lnTo>
                  <a:pt x="615845" y="112390"/>
                </a:lnTo>
                <a:lnTo>
                  <a:pt x="615530" y="112349"/>
                </a:lnTo>
                <a:lnTo>
                  <a:pt x="615227" y="112303"/>
                </a:lnTo>
                <a:lnTo>
                  <a:pt x="614934" y="112253"/>
                </a:lnTo>
                <a:lnTo>
                  <a:pt x="614653" y="112200"/>
                </a:lnTo>
                <a:lnTo>
                  <a:pt x="614384" y="112142"/>
                </a:lnTo>
                <a:lnTo>
                  <a:pt x="614125" y="112081"/>
                </a:lnTo>
                <a:lnTo>
                  <a:pt x="613878" y="112016"/>
                </a:lnTo>
                <a:lnTo>
                  <a:pt x="613642" y="111946"/>
                </a:lnTo>
                <a:lnTo>
                  <a:pt x="613418" y="111873"/>
                </a:lnTo>
                <a:lnTo>
                  <a:pt x="613205" y="111795"/>
                </a:lnTo>
                <a:lnTo>
                  <a:pt x="613003" y="111714"/>
                </a:lnTo>
                <a:lnTo>
                  <a:pt x="612812" y="111629"/>
                </a:lnTo>
                <a:lnTo>
                  <a:pt x="612633" y="111540"/>
                </a:lnTo>
                <a:lnTo>
                  <a:pt x="612465" y="111446"/>
                </a:lnTo>
                <a:lnTo>
                  <a:pt x="612304" y="111349"/>
                </a:lnTo>
                <a:lnTo>
                  <a:pt x="612148" y="111250"/>
                </a:lnTo>
                <a:lnTo>
                  <a:pt x="611995" y="111147"/>
                </a:lnTo>
                <a:lnTo>
                  <a:pt x="611846" y="111042"/>
                </a:lnTo>
                <a:lnTo>
                  <a:pt x="611702" y="110934"/>
                </a:lnTo>
                <a:lnTo>
                  <a:pt x="611561" y="110823"/>
                </a:lnTo>
                <a:lnTo>
                  <a:pt x="611424" y="110709"/>
                </a:lnTo>
                <a:lnTo>
                  <a:pt x="611291" y="110592"/>
                </a:lnTo>
                <a:lnTo>
                  <a:pt x="611162" y="110473"/>
                </a:lnTo>
                <a:lnTo>
                  <a:pt x="611037" y="110350"/>
                </a:lnTo>
                <a:lnTo>
                  <a:pt x="610916" y="110225"/>
                </a:lnTo>
                <a:lnTo>
                  <a:pt x="610799" y="110097"/>
                </a:lnTo>
                <a:lnTo>
                  <a:pt x="610686" y="109966"/>
                </a:lnTo>
                <a:lnTo>
                  <a:pt x="610577" y="109832"/>
                </a:lnTo>
                <a:lnTo>
                  <a:pt x="610472" y="109696"/>
                </a:lnTo>
                <a:lnTo>
                  <a:pt x="610371" y="109557"/>
                </a:lnTo>
                <a:lnTo>
                  <a:pt x="610273" y="109414"/>
                </a:lnTo>
                <a:lnTo>
                  <a:pt x="610180" y="109269"/>
                </a:lnTo>
                <a:lnTo>
                  <a:pt x="610091" y="109121"/>
                </a:lnTo>
                <a:lnTo>
                  <a:pt x="610005" y="108971"/>
                </a:lnTo>
                <a:lnTo>
                  <a:pt x="609924" y="108817"/>
                </a:lnTo>
                <a:lnTo>
                  <a:pt x="609846" y="108661"/>
                </a:lnTo>
                <a:lnTo>
                  <a:pt x="609772" y="108501"/>
                </a:lnTo>
                <a:lnTo>
                  <a:pt x="609703" y="108339"/>
                </a:lnTo>
                <a:lnTo>
                  <a:pt x="609610" y="108113"/>
                </a:lnTo>
                <a:lnTo>
                  <a:pt x="609521" y="107872"/>
                </a:lnTo>
                <a:lnTo>
                  <a:pt x="609436" y="107615"/>
                </a:lnTo>
                <a:lnTo>
                  <a:pt x="609355" y="107343"/>
                </a:lnTo>
                <a:lnTo>
                  <a:pt x="609278" y="107055"/>
                </a:lnTo>
                <a:lnTo>
                  <a:pt x="609205" y="106751"/>
                </a:lnTo>
                <a:lnTo>
                  <a:pt x="609136" y="106432"/>
                </a:lnTo>
                <a:lnTo>
                  <a:pt x="609071" y="106097"/>
                </a:lnTo>
                <a:lnTo>
                  <a:pt x="609010" y="105746"/>
                </a:lnTo>
                <a:lnTo>
                  <a:pt x="608952" y="105380"/>
                </a:lnTo>
                <a:lnTo>
                  <a:pt x="608899" y="104998"/>
                </a:lnTo>
                <a:lnTo>
                  <a:pt x="608850" y="104601"/>
                </a:lnTo>
                <a:lnTo>
                  <a:pt x="608804" y="104188"/>
                </a:lnTo>
                <a:lnTo>
                  <a:pt x="608763" y="103760"/>
                </a:lnTo>
                <a:lnTo>
                  <a:pt x="608725" y="103316"/>
                </a:lnTo>
                <a:lnTo>
                  <a:pt x="608692" y="102856"/>
                </a:lnTo>
                <a:lnTo>
                  <a:pt x="608662" y="102381"/>
                </a:lnTo>
                <a:lnTo>
                  <a:pt x="608637" y="101890"/>
                </a:lnTo>
                <a:lnTo>
                  <a:pt x="608615" y="101383"/>
                </a:lnTo>
                <a:lnTo>
                  <a:pt x="608597" y="100861"/>
                </a:lnTo>
                <a:lnTo>
                  <a:pt x="608583" y="100323"/>
                </a:lnTo>
                <a:lnTo>
                  <a:pt x="608573" y="99770"/>
                </a:lnTo>
                <a:lnTo>
                  <a:pt x="608567" y="99201"/>
                </a:lnTo>
                <a:lnTo>
                  <a:pt x="608565" y="98617"/>
                </a:lnTo>
                <a:lnTo>
                  <a:pt x="608565" y="72368"/>
                </a:lnTo>
                <a:lnTo>
                  <a:pt x="608563" y="71236"/>
                </a:lnTo>
                <a:lnTo>
                  <a:pt x="608555" y="70133"/>
                </a:lnTo>
                <a:lnTo>
                  <a:pt x="608541" y="69060"/>
                </a:lnTo>
                <a:lnTo>
                  <a:pt x="608523" y="68016"/>
                </a:lnTo>
                <a:lnTo>
                  <a:pt x="608498" y="67003"/>
                </a:lnTo>
                <a:lnTo>
                  <a:pt x="608469" y="66019"/>
                </a:lnTo>
                <a:lnTo>
                  <a:pt x="608434" y="65065"/>
                </a:lnTo>
                <a:lnTo>
                  <a:pt x="608394" y="64141"/>
                </a:lnTo>
                <a:lnTo>
                  <a:pt x="608348" y="63247"/>
                </a:lnTo>
                <a:lnTo>
                  <a:pt x="608297" y="62383"/>
                </a:lnTo>
                <a:lnTo>
                  <a:pt x="608241" y="61548"/>
                </a:lnTo>
                <a:lnTo>
                  <a:pt x="608180" y="60744"/>
                </a:lnTo>
                <a:lnTo>
                  <a:pt x="608113" y="59969"/>
                </a:lnTo>
                <a:lnTo>
                  <a:pt x="608040" y="59224"/>
                </a:lnTo>
                <a:lnTo>
                  <a:pt x="607963" y="58509"/>
                </a:lnTo>
                <a:lnTo>
                  <a:pt x="607879" y="57823"/>
                </a:lnTo>
                <a:lnTo>
                  <a:pt x="607791" y="57167"/>
                </a:lnTo>
                <a:lnTo>
                  <a:pt x="607697" y="56542"/>
                </a:lnTo>
                <a:lnTo>
                  <a:pt x="607598" y="55946"/>
                </a:lnTo>
                <a:lnTo>
                  <a:pt x="607494" y="55380"/>
                </a:lnTo>
                <a:lnTo>
                  <a:pt x="607384" y="54843"/>
                </a:lnTo>
                <a:lnTo>
                  <a:pt x="607269" y="54337"/>
                </a:lnTo>
                <a:lnTo>
                  <a:pt x="607148" y="53860"/>
                </a:lnTo>
                <a:lnTo>
                  <a:pt x="607022" y="53413"/>
                </a:lnTo>
                <a:lnTo>
                  <a:pt x="606835" y="52799"/>
                </a:lnTo>
                <a:lnTo>
                  <a:pt x="606640" y="52198"/>
                </a:lnTo>
                <a:lnTo>
                  <a:pt x="606437" y="51612"/>
                </a:lnTo>
                <a:lnTo>
                  <a:pt x="606225" y="51039"/>
                </a:lnTo>
                <a:lnTo>
                  <a:pt x="606006" y="50480"/>
                </a:lnTo>
                <a:lnTo>
                  <a:pt x="605778" y="49935"/>
                </a:lnTo>
                <a:lnTo>
                  <a:pt x="605542" y="49403"/>
                </a:lnTo>
                <a:lnTo>
                  <a:pt x="605298" y="48886"/>
                </a:lnTo>
                <a:lnTo>
                  <a:pt x="605046" y="48382"/>
                </a:lnTo>
                <a:lnTo>
                  <a:pt x="604785" y="47891"/>
                </a:lnTo>
                <a:lnTo>
                  <a:pt x="604517" y="47415"/>
                </a:lnTo>
                <a:lnTo>
                  <a:pt x="604240" y="46953"/>
                </a:lnTo>
                <a:lnTo>
                  <a:pt x="603955" y="46504"/>
                </a:lnTo>
                <a:lnTo>
                  <a:pt x="603662" y="46069"/>
                </a:lnTo>
                <a:lnTo>
                  <a:pt x="603360" y="45648"/>
                </a:lnTo>
                <a:lnTo>
                  <a:pt x="603051" y="45240"/>
                </a:lnTo>
                <a:lnTo>
                  <a:pt x="602733" y="44847"/>
                </a:lnTo>
                <a:lnTo>
                  <a:pt x="602407" y="44467"/>
                </a:lnTo>
                <a:lnTo>
                  <a:pt x="602073" y="44101"/>
                </a:lnTo>
                <a:lnTo>
                  <a:pt x="601731" y="43748"/>
                </a:lnTo>
                <a:lnTo>
                  <a:pt x="601380" y="43410"/>
                </a:lnTo>
                <a:lnTo>
                  <a:pt x="601021" y="43085"/>
                </a:lnTo>
                <a:lnTo>
                  <a:pt x="600655" y="42774"/>
                </a:lnTo>
                <a:lnTo>
                  <a:pt x="600280" y="42477"/>
                </a:lnTo>
                <a:lnTo>
                  <a:pt x="599897" y="42193"/>
                </a:lnTo>
                <a:lnTo>
                  <a:pt x="599509" y="41920"/>
                </a:lnTo>
                <a:lnTo>
                  <a:pt x="599114" y="41660"/>
                </a:lnTo>
                <a:lnTo>
                  <a:pt x="598714" y="41412"/>
                </a:lnTo>
                <a:lnTo>
                  <a:pt x="598307" y="41176"/>
                </a:lnTo>
                <a:lnTo>
                  <a:pt x="597893" y="40952"/>
                </a:lnTo>
                <a:lnTo>
                  <a:pt x="597474" y="40740"/>
                </a:lnTo>
                <a:lnTo>
                  <a:pt x="597048" y="40541"/>
                </a:lnTo>
                <a:lnTo>
                  <a:pt x="596617" y="40353"/>
                </a:lnTo>
                <a:lnTo>
                  <a:pt x="596179" y="40178"/>
                </a:lnTo>
                <a:lnTo>
                  <a:pt x="595734" y="40014"/>
                </a:lnTo>
                <a:lnTo>
                  <a:pt x="595284" y="39863"/>
                </a:lnTo>
                <a:lnTo>
                  <a:pt x="594827" y="39724"/>
                </a:lnTo>
                <a:lnTo>
                  <a:pt x="594364" y="39597"/>
                </a:lnTo>
                <a:lnTo>
                  <a:pt x="593895" y="39482"/>
                </a:lnTo>
                <a:lnTo>
                  <a:pt x="593420" y="39379"/>
                </a:lnTo>
                <a:lnTo>
                  <a:pt x="592939" y="39288"/>
                </a:lnTo>
                <a:lnTo>
                  <a:pt x="592451" y="39210"/>
                </a:lnTo>
                <a:lnTo>
                  <a:pt x="591957" y="39143"/>
                </a:lnTo>
                <a:lnTo>
                  <a:pt x="591457" y="39089"/>
                </a:lnTo>
                <a:lnTo>
                  <a:pt x="590951" y="39046"/>
                </a:lnTo>
                <a:lnTo>
                  <a:pt x="590438" y="39016"/>
                </a:lnTo>
                <a:lnTo>
                  <a:pt x="589919" y="38998"/>
                </a:lnTo>
                <a:lnTo>
                  <a:pt x="589394" y="38992"/>
                </a:lnTo>
                <a:lnTo>
                  <a:pt x="588954" y="38997"/>
                </a:lnTo>
                <a:lnTo>
                  <a:pt x="588514" y="39011"/>
                </a:lnTo>
                <a:lnTo>
                  <a:pt x="588074" y="39036"/>
                </a:lnTo>
                <a:lnTo>
                  <a:pt x="587634" y="39070"/>
                </a:lnTo>
                <a:lnTo>
                  <a:pt x="587194" y="39114"/>
                </a:lnTo>
                <a:lnTo>
                  <a:pt x="586754" y="39168"/>
                </a:lnTo>
                <a:lnTo>
                  <a:pt x="586314" y="39231"/>
                </a:lnTo>
                <a:lnTo>
                  <a:pt x="585874" y="39305"/>
                </a:lnTo>
                <a:lnTo>
                  <a:pt x="585434" y="39388"/>
                </a:lnTo>
                <a:lnTo>
                  <a:pt x="584994" y="39480"/>
                </a:lnTo>
                <a:lnTo>
                  <a:pt x="584554" y="39583"/>
                </a:lnTo>
                <a:lnTo>
                  <a:pt x="584114" y="39696"/>
                </a:lnTo>
                <a:lnTo>
                  <a:pt x="583674" y="39818"/>
                </a:lnTo>
                <a:lnTo>
                  <a:pt x="583234" y="39950"/>
                </a:lnTo>
                <a:lnTo>
                  <a:pt x="582794" y="40091"/>
                </a:lnTo>
                <a:lnTo>
                  <a:pt x="582354" y="40243"/>
                </a:lnTo>
                <a:lnTo>
                  <a:pt x="581914" y="40404"/>
                </a:lnTo>
                <a:lnTo>
                  <a:pt x="581474" y="40575"/>
                </a:lnTo>
                <a:lnTo>
                  <a:pt x="581034" y="40756"/>
                </a:lnTo>
                <a:lnTo>
                  <a:pt x="580594" y="40947"/>
                </a:lnTo>
                <a:lnTo>
                  <a:pt x="580154" y="41147"/>
                </a:lnTo>
                <a:lnTo>
                  <a:pt x="579714" y="41357"/>
                </a:lnTo>
                <a:lnTo>
                  <a:pt x="579274" y="41577"/>
                </a:lnTo>
                <a:lnTo>
                  <a:pt x="578834" y="41807"/>
                </a:lnTo>
                <a:lnTo>
                  <a:pt x="578388" y="42054"/>
                </a:lnTo>
                <a:lnTo>
                  <a:pt x="577928" y="42326"/>
                </a:lnTo>
                <a:lnTo>
                  <a:pt x="577456" y="42622"/>
                </a:lnTo>
                <a:lnTo>
                  <a:pt x="576970" y="42944"/>
                </a:lnTo>
                <a:lnTo>
                  <a:pt x="576472" y="43290"/>
                </a:lnTo>
                <a:lnTo>
                  <a:pt x="575961" y="43661"/>
                </a:lnTo>
                <a:lnTo>
                  <a:pt x="575436" y="44056"/>
                </a:lnTo>
                <a:lnTo>
                  <a:pt x="574899" y="44477"/>
                </a:lnTo>
                <a:lnTo>
                  <a:pt x="574349" y="44922"/>
                </a:lnTo>
                <a:lnTo>
                  <a:pt x="573785" y="45392"/>
                </a:lnTo>
                <a:lnTo>
                  <a:pt x="573209" y="45887"/>
                </a:lnTo>
                <a:lnTo>
                  <a:pt x="572620" y="46407"/>
                </a:lnTo>
                <a:lnTo>
                  <a:pt x="572018" y="46951"/>
                </a:lnTo>
                <a:lnTo>
                  <a:pt x="571403" y="47520"/>
                </a:lnTo>
                <a:lnTo>
                  <a:pt x="570774" y="48114"/>
                </a:lnTo>
                <a:lnTo>
                  <a:pt x="570133" y="48733"/>
                </a:lnTo>
                <a:lnTo>
                  <a:pt x="569479" y="49377"/>
                </a:lnTo>
                <a:lnTo>
                  <a:pt x="568812" y="50045"/>
                </a:lnTo>
                <a:lnTo>
                  <a:pt x="568132" y="50738"/>
                </a:lnTo>
                <a:lnTo>
                  <a:pt x="567439" y="51456"/>
                </a:lnTo>
                <a:lnTo>
                  <a:pt x="566733" y="52199"/>
                </a:lnTo>
                <a:lnTo>
                  <a:pt x="566014" y="52966"/>
                </a:lnTo>
                <a:lnTo>
                  <a:pt x="565282" y="53759"/>
                </a:lnTo>
                <a:lnTo>
                  <a:pt x="564537" y="54576"/>
                </a:lnTo>
                <a:lnTo>
                  <a:pt x="564537" y="0"/>
                </a:lnTo>
                <a:lnTo>
                  <a:pt x="560801" y="0"/>
                </a:lnTo>
                <a:lnTo>
                  <a:pt x="538543" y="9098"/>
                </a:lnTo>
                <a:lnTo>
                  <a:pt x="539680" y="12022"/>
                </a:lnTo>
                <a:close/>
                <a:moveTo>
                  <a:pt x="390515" y="0"/>
                </a:moveTo>
                <a:lnTo>
                  <a:pt x="384017" y="0"/>
                </a:lnTo>
                <a:lnTo>
                  <a:pt x="344131" y="117788"/>
                </a:lnTo>
                <a:lnTo>
                  <a:pt x="350630" y="117788"/>
                </a:lnTo>
                <a:lnTo>
                  <a:pt x="390515" y="0"/>
                </a:lnTo>
                <a:close/>
                <a:moveTo>
                  <a:pt x="188239" y="96330"/>
                </a:moveTo>
                <a:lnTo>
                  <a:pt x="188470" y="96920"/>
                </a:lnTo>
                <a:lnTo>
                  <a:pt x="188690" y="97495"/>
                </a:lnTo>
                <a:lnTo>
                  <a:pt x="188899" y="98057"/>
                </a:lnTo>
                <a:lnTo>
                  <a:pt x="189096" y="98604"/>
                </a:lnTo>
                <a:lnTo>
                  <a:pt x="189283" y="99137"/>
                </a:lnTo>
                <a:lnTo>
                  <a:pt x="189457" y="99655"/>
                </a:lnTo>
                <a:lnTo>
                  <a:pt x="189621" y="100159"/>
                </a:lnTo>
                <a:lnTo>
                  <a:pt x="189773" y="100649"/>
                </a:lnTo>
                <a:lnTo>
                  <a:pt x="189914" y="101125"/>
                </a:lnTo>
                <a:lnTo>
                  <a:pt x="190044" y="101586"/>
                </a:lnTo>
                <a:lnTo>
                  <a:pt x="190163" y="102033"/>
                </a:lnTo>
                <a:lnTo>
                  <a:pt x="190270" y="102465"/>
                </a:lnTo>
                <a:lnTo>
                  <a:pt x="190366" y="102884"/>
                </a:lnTo>
                <a:lnTo>
                  <a:pt x="190450" y="103288"/>
                </a:lnTo>
                <a:lnTo>
                  <a:pt x="190524" y="103677"/>
                </a:lnTo>
                <a:lnTo>
                  <a:pt x="190586" y="104052"/>
                </a:lnTo>
                <a:lnTo>
                  <a:pt x="190636" y="104413"/>
                </a:lnTo>
                <a:lnTo>
                  <a:pt x="190676" y="104760"/>
                </a:lnTo>
                <a:lnTo>
                  <a:pt x="190704" y="105093"/>
                </a:lnTo>
                <a:lnTo>
                  <a:pt x="190721" y="105411"/>
                </a:lnTo>
                <a:lnTo>
                  <a:pt x="190727" y="105714"/>
                </a:lnTo>
                <a:lnTo>
                  <a:pt x="190723" y="105935"/>
                </a:lnTo>
                <a:lnTo>
                  <a:pt x="190711" y="106153"/>
                </a:lnTo>
                <a:lnTo>
                  <a:pt x="190691" y="106369"/>
                </a:lnTo>
                <a:lnTo>
                  <a:pt x="190662" y="106581"/>
                </a:lnTo>
                <a:lnTo>
                  <a:pt x="190626" y="106791"/>
                </a:lnTo>
                <a:lnTo>
                  <a:pt x="190582" y="106998"/>
                </a:lnTo>
                <a:lnTo>
                  <a:pt x="190530" y="107202"/>
                </a:lnTo>
                <a:lnTo>
                  <a:pt x="190470" y="107403"/>
                </a:lnTo>
                <a:lnTo>
                  <a:pt x="190401" y="107602"/>
                </a:lnTo>
                <a:lnTo>
                  <a:pt x="190325" y="107798"/>
                </a:lnTo>
                <a:lnTo>
                  <a:pt x="190240" y="107990"/>
                </a:lnTo>
                <a:lnTo>
                  <a:pt x="190148" y="108181"/>
                </a:lnTo>
                <a:lnTo>
                  <a:pt x="190047" y="108368"/>
                </a:lnTo>
                <a:lnTo>
                  <a:pt x="189939" y="108552"/>
                </a:lnTo>
                <a:lnTo>
                  <a:pt x="189822" y="108734"/>
                </a:lnTo>
                <a:lnTo>
                  <a:pt x="189698" y="108913"/>
                </a:lnTo>
                <a:lnTo>
                  <a:pt x="189565" y="109089"/>
                </a:lnTo>
                <a:lnTo>
                  <a:pt x="189424" y="109262"/>
                </a:lnTo>
                <a:lnTo>
                  <a:pt x="189276" y="109433"/>
                </a:lnTo>
                <a:lnTo>
                  <a:pt x="189119" y="109600"/>
                </a:lnTo>
                <a:lnTo>
                  <a:pt x="188954" y="109765"/>
                </a:lnTo>
                <a:lnTo>
                  <a:pt x="188781" y="109927"/>
                </a:lnTo>
                <a:lnTo>
                  <a:pt x="188601" y="110087"/>
                </a:lnTo>
                <a:lnTo>
                  <a:pt x="188412" y="110243"/>
                </a:lnTo>
                <a:lnTo>
                  <a:pt x="188211" y="110395"/>
                </a:lnTo>
                <a:lnTo>
                  <a:pt x="187996" y="110543"/>
                </a:lnTo>
                <a:lnTo>
                  <a:pt x="187766" y="110684"/>
                </a:lnTo>
                <a:lnTo>
                  <a:pt x="187521" y="110821"/>
                </a:lnTo>
                <a:lnTo>
                  <a:pt x="187262" y="110952"/>
                </a:lnTo>
                <a:lnTo>
                  <a:pt x="186987" y="111077"/>
                </a:lnTo>
                <a:lnTo>
                  <a:pt x="186698" y="111198"/>
                </a:lnTo>
                <a:lnTo>
                  <a:pt x="186394" y="111313"/>
                </a:lnTo>
                <a:lnTo>
                  <a:pt x="186076" y="111422"/>
                </a:lnTo>
                <a:lnTo>
                  <a:pt x="185742" y="111527"/>
                </a:lnTo>
                <a:lnTo>
                  <a:pt x="185394" y="111626"/>
                </a:lnTo>
                <a:lnTo>
                  <a:pt x="185030" y="111719"/>
                </a:lnTo>
                <a:lnTo>
                  <a:pt x="184652" y="111808"/>
                </a:lnTo>
                <a:lnTo>
                  <a:pt x="184259" y="111890"/>
                </a:lnTo>
                <a:lnTo>
                  <a:pt x="183852" y="111968"/>
                </a:lnTo>
                <a:lnTo>
                  <a:pt x="183429" y="112040"/>
                </a:lnTo>
                <a:lnTo>
                  <a:pt x="182992" y="112107"/>
                </a:lnTo>
                <a:lnTo>
                  <a:pt x="182540" y="112169"/>
                </a:lnTo>
                <a:lnTo>
                  <a:pt x="182073" y="112225"/>
                </a:lnTo>
                <a:lnTo>
                  <a:pt x="181591" y="112276"/>
                </a:lnTo>
                <a:lnTo>
                  <a:pt x="181095" y="112322"/>
                </a:lnTo>
                <a:lnTo>
                  <a:pt x="180584" y="112362"/>
                </a:lnTo>
                <a:lnTo>
                  <a:pt x="180058" y="112397"/>
                </a:lnTo>
                <a:lnTo>
                  <a:pt x="179517" y="112426"/>
                </a:lnTo>
                <a:lnTo>
                  <a:pt x="179517" y="115513"/>
                </a:lnTo>
                <a:lnTo>
                  <a:pt x="222976" y="115513"/>
                </a:lnTo>
                <a:lnTo>
                  <a:pt x="222976" y="112426"/>
                </a:lnTo>
                <a:lnTo>
                  <a:pt x="222419" y="112388"/>
                </a:lnTo>
                <a:lnTo>
                  <a:pt x="221873" y="112339"/>
                </a:lnTo>
                <a:lnTo>
                  <a:pt x="221337" y="112280"/>
                </a:lnTo>
                <a:lnTo>
                  <a:pt x="220811" y="112212"/>
                </a:lnTo>
                <a:lnTo>
                  <a:pt x="220296" y="112133"/>
                </a:lnTo>
                <a:lnTo>
                  <a:pt x="219790" y="112045"/>
                </a:lnTo>
                <a:lnTo>
                  <a:pt x="219295" y="111947"/>
                </a:lnTo>
                <a:lnTo>
                  <a:pt x="218811" y="111838"/>
                </a:lnTo>
                <a:lnTo>
                  <a:pt x="218336" y="111720"/>
                </a:lnTo>
                <a:lnTo>
                  <a:pt x="217872" y="111591"/>
                </a:lnTo>
                <a:lnTo>
                  <a:pt x="217419" y="111453"/>
                </a:lnTo>
                <a:lnTo>
                  <a:pt x="216975" y="111305"/>
                </a:lnTo>
                <a:lnTo>
                  <a:pt x="216542" y="111147"/>
                </a:lnTo>
                <a:lnTo>
                  <a:pt x="216119" y="110978"/>
                </a:lnTo>
                <a:lnTo>
                  <a:pt x="215706" y="110800"/>
                </a:lnTo>
                <a:lnTo>
                  <a:pt x="215304" y="110612"/>
                </a:lnTo>
                <a:lnTo>
                  <a:pt x="214912" y="110414"/>
                </a:lnTo>
                <a:lnTo>
                  <a:pt x="214530" y="110206"/>
                </a:lnTo>
                <a:lnTo>
                  <a:pt x="214159" y="109988"/>
                </a:lnTo>
                <a:lnTo>
                  <a:pt x="213798" y="109760"/>
                </a:lnTo>
                <a:lnTo>
                  <a:pt x="213447" y="109522"/>
                </a:lnTo>
                <a:lnTo>
                  <a:pt x="213107" y="109274"/>
                </a:lnTo>
                <a:lnTo>
                  <a:pt x="212776" y="109016"/>
                </a:lnTo>
                <a:lnTo>
                  <a:pt x="212457" y="108748"/>
                </a:lnTo>
                <a:lnTo>
                  <a:pt x="212140" y="108461"/>
                </a:lnTo>
                <a:lnTo>
                  <a:pt x="211821" y="108148"/>
                </a:lnTo>
                <a:lnTo>
                  <a:pt x="211499" y="107808"/>
                </a:lnTo>
                <a:lnTo>
                  <a:pt x="211174" y="107441"/>
                </a:lnTo>
                <a:lnTo>
                  <a:pt x="210846" y="107047"/>
                </a:lnTo>
                <a:lnTo>
                  <a:pt x="210515" y="106627"/>
                </a:lnTo>
                <a:lnTo>
                  <a:pt x="210181" y="106179"/>
                </a:lnTo>
                <a:lnTo>
                  <a:pt x="209844" y="105705"/>
                </a:lnTo>
                <a:lnTo>
                  <a:pt x="209504" y="105204"/>
                </a:lnTo>
                <a:lnTo>
                  <a:pt x="209161" y="104677"/>
                </a:lnTo>
                <a:lnTo>
                  <a:pt x="208815" y="104122"/>
                </a:lnTo>
                <a:lnTo>
                  <a:pt x="208466" y="103541"/>
                </a:lnTo>
                <a:lnTo>
                  <a:pt x="208114" y="102933"/>
                </a:lnTo>
                <a:lnTo>
                  <a:pt x="207759" y="102298"/>
                </a:lnTo>
                <a:lnTo>
                  <a:pt x="207402" y="101636"/>
                </a:lnTo>
                <a:lnTo>
                  <a:pt x="207041" y="100947"/>
                </a:lnTo>
                <a:lnTo>
                  <a:pt x="206677" y="100232"/>
                </a:lnTo>
                <a:lnTo>
                  <a:pt x="206311" y="99490"/>
                </a:lnTo>
                <a:lnTo>
                  <a:pt x="205941" y="98721"/>
                </a:lnTo>
                <a:lnTo>
                  <a:pt x="205569" y="97925"/>
                </a:lnTo>
                <a:lnTo>
                  <a:pt x="205193" y="97102"/>
                </a:lnTo>
                <a:lnTo>
                  <a:pt x="204815" y="96253"/>
                </a:lnTo>
                <a:lnTo>
                  <a:pt x="204433" y="95377"/>
                </a:lnTo>
                <a:lnTo>
                  <a:pt x="204049" y="94474"/>
                </a:lnTo>
                <a:lnTo>
                  <a:pt x="165707" y="2924"/>
                </a:lnTo>
                <a:lnTo>
                  <a:pt x="162864" y="2924"/>
                </a:lnTo>
                <a:lnTo>
                  <a:pt x="124116" y="93461"/>
                </a:lnTo>
                <a:lnTo>
                  <a:pt x="123698" y="94440"/>
                </a:lnTo>
                <a:lnTo>
                  <a:pt x="123283" y="95391"/>
                </a:lnTo>
                <a:lnTo>
                  <a:pt x="122871" y="96314"/>
                </a:lnTo>
                <a:lnTo>
                  <a:pt x="122462" y="97209"/>
                </a:lnTo>
                <a:lnTo>
                  <a:pt x="122056" y="98077"/>
                </a:lnTo>
                <a:lnTo>
                  <a:pt x="121653" y="98916"/>
                </a:lnTo>
                <a:lnTo>
                  <a:pt x="121254" y="99728"/>
                </a:lnTo>
                <a:lnTo>
                  <a:pt x="120858" y="100512"/>
                </a:lnTo>
                <a:lnTo>
                  <a:pt x="120464" y="101268"/>
                </a:lnTo>
                <a:lnTo>
                  <a:pt x="120074" y="101996"/>
                </a:lnTo>
                <a:lnTo>
                  <a:pt x="119687" y="102696"/>
                </a:lnTo>
                <a:lnTo>
                  <a:pt x="119303" y="103369"/>
                </a:lnTo>
                <a:lnTo>
                  <a:pt x="118922" y="104013"/>
                </a:lnTo>
                <a:lnTo>
                  <a:pt x="118544" y="104630"/>
                </a:lnTo>
                <a:lnTo>
                  <a:pt x="118169" y="105219"/>
                </a:lnTo>
                <a:lnTo>
                  <a:pt x="117798" y="105780"/>
                </a:lnTo>
                <a:lnTo>
                  <a:pt x="117429" y="106313"/>
                </a:lnTo>
                <a:lnTo>
                  <a:pt x="117064" y="106819"/>
                </a:lnTo>
                <a:lnTo>
                  <a:pt x="116702" y="107296"/>
                </a:lnTo>
                <a:lnTo>
                  <a:pt x="116342" y="107746"/>
                </a:lnTo>
                <a:lnTo>
                  <a:pt x="115986" y="108167"/>
                </a:lnTo>
                <a:lnTo>
                  <a:pt x="115633" y="108561"/>
                </a:lnTo>
                <a:lnTo>
                  <a:pt x="115283" y="108928"/>
                </a:lnTo>
                <a:lnTo>
                  <a:pt x="114937" y="109266"/>
                </a:lnTo>
                <a:lnTo>
                  <a:pt x="114759" y="109427"/>
                </a:lnTo>
                <a:lnTo>
                  <a:pt x="114564" y="109585"/>
                </a:lnTo>
                <a:lnTo>
                  <a:pt x="114353" y="109740"/>
                </a:lnTo>
                <a:lnTo>
                  <a:pt x="114124" y="109894"/>
                </a:lnTo>
                <a:lnTo>
                  <a:pt x="113879" y="110044"/>
                </a:lnTo>
                <a:lnTo>
                  <a:pt x="113617" y="110192"/>
                </a:lnTo>
                <a:lnTo>
                  <a:pt x="113337" y="110338"/>
                </a:lnTo>
                <a:lnTo>
                  <a:pt x="113041" y="110481"/>
                </a:lnTo>
                <a:lnTo>
                  <a:pt x="112728" y="110622"/>
                </a:lnTo>
                <a:lnTo>
                  <a:pt x="112398" y="110760"/>
                </a:lnTo>
                <a:lnTo>
                  <a:pt x="112051" y="110895"/>
                </a:lnTo>
                <a:lnTo>
                  <a:pt x="111687" y="111028"/>
                </a:lnTo>
                <a:lnTo>
                  <a:pt x="111306" y="111159"/>
                </a:lnTo>
                <a:lnTo>
                  <a:pt x="110909" y="111286"/>
                </a:lnTo>
                <a:lnTo>
                  <a:pt x="110494" y="111412"/>
                </a:lnTo>
                <a:lnTo>
                  <a:pt x="110063" y="111535"/>
                </a:lnTo>
                <a:lnTo>
                  <a:pt x="109614" y="111655"/>
                </a:lnTo>
                <a:lnTo>
                  <a:pt x="109149" y="111773"/>
                </a:lnTo>
                <a:lnTo>
                  <a:pt x="108666" y="111888"/>
                </a:lnTo>
                <a:lnTo>
                  <a:pt x="108167" y="112001"/>
                </a:lnTo>
                <a:lnTo>
                  <a:pt x="107651" y="112111"/>
                </a:lnTo>
                <a:lnTo>
                  <a:pt x="107118" y="112218"/>
                </a:lnTo>
                <a:lnTo>
                  <a:pt x="106568" y="112324"/>
                </a:lnTo>
                <a:lnTo>
                  <a:pt x="106001" y="112426"/>
                </a:lnTo>
                <a:lnTo>
                  <a:pt x="106001" y="115513"/>
                </a:lnTo>
                <a:lnTo>
                  <a:pt x="140687" y="115513"/>
                </a:lnTo>
                <a:lnTo>
                  <a:pt x="140687" y="112426"/>
                </a:lnTo>
                <a:lnTo>
                  <a:pt x="140034" y="112377"/>
                </a:lnTo>
                <a:lnTo>
                  <a:pt x="139399" y="112323"/>
                </a:lnTo>
                <a:lnTo>
                  <a:pt x="138784" y="112264"/>
                </a:lnTo>
                <a:lnTo>
                  <a:pt x="138188" y="112200"/>
                </a:lnTo>
                <a:lnTo>
                  <a:pt x="137612" y="112132"/>
                </a:lnTo>
                <a:lnTo>
                  <a:pt x="137055" y="112060"/>
                </a:lnTo>
                <a:lnTo>
                  <a:pt x="136517" y="111983"/>
                </a:lnTo>
                <a:lnTo>
                  <a:pt x="135998" y="111901"/>
                </a:lnTo>
                <a:lnTo>
                  <a:pt x="135499" y="111814"/>
                </a:lnTo>
                <a:lnTo>
                  <a:pt x="135019" y="111723"/>
                </a:lnTo>
                <a:lnTo>
                  <a:pt x="134559" y="111627"/>
                </a:lnTo>
                <a:lnTo>
                  <a:pt x="134118" y="111527"/>
                </a:lnTo>
                <a:lnTo>
                  <a:pt x="133696" y="111422"/>
                </a:lnTo>
                <a:lnTo>
                  <a:pt x="133293" y="111312"/>
                </a:lnTo>
                <a:lnTo>
                  <a:pt x="132910" y="111198"/>
                </a:lnTo>
                <a:lnTo>
                  <a:pt x="132546" y="111079"/>
                </a:lnTo>
                <a:lnTo>
                  <a:pt x="132201" y="110956"/>
                </a:lnTo>
                <a:lnTo>
                  <a:pt x="131876" y="110827"/>
                </a:lnTo>
                <a:lnTo>
                  <a:pt x="131570" y="110695"/>
                </a:lnTo>
                <a:lnTo>
                  <a:pt x="131284" y="110557"/>
                </a:lnTo>
                <a:lnTo>
                  <a:pt x="131016" y="110415"/>
                </a:lnTo>
                <a:lnTo>
                  <a:pt x="130768" y="110268"/>
                </a:lnTo>
                <a:lnTo>
                  <a:pt x="130540" y="110117"/>
                </a:lnTo>
                <a:lnTo>
                  <a:pt x="130330" y="109961"/>
                </a:lnTo>
                <a:lnTo>
                  <a:pt x="130135" y="109802"/>
                </a:lnTo>
                <a:lnTo>
                  <a:pt x="129947" y="109641"/>
                </a:lnTo>
                <a:lnTo>
                  <a:pt x="129769" y="109477"/>
                </a:lnTo>
                <a:lnTo>
                  <a:pt x="129598" y="109311"/>
                </a:lnTo>
                <a:lnTo>
                  <a:pt x="129436" y="109144"/>
                </a:lnTo>
                <a:lnTo>
                  <a:pt x="129282" y="108974"/>
                </a:lnTo>
                <a:lnTo>
                  <a:pt x="129136" y="108802"/>
                </a:lnTo>
                <a:lnTo>
                  <a:pt x="128999" y="108628"/>
                </a:lnTo>
                <a:lnTo>
                  <a:pt x="128870" y="108451"/>
                </a:lnTo>
                <a:lnTo>
                  <a:pt x="128749" y="108273"/>
                </a:lnTo>
                <a:lnTo>
                  <a:pt x="128637" y="108093"/>
                </a:lnTo>
                <a:lnTo>
                  <a:pt x="128533" y="107910"/>
                </a:lnTo>
                <a:lnTo>
                  <a:pt x="128437" y="107725"/>
                </a:lnTo>
                <a:lnTo>
                  <a:pt x="128350" y="107539"/>
                </a:lnTo>
                <a:lnTo>
                  <a:pt x="128271" y="107350"/>
                </a:lnTo>
                <a:lnTo>
                  <a:pt x="128200" y="107159"/>
                </a:lnTo>
                <a:lnTo>
                  <a:pt x="128138" y="106966"/>
                </a:lnTo>
                <a:lnTo>
                  <a:pt x="128084" y="106770"/>
                </a:lnTo>
                <a:lnTo>
                  <a:pt x="128038" y="106573"/>
                </a:lnTo>
                <a:lnTo>
                  <a:pt x="128000" y="106374"/>
                </a:lnTo>
                <a:lnTo>
                  <a:pt x="127971" y="106172"/>
                </a:lnTo>
                <a:lnTo>
                  <a:pt x="127950" y="105968"/>
                </a:lnTo>
                <a:lnTo>
                  <a:pt x="127938" y="105762"/>
                </a:lnTo>
                <a:lnTo>
                  <a:pt x="127934" y="105554"/>
                </a:lnTo>
                <a:lnTo>
                  <a:pt x="127939" y="105286"/>
                </a:lnTo>
                <a:lnTo>
                  <a:pt x="127953" y="105007"/>
                </a:lnTo>
                <a:lnTo>
                  <a:pt x="127977" y="104716"/>
                </a:lnTo>
                <a:lnTo>
                  <a:pt x="128011" y="104414"/>
                </a:lnTo>
                <a:lnTo>
                  <a:pt x="128054" y="104101"/>
                </a:lnTo>
                <a:lnTo>
                  <a:pt x="128106" y="103777"/>
                </a:lnTo>
                <a:lnTo>
                  <a:pt x="128169" y="103441"/>
                </a:lnTo>
                <a:lnTo>
                  <a:pt x="128241" y="103095"/>
                </a:lnTo>
                <a:lnTo>
                  <a:pt x="128322" y="102737"/>
                </a:lnTo>
                <a:lnTo>
                  <a:pt x="128413" y="102367"/>
                </a:lnTo>
                <a:lnTo>
                  <a:pt x="128514" y="101987"/>
                </a:lnTo>
                <a:lnTo>
                  <a:pt x="128624" y="101595"/>
                </a:lnTo>
                <a:lnTo>
                  <a:pt x="128744" y="101192"/>
                </a:lnTo>
                <a:lnTo>
                  <a:pt x="128874" y="100778"/>
                </a:lnTo>
                <a:lnTo>
                  <a:pt x="129013" y="100352"/>
                </a:lnTo>
                <a:lnTo>
                  <a:pt x="129161" y="99915"/>
                </a:lnTo>
                <a:lnTo>
                  <a:pt x="129320" y="99468"/>
                </a:lnTo>
                <a:lnTo>
                  <a:pt x="129487" y="99008"/>
                </a:lnTo>
                <a:lnTo>
                  <a:pt x="129665" y="98538"/>
                </a:lnTo>
                <a:lnTo>
                  <a:pt x="129852" y="98056"/>
                </a:lnTo>
                <a:lnTo>
                  <a:pt x="130048" y="97563"/>
                </a:lnTo>
                <a:lnTo>
                  <a:pt x="130255" y="97059"/>
                </a:lnTo>
                <a:lnTo>
                  <a:pt x="130470" y="96544"/>
                </a:lnTo>
                <a:lnTo>
                  <a:pt x="130696" y="96017"/>
                </a:lnTo>
                <a:lnTo>
                  <a:pt x="138169" y="78633"/>
                </a:lnTo>
                <a:lnTo>
                  <a:pt x="180816" y="78633"/>
                </a:lnTo>
                <a:lnTo>
                  <a:pt x="187477" y="94474"/>
                </a:lnTo>
                <a:lnTo>
                  <a:pt x="187743" y="95107"/>
                </a:lnTo>
                <a:lnTo>
                  <a:pt x="187996" y="95725"/>
                </a:lnTo>
                <a:lnTo>
                  <a:pt x="188239" y="96330"/>
                </a:lnTo>
                <a:close/>
                <a:moveTo>
                  <a:pt x="140687" y="72622"/>
                </a:moveTo>
                <a:lnTo>
                  <a:pt x="159858" y="28107"/>
                </a:lnTo>
                <a:lnTo>
                  <a:pt x="178542" y="72622"/>
                </a:lnTo>
                <a:lnTo>
                  <a:pt x="140687" y="72622"/>
                </a:lnTo>
                <a:close/>
                <a:moveTo>
                  <a:pt x="456387" y="11381"/>
                </a:moveTo>
                <a:lnTo>
                  <a:pt x="457027" y="11392"/>
                </a:lnTo>
                <a:lnTo>
                  <a:pt x="457651" y="11407"/>
                </a:lnTo>
                <a:lnTo>
                  <a:pt x="458257" y="11426"/>
                </a:lnTo>
                <a:lnTo>
                  <a:pt x="458846" y="11449"/>
                </a:lnTo>
                <a:lnTo>
                  <a:pt x="459418" y="11477"/>
                </a:lnTo>
                <a:lnTo>
                  <a:pt x="459973" y="11509"/>
                </a:lnTo>
                <a:lnTo>
                  <a:pt x="460510" y="11545"/>
                </a:lnTo>
                <a:lnTo>
                  <a:pt x="461030" y="11585"/>
                </a:lnTo>
                <a:lnTo>
                  <a:pt x="461534" y="11630"/>
                </a:lnTo>
                <a:lnTo>
                  <a:pt x="462019" y="11678"/>
                </a:lnTo>
                <a:lnTo>
                  <a:pt x="462488" y="11732"/>
                </a:lnTo>
                <a:lnTo>
                  <a:pt x="462939" y="11789"/>
                </a:lnTo>
                <a:lnTo>
                  <a:pt x="463374" y="11851"/>
                </a:lnTo>
                <a:lnTo>
                  <a:pt x="463791" y="11916"/>
                </a:lnTo>
                <a:lnTo>
                  <a:pt x="464191" y="11987"/>
                </a:lnTo>
                <a:lnTo>
                  <a:pt x="464573" y="12061"/>
                </a:lnTo>
                <a:lnTo>
                  <a:pt x="464939" y="12139"/>
                </a:lnTo>
                <a:lnTo>
                  <a:pt x="465287" y="12222"/>
                </a:lnTo>
                <a:lnTo>
                  <a:pt x="465618" y="12309"/>
                </a:lnTo>
                <a:lnTo>
                  <a:pt x="465932" y="12401"/>
                </a:lnTo>
                <a:lnTo>
                  <a:pt x="466228" y="12496"/>
                </a:lnTo>
                <a:lnTo>
                  <a:pt x="466508" y="12596"/>
                </a:lnTo>
                <a:lnTo>
                  <a:pt x="466843" y="12742"/>
                </a:lnTo>
                <a:lnTo>
                  <a:pt x="467171" y="12893"/>
                </a:lnTo>
                <a:lnTo>
                  <a:pt x="467492" y="13049"/>
                </a:lnTo>
                <a:lnTo>
                  <a:pt x="467806" y="13210"/>
                </a:lnTo>
                <a:lnTo>
                  <a:pt x="468113" y="13377"/>
                </a:lnTo>
                <a:lnTo>
                  <a:pt x="468414" y="13550"/>
                </a:lnTo>
                <a:lnTo>
                  <a:pt x="468707" y="13728"/>
                </a:lnTo>
                <a:lnTo>
                  <a:pt x="468994" y="13911"/>
                </a:lnTo>
                <a:lnTo>
                  <a:pt x="469274" y="14099"/>
                </a:lnTo>
                <a:lnTo>
                  <a:pt x="469547" y="14293"/>
                </a:lnTo>
                <a:lnTo>
                  <a:pt x="469813" y="14493"/>
                </a:lnTo>
                <a:lnTo>
                  <a:pt x="470072" y="14697"/>
                </a:lnTo>
                <a:lnTo>
                  <a:pt x="470324" y="14908"/>
                </a:lnTo>
                <a:lnTo>
                  <a:pt x="470569" y="15123"/>
                </a:lnTo>
                <a:lnTo>
                  <a:pt x="470807" y="15344"/>
                </a:lnTo>
                <a:lnTo>
                  <a:pt x="471038" y="15570"/>
                </a:lnTo>
                <a:lnTo>
                  <a:pt x="471263" y="15802"/>
                </a:lnTo>
                <a:lnTo>
                  <a:pt x="471480" y="16039"/>
                </a:lnTo>
                <a:lnTo>
                  <a:pt x="471691" y="16281"/>
                </a:lnTo>
                <a:lnTo>
                  <a:pt x="471895" y="16529"/>
                </a:lnTo>
                <a:lnTo>
                  <a:pt x="472092" y="16782"/>
                </a:lnTo>
                <a:lnTo>
                  <a:pt x="472282" y="17041"/>
                </a:lnTo>
                <a:lnTo>
                  <a:pt x="472465" y="17305"/>
                </a:lnTo>
                <a:lnTo>
                  <a:pt x="472641" y="17574"/>
                </a:lnTo>
                <a:lnTo>
                  <a:pt x="472813" y="17856"/>
                </a:lnTo>
                <a:lnTo>
                  <a:pt x="472983" y="18156"/>
                </a:lnTo>
                <a:lnTo>
                  <a:pt x="473153" y="18476"/>
                </a:lnTo>
                <a:lnTo>
                  <a:pt x="473321" y="18814"/>
                </a:lnTo>
                <a:lnTo>
                  <a:pt x="473488" y="19172"/>
                </a:lnTo>
                <a:lnTo>
                  <a:pt x="473653" y="19548"/>
                </a:lnTo>
                <a:lnTo>
                  <a:pt x="473818" y="19943"/>
                </a:lnTo>
                <a:lnTo>
                  <a:pt x="473981" y="20358"/>
                </a:lnTo>
                <a:lnTo>
                  <a:pt x="474143" y="20791"/>
                </a:lnTo>
                <a:lnTo>
                  <a:pt x="474303" y="21244"/>
                </a:lnTo>
                <a:lnTo>
                  <a:pt x="474463" y="21715"/>
                </a:lnTo>
                <a:lnTo>
                  <a:pt x="474621" y="22205"/>
                </a:lnTo>
                <a:lnTo>
                  <a:pt x="474777" y="22714"/>
                </a:lnTo>
                <a:lnTo>
                  <a:pt x="474933" y="23243"/>
                </a:lnTo>
                <a:lnTo>
                  <a:pt x="475087" y="23790"/>
                </a:lnTo>
                <a:lnTo>
                  <a:pt x="475240" y="24356"/>
                </a:lnTo>
                <a:lnTo>
                  <a:pt x="475392" y="24941"/>
                </a:lnTo>
                <a:lnTo>
                  <a:pt x="475542" y="25545"/>
                </a:lnTo>
                <a:lnTo>
                  <a:pt x="475691" y="26168"/>
                </a:lnTo>
                <a:lnTo>
                  <a:pt x="475839" y="26811"/>
                </a:lnTo>
                <a:lnTo>
                  <a:pt x="475986" y="27472"/>
                </a:lnTo>
                <a:lnTo>
                  <a:pt x="476131" y="28152"/>
                </a:lnTo>
                <a:lnTo>
                  <a:pt x="476275" y="28851"/>
                </a:lnTo>
                <a:lnTo>
                  <a:pt x="476418" y="29569"/>
                </a:lnTo>
                <a:lnTo>
                  <a:pt x="479586" y="29569"/>
                </a:lnTo>
                <a:lnTo>
                  <a:pt x="478367" y="5361"/>
                </a:lnTo>
                <a:lnTo>
                  <a:pt x="393479" y="5361"/>
                </a:lnTo>
                <a:lnTo>
                  <a:pt x="393479" y="8448"/>
                </a:lnTo>
                <a:lnTo>
                  <a:pt x="397378" y="8448"/>
                </a:lnTo>
                <a:lnTo>
                  <a:pt x="397940" y="8454"/>
                </a:lnTo>
                <a:lnTo>
                  <a:pt x="398489" y="8471"/>
                </a:lnTo>
                <a:lnTo>
                  <a:pt x="399023" y="8499"/>
                </a:lnTo>
                <a:lnTo>
                  <a:pt x="399545" y="8538"/>
                </a:lnTo>
                <a:lnTo>
                  <a:pt x="400052" y="8589"/>
                </a:lnTo>
                <a:lnTo>
                  <a:pt x="400546" y="8650"/>
                </a:lnTo>
                <a:lnTo>
                  <a:pt x="401027" y="8723"/>
                </a:lnTo>
                <a:lnTo>
                  <a:pt x="401494" y="8808"/>
                </a:lnTo>
                <a:lnTo>
                  <a:pt x="401948" y="8903"/>
                </a:lnTo>
                <a:lnTo>
                  <a:pt x="402388" y="9010"/>
                </a:lnTo>
                <a:lnTo>
                  <a:pt x="402814" y="9128"/>
                </a:lnTo>
                <a:lnTo>
                  <a:pt x="403227" y="9257"/>
                </a:lnTo>
                <a:lnTo>
                  <a:pt x="403627" y="9397"/>
                </a:lnTo>
                <a:lnTo>
                  <a:pt x="404012" y="9549"/>
                </a:lnTo>
                <a:lnTo>
                  <a:pt x="404385" y="9712"/>
                </a:lnTo>
                <a:lnTo>
                  <a:pt x="404744" y="9886"/>
                </a:lnTo>
                <a:lnTo>
                  <a:pt x="405089" y="10071"/>
                </a:lnTo>
                <a:lnTo>
                  <a:pt x="405420" y="10267"/>
                </a:lnTo>
                <a:lnTo>
                  <a:pt x="405739" y="10475"/>
                </a:lnTo>
                <a:lnTo>
                  <a:pt x="406043" y="10694"/>
                </a:lnTo>
                <a:lnTo>
                  <a:pt x="406334" y="10924"/>
                </a:lnTo>
                <a:lnTo>
                  <a:pt x="406612" y="11166"/>
                </a:lnTo>
                <a:lnTo>
                  <a:pt x="406876" y="11418"/>
                </a:lnTo>
                <a:lnTo>
                  <a:pt x="407126" y="11682"/>
                </a:lnTo>
                <a:lnTo>
                  <a:pt x="407299" y="11898"/>
                </a:lnTo>
                <a:lnTo>
                  <a:pt x="407464" y="12142"/>
                </a:lnTo>
                <a:lnTo>
                  <a:pt x="407621" y="12413"/>
                </a:lnTo>
                <a:lnTo>
                  <a:pt x="407772" y="12713"/>
                </a:lnTo>
                <a:lnTo>
                  <a:pt x="407915" y="13040"/>
                </a:lnTo>
                <a:lnTo>
                  <a:pt x="408050" y="13395"/>
                </a:lnTo>
                <a:lnTo>
                  <a:pt x="408179" y="13777"/>
                </a:lnTo>
                <a:lnTo>
                  <a:pt x="408300" y="14188"/>
                </a:lnTo>
                <a:lnTo>
                  <a:pt x="408413" y="14626"/>
                </a:lnTo>
                <a:lnTo>
                  <a:pt x="408520" y="15092"/>
                </a:lnTo>
                <a:lnTo>
                  <a:pt x="408619" y="15585"/>
                </a:lnTo>
                <a:lnTo>
                  <a:pt x="408710" y="16107"/>
                </a:lnTo>
                <a:lnTo>
                  <a:pt x="408795" y="16656"/>
                </a:lnTo>
                <a:lnTo>
                  <a:pt x="408872" y="17233"/>
                </a:lnTo>
                <a:lnTo>
                  <a:pt x="408941" y="17838"/>
                </a:lnTo>
                <a:lnTo>
                  <a:pt x="409004" y="18471"/>
                </a:lnTo>
                <a:lnTo>
                  <a:pt x="409059" y="19131"/>
                </a:lnTo>
                <a:lnTo>
                  <a:pt x="409106" y="19820"/>
                </a:lnTo>
                <a:lnTo>
                  <a:pt x="409147" y="20536"/>
                </a:lnTo>
                <a:lnTo>
                  <a:pt x="409180" y="21279"/>
                </a:lnTo>
                <a:lnTo>
                  <a:pt x="409205" y="22051"/>
                </a:lnTo>
                <a:lnTo>
                  <a:pt x="409224" y="22850"/>
                </a:lnTo>
                <a:lnTo>
                  <a:pt x="409235" y="23677"/>
                </a:lnTo>
                <a:lnTo>
                  <a:pt x="409238" y="24532"/>
                </a:lnTo>
                <a:lnTo>
                  <a:pt x="409238" y="96017"/>
                </a:lnTo>
                <a:lnTo>
                  <a:pt x="409237" y="96678"/>
                </a:lnTo>
                <a:lnTo>
                  <a:pt x="409232" y="97320"/>
                </a:lnTo>
                <a:lnTo>
                  <a:pt x="409224" y="97943"/>
                </a:lnTo>
                <a:lnTo>
                  <a:pt x="409212" y="98547"/>
                </a:lnTo>
                <a:lnTo>
                  <a:pt x="409198" y="99132"/>
                </a:lnTo>
                <a:lnTo>
                  <a:pt x="409180" y="99698"/>
                </a:lnTo>
                <a:lnTo>
                  <a:pt x="409159" y="100245"/>
                </a:lnTo>
                <a:lnTo>
                  <a:pt x="409135" y="100774"/>
                </a:lnTo>
                <a:lnTo>
                  <a:pt x="409107" y="101283"/>
                </a:lnTo>
                <a:lnTo>
                  <a:pt x="409076" y="101774"/>
                </a:lnTo>
                <a:lnTo>
                  <a:pt x="409042" y="102246"/>
                </a:lnTo>
                <a:lnTo>
                  <a:pt x="409005" y="102699"/>
                </a:lnTo>
                <a:lnTo>
                  <a:pt x="408964" y="103133"/>
                </a:lnTo>
                <a:lnTo>
                  <a:pt x="408921" y="103548"/>
                </a:lnTo>
                <a:lnTo>
                  <a:pt x="408873" y="103944"/>
                </a:lnTo>
                <a:lnTo>
                  <a:pt x="408823" y="104321"/>
                </a:lnTo>
                <a:lnTo>
                  <a:pt x="408770" y="104679"/>
                </a:lnTo>
                <a:lnTo>
                  <a:pt x="408713" y="105019"/>
                </a:lnTo>
                <a:lnTo>
                  <a:pt x="408653" y="105339"/>
                </a:lnTo>
                <a:lnTo>
                  <a:pt x="408590" y="105641"/>
                </a:lnTo>
                <a:lnTo>
                  <a:pt x="408523" y="105924"/>
                </a:lnTo>
                <a:lnTo>
                  <a:pt x="408453" y="106188"/>
                </a:lnTo>
                <a:lnTo>
                  <a:pt x="408380" y="106433"/>
                </a:lnTo>
                <a:lnTo>
                  <a:pt x="408304" y="106659"/>
                </a:lnTo>
                <a:lnTo>
                  <a:pt x="408223" y="106873"/>
                </a:lnTo>
                <a:lnTo>
                  <a:pt x="408137" y="107083"/>
                </a:lnTo>
                <a:lnTo>
                  <a:pt x="408045" y="107288"/>
                </a:lnTo>
                <a:lnTo>
                  <a:pt x="407947" y="107489"/>
                </a:lnTo>
                <a:lnTo>
                  <a:pt x="407843" y="107685"/>
                </a:lnTo>
                <a:lnTo>
                  <a:pt x="407733" y="107877"/>
                </a:lnTo>
                <a:lnTo>
                  <a:pt x="407618" y="108064"/>
                </a:lnTo>
                <a:lnTo>
                  <a:pt x="407496" y="108247"/>
                </a:lnTo>
                <a:lnTo>
                  <a:pt x="407369" y="108425"/>
                </a:lnTo>
                <a:lnTo>
                  <a:pt x="407237" y="108599"/>
                </a:lnTo>
                <a:lnTo>
                  <a:pt x="407098" y="108768"/>
                </a:lnTo>
                <a:lnTo>
                  <a:pt x="406954" y="108933"/>
                </a:lnTo>
                <a:lnTo>
                  <a:pt x="406804" y="109093"/>
                </a:lnTo>
                <a:lnTo>
                  <a:pt x="406648" y="109249"/>
                </a:lnTo>
                <a:lnTo>
                  <a:pt x="406486" y="109400"/>
                </a:lnTo>
                <a:lnTo>
                  <a:pt x="406319" y="109547"/>
                </a:lnTo>
                <a:lnTo>
                  <a:pt x="406145" y="109689"/>
                </a:lnTo>
                <a:lnTo>
                  <a:pt x="405966" y="109827"/>
                </a:lnTo>
                <a:lnTo>
                  <a:pt x="405781" y="109960"/>
                </a:lnTo>
                <a:lnTo>
                  <a:pt x="405591" y="110088"/>
                </a:lnTo>
                <a:lnTo>
                  <a:pt x="405394" y="110213"/>
                </a:lnTo>
                <a:lnTo>
                  <a:pt x="405192" y="110332"/>
                </a:lnTo>
                <a:lnTo>
                  <a:pt x="404984" y="110447"/>
                </a:lnTo>
                <a:lnTo>
                  <a:pt x="404771" y="110558"/>
                </a:lnTo>
                <a:lnTo>
                  <a:pt x="404479" y="110710"/>
                </a:lnTo>
                <a:lnTo>
                  <a:pt x="404186" y="110856"/>
                </a:lnTo>
                <a:lnTo>
                  <a:pt x="403891" y="110996"/>
                </a:lnTo>
                <a:lnTo>
                  <a:pt x="403595" y="111129"/>
                </a:lnTo>
                <a:lnTo>
                  <a:pt x="403298" y="111255"/>
                </a:lnTo>
                <a:lnTo>
                  <a:pt x="402999" y="111375"/>
                </a:lnTo>
                <a:lnTo>
                  <a:pt x="402698" y="111489"/>
                </a:lnTo>
                <a:lnTo>
                  <a:pt x="402397" y="111596"/>
                </a:lnTo>
                <a:lnTo>
                  <a:pt x="402094" y="111696"/>
                </a:lnTo>
                <a:lnTo>
                  <a:pt x="401789" y="111790"/>
                </a:lnTo>
                <a:lnTo>
                  <a:pt x="401483" y="111878"/>
                </a:lnTo>
                <a:lnTo>
                  <a:pt x="401176" y="111959"/>
                </a:lnTo>
                <a:lnTo>
                  <a:pt x="400867" y="112034"/>
                </a:lnTo>
                <a:lnTo>
                  <a:pt x="400557" y="112102"/>
                </a:lnTo>
                <a:lnTo>
                  <a:pt x="400246" y="112163"/>
                </a:lnTo>
                <a:lnTo>
                  <a:pt x="399933" y="112219"/>
                </a:lnTo>
                <a:lnTo>
                  <a:pt x="399618" y="112267"/>
                </a:lnTo>
                <a:lnTo>
                  <a:pt x="399303" y="112309"/>
                </a:lnTo>
                <a:lnTo>
                  <a:pt x="398985" y="112345"/>
                </a:lnTo>
                <a:lnTo>
                  <a:pt x="398667" y="112374"/>
                </a:lnTo>
                <a:lnTo>
                  <a:pt x="398347" y="112397"/>
                </a:lnTo>
                <a:lnTo>
                  <a:pt x="398025" y="112413"/>
                </a:lnTo>
                <a:lnTo>
                  <a:pt x="397703" y="112423"/>
                </a:lnTo>
                <a:lnTo>
                  <a:pt x="397378" y="112426"/>
                </a:lnTo>
                <a:lnTo>
                  <a:pt x="393479" y="112426"/>
                </a:lnTo>
                <a:lnTo>
                  <a:pt x="393479" y="115513"/>
                </a:lnTo>
                <a:lnTo>
                  <a:pt x="478367" y="115513"/>
                </a:lnTo>
                <a:lnTo>
                  <a:pt x="487872" y="87894"/>
                </a:lnTo>
                <a:lnTo>
                  <a:pt x="484622" y="87894"/>
                </a:lnTo>
                <a:lnTo>
                  <a:pt x="484183" y="88731"/>
                </a:lnTo>
                <a:lnTo>
                  <a:pt x="483744" y="89551"/>
                </a:lnTo>
                <a:lnTo>
                  <a:pt x="483306" y="90352"/>
                </a:lnTo>
                <a:lnTo>
                  <a:pt x="482869" y="91136"/>
                </a:lnTo>
                <a:lnTo>
                  <a:pt x="482433" y="91903"/>
                </a:lnTo>
                <a:lnTo>
                  <a:pt x="481998" y="92651"/>
                </a:lnTo>
                <a:lnTo>
                  <a:pt x="481563" y="93382"/>
                </a:lnTo>
                <a:lnTo>
                  <a:pt x="481129" y="94095"/>
                </a:lnTo>
                <a:lnTo>
                  <a:pt x="480697" y="94790"/>
                </a:lnTo>
                <a:lnTo>
                  <a:pt x="480265" y="95467"/>
                </a:lnTo>
                <a:lnTo>
                  <a:pt x="479833" y="96127"/>
                </a:lnTo>
                <a:lnTo>
                  <a:pt x="479403" y="96769"/>
                </a:lnTo>
                <a:lnTo>
                  <a:pt x="478974" y="97393"/>
                </a:lnTo>
                <a:lnTo>
                  <a:pt x="478545" y="97999"/>
                </a:lnTo>
                <a:lnTo>
                  <a:pt x="478117" y="98587"/>
                </a:lnTo>
                <a:lnTo>
                  <a:pt x="477691" y="99158"/>
                </a:lnTo>
                <a:lnTo>
                  <a:pt x="477265" y="99711"/>
                </a:lnTo>
                <a:lnTo>
                  <a:pt x="476839" y="100246"/>
                </a:lnTo>
                <a:lnTo>
                  <a:pt x="476415" y="100764"/>
                </a:lnTo>
                <a:lnTo>
                  <a:pt x="475991" y="101263"/>
                </a:lnTo>
                <a:lnTo>
                  <a:pt x="475569" y="101745"/>
                </a:lnTo>
                <a:lnTo>
                  <a:pt x="475147" y="102209"/>
                </a:lnTo>
                <a:lnTo>
                  <a:pt x="474726" y="102656"/>
                </a:lnTo>
                <a:lnTo>
                  <a:pt x="474306" y="103084"/>
                </a:lnTo>
                <a:lnTo>
                  <a:pt x="473980" y="103398"/>
                </a:lnTo>
                <a:lnTo>
                  <a:pt x="473654" y="103703"/>
                </a:lnTo>
                <a:lnTo>
                  <a:pt x="473326" y="104000"/>
                </a:lnTo>
                <a:lnTo>
                  <a:pt x="472997" y="104287"/>
                </a:lnTo>
                <a:lnTo>
                  <a:pt x="472667" y="104566"/>
                </a:lnTo>
                <a:lnTo>
                  <a:pt x="472336" y="104836"/>
                </a:lnTo>
                <a:lnTo>
                  <a:pt x="472004" y="105097"/>
                </a:lnTo>
                <a:lnTo>
                  <a:pt x="471670" y="105350"/>
                </a:lnTo>
                <a:lnTo>
                  <a:pt x="471336" y="105594"/>
                </a:lnTo>
                <a:lnTo>
                  <a:pt x="471000" y="105829"/>
                </a:lnTo>
                <a:lnTo>
                  <a:pt x="470663" y="106055"/>
                </a:lnTo>
                <a:lnTo>
                  <a:pt x="470325" y="106273"/>
                </a:lnTo>
                <a:lnTo>
                  <a:pt x="469986" y="106482"/>
                </a:lnTo>
                <a:lnTo>
                  <a:pt x="469646" y="106682"/>
                </a:lnTo>
                <a:lnTo>
                  <a:pt x="469305" y="106873"/>
                </a:lnTo>
                <a:lnTo>
                  <a:pt x="468963" y="107056"/>
                </a:lnTo>
                <a:lnTo>
                  <a:pt x="468619" y="107230"/>
                </a:lnTo>
                <a:lnTo>
                  <a:pt x="468274" y="107395"/>
                </a:lnTo>
                <a:lnTo>
                  <a:pt x="467929" y="107551"/>
                </a:lnTo>
                <a:lnTo>
                  <a:pt x="467582" y="107699"/>
                </a:lnTo>
                <a:lnTo>
                  <a:pt x="467234" y="107838"/>
                </a:lnTo>
                <a:lnTo>
                  <a:pt x="466884" y="107968"/>
                </a:lnTo>
                <a:lnTo>
                  <a:pt x="466534" y="108089"/>
                </a:lnTo>
                <a:lnTo>
                  <a:pt x="466183" y="108202"/>
                </a:lnTo>
                <a:lnTo>
                  <a:pt x="465822" y="108308"/>
                </a:lnTo>
                <a:lnTo>
                  <a:pt x="465443" y="108410"/>
                </a:lnTo>
                <a:lnTo>
                  <a:pt x="465047" y="108507"/>
                </a:lnTo>
                <a:lnTo>
                  <a:pt x="464632" y="108599"/>
                </a:lnTo>
                <a:lnTo>
                  <a:pt x="464200" y="108687"/>
                </a:lnTo>
                <a:lnTo>
                  <a:pt x="463751" y="108771"/>
                </a:lnTo>
                <a:lnTo>
                  <a:pt x="463283" y="108850"/>
                </a:lnTo>
                <a:lnTo>
                  <a:pt x="462798" y="108924"/>
                </a:lnTo>
                <a:lnTo>
                  <a:pt x="462295" y="108994"/>
                </a:lnTo>
                <a:lnTo>
                  <a:pt x="461774" y="109060"/>
                </a:lnTo>
                <a:lnTo>
                  <a:pt x="461235" y="109120"/>
                </a:lnTo>
                <a:lnTo>
                  <a:pt x="460679" y="109177"/>
                </a:lnTo>
                <a:lnTo>
                  <a:pt x="460105" y="109229"/>
                </a:lnTo>
                <a:lnTo>
                  <a:pt x="459513" y="109276"/>
                </a:lnTo>
                <a:lnTo>
                  <a:pt x="458903" y="109319"/>
                </a:lnTo>
                <a:lnTo>
                  <a:pt x="458276" y="109357"/>
                </a:lnTo>
                <a:lnTo>
                  <a:pt x="457631" y="109391"/>
                </a:lnTo>
                <a:lnTo>
                  <a:pt x="456968" y="109421"/>
                </a:lnTo>
                <a:lnTo>
                  <a:pt x="456287" y="109445"/>
                </a:lnTo>
                <a:lnTo>
                  <a:pt x="455588" y="109466"/>
                </a:lnTo>
                <a:lnTo>
                  <a:pt x="454872" y="109482"/>
                </a:lnTo>
                <a:lnTo>
                  <a:pt x="454138" y="109493"/>
                </a:lnTo>
                <a:lnTo>
                  <a:pt x="453386" y="109500"/>
                </a:lnTo>
                <a:lnTo>
                  <a:pt x="452617" y="109502"/>
                </a:lnTo>
                <a:lnTo>
                  <a:pt x="433933" y="109502"/>
                </a:lnTo>
                <a:lnTo>
                  <a:pt x="433559" y="109500"/>
                </a:lnTo>
                <a:lnTo>
                  <a:pt x="433195" y="109495"/>
                </a:lnTo>
                <a:lnTo>
                  <a:pt x="432842" y="109487"/>
                </a:lnTo>
                <a:lnTo>
                  <a:pt x="432498" y="109476"/>
                </a:lnTo>
                <a:lnTo>
                  <a:pt x="432165" y="109461"/>
                </a:lnTo>
                <a:lnTo>
                  <a:pt x="431841" y="109443"/>
                </a:lnTo>
                <a:lnTo>
                  <a:pt x="431528" y="109422"/>
                </a:lnTo>
                <a:lnTo>
                  <a:pt x="431225" y="109398"/>
                </a:lnTo>
                <a:lnTo>
                  <a:pt x="430933" y="109370"/>
                </a:lnTo>
                <a:lnTo>
                  <a:pt x="430650" y="109340"/>
                </a:lnTo>
                <a:lnTo>
                  <a:pt x="430378" y="109306"/>
                </a:lnTo>
                <a:lnTo>
                  <a:pt x="430115" y="109268"/>
                </a:lnTo>
                <a:lnTo>
                  <a:pt x="429863" y="109228"/>
                </a:lnTo>
                <a:lnTo>
                  <a:pt x="429621" y="109184"/>
                </a:lnTo>
                <a:lnTo>
                  <a:pt x="429389" y="109137"/>
                </a:lnTo>
                <a:lnTo>
                  <a:pt x="429168" y="109087"/>
                </a:lnTo>
                <a:lnTo>
                  <a:pt x="428956" y="109033"/>
                </a:lnTo>
                <a:lnTo>
                  <a:pt x="428755" y="108976"/>
                </a:lnTo>
                <a:lnTo>
                  <a:pt x="428563" y="108916"/>
                </a:lnTo>
                <a:lnTo>
                  <a:pt x="428382" y="108853"/>
                </a:lnTo>
                <a:lnTo>
                  <a:pt x="428211" y="108787"/>
                </a:lnTo>
                <a:lnTo>
                  <a:pt x="428051" y="108717"/>
                </a:lnTo>
                <a:lnTo>
                  <a:pt x="427900" y="108644"/>
                </a:lnTo>
                <a:lnTo>
                  <a:pt x="427759" y="108568"/>
                </a:lnTo>
                <a:lnTo>
                  <a:pt x="427626" y="108488"/>
                </a:lnTo>
                <a:lnTo>
                  <a:pt x="427495" y="108407"/>
                </a:lnTo>
                <a:lnTo>
                  <a:pt x="427369" y="108323"/>
                </a:lnTo>
                <a:lnTo>
                  <a:pt x="427245" y="108237"/>
                </a:lnTo>
                <a:lnTo>
                  <a:pt x="427125" y="108149"/>
                </a:lnTo>
                <a:lnTo>
                  <a:pt x="427008" y="108059"/>
                </a:lnTo>
                <a:lnTo>
                  <a:pt x="426895" y="107966"/>
                </a:lnTo>
                <a:lnTo>
                  <a:pt x="426785" y="107871"/>
                </a:lnTo>
                <a:lnTo>
                  <a:pt x="426678" y="107774"/>
                </a:lnTo>
                <a:lnTo>
                  <a:pt x="426575" y="107674"/>
                </a:lnTo>
                <a:lnTo>
                  <a:pt x="426475" y="107572"/>
                </a:lnTo>
                <a:lnTo>
                  <a:pt x="426379" y="107468"/>
                </a:lnTo>
                <a:lnTo>
                  <a:pt x="426285" y="107362"/>
                </a:lnTo>
                <a:lnTo>
                  <a:pt x="426196" y="107254"/>
                </a:lnTo>
                <a:lnTo>
                  <a:pt x="426109" y="107143"/>
                </a:lnTo>
                <a:lnTo>
                  <a:pt x="426026" y="107030"/>
                </a:lnTo>
                <a:lnTo>
                  <a:pt x="425947" y="106915"/>
                </a:lnTo>
                <a:lnTo>
                  <a:pt x="425871" y="106797"/>
                </a:lnTo>
                <a:lnTo>
                  <a:pt x="425798" y="106677"/>
                </a:lnTo>
                <a:lnTo>
                  <a:pt x="425729" y="106555"/>
                </a:lnTo>
                <a:lnTo>
                  <a:pt x="425663" y="106431"/>
                </a:lnTo>
                <a:lnTo>
                  <a:pt x="425600" y="106304"/>
                </a:lnTo>
                <a:lnTo>
                  <a:pt x="425541" y="106175"/>
                </a:lnTo>
                <a:lnTo>
                  <a:pt x="425485" y="106044"/>
                </a:lnTo>
                <a:lnTo>
                  <a:pt x="425432" y="105902"/>
                </a:lnTo>
                <a:lnTo>
                  <a:pt x="425381" y="105740"/>
                </a:lnTo>
                <a:lnTo>
                  <a:pt x="425333" y="105558"/>
                </a:lnTo>
                <a:lnTo>
                  <a:pt x="425286" y="105356"/>
                </a:lnTo>
                <a:lnTo>
                  <a:pt x="425242" y="105134"/>
                </a:lnTo>
                <a:lnTo>
                  <a:pt x="425201" y="104892"/>
                </a:lnTo>
                <a:lnTo>
                  <a:pt x="425161" y="104631"/>
                </a:lnTo>
                <a:lnTo>
                  <a:pt x="425124" y="104349"/>
                </a:lnTo>
                <a:lnTo>
                  <a:pt x="425089" y="104048"/>
                </a:lnTo>
                <a:lnTo>
                  <a:pt x="425056" y="103726"/>
                </a:lnTo>
                <a:lnTo>
                  <a:pt x="425026" y="103385"/>
                </a:lnTo>
                <a:lnTo>
                  <a:pt x="424998" y="103023"/>
                </a:lnTo>
                <a:lnTo>
                  <a:pt x="424972" y="102642"/>
                </a:lnTo>
                <a:lnTo>
                  <a:pt x="424948" y="102241"/>
                </a:lnTo>
                <a:lnTo>
                  <a:pt x="424926" y="101820"/>
                </a:lnTo>
                <a:lnTo>
                  <a:pt x="424907" y="101379"/>
                </a:lnTo>
                <a:lnTo>
                  <a:pt x="424890" y="100918"/>
                </a:lnTo>
                <a:lnTo>
                  <a:pt x="424876" y="100437"/>
                </a:lnTo>
                <a:lnTo>
                  <a:pt x="424863" y="99937"/>
                </a:lnTo>
                <a:lnTo>
                  <a:pt x="424853" y="99416"/>
                </a:lnTo>
                <a:lnTo>
                  <a:pt x="424845" y="98875"/>
                </a:lnTo>
                <a:lnTo>
                  <a:pt x="424840" y="98315"/>
                </a:lnTo>
                <a:lnTo>
                  <a:pt x="424836" y="97734"/>
                </a:lnTo>
                <a:lnTo>
                  <a:pt x="424835" y="97134"/>
                </a:lnTo>
                <a:lnTo>
                  <a:pt x="424835" y="60762"/>
                </a:lnTo>
                <a:lnTo>
                  <a:pt x="449042" y="60762"/>
                </a:lnTo>
                <a:lnTo>
                  <a:pt x="449612" y="60765"/>
                </a:lnTo>
                <a:lnTo>
                  <a:pt x="450168" y="60773"/>
                </a:lnTo>
                <a:lnTo>
                  <a:pt x="450713" y="60788"/>
                </a:lnTo>
                <a:lnTo>
                  <a:pt x="451245" y="60807"/>
                </a:lnTo>
                <a:lnTo>
                  <a:pt x="451764" y="60833"/>
                </a:lnTo>
                <a:lnTo>
                  <a:pt x="452271" y="60864"/>
                </a:lnTo>
                <a:lnTo>
                  <a:pt x="452766" y="60900"/>
                </a:lnTo>
                <a:lnTo>
                  <a:pt x="453249" y="60943"/>
                </a:lnTo>
                <a:lnTo>
                  <a:pt x="453718" y="60991"/>
                </a:lnTo>
                <a:lnTo>
                  <a:pt x="454176" y="61044"/>
                </a:lnTo>
                <a:lnTo>
                  <a:pt x="454621" y="61103"/>
                </a:lnTo>
                <a:lnTo>
                  <a:pt x="455054" y="61168"/>
                </a:lnTo>
                <a:lnTo>
                  <a:pt x="455474" y="61239"/>
                </a:lnTo>
                <a:lnTo>
                  <a:pt x="455882" y="61315"/>
                </a:lnTo>
                <a:lnTo>
                  <a:pt x="456277" y="61397"/>
                </a:lnTo>
                <a:lnTo>
                  <a:pt x="456660" y="61484"/>
                </a:lnTo>
                <a:lnTo>
                  <a:pt x="457031" y="61577"/>
                </a:lnTo>
                <a:lnTo>
                  <a:pt x="457389" y="61676"/>
                </a:lnTo>
                <a:lnTo>
                  <a:pt x="457735" y="61780"/>
                </a:lnTo>
                <a:lnTo>
                  <a:pt x="458068" y="61890"/>
                </a:lnTo>
                <a:lnTo>
                  <a:pt x="458389" y="62006"/>
                </a:lnTo>
                <a:lnTo>
                  <a:pt x="458698" y="62127"/>
                </a:lnTo>
                <a:lnTo>
                  <a:pt x="458994" y="62254"/>
                </a:lnTo>
                <a:lnTo>
                  <a:pt x="459278" y="62387"/>
                </a:lnTo>
                <a:lnTo>
                  <a:pt x="459552" y="62524"/>
                </a:lnTo>
                <a:lnTo>
                  <a:pt x="459820" y="62666"/>
                </a:lnTo>
                <a:lnTo>
                  <a:pt x="460081" y="62812"/>
                </a:lnTo>
                <a:lnTo>
                  <a:pt x="460336" y="62962"/>
                </a:lnTo>
                <a:lnTo>
                  <a:pt x="460584" y="63117"/>
                </a:lnTo>
                <a:lnTo>
                  <a:pt x="460826" y="63275"/>
                </a:lnTo>
                <a:lnTo>
                  <a:pt x="461062" y="63438"/>
                </a:lnTo>
                <a:lnTo>
                  <a:pt x="461291" y="63605"/>
                </a:lnTo>
                <a:lnTo>
                  <a:pt x="461513" y="63777"/>
                </a:lnTo>
                <a:lnTo>
                  <a:pt x="461729" y="63952"/>
                </a:lnTo>
                <a:lnTo>
                  <a:pt x="461938" y="64132"/>
                </a:lnTo>
                <a:lnTo>
                  <a:pt x="462141" y="64316"/>
                </a:lnTo>
                <a:lnTo>
                  <a:pt x="462338" y="64504"/>
                </a:lnTo>
                <a:lnTo>
                  <a:pt x="462528" y="64697"/>
                </a:lnTo>
                <a:lnTo>
                  <a:pt x="462711" y="64894"/>
                </a:lnTo>
                <a:lnTo>
                  <a:pt x="462888" y="65095"/>
                </a:lnTo>
                <a:lnTo>
                  <a:pt x="463059" y="65300"/>
                </a:lnTo>
                <a:lnTo>
                  <a:pt x="463223" y="65509"/>
                </a:lnTo>
                <a:lnTo>
                  <a:pt x="463380" y="65723"/>
                </a:lnTo>
                <a:lnTo>
                  <a:pt x="463531" y="65941"/>
                </a:lnTo>
                <a:lnTo>
                  <a:pt x="463676" y="66163"/>
                </a:lnTo>
                <a:lnTo>
                  <a:pt x="463814" y="66389"/>
                </a:lnTo>
                <a:lnTo>
                  <a:pt x="463945" y="66620"/>
                </a:lnTo>
                <a:lnTo>
                  <a:pt x="464071" y="66855"/>
                </a:lnTo>
                <a:lnTo>
                  <a:pt x="464165" y="67054"/>
                </a:lnTo>
                <a:lnTo>
                  <a:pt x="464260" y="67274"/>
                </a:lnTo>
                <a:lnTo>
                  <a:pt x="464355" y="67513"/>
                </a:lnTo>
                <a:lnTo>
                  <a:pt x="464450" y="67773"/>
                </a:lnTo>
                <a:lnTo>
                  <a:pt x="464544" y="68053"/>
                </a:lnTo>
                <a:lnTo>
                  <a:pt x="464639" y="68352"/>
                </a:lnTo>
                <a:lnTo>
                  <a:pt x="464734" y="68672"/>
                </a:lnTo>
                <a:lnTo>
                  <a:pt x="464829" y="69012"/>
                </a:lnTo>
                <a:lnTo>
                  <a:pt x="464923" y="69372"/>
                </a:lnTo>
                <a:lnTo>
                  <a:pt x="465018" y="69751"/>
                </a:lnTo>
                <a:lnTo>
                  <a:pt x="465113" y="70151"/>
                </a:lnTo>
                <a:lnTo>
                  <a:pt x="465208" y="70571"/>
                </a:lnTo>
                <a:lnTo>
                  <a:pt x="465303" y="71011"/>
                </a:lnTo>
                <a:lnTo>
                  <a:pt x="465397" y="71471"/>
                </a:lnTo>
                <a:lnTo>
                  <a:pt x="465492" y="71951"/>
                </a:lnTo>
                <a:lnTo>
                  <a:pt x="465587" y="72451"/>
                </a:lnTo>
                <a:lnTo>
                  <a:pt x="465682" y="72971"/>
                </a:lnTo>
                <a:lnTo>
                  <a:pt x="465776" y="73511"/>
                </a:lnTo>
                <a:lnTo>
                  <a:pt x="465871" y="74071"/>
                </a:lnTo>
                <a:lnTo>
                  <a:pt x="465966" y="74651"/>
                </a:lnTo>
                <a:lnTo>
                  <a:pt x="466061" y="75251"/>
                </a:lnTo>
                <a:lnTo>
                  <a:pt x="466156" y="75871"/>
                </a:lnTo>
                <a:lnTo>
                  <a:pt x="466250" y="76511"/>
                </a:lnTo>
                <a:lnTo>
                  <a:pt x="466345" y="77171"/>
                </a:lnTo>
                <a:lnTo>
                  <a:pt x="469351" y="77171"/>
                </a:lnTo>
                <a:lnTo>
                  <a:pt x="469351" y="38667"/>
                </a:lnTo>
                <a:lnTo>
                  <a:pt x="466345" y="38667"/>
                </a:lnTo>
                <a:lnTo>
                  <a:pt x="466298" y="39446"/>
                </a:lnTo>
                <a:lnTo>
                  <a:pt x="466238" y="40206"/>
                </a:lnTo>
                <a:lnTo>
                  <a:pt x="466165" y="40945"/>
                </a:lnTo>
                <a:lnTo>
                  <a:pt x="466079" y="41665"/>
                </a:lnTo>
                <a:lnTo>
                  <a:pt x="465980" y="42365"/>
                </a:lnTo>
                <a:lnTo>
                  <a:pt x="465868" y="43045"/>
                </a:lnTo>
                <a:lnTo>
                  <a:pt x="465743" y="43705"/>
                </a:lnTo>
                <a:lnTo>
                  <a:pt x="465605" y="44346"/>
                </a:lnTo>
                <a:lnTo>
                  <a:pt x="465454" y="44966"/>
                </a:lnTo>
                <a:lnTo>
                  <a:pt x="465290" y="45567"/>
                </a:lnTo>
                <a:lnTo>
                  <a:pt x="465113" y="46148"/>
                </a:lnTo>
                <a:lnTo>
                  <a:pt x="464923" y="46709"/>
                </a:lnTo>
                <a:lnTo>
                  <a:pt x="464721" y="47250"/>
                </a:lnTo>
                <a:lnTo>
                  <a:pt x="464505" y="47771"/>
                </a:lnTo>
                <a:lnTo>
                  <a:pt x="464276" y="48273"/>
                </a:lnTo>
                <a:lnTo>
                  <a:pt x="464034" y="48754"/>
                </a:lnTo>
                <a:lnTo>
                  <a:pt x="463780" y="49216"/>
                </a:lnTo>
                <a:lnTo>
                  <a:pt x="463512" y="49658"/>
                </a:lnTo>
                <a:lnTo>
                  <a:pt x="463231" y="50080"/>
                </a:lnTo>
                <a:lnTo>
                  <a:pt x="462938" y="50482"/>
                </a:lnTo>
                <a:lnTo>
                  <a:pt x="462631" y="50865"/>
                </a:lnTo>
                <a:lnTo>
                  <a:pt x="462312" y="51227"/>
                </a:lnTo>
                <a:lnTo>
                  <a:pt x="461979" y="51570"/>
                </a:lnTo>
                <a:lnTo>
                  <a:pt x="461634" y="51893"/>
                </a:lnTo>
                <a:lnTo>
                  <a:pt x="461359" y="52126"/>
                </a:lnTo>
                <a:lnTo>
                  <a:pt x="461062" y="52349"/>
                </a:lnTo>
                <a:lnTo>
                  <a:pt x="460744" y="52562"/>
                </a:lnTo>
                <a:lnTo>
                  <a:pt x="460404" y="52766"/>
                </a:lnTo>
                <a:lnTo>
                  <a:pt x="460042" y="52959"/>
                </a:lnTo>
                <a:lnTo>
                  <a:pt x="459659" y="53143"/>
                </a:lnTo>
                <a:lnTo>
                  <a:pt x="459253" y="53317"/>
                </a:lnTo>
                <a:lnTo>
                  <a:pt x="458826" y="53481"/>
                </a:lnTo>
                <a:lnTo>
                  <a:pt x="458378" y="53634"/>
                </a:lnTo>
                <a:lnTo>
                  <a:pt x="457908" y="53778"/>
                </a:lnTo>
                <a:lnTo>
                  <a:pt x="457416" y="53912"/>
                </a:lnTo>
                <a:lnTo>
                  <a:pt x="456902" y="54036"/>
                </a:lnTo>
                <a:lnTo>
                  <a:pt x="456366" y="54150"/>
                </a:lnTo>
                <a:lnTo>
                  <a:pt x="455809" y="54255"/>
                </a:lnTo>
                <a:lnTo>
                  <a:pt x="455230" y="54349"/>
                </a:lnTo>
                <a:lnTo>
                  <a:pt x="454629" y="54433"/>
                </a:lnTo>
                <a:lnTo>
                  <a:pt x="454007" y="54508"/>
                </a:lnTo>
                <a:lnTo>
                  <a:pt x="453363" y="54572"/>
                </a:lnTo>
                <a:lnTo>
                  <a:pt x="452697" y="54627"/>
                </a:lnTo>
                <a:lnTo>
                  <a:pt x="452010" y="54672"/>
                </a:lnTo>
                <a:lnTo>
                  <a:pt x="451300" y="54706"/>
                </a:lnTo>
                <a:lnTo>
                  <a:pt x="450570" y="54731"/>
                </a:lnTo>
                <a:lnTo>
                  <a:pt x="449817" y="54746"/>
                </a:lnTo>
                <a:lnTo>
                  <a:pt x="449042" y="54751"/>
                </a:lnTo>
                <a:lnTo>
                  <a:pt x="424835" y="54751"/>
                </a:lnTo>
                <a:lnTo>
                  <a:pt x="424835" y="11373"/>
                </a:lnTo>
                <a:lnTo>
                  <a:pt x="455054" y="11373"/>
                </a:lnTo>
                <a:lnTo>
                  <a:pt x="455729" y="11375"/>
                </a:lnTo>
                <a:lnTo>
                  <a:pt x="456387" y="11381"/>
                </a:lnTo>
                <a:close/>
                <a:moveTo>
                  <a:pt x="91063" y="3873"/>
                </a:moveTo>
                <a:lnTo>
                  <a:pt x="90974" y="4177"/>
                </a:lnTo>
                <a:lnTo>
                  <a:pt x="90880" y="4475"/>
                </a:lnTo>
                <a:lnTo>
                  <a:pt x="90783" y="4767"/>
                </a:lnTo>
                <a:lnTo>
                  <a:pt x="90681" y="5054"/>
                </a:lnTo>
                <a:lnTo>
                  <a:pt x="90575" y="5334"/>
                </a:lnTo>
                <a:lnTo>
                  <a:pt x="90464" y="5609"/>
                </a:lnTo>
                <a:lnTo>
                  <a:pt x="90349" y="5878"/>
                </a:lnTo>
                <a:lnTo>
                  <a:pt x="90231" y="6140"/>
                </a:lnTo>
                <a:lnTo>
                  <a:pt x="90107" y="6397"/>
                </a:lnTo>
                <a:lnTo>
                  <a:pt x="89980" y="6648"/>
                </a:lnTo>
                <a:lnTo>
                  <a:pt x="89849" y="6893"/>
                </a:lnTo>
                <a:lnTo>
                  <a:pt x="89713" y="7132"/>
                </a:lnTo>
                <a:lnTo>
                  <a:pt x="89573" y="7365"/>
                </a:lnTo>
                <a:lnTo>
                  <a:pt x="89428" y="7592"/>
                </a:lnTo>
                <a:lnTo>
                  <a:pt x="89280" y="7814"/>
                </a:lnTo>
                <a:lnTo>
                  <a:pt x="89127" y="8029"/>
                </a:lnTo>
                <a:lnTo>
                  <a:pt x="88970" y="8238"/>
                </a:lnTo>
                <a:lnTo>
                  <a:pt x="88809" y="8442"/>
                </a:lnTo>
                <a:lnTo>
                  <a:pt x="88644" y="8639"/>
                </a:lnTo>
                <a:lnTo>
                  <a:pt x="88474" y="8831"/>
                </a:lnTo>
                <a:lnTo>
                  <a:pt x="88300" y="9017"/>
                </a:lnTo>
                <a:lnTo>
                  <a:pt x="88164" y="9143"/>
                </a:lnTo>
                <a:lnTo>
                  <a:pt x="88025" y="9263"/>
                </a:lnTo>
                <a:lnTo>
                  <a:pt x="87885" y="9379"/>
                </a:lnTo>
                <a:lnTo>
                  <a:pt x="87743" y="9488"/>
                </a:lnTo>
                <a:lnTo>
                  <a:pt x="87598" y="9593"/>
                </a:lnTo>
                <a:lnTo>
                  <a:pt x="87452" y="9692"/>
                </a:lnTo>
                <a:lnTo>
                  <a:pt x="87304" y="9786"/>
                </a:lnTo>
                <a:lnTo>
                  <a:pt x="87154" y="9874"/>
                </a:lnTo>
                <a:lnTo>
                  <a:pt x="87002" y="9957"/>
                </a:lnTo>
                <a:lnTo>
                  <a:pt x="86847" y="10035"/>
                </a:lnTo>
                <a:lnTo>
                  <a:pt x="86691" y="10107"/>
                </a:lnTo>
                <a:lnTo>
                  <a:pt x="86533" y="10174"/>
                </a:lnTo>
                <a:lnTo>
                  <a:pt x="86373" y="10236"/>
                </a:lnTo>
                <a:lnTo>
                  <a:pt x="86211" y="10292"/>
                </a:lnTo>
                <a:lnTo>
                  <a:pt x="86047" y="10343"/>
                </a:lnTo>
                <a:lnTo>
                  <a:pt x="85881" y="10389"/>
                </a:lnTo>
                <a:lnTo>
                  <a:pt x="85713" y="10429"/>
                </a:lnTo>
                <a:lnTo>
                  <a:pt x="85543" y="10464"/>
                </a:lnTo>
                <a:lnTo>
                  <a:pt x="85371" y="10493"/>
                </a:lnTo>
                <a:lnTo>
                  <a:pt x="85197" y="10517"/>
                </a:lnTo>
                <a:lnTo>
                  <a:pt x="85022" y="10536"/>
                </a:lnTo>
                <a:lnTo>
                  <a:pt x="84844" y="10550"/>
                </a:lnTo>
                <a:lnTo>
                  <a:pt x="84664" y="10558"/>
                </a:lnTo>
                <a:lnTo>
                  <a:pt x="84482" y="10560"/>
                </a:lnTo>
                <a:lnTo>
                  <a:pt x="84357" y="10557"/>
                </a:lnTo>
                <a:lnTo>
                  <a:pt x="84225" y="10548"/>
                </a:lnTo>
                <a:lnTo>
                  <a:pt x="84086" y="10532"/>
                </a:lnTo>
                <a:lnTo>
                  <a:pt x="83941" y="10511"/>
                </a:lnTo>
                <a:lnTo>
                  <a:pt x="83788" y="10483"/>
                </a:lnTo>
                <a:lnTo>
                  <a:pt x="83629" y="10449"/>
                </a:lnTo>
                <a:lnTo>
                  <a:pt x="83463" y="10408"/>
                </a:lnTo>
                <a:lnTo>
                  <a:pt x="83291" y="10362"/>
                </a:lnTo>
                <a:lnTo>
                  <a:pt x="83111" y="10309"/>
                </a:lnTo>
                <a:lnTo>
                  <a:pt x="82925" y="10250"/>
                </a:lnTo>
                <a:lnTo>
                  <a:pt x="82732" y="10185"/>
                </a:lnTo>
                <a:lnTo>
                  <a:pt x="82533" y="10113"/>
                </a:lnTo>
                <a:lnTo>
                  <a:pt x="82326" y="10036"/>
                </a:lnTo>
                <a:lnTo>
                  <a:pt x="82113" y="9952"/>
                </a:lnTo>
                <a:lnTo>
                  <a:pt x="81893" y="9862"/>
                </a:lnTo>
                <a:lnTo>
                  <a:pt x="81666" y="9766"/>
                </a:lnTo>
                <a:lnTo>
                  <a:pt x="81432" y="9664"/>
                </a:lnTo>
                <a:lnTo>
                  <a:pt x="81192" y="9555"/>
                </a:lnTo>
                <a:lnTo>
                  <a:pt x="80945" y="9440"/>
                </a:lnTo>
                <a:lnTo>
                  <a:pt x="80691" y="9319"/>
                </a:lnTo>
                <a:lnTo>
                  <a:pt x="80431" y="9192"/>
                </a:lnTo>
                <a:lnTo>
                  <a:pt x="80163" y="9059"/>
                </a:lnTo>
                <a:lnTo>
                  <a:pt x="79889" y="8919"/>
                </a:lnTo>
                <a:lnTo>
                  <a:pt x="79608" y="8773"/>
                </a:lnTo>
                <a:lnTo>
                  <a:pt x="78640" y="8296"/>
                </a:lnTo>
                <a:lnTo>
                  <a:pt x="77670" y="7839"/>
                </a:lnTo>
                <a:lnTo>
                  <a:pt x="76699" y="7402"/>
                </a:lnTo>
                <a:lnTo>
                  <a:pt x="75727" y="6986"/>
                </a:lnTo>
                <a:lnTo>
                  <a:pt x="74754" y="6590"/>
                </a:lnTo>
                <a:lnTo>
                  <a:pt x="73780" y="6214"/>
                </a:lnTo>
                <a:lnTo>
                  <a:pt x="72804" y="5859"/>
                </a:lnTo>
                <a:lnTo>
                  <a:pt x="71828" y="5524"/>
                </a:lnTo>
                <a:lnTo>
                  <a:pt x="70850" y="5209"/>
                </a:lnTo>
                <a:lnTo>
                  <a:pt x="69871" y="4915"/>
                </a:lnTo>
                <a:lnTo>
                  <a:pt x="68892" y="4640"/>
                </a:lnTo>
                <a:lnTo>
                  <a:pt x="67911" y="4387"/>
                </a:lnTo>
                <a:lnTo>
                  <a:pt x="66928" y="4153"/>
                </a:lnTo>
                <a:lnTo>
                  <a:pt x="65945" y="3940"/>
                </a:lnTo>
                <a:lnTo>
                  <a:pt x="64961" y="3747"/>
                </a:lnTo>
                <a:lnTo>
                  <a:pt x="63975" y="3574"/>
                </a:lnTo>
                <a:lnTo>
                  <a:pt x="62989" y="3422"/>
                </a:lnTo>
                <a:lnTo>
                  <a:pt x="62001" y="3290"/>
                </a:lnTo>
                <a:lnTo>
                  <a:pt x="61012" y="3178"/>
                </a:lnTo>
                <a:lnTo>
                  <a:pt x="60022" y="3087"/>
                </a:lnTo>
                <a:lnTo>
                  <a:pt x="59031" y="3016"/>
                </a:lnTo>
                <a:lnTo>
                  <a:pt x="58039" y="2965"/>
                </a:lnTo>
                <a:lnTo>
                  <a:pt x="57045" y="2935"/>
                </a:lnTo>
                <a:lnTo>
                  <a:pt x="56051" y="2924"/>
                </a:lnTo>
                <a:lnTo>
                  <a:pt x="54775" y="2938"/>
                </a:lnTo>
                <a:lnTo>
                  <a:pt x="53508" y="2977"/>
                </a:lnTo>
                <a:lnTo>
                  <a:pt x="52250" y="3043"/>
                </a:lnTo>
                <a:lnTo>
                  <a:pt x="51000" y="3135"/>
                </a:lnTo>
                <a:lnTo>
                  <a:pt x="49758" y="3254"/>
                </a:lnTo>
                <a:lnTo>
                  <a:pt x="48524" y="3398"/>
                </a:lnTo>
                <a:lnTo>
                  <a:pt x="47299" y="3570"/>
                </a:lnTo>
                <a:lnTo>
                  <a:pt x="46082" y="3767"/>
                </a:lnTo>
                <a:lnTo>
                  <a:pt x="44873" y="3991"/>
                </a:lnTo>
                <a:lnTo>
                  <a:pt x="43673" y="4241"/>
                </a:lnTo>
                <a:lnTo>
                  <a:pt x="42480" y="4518"/>
                </a:lnTo>
                <a:lnTo>
                  <a:pt x="41297" y="4821"/>
                </a:lnTo>
                <a:lnTo>
                  <a:pt x="40121" y="5150"/>
                </a:lnTo>
                <a:lnTo>
                  <a:pt x="38954" y="5505"/>
                </a:lnTo>
                <a:lnTo>
                  <a:pt x="37795" y="5887"/>
                </a:lnTo>
                <a:lnTo>
                  <a:pt x="36645" y="6296"/>
                </a:lnTo>
                <a:lnTo>
                  <a:pt x="35503" y="6730"/>
                </a:lnTo>
                <a:lnTo>
                  <a:pt x="34369" y="7191"/>
                </a:lnTo>
                <a:lnTo>
                  <a:pt x="33244" y="7678"/>
                </a:lnTo>
                <a:lnTo>
                  <a:pt x="32126" y="8192"/>
                </a:lnTo>
                <a:lnTo>
                  <a:pt x="31018" y="8732"/>
                </a:lnTo>
                <a:lnTo>
                  <a:pt x="29917" y="9298"/>
                </a:lnTo>
                <a:lnTo>
                  <a:pt x="28825" y="9891"/>
                </a:lnTo>
                <a:lnTo>
                  <a:pt x="27741" y="10509"/>
                </a:lnTo>
                <a:lnTo>
                  <a:pt x="26671" y="11152"/>
                </a:lnTo>
                <a:lnTo>
                  <a:pt x="25620" y="11817"/>
                </a:lnTo>
                <a:lnTo>
                  <a:pt x="24589" y="12503"/>
                </a:lnTo>
                <a:lnTo>
                  <a:pt x="23577" y="13210"/>
                </a:lnTo>
                <a:lnTo>
                  <a:pt x="22584" y="13939"/>
                </a:lnTo>
                <a:lnTo>
                  <a:pt x="21610" y="14690"/>
                </a:lnTo>
                <a:lnTo>
                  <a:pt x="20656" y="15462"/>
                </a:lnTo>
                <a:lnTo>
                  <a:pt x="19722" y="16256"/>
                </a:lnTo>
                <a:lnTo>
                  <a:pt x="18806" y="17071"/>
                </a:lnTo>
                <a:lnTo>
                  <a:pt x="17910" y="17908"/>
                </a:lnTo>
                <a:lnTo>
                  <a:pt x="17033" y="18766"/>
                </a:lnTo>
                <a:lnTo>
                  <a:pt x="16175" y="19646"/>
                </a:lnTo>
                <a:lnTo>
                  <a:pt x="15337" y="20547"/>
                </a:lnTo>
                <a:lnTo>
                  <a:pt x="14518" y="21470"/>
                </a:lnTo>
                <a:lnTo>
                  <a:pt x="13719" y="22414"/>
                </a:lnTo>
                <a:lnTo>
                  <a:pt x="12939" y="23380"/>
                </a:lnTo>
                <a:lnTo>
                  <a:pt x="12178" y="24368"/>
                </a:lnTo>
                <a:lnTo>
                  <a:pt x="11436" y="25377"/>
                </a:lnTo>
                <a:lnTo>
                  <a:pt x="10714" y="26408"/>
                </a:lnTo>
                <a:lnTo>
                  <a:pt x="10011" y="27460"/>
                </a:lnTo>
                <a:lnTo>
                  <a:pt x="9327" y="28533"/>
                </a:lnTo>
                <a:lnTo>
                  <a:pt x="8663" y="29629"/>
                </a:lnTo>
                <a:lnTo>
                  <a:pt x="8018" y="30746"/>
                </a:lnTo>
                <a:lnTo>
                  <a:pt x="7392" y="31884"/>
                </a:lnTo>
                <a:lnTo>
                  <a:pt x="6789" y="33038"/>
                </a:lnTo>
                <a:lnTo>
                  <a:pt x="6211" y="34201"/>
                </a:lnTo>
                <a:lnTo>
                  <a:pt x="5660" y="35373"/>
                </a:lnTo>
                <a:lnTo>
                  <a:pt x="5133" y="36555"/>
                </a:lnTo>
                <a:lnTo>
                  <a:pt x="4633" y="37746"/>
                </a:lnTo>
                <a:lnTo>
                  <a:pt x="4158" y="38946"/>
                </a:lnTo>
                <a:lnTo>
                  <a:pt x="3709" y="40155"/>
                </a:lnTo>
                <a:lnTo>
                  <a:pt x="3285" y="41374"/>
                </a:lnTo>
                <a:lnTo>
                  <a:pt x="2888" y="42602"/>
                </a:lnTo>
                <a:lnTo>
                  <a:pt x="2515" y="43840"/>
                </a:lnTo>
                <a:lnTo>
                  <a:pt x="2169" y="45087"/>
                </a:lnTo>
                <a:lnTo>
                  <a:pt x="1848" y="46343"/>
                </a:lnTo>
                <a:lnTo>
                  <a:pt x="1553" y="47608"/>
                </a:lnTo>
                <a:lnTo>
                  <a:pt x="1283" y="48883"/>
                </a:lnTo>
                <a:lnTo>
                  <a:pt x="1040" y="50167"/>
                </a:lnTo>
                <a:lnTo>
                  <a:pt x="821" y="51460"/>
                </a:lnTo>
                <a:lnTo>
                  <a:pt x="629" y="52762"/>
                </a:lnTo>
                <a:lnTo>
                  <a:pt x="462" y="54074"/>
                </a:lnTo>
                <a:lnTo>
                  <a:pt x="321" y="55395"/>
                </a:lnTo>
                <a:lnTo>
                  <a:pt x="205" y="56726"/>
                </a:lnTo>
                <a:lnTo>
                  <a:pt x="116" y="58066"/>
                </a:lnTo>
                <a:lnTo>
                  <a:pt x="51" y="59415"/>
                </a:lnTo>
                <a:lnTo>
                  <a:pt x="13" y="60773"/>
                </a:lnTo>
                <a:lnTo>
                  <a:pt x="0" y="62141"/>
                </a:lnTo>
                <a:lnTo>
                  <a:pt x="19" y="63835"/>
                </a:lnTo>
                <a:lnTo>
                  <a:pt x="78" y="65510"/>
                </a:lnTo>
                <a:lnTo>
                  <a:pt x="175" y="67168"/>
                </a:lnTo>
                <a:lnTo>
                  <a:pt x="311" y="68806"/>
                </a:lnTo>
                <a:lnTo>
                  <a:pt x="487" y="70426"/>
                </a:lnTo>
                <a:lnTo>
                  <a:pt x="701" y="72027"/>
                </a:lnTo>
                <a:lnTo>
                  <a:pt x="954" y="73610"/>
                </a:lnTo>
                <a:lnTo>
                  <a:pt x="1246" y="75174"/>
                </a:lnTo>
                <a:lnTo>
                  <a:pt x="1576" y="76719"/>
                </a:lnTo>
                <a:lnTo>
                  <a:pt x="1946" y="78246"/>
                </a:lnTo>
                <a:lnTo>
                  <a:pt x="2355" y="79755"/>
                </a:lnTo>
                <a:lnTo>
                  <a:pt x="2803" y="81244"/>
                </a:lnTo>
                <a:lnTo>
                  <a:pt x="3289" y="82715"/>
                </a:lnTo>
                <a:lnTo>
                  <a:pt x="3815" y="84168"/>
                </a:lnTo>
                <a:lnTo>
                  <a:pt x="4379" y="85602"/>
                </a:lnTo>
                <a:lnTo>
                  <a:pt x="4982" y="87017"/>
                </a:lnTo>
                <a:lnTo>
                  <a:pt x="5625" y="88414"/>
                </a:lnTo>
                <a:lnTo>
                  <a:pt x="6306" y="89792"/>
                </a:lnTo>
                <a:lnTo>
                  <a:pt x="7026" y="91151"/>
                </a:lnTo>
                <a:lnTo>
                  <a:pt x="7785" y="92492"/>
                </a:lnTo>
                <a:lnTo>
                  <a:pt x="8583" y="93814"/>
                </a:lnTo>
                <a:lnTo>
                  <a:pt x="9420" y="95118"/>
                </a:lnTo>
                <a:lnTo>
                  <a:pt x="10295" y="96403"/>
                </a:lnTo>
                <a:lnTo>
                  <a:pt x="11210" y="97670"/>
                </a:lnTo>
                <a:lnTo>
                  <a:pt x="12484" y="99325"/>
                </a:lnTo>
                <a:lnTo>
                  <a:pt x="13801" y="100909"/>
                </a:lnTo>
                <a:lnTo>
                  <a:pt x="15160" y="102423"/>
                </a:lnTo>
                <a:lnTo>
                  <a:pt x="16562" y="103866"/>
                </a:lnTo>
                <a:lnTo>
                  <a:pt x="18008" y="105240"/>
                </a:lnTo>
                <a:lnTo>
                  <a:pt x="19496" y="106542"/>
                </a:lnTo>
                <a:lnTo>
                  <a:pt x="21027" y="107775"/>
                </a:lnTo>
                <a:lnTo>
                  <a:pt x="22601" y="108937"/>
                </a:lnTo>
                <a:lnTo>
                  <a:pt x="24218" y="110028"/>
                </a:lnTo>
                <a:lnTo>
                  <a:pt x="25877" y="111049"/>
                </a:lnTo>
                <a:lnTo>
                  <a:pt x="27580" y="112000"/>
                </a:lnTo>
                <a:lnTo>
                  <a:pt x="29325" y="112880"/>
                </a:lnTo>
                <a:lnTo>
                  <a:pt x="31113" y="113690"/>
                </a:lnTo>
                <a:lnTo>
                  <a:pt x="32944" y="114429"/>
                </a:lnTo>
                <a:lnTo>
                  <a:pt x="34818" y="115098"/>
                </a:lnTo>
                <a:lnTo>
                  <a:pt x="36735" y="115697"/>
                </a:lnTo>
                <a:lnTo>
                  <a:pt x="38695" y="116225"/>
                </a:lnTo>
                <a:lnTo>
                  <a:pt x="40698" y="116683"/>
                </a:lnTo>
                <a:lnTo>
                  <a:pt x="42743" y="117070"/>
                </a:lnTo>
                <a:lnTo>
                  <a:pt x="44831" y="117387"/>
                </a:lnTo>
                <a:lnTo>
                  <a:pt x="46963" y="117633"/>
                </a:lnTo>
                <a:lnTo>
                  <a:pt x="49137" y="117809"/>
                </a:lnTo>
                <a:lnTo>
                  <a:pt x="51354" y="117915"/>
                </a:lnTo>
                <a:lnTo>
                  <a:pt x="53614" y="117950"/>
                </a:lnTo>
                <a:lnTo>
                  <a:pt x="54872" y="117938"/>
                </a:lnTo>
                <a:lnTo>
                  <a:pt x="56117" y="117903"/>
                </a:lnTo>
                <a:lnTo>
                  <a:pt x="57347" y="117843"/>
                </a:lnTo>
                <a:lnTo>
                  <a:pt x="58562" y="117760"/>
                </a:lnTo>
                <a:lnTo>
                  <a:pt x="59763" y="117653"/>
                </a:lnTo>
                <a:lnTo>
                  <a:pt x="60950" y="117522"/>
                </a:lnTo>
                <a:lnTo>
                  <a:pt x="62122" y="117368"/>
                </a:lnTo>
                <a:lnTo>
                  <a:pt x="63280" y="117190"/>
                </a:lnTo>
                <a:lnTo>
                  <a:pt x="64424" y="116988"/>
                </a:lnTo>
                <a:lnTo>
                  <a:pt x="65553" y="116762"/>
                </a:lnTo>
                <a:lnTo>
                  <a:pt x="66668" y="116513"/>
                </a:lnTo>
                <a:lnTo>
                  <a:pt x="67768" y="116240"/>
                </a:lnTo>
                <a:lnTo>
                  <a:pt x="68855" y="115943"/>
                </a:lnTo>
                <a:lnTo>
                  <a:pt x="69926" y="115622"/>
                </a:lnTo>
                <a:lnTo>
                  <a:pt x="70984" y="115278"/>
                </a:lnTo>
                <a:lnTo>
                  <a:pt x="72026" y="114909"/>
                </a:lnTo>
                <a:lnTo>
                  <a:pt x="73055" y="114517"/>
                </a:lnTo>
                <a:lnTo>
                  <a:pt x="74069" y="114102"/>
                </a:lnTo>
                <a:lnTo>
                  <a:pt x="75069" y="113662"/>
                </a:lnTo>
                <a:lnTo>
                  <a:pt x="76054" y="113199"/>
                </a:lnTo>
                <a:lnTo>
                  <a:pt x="77025" y="112712"/>
                </a:lnTo>
                <a:lnTo>
                  <a:pt x="77982" y="112201"/>
                </a:lnTo>
                <a:lnTo>
                  <a:pt x="78924" y="111667"/>
                </a:lnTo>
                <a:lnTo>
                  <a:pt x="79852" y="111109"/>
                </a:lnTo>
                <a:lnTo>
                  <a:pt x="80768" y="110525"/>
                </a:lnTo>
                <a:lnTo>
                  <a:pt x="81674" y="109913"/>
                </a:lnTo>
                <a:lnTo>
                  <a:pt x="82571" y="109274"/>
                </a:lnTo>
                <a:lnTo>
                  <a:pt x="83458" y="108608"/>
                </a:lnTo>
                <a:lnTo>
                  <a:pt x="84335" y="107914"/>
                </a:lnTo>
                <a:lnTo>
                  <a:pt x="85203" y="107193"/>
                </a:lnTo>
                <a:lnTo>
                  <a:pt x="86061" y="106444"/>
                </a:lnTo>
                <a:lnTo>
                  <a:pt x="86910" y="105668"/>
                </a:lnTo>
                <a:lnTo>
                  <a:pt x="87749" y="104865"/>
                </a:lnTo>
                <a:lnTo>
                  <a:pt x="88579" y="104034"/>
                </a:lnTo>
                <a:lnTo>
                  <a:pt x="89399" y="103175"/>
                </a:lnTo>
                <a:lnTo>
                  <a:pt x="90209" y="102289"/>
                </a:lnTo>
                <a:lnTo>
                  <a:pt x="91010" y="101376"/>
                </a:lnTo>
                <a:lnTo>
                  <a:pt x="91801" y="100435"/>
                </a:lnTo>
                <a:lnTo>
                  <a:pt x="92583" y="99467"/>
                </a:lnTo>
                <a:lnTo>
                  <a:pt x="93355" y="98471"/>
                </a:lnTo>
                <a:lnTo>
                  <a:pt x="94117" y="97448"/>
                </a:lnTo>
                <a:lnTo>
                  <a:pt x="94870" y="96398"/>
                </a:lnTo>
                <a:lnTo>
                  <a:pt x="95613" y="95320"/>
                </a:lnTo>
                <a:lnTo>
                  <a:pt x="96347" y="94214"/>
                </a:lnTo>
                <a:lnTo>
                  <a:pt x="97071" y="93082"/>
                </a:lnTo>
                <a:lnTo>
                  <a:pt x="97785" y="91921"/>
                </a:lnTo>
                <a:lnTo>
                  <a:pt x="98490" y="90734"/>
                </a:lnTo>
                <a:lnTo>
                  <a:pt x="99185" y="89519"/>
                </a:lnTo>
                <a:lnTo>
                  <a:pt x="96667" y="87894"/>
                </a:lnTo>
                <a:lnTo>
                  <a:pt x="95851" y="89019"/>
                </a:lnTo>
                <a:lnTo>
                  <a:pt x="95040" y="90113"/>
                </a:lnTo>
                <a:lnTo>
                  <a:pt x="94235" y="91176"/>
                </a:lnTo>
                <a:lnTo>
                  <a:pt x="93436" y="92207"/>
                </a:lnTo>
                <a:lnTo>
                  <a:pt x="92642" y="93206"/>
                </a:lnTo>
                <a:lnTo>
                  <a:pt x="91854" y="94174"/>
                </a:lnTo>
                <a:lnTo>
                  <a:pt x="91072" y="95110"/>
                </a:lnTo>
                <a:lnTo>
                  <a:pt x="90295" y="96014"/>
                </a:lnTo>
                <a:lnTo>
                  <a:pt x="89524" y="96887"/>
                </a:lnTo>
                <a:lnTo>
                  <a:pt x="88758" y="97729"/>
                </a:lnTo>
                <a:lnTo>
                  <a:pt x="87998" y="98539"/>
                </a:lnTo>
                <a:lnTo>
                  <a:pt x="87244" y="99317"/>
                </a:lnTo>
                <a:lnTo>
                  <a:pt x="86495" y="100064"/>
                </a:lnTo>
                <a:lnTo>
                  <a:pt x="85753" y="100779"/>
                </a:lnTo>
                <a:lnTo>
                  <a:pt x="85015" y="101463"/>
                </a:lnTo>
                <a:lnTo>
                  <a:pt x="84284" y="102115"/>
                </a:lnTo>
                <a:lnTo>
                  <a:pt x="83558" y="102736"/>
                </a:lnTo>
                <a:lnTo>
                  <a:pt x="82837" y="103325"/>
                </a:lnTo>
                <a:lnTo>
                  <a:pt x="82122" y="103882"/>
                </a:lnTo>
                <a:lnTo>
                  <a:pt x="81413" y="104408"/>
                </a:lnTo>
                <a:lnTo>
                  <a:pt x="80710" y="104903"/>
                </a:lnTo>
                <a:lnTo>
                  <a:pt x="80012" y="105366"/>
                </a:lnTo>
                <a:lnTo>
                  <a:pt x="79320" y="105797"/>
                </a:lnTo>
                <a:lnTo>
                  <a:pt x="78633" y="106197"/>
                </a:lnTo>
                <a:lnTo>
                  <a:pt x="77945" y="106572"/>
                </a:lnTo>
                <a:lnTo>
                  <a:pt x="77248" y="106932"/>
                </a:lnTo>
                <a:lnTo>
                  <a:pt x="76543" y="107276"/>
                </a:lnTo>
                <a:lnTo>
                  <a:pt x="75829" y="107604"/>
                </a:lnTo>
                <a:lnTo>
                  <a:pt x="75106" y="107915"/>
                </a:lnTo>
                <a:lnTo>
                  <a:pt x="74374" y="108211"/>
                </a:lnTo>
                <a:lnTo>
                  <a:pt x="73633" y="108491"/>
                </a:lnTo>
                <a:lnTo>
                  <a:pt x="72884" y="108755"/>
                </a:lnTo>
                <a:lnTo>
                  <a:pt x="72126" y="109003"/>
                </a:lnTo>
                <a:lnTo>
                  <a:pt x="71359" y="109235"/>
                </a:lnTo>
                <a:lnTo>
                  <a:pt x="70584" y="109450"/>
                </a:lnTo>
                <a:lnTo>
                  <a:pt x="69799" y="109650"/>
                </a:lnTo>
                <a:lnTo>
                  <a:pt x="69006" y="109834"/>
                </a:lnTo>
                <a:lnTo>
                  <a:pt x="68205" y="110002"/>
                </a:lnTo>
                <a:lnTo>
                  <a:pt x="67394" y="110154"/>
                </a:lnTo>
                <a:lnTo>
                  <a:pt x="66575" y="110290"/>
                </a:lnTo>
                <a:lnTo>
                  <a:pt x="65747" y="110410"/>
                </a:lnTo>
                <a:lnTo>
                  <a:pt x="64910" y="110514"/>
                </a:lnTo>
                <a:lnTo>
                  <a:pt x="64065" y="110602"/>
                </a:lnTo>
                <a:lnTo>
                  <a:pt x="63210" y="110674"/>
                </a:lnTo>
                <a:lnTo>
                  <a:pt x="62347" y="110730"/>
                </a:lnTo>
                <a:lnTo>
                  <a:pt x="61476" y="110770"/>
                </a:lnTo>
                <a:lnTo>
                  <a:pt x="60595" y="110794"/>
                </a:lnTo>
                <a:lnTo>
                  <a:pt x="59706" y="110802"/>
                </a:lnTo>
                <a:lnTo>
                  <a:pt x="58682" y="110791"/>
                </a:lnTo>
                <a:lnTo>
                  <a:pt x="57667" y="110761"/>
                </a:lnTo>
                <a:lnTo>
                  <a:pt x="56662" y="110710"/>
                </a:lnTo>
                <a:lnTo>
                  <a:pt x="55666" y="110639"/>
                </a:lnTo>
                <a:lnTo>
                  <a:pt x="54679" y="110548"/>
                </a:lnTo>
                <a:lnTo>
                  <a:pt x="53702" y="110437"/>
                </a:lnTo>
                <a:lnTo>
                  <a:pt x="52735" y="110305"/>
                </a:lnTo>
                <a:lnTo>
                  <a:pt x="51777" y="110153"/>
                </a:lnTo>
                <a:lnTo>
                  <a:pt x="50828" y="109980"/>
                </a:lnTo>
                <a:lnTo>
                  <a:pt x="49889" y="109788"/>
                </a:lnTo>
                <a:lnTo>
                  <a:pt x="48959" y="109575"/>
                </a:lnTo>
                <a:lnTo>
                  <a:pt x="48039" y="109342"/>
                </a:lnTo>
                <a:lnTo>
                  <a:pt x="47128" y="109088"/>
                </a:lnTo>
                <a:lnTo>
                  <a:pt x="46227" y="108815"/>
                </a:lnTo>
                <a:lnTo>
                  <a:pt x="45335" y="108521"/>
                </a:lnTo>
                <a:lnTo>
                  <a:pt x="44452" y="108207"/>
                </a:lnTo>
                <a:lnTo>
                  <a:pt x="43579" y="107872"/>
                </a:lnTo>
                <a:lnTo>
                  <a:pt x="42716" y="107517"/>
                </a:lnTo>
                <a:lnTo>
                  <a:pt x="41862" y="107142"/>
                </a:lnTo>
                <a:lnTo>
                  <a:pt x="41017" y="106747"/>
                </a:lnTo>
                <a:lnTo>
                  <a:pt x="40182" y="106331"/>
                </a:lnTo>
                <a:lnTo>
                  <a:pt x="39356" y="105895"/>
                </a:lnTo>
                <a:lnTo>
                  <a:pt x="38540" y="105439"/>
                </a:lnTo>
                <a:lnTo>
                  <a:pt x="37733" y="104963"/>
                </a:lnTo>
                <a:lnTo>
                  <a:pt x="36939" y="104467"/>
                </a:lnTo>
                <a:lnTo>
                  <a:pt x="36162" y="103954"/>
                </a:lnTo>
                <a:lnTo>
                  <a:pt x="35402" y="103423"/>
                </a:lnTo>
                <a:lnTo>
                  <a:pt x="34658" y="102874"/>
                </a:lnTo>
                <a:lnTo>
                  <a:pt x="33932" y="102307"/>
                </a:lnTo>
                <a:lnTo>
                  <a:pt x="33222" y="101723"/>
                </a:lnTo>
                <a:lnTo>
                  <a:pt x="32529" y="101121"/>
                </a:lnTo>
                <a:lnTo>
                  <a:pt x="31852" y="100501"/>
                </a:lnTo>
                <a:lnTo>
                  <a:pt x="31193" y="99864"/>
                </a:lnTo>
                <a:lnTo>
                  <a:pt x="30550" y="99209"/>
                </a:lnTo>
                <a:lnTo>
                  <a:pt x="29924" y="98536"/>
                </a:lnTo>
                <a:lnTo>
                  <a:pt x="29315" y="97845"/>
                </a:lnTo>
                <a:lnTo>
                  <a:pt x="28722" y="97136"/>
                </a:lnTo>
                <a:lnTo>
                  <a:pt x="28147" y="96410"/>
                </a:lnTo>
                <a:lnTo>
                  <a:pt x="27588" y="95666"/>
                </a:lnTo>
                <a:lnTo>
                  <a:pt x="27046" y="94905"/>
                </a:lnTo>
                <a:lnTo>
                  <a:pt x="26521" y="94125"/>
                </a:lnTo>
                <a:lnTo>
                  <a:pt x="26012" y="93328"/>
                </a:lnTo>
                <a:lnTo>
                  <a:pt x="25521" y="92513"/>
                </a:lnTo>
                <a:lnTo>
                  <a:pt x="25046" y="91681"/>
                </a:lnTo>
                <a:lnTo>
                  <a:pt x="24588" y="90830"/>
                </a:lnTo>
                <a:lnTo>
                  <a:pt x="24146" y="89962"/>
                </a:lnTo>
                <a:lnTo>
                  <a:pt x="23722" y="89077"/>
                </a:lnTo>
                <a:lnTo>
                  <a:pt x="23314" y="88173"/>
                </a:lnTo>
                <a:lnTo>
                  <a:pt x="22923" y="87254"/>
                </a:lnTo>
                <a:lnTo>
                  <a:pt x="22548" y="86321"/>
                </a:lnTo>
                <a:lnTo>
                  <a:pt x="22191" y="85374"/>
                </a:lnTo>
                <a:lnTo>
                  <a:pt x="21849" y="84413"/>
                </a:lnTo>
                <a:lnTo>
                  <a:pt x="21525" y="83439"/>
                </a:lnTo>
                <a:lnTo>
                  <a:pt x="21217" y="82450"/>
                </a:lnTo>
                <a:lnTo>
                  <a:pt x="20926" y="81448"/>
                </a:lnTo>
                <a:lnTo>
                  <a:pt x="20651" y="80432"/>
                </a:lnTo>
                <a:lnTo>
                  <a:pt x="20393" y="79403"/>
                </a:lnTo>
                <a:lnTo>
                  <a:pt x="20152" y="78359"/>
                </a:lnTo>
                <a:lnTo>
                  <a:pt x="19927" y="77302"/>
                </a:lnTo>
                <a:lnTo>
                  <a:pt x="19719" y="76231"/>
                </a:lnTo>
                <a:lnTo>
                  <a:pt x="19528" y="75146"/>
                </a:lnTo>
                <a:lnTo>
                  <a:pt x="19353" y="74047"/>
                </a:lnTo>
                <a:lnTo>
                  <a:pt x="19195" y="72934"/>
                </a:lnTo>
                <a:lnTo>
                  <a:pt x="19054" y="71808"/>
                </a:lnTo>
                <a:lnTo>
                  <a:pt x="18929" y="70668"/>
                </a:lnTo>
                <a:lnTo>
                  <a:pt x="18821" y="69514"/>
                </a:lnTo>
                <a:lnTo>
                  <a:pt x="18729" y="68346"/>
                </a:lnTo>
                <a:lnTo>
                  <a:pt x="18654" y="67165"/>
                </a:lnTo>
                <a:lnTo>
                  <a:pt x="18596" y="65969"/>
                </a:lnTo>
                <a:lnTo>
                  <a:pt x="18554" y="64760"/>
                </a:lnTo>
                <a:lnTo>
                  <a:pt x="18529" y="63537"/>
                </a:lnTo>
                <a:lnTo>
                  <a:pt x="18521" y="62300"/>
                </a:lnTo>
                <a:lnTo>
                  <a:pt x="18530" y="60804"/>
                </a:lnTo>
                <a:lnTo>
                  <a:pt x="18556" y="59328"/>
                </a:lnTo>
                <a:lnTo>
                  <a:pt x="18600" y="57872"/>
                </a:lnTo>
                <a:lnTo>
                  <a:pt x="18662" y="56437"/>
                </a:lnTo>
                <a:lnTo>
                  <a:pt x="18741" y="55022"/>
                </a:lnTo>
                <a:lnTo>
                  <a:pt x="18838" y="53628"/>
                </a:lnTo>
                <a:lnTo>
                  <a:pt x="18953" y="52255"/>
                </a:lnTo>
                <a:lnTo>
                  <a:pt x="19085" y="50902"/>
                </a:lnTo>
                <a:lnTo>
                  <a:pt x="19235" y="49570"/>
                </a:lnTo>
                <a:lnTo>
                  <a:pt x="19403" y="48258"/>
                </a:lnTo>
                <a:lnTo>
                  <a:pt x="19588" y="46967"/>
                </a:lnTo>
                <a:lnTo>
                  <a:pt x="19790" y="45696"/>
                </a:lnTo>
                <a:lnTo>
                  <a:pt x="20011" y="44446"/>
                </a:lnTo>
                <a:lnTo>
                  <a:pt x="20249" y="43216"/>
                </a:lnTo>
                <a:lnTo>
                  <a:pt x="20504" y="42007"/>
                </a:lnTo>
                <a:lnTo>
                  <a:pt x="20778" y="40819"/>
                </a:lnTo>
                <a:lnTo>
                  <a:pt x="21068" y="39651"/>
                </a:lnTo>
                <a:lnTo>
                  <a:pt x="21377" y="38504"/>
                </a:lnTo>
                <a:lnTo>
                  <a:pt x="21703" y="37377"/>
                </a:lnTo>
                <a:lnTo>
                  <a:pt x="22047" y="36271"/>
                </a:lnTo>
                <a:lnTo>
                  <a:pt x="22408" y="35185"/>
                </a:lnTo>
                <a:lnTo>
                  <a:pt x="22787" y="34120"/>
                </a:lnTo>
                <a:lnTo>
                  <a:pt x="23184" y="33075"/>
                </a:lnTo>
                <a:lnTo>
                  <a:pt x="23598" y="32051"/>
                </a:lnTo>
                <a:lnTo>
                  <a:pt x="24028" y="31049"/>
                </a:lnTo>
                <a:lnTo>
                  <a:pt x="24471" y="30069"/>
                </a:lnTo>
                <a:lnTo>
                  <a:pt x="24926" y="29113"/>
                </a:lnTo>
                <a:lnTo>
                  <a:pt x="25395" y="28179"/>
                </a:lnTo>
                <a:lnTo>
                  <a:pt x="25878" y="27269"/>
                </a:lnTo>
                <a:lnTo>
                  <a:pt x="26373" y="26381"/>
                </a:lnTo>
                <a:lnTo>
                  <a:pt x="26881" y="25516"/>
                </a:lnTo>
                <a:lnTo>
                  <a:pt x="27403" y="24675"/>
                </a:lnTo>
                <a:lnTo>
                  <a:pt x="27937" y="23856"/>
                </a:lnTo>
                <a:lnTo>
                  <a:pt x="28485" y="23060"/>
                </a:lnTo>
                <a:lnTo>
                  <a:pt x="29046" y="22287"/>
                </a:lnTo>
                <a:lnTo>
                  <a:pt x="29620" y="21537"/>
                </a:lnTo>
                <a:lnTo>
                  <a:pt x="30207" y="20811"/>
                </a:lnTo>
                <a:lnTo>
                  <a:pt x="30807" y="20107"/>
                </a:lnTo>
                <a:lnTo>
                  <a:pt x="31420" y="19426"/>
                </a:lnTo>
                <a:lnTo>
                  <a:pt x="32046" y="18768"/>
                </a:lnTo>
                <a:lnTo>
                  <a:pt x="32686" y="18133"/>
                </a:lnTo>
                <a:lnTo>
                  <a:pt x="33338" y="17520"/>
                </a:lnTo>
                <a:lnTo>
                  <a:pt x="34004" y="16931"/>
                </a:lnTo>
                <a:lnTo>
                  <a:pt x="34683" y="16365"/>
                </a:lnTo>
                <a:lnTo>
                  <a:pt x="35375" y="15822"/>
                </a:lnTo>
                <a:lnTo>
                  <a:pt x="36080" y="15302"/>
                </a:lnTo>
                <a:lnTo>
                  <a:pt x="36798" y="14804"/>
                </a:lnTo>
                <a:lnTo>
                  <a:pt x="37530" y="14330"/>
                </a:lnTo>
                <a:lnTo>
                  <a:pt x="38271" y="13877"/>
                </a:lnTo>
                <a:lnTo>
                  <a:pt x="39020" y="13442"/>
                </a:lnTo>
                <a:lnTo>
                  <a:pt x="39776" y="13028"/>
                </a:lnTo>
                <a:lnTo>
                  <a:pt x="40540" y="12632"/>
                </a:lnTo>
                <a:lnTo>
                  <a:pt x="41311" y="12256"/>
                </a:lnTo>
                <a:lnTo>
                  <a:pt x="42089" y="11899"/>
                </a:lnTo>
                <a:lnTo>
                  <a:pt x="42874" y="11561"/>
                </a:lnTo>
                <a:lnTo>
                  <a:pt x="43667" y="11243"/>
                </a:lnTo>
                <a:lnTo>
                  <a:pt x="44467" y="10944"/>
                </a:lnTo>
                <a:lnTo>
                  <a:pt x="45275" y="10664"/>
                </a:lnTo>
                <a:lnTo>
                  <a:pt x="46090" y="10404"/>
                </a:lnTo>
                <a:lnTo>
                  <a:pt x="46912" y="10162"/>
                </a:lnTo>
                <a:lnTo>
                  <a:pt x="47741" y="9940"/>
                </a:lnTo>
                <a:lnTo>
                  <a:pt x="48578" y="9738"/>
                </a:lnTo>
                <a:lnTo>
                  <a:pt x="49423" y="9555"/>
                </a:lnTo>
                <a:lnTo>
                  <a:pt x="50274" y="9391"/>
                </a:lnTo>
                <a:lnTo>
                  <a:pt x="51133" y="9246"/>
                </a:lnTo>
                <a:lnTo>
                  <a:pt x="51999" y="9120"/>
                </a:lnTo>
                <a:lnTo>
                  <a:pt x="52873" y="9014"/>
                </a:lnTo>
                <a:lnTo>
                  <a:pt x="53754" y="8927"/>
                </a:lnTo>
                <a:lnTo>
                  <a:pt x="54642" y="8860"/>
                </a:lnTo>
                <a:lnTo>
                  <a:pt x="55537" y="8812"/>
                </a:lnTo>
                <a:lnTo>
                  <a:pt x="56440" y="8783"/>
                </a:lnTo>
                <a:lnTo>
                  <a:pt x="57350" y="8773"/>
                </a:lnTo>
                <a:lnTo>
                  <a:pt x="58434" y="8786"/>
                </a:lnTo>
                <a:lnTo>
                  <a:pt x="59504" y="8825"/>
                </a:lnTo>
                <a:lnTo>
                  <a:pt x="60562" y="8889"/>
                </a:lnTo>
                <a:lnTo>
                  <a:pt x="61606" y="8979"/>
                </a:lnTo>
                <a:lnTo>
                  <a:pt x="62638" y="9095"/>
                </a:lnTo>
                <a:lnTo>
                  <a:pt x="63656" y="9236"/>
                </a:lnTo>
                <a:lnTo>
                  <a:pt x="64662" y="9404"/>
                </a:lnTo>
                <a:lnTo>
                  <a:pt x="65654" y="9597"/>
                </a:lnTo>
                <a:lnTo>
                  <a:pt x="66634" y="9816"/>
                </a:lnTo>
                <a:lnTo>
                  <a:pt x="67600" y="10060"/>
                </a:lnTo>
                <a:lnTo>
                  <a:pt x="68554" y="10330"/>
                </a:lnTo>
                <a:lnTo>
                  <a:pt x="69495" y="10626"/>
                </a:lnTo>
                <a:lnTo>
                  <a:pt x="70422" y="10948"/>
                </a:lnTo>
                <a:lnTo>
                  <a:pt x="71337" y="11295"/>
                </a:lnTo>
                <a:lnTo>
                  <a:pt x="72239" y="11669"/>
                </a:lnTo>
                <a:lnTo>
                  <a:pt x="73128" y="12068"/>
                </a:lnTo>
                <a:lnTo>
                  <a:pt x="74003" y="12492"/>
                </a:lnTo>
                <a:lnTo>
                  <a:pt x="74866" y="12943"/>
                </a:lnTo>
                <a:lnTo>
                  <a:pt x="75716" y="13419"/>
                </a:lnTo>
                <a:lnTo>
                  <a:pt x="76553" y="13921"/>
                </a:lnTo>
                <a:lnTo>
                  <a:pt x="77377" y="14448"/>
                </a:lnTo>
                <a:lnTo>
                  <a:pt x="78188" y="15002"/>
                </a:lnTo>
                <a:lnTo>
                  <a:pt x="78986" y="15581"/>
                </a:lnTo>
                <a:lnTo>
                  <a:pt x="79771" y="16186"/>
                </a:lnTo>
                <a:lnTo>
                  <a:pt x="80542" y="16820"/>
                </a:lnTo>
                <a:lnTo>
                  <a:pt x="81298" y="17486"/>
                </a:lnTo>
                <a:lnTo>
                  <a:pt x="82039" y="18186"/>
                </a:lnTo>
                <a:lnTo>
                  <a:pt x="82765" y="18918"/>
                </a:lnTo>
                <a:lnTo>
                  <a:pt x="83476" y="19683"/>
                </a:lnTo>
                <a:lnTo>
                  <a:pt x="84172" y="20481"/>
                </a:lnTo>
                <a:lnTo>
                  <a:pt x="84854" y="21312"/>
                </a:lnTo>
                <a:lnTo>
                  <a:pt x="85520" y="22175"/>
                </a:lnTo>
                <a:lnTo>
                  <a:pt x="86171" y="23072"/>
                </a:lnTo>
                <a:lnTo>
                  <a:pt x="86808" y="24001"/>
                </a:lnTo>
                <a:lnTo>
                  <a:pt x="87429" y="24963"/>
                </a:lnTo>
                <a:lnTo>
                  <a:pt x="88036" y="25958"/>
                </a:lnTo>
                <a:lnTo>
                  <a:pt x="88628" y="26985"/>
                </a:lnTo>
                <a:lnTo>
                  <a:pt x="89204" y="28046"/>
                </a:lnTo>
                <a:lnTo>
                  <a:pt x="89766" y="29139"/>
                </a:lnTo>
                <a:lnTo>
                  <a:pt x="90313" y="30265"/>
                </a:lnTo>
                <a:lnTo>
                  <a:pt x="90845" y="31424"/>
                </a:lnTo>
                <a:lnTo>
                  <a:pt x="91362" y="32615"/>
                </a:lnTo>
                <a:lnTo>
                  <a:pt x="91863" y="33840"/>
                </a:lnTo>
                <a:lnTo>
                  <a:pt x="92350" y="35097"/>
                </a:lnTo>
                <a:lnTo>
                  <a:pt x="92822" y="36387"/>
                </a:lnTo>
                <a:lnTo>
                  <a:pt x="93280" y="37710"/>
                </a:lnTo>
                <a:lnTo>
                  <a:pt x="93722" y="39065"/>
                </a:lnTo>
                <a:lnTo>
                  <a:pt x="94149" y="40454"/>
                </a:lnTo>
                <a:lnTo>
                  <a:pt x="96667" y="40454"/>
                </a:lnTo>
                <a:lnTo>
                  <a:pt x="94149" y="2924"/>
                </a:lnTo>
                <a:lnTo>
                  <a:pt x="91306" y="2924"/>
                </a:lnTo>
                <a:lnTo>
                  <a:pt x="91229" y="3246"/>
                </a:lnTo>
                <a:lnTo>
                  <a:pt x="91148" y="3562"/>
                </a:lnTo>
                <a:lnTo>
                  <a:pt x="91063" y="3873"/>
                </a:lnTo>
                <a:close/>
                <a:moveTo>
                  <a:pt x="223262" y="8460"/>
                </a:moveTo>
                <a:lnTo>
                  <a:pt x="223631" y="8468"/>
                </a:lnTo>
                <a:lnTo>
                  <a:pt x="223993" y="8480"/>
                </a:lnTo>
                <a:lnTo>
                  <a:pt x="224345" y="8494"/>
                </a:lnTo>
                <a:lnTo>
                  <a:pt x="224690" y="8510"/>
                </a:lnTo>
                <a:lnTo>
                  <a:pt x="225026" y="8529"/>
                </a:lnTo>
                <a:lnTo>
                  <a:pt x="225353" y="8550"/>
                </a:lnTo>
                <a:lnTo>
                  <a:pt x="225672" y="8574"/>
                </a:lnTo>
                <a:lnTo>
                  <a:pt x="225983" y="8601"/>
                </a:lnTo>
                <a:lnTo>
                  <a:pt x="226285" y="8630"/>
                </a:lnTo>
                <a:lnTo>
                  <a:pt x="226579" y="8661"/>
                </a:lnTo>
                <a:lnTo>
                  <a:pt x="226864" y="8695"/>
                </a:lnTo>
                <a:lnTo>
                  <a:pt x="227140" y="8732"/>
                </a:lnTo>
                <a:lnTo>
                  <a:pt x="227409" y="8771"/>
                </a:lnTo>
                <a:lnTo>
                  <a:pt x="227668" y="8812"/>
                </a:lnTo>
                <a:lnTo>
                  <a:pt x="227920" y="8857"/>
                </a:lnTo>
                <a:lnTo>
                  <a:pt x="228163" y="8903"/>
                </a:lnTo>
                <a:lnTo>
                  <a:pt x="228397" y="8952"/>
                </a:lnTo>
                <a:lnTo>
                  <a:pt x="228623" y="9004"/>
                </a:lnTo>
                <a:lnTo>
                  <a:pt x="228840" y="9058"/>
                </a:lnTo>
                <a:lnTo>
                  <a:pt x="229049" y="9115"/>
                </a:lnTo>
                <a:lnTo>
                  <a:pt x="229250" y="9174"/>
                </a:lnTo>
                <a:lnTo>
                  <a:pt x="229645" y="9302"/>
                </a:lnTo>
                <a:lnTo>
                  <a:pt x="230033" y="9431"/>
                </a:lnTo>
                <a:lnTo>
                  <a:pt x="230412" y="9561"/>
                </a:lnTo>
                <a:lnTo>
                  <a:pt x="230783" y="9692"/>
                </a:lnTo>
                <a:lnTo>
                  <a:pt x="231146" y="9824"/>
                </a:lnTo>
                <a:lnTo>
                  <a:pt x="231502" y="9956"/>
                </a:lnTo>
                <a:lnTo>
                  <a:pt x="231849" y="10089"/>
                </a:lnTo>
                <a:lnTo>
                  <a:pt x="232188" y="10223"/>
                </a:lnTo>
                <a:lnTo>
                  <a:pt x="232519" y="10358"/>
                </a:lnTo>
                <a:lnTo>
                  <a:pt x="232842" y="10494"/>
                </a:lnTo>
                <a:lnTo>
                  <a:pt x="233157" y="10630"/>
                </a:lnTo>
                <a:lnTo>
                  <a:pt x="233464" y="10768"/>
                </a:lnTo>
                <a:lnTo>
                  <a:pt x="233763" y="10906"/>
                </a:lnTo>
                <a:lnTo>
                  <a:pt x="234054" y="11045"/>
                </a:lnTo>
                <a:lnTo>
                  <a:pt x="234336" y="11185"/>
                </a:lnTo>
                <a:lnTo>
                  <a:pt x="234611" y="11326"/>
                </a:lnTo>
                <a:lnTo>
                  <a:pt x="234878" y="11467"/>
                </a:lnTo>
                <a:lnTo>
                  <a:pt x="235137" y="11610"/>
                </a:lnTo>
                <a:lnTo>
                  <a:pt x="235387" y="11753"/>
                </a:lnTo>
                <a:lnTo>
                  <a:pt x="235630" y="11897"/>
                </a:lnTo>
                <a:lnTo>
                  <a:pt x="235865" y="12042"/>
                </a:lnTo>
                <a:lnTo>
                  <a:pt x="236091" y="12188"/>
                </a:lnTo>
                <a:lnTo>
                  <a:pt x="236310" y="12334"/>
                </a:lnTo>
                <a:lnTo>
                  <a:pt x="236520" y="12482"/>
                </a:lnTo>
                <a:lnTo>
                  <a:pt x="236731" y="12636"/>
                </a:lnTo>
                <a:lnTo>
                  <a:pt x="236949" y="12804"/>
                </a:lnTo>
                <a:lnTo>
                  <a:pt x="237176" y="12985"/>
                </a:lnTo>
                <a:lnTo>
                  <a:pt x="237410" y="13179"/>
                </a:lnTo>
                <a:lnTo>
                  <a:pt x="237653" y="13386"/>
                </a:lnTo>
                <a:lnTo>
                  <a:pt x="237904" y="13606"/>
                </a:lnTo>
                <a:lnTo>
                  <a:pt x="238162" y="13839"/>
                </a:lnTo>
                <a:lnTo>
                  <a:pt x="238429" y="14086"/>
                </a:lnTo>
                <a:lnTo>
                  <a:pt x="238704" y="14346"/>
                </a:lnTo>
                <a:lnTo>
                  <a:pt x="238987" y="14619"/>
                </a:lnTo>
                <a:lnTo>
                  <a:pt x="239278" y="14905"/>
                </a:lnTo>
                <a:lnTo>
                  <a:pt x="239577" y="15204"/>
                </a:lnTo>
                <a:lnTo>
                  <a:pt x="239884" y="15516"/>
                </a:lnTo>
                <a:lnTo>
                  <a:pt x="240199" y="15842"/>
                </a:lnTo>
                <a:lnTo>
                  <a:pt x="240522" y="16180"/>
                </a:lnTo>
                <a:lnTo>
                  <a:pt x="240853" y="16532"/>
                </a:lnTo>
                <a:lnTo>
                  <a:pt x="241192" y="16897"/>
                </a:lnTo>
                <a:lnTo>
                  <a:pt x="241539" y="17275"/>
                </a:lnTo>
                <a:lnTo>
                  <a:pt x="241894" y="17667"/>
                </a:lnTo>
                <a:lnTo>
                  <a:pt x="242257" y="18071"/>
                </a:lnTo>
                <a:lnTo>
                  <a:pt x="242629" y="18489"/>
                </a:lnTo>
                <a:lnTo>
                  <a:pt x="243008" y="18920"/>
                </a:lnTo>
                <a:lnTo>
                  <a:pt x="243395" y="19364"/>
                </a:lnTo>
                <a:lnTo>
                  <a:pt x="243791" y="19821"/>
                </a:lnTo>
                <a:lnTo>
                  <a:pt x="243791" y="96342"/>
                </a:lnTo>
                <a:lnTo>
                  <a:pt x="243787" y="97102"/>
                </a:lnTo>
                <a:lnTo>
                  <a:pt x="243778" y="97839"/>
                </a:lnTo>
                <a:lnTo>
                  <a:pt x="243763" y="98553"/>
                </a:lnTo>
                <a:lnTo>
                  <a:pt x="243741" y="99244"/>
                </a:lnTo>
                <a:lnTo>
                  <a:pt x="243713" y="99912"/>
                </a:lnTo>
                <a:lnTo>
                  <a:pt x="243679" y="100556"/>
                </a:lnTo>
                <a:lnTo>
                  <a:pt x="243639" y="101177"/>
                </a:lnTo>
                <a:lnTo>
                  <a:pt x="243592" y="101776"/>
                </a:lnTo>
                <a:lnTo>
                  <a:pt x="243539" y="102351"/>
                </a:lnTo>
                <a:lnTo>
                  <a:pt x="243480" y="102903"/>
                </a:lnTo>
                <a:lnTo>
                  <a:pt x="243415" y="103432"/>
                </a:lnTo>
                <a:lnTo>
                  <a:pt x="243344" y="103937"/>
                </a:lnTo>
                <a:lnTo>
                  <a:pt x="243266" y="104420"/>
                </a:lnTo>
                <a:lnTo>
                  <a:pt x="243182" y="104879"/>
                </a:lnTo>
                <a:lnTo>
                  <a:pt x="243092" y="105316"/>
                </a:lnTo>
                <a:lnTo>
                  <a:pt x="242996" y="105729"/>
                </a:lnTo>
                <a:lnTo>
                  <a:pt x="242894" y="106119"/>
                </a:lnTo>
                <a:lnTo>
                  <a:pt x="242785" y="106486"/>
                </a:lnTo>
                <a:lnTo>
                  <a:pt x="242671" y="106830"/>
                </a:lnTo>
                <a:lnTo>
                  <a:pt x="242550" y="107151"/>
                </a:lnTo>
                <a:lnTo>
                  <a:pt x="242422" y="107448"/>
                </a:lnTo>
                <a:lnTo>
                  <a:pt x="242289" y="107723"/>
                </a:lnTo>
                <a:lnTo>
                  <a:pt x="242149" y="107974"/>
                </a:lnTo>
                <a:lnTo>
                  <a:pt x="242003" y="108202"/>
                </a:lnTo>
                <a:lnTo>
                  <a:pt x="241753" y="108547"/>
                </a:lnTo>
                <a:lnTo>
                  <a:pt x="241487" y="108877"/>
                </a:lnTo>
                <a:lnTo>
                  <a:pt x="241208" y="109192"/>
                </a:lnTo>
                <a:lnTo>
                  <a:pt x="240914" y="109493"/>
                </a:lnTo>
                <a:lnTo>
                  <a:pt x="240605" y="109779"/>
                </a:lnTo>
                <a:lnTo>
                  <a:pt x="240282" y="110050"/>
                </a:lnTo>
                <a:lnTo>
                  <a:pt x="239945" y="110307"/>
                </a:lnTo>
                <a:lnTo>
                  <a:pt x="239594" y="110549"/>
                </a:lnTo>
                <a:lnTo>
                  <a:pt x="239228" y="110776"/>
                </a:lnTo>
                <a:lnTo>
                  <a:pt x="238847" y="110989"/>
                </a:lnTo>
                <a:lnTo>
                  <a:pt x="238452" y="111187"/>
                </a:lnTo>
                <a:lnTo>
                  <a:pt x="238043" y="111370"/>
                </a:lnTo>
                <a:lnTo>
                  <a:pt x="237620" y="111539"/>
                </a:lnTo>
                <a:lnTo>
                  <a:pt x="237182" y="111693"/>
                </a:lnTo>
                <a:lnTo>
                  <a:pt x="236730" y="111832"/>
                </a:lnTo>
                <a:lnTo>
                  <a:pt x="236263" y="111957"/>
                </a:lnTo>
                <a:lnTo>
                  <a:pt x="235782" y="112067"/>
                </a:lnTo>
                <a:lnTo>
                  <a:pt x="235287" y="112162"/>
                </a:lnTo>
                <a:lnTo>
                  <a:pt x="234777" y="112243"/>
                </a:lnTo>
                <a:lnTo>
                  <a:pt x="234252" y="112309"/>
                </a:lnTo>
                <a:lnTo>
                  <a:pt x="233714" y="112360"/>
                </a:lnTo>
                <a:lnTo>
                  <a:pt x="233161" y="112397"/>
                </a:lnTo>
                <a:lnTo>
                  <a:pt x="232594" y="112419"/>
                </a:lnTo>
                <a:lnTo>
                  <a:pt x="232012" y="112426"/>
                </a:lnTo>
                <a:lnTo>
                  <a:pt x="228194" y="112426"/>
                </a:lnTo>
                <a:lnTo>
                  <a:pt x="228194" y="115513"/>
                </a:lnTo>
                <a:lnTo>
                  <a:pt x="266536" y="115513"/>
                </a:lnTo>
                <a:lnTo>
                  <a:pt x="266536" y="112426"/>
                </a:lnTo>
                <a:lnTo>
                  <a:pt x="262637" y="112426"/>
                </a:lnTo>
                <a:lnTo>
                  <a:pt x="262108" y="112420"/>
                </a:lnTo>
                <a:lnTo>
                  <a:pt x="261590" y="112402"/>
                </a:lnTo>
                <a:lnTo>
                  <a:pt x="261084" y="112373"/>
                </a:lnTo>
                <a:lnTo>
                  <a:pt x="260590" y="112331"/>
                </a:lnTo>
                <a:lnTo>
                  <a:pt x="260107" y="112278"/>
                </a:lnTo>
                <a:lnTo>
                  <a:pt x="259636" y="112213"/>
                </a:lnTo>
                <a:lnTo>
                  <a:pt x="259176" y="112136"/>
                </a:lnTo>
                <a:lnTo>
                  <a:pt x="258728" y="112047"/>
                </a:lnTo>
                <a:lnTo>
                  <a:pt x="258292" y="111946"/>
                </a:lnTo>
                <a:lnTo>
                  <a:pt x="257867" y="111834"/>
                </a:lnTo>
                <a:lnTo>
                  <a:pt x="257454" y="111709"/>
                </a:lnTo>
                <a:lnTo>
                  <a:pt x="257052" y="111573"/>
                </a:lnTo>
                <a:lnTo>
                  <a:pt x="256662" y="111425"/>
                </a:lnTo>
                <a:lnTo>
                  <a:pt x="256283" y="111265"/>
                </a:lnTo>
                <a:lnTo>
                  <a:pt x="255916" y="111093"/>
                </a:lnTo>
                <a:lnTo>
                  <a:pt x="255560" y="110910"/>
                </a:lnTo>
                <a:lnTo>
                  <a:pt x="255216" y="110714"/>
                </a:lnTo>
                <a:lnTo>
                  <a:pt x="254884" y="110507"/>
                </a:lnTo>
                <a:lnTo>
                  <a:pt x="254563" y="110288"/>
                </a:lnTo>
                <a:lnTo>
                  <a:pt x="254254" y="110057"/>
                </a:lnTo>
                <a:lnTo>
                  <a:pt x="253956" y="109814"/>
                </a:lnTo>
                <a:lnTo>
                  <a:pt x="253670" y="109559"/>
                </a:lnTo>
                <a:lnTo>
                  <a:pt x="253395" y="109293"/>
                </a:lnTo>
                <a:lnTo>
                  <a:pt x="253132" y="109014"/>
                </a:lnTo>
                <a:lnTo>
                  <a:pt x="252953" y="108791"/>
                </a:lnTo>
                <a:lnTo>
                  <a:pt x="252782" y="108542"/>
                </a:lnTo>
                <a:lnTo>
                  <a:pt x="252618" y="108266"/>
                </a:lnTo>
                <a:lnTo>
                  <a:pt x="252462" y="107963"/>
                </a:lnTo>
                <a:lnTo>
                  <a:pt x="252314" y="107634"/>
                </a:lnTo>
                <a:lnTo>
                  <a:pt x="252173" y="107278"/>
                </a:lnTo>
                <a:lnTo>
                  <a:pt x="252040" y="106896"/>
                </a:lnTo>
                <a:lnTo>
                  <a:pt x="251914" y="106487"/>
                </a:lnTo>
                <a:lnTo>
                  <a:pt x="251796" y="106052"/>
                </a:lnTo>
                <a:lnTo>
                  <a:pt x="251685" y="105590"/>
                </a:lnTo>
                <a:lnTo>
                  <a:pt x="251583" y="105102"/>
                </a:lnTo>
                <a:lnTo>
                  <a:pt x="251487" y="104587"/>
                </a:lnTo>
                <a:lnTo>
                  <a:pt x="251400" y="104046"/>
                </a:lnTo>
                <a:lnTo>
                  <a:pt x="251320" y="103478"/>
                </a:lnTo>
                <a:lnTo>
                  <a:pt x="251247" y="102884"/>
                </a:lnTo>
                <a:lnTo>
                  <a:pt x="251183" y="102263"/>
                </a:lnTo>
                <a:lnTo>
                  <a:pt x="251126" y="101616"/>
                </a:lnTo>
                <a:lnTo>
                  <a:pt x="251076" y="100942"/>
                </a:lnTo>
                <a:lnTo>
                  <a:pt x="251034" y="100242"/>
                </a:lnTo>
                <a:lnTo>
                  <a:pt x="251000" y="99515"/>
                </a:lnTo>
                <a:lnTo>
                  <a:pt x="250973" y="98761"/>
                </a:lnTo>
                <a:lnTo>
                  <a:pt x="250954" y="97981"/>
                </a:lnTo>
                <a:lnTo>
                  <a:pt x="250943" y="97175"/>
                </a:lnTo>
                <a:lnTo>
                  <a:pt x="250939" y="96342"/>
                </a:lnTo>
                <a:lnTo>
                  <a:pt x="250939" y="28558"/>
                </a:lnTo>
                <a:lnTo>
                  <a:pt x="323561" y="117300"/>
                </a:lnTo>
                <a:lnTo>
                  <a:pt x="326486" y="117300"/>
                </a:lnTo>
                <a:lnTo>
                  <a:pt x="326486" y="24532"/>
                </a:lnTo>
                <a:lnTo>
                  <a:pt x="326489" y="23772"/>
                </a:lnTo>
                <a:lnTo>
                  <a:pt x="326498" y="23035"/>
                </a:lnTo>
                <a:lnTo>
                  <a:pt x="326513" y="22321"/>
                </a:lnTo>
                <a:lnTo>
                  <a:pt x="326535" y="21630"/>
                </a:lnTo>
                <a:lnTo>
                  <a:pt x="326563" y="20963"/>
                </a:lnTo>
                <a:lnTo>
                  <a:pt x="326597" y="20318"/>
                </a:lnTo>
                <a:lnTo>
                  <a:pt x="326638" y="19697"/>
                </a:lnTo>
                <a:lnTo>
                  <a:pt x="326684" y="19099"/>
                </a:lnTo>
                <a:lnTo>
                  <a:pt x="326737" y="18524"/>
                </a:lnTo>
                <a:lnTo>
                  <a:pt x="326796" y="17972"/>
                </a:lnTo>
                <a:lnTo>
                  <a:pt x="326861" y="17443"/>
                </a:lnTo>
                <a:lnTo>
                  <a:pt x="326932" y="16937"/>
                </a:lnTo>
                <a:lnTo>
                  <a:pt x="327010" y="16454"/>
                </a:lnTo>
                <a:lnTo>
                  <a:pt x="327094" y="15995"/>
                </a:lnTo>
                <a:lnTo>
                  <a:pt x="327184" y="15559"/>
                </a:lnTo>
                <a:lnTo>
                  <a:pt x="327280" y="15145"/>
                </a:lnTo>
                <a:lnTo>
                  <a:pt x="327382" y="14755"/>
                </a:lnTo>
                <a:lnTo>
                  <a:pt x="327491" y="14388"/>
                </a:lnTo>
                <a:lnTo>
                  <a:pt x="327606" y="14045"/>
                </a:lnTo>
                <a:lnTo>
                  <a:pt x="327727" y="13724"/>
                </a:lnTo>
                <a:lnTo>
                  <a:pt x="327854" y="13426"/>
                </a:lnTo>
                <a:lnTo>
                  <a:pt x="327987" y="13152"/>
                </a:lnTo>
                <a:lnTo>
                  <a:pt x="328127" y="12901"/>
                </a:lnTo>
                <a:lnTo>
                  <a:pt x="328273" y="12672"/>
                </a:lnTo>
                <a:lnTo>
                  <a:pt x="328523" y="12328"/>
                </a:lnTo>
                <a:lnTo>
                  <a:pt x="328788" y="11998"/>
                </a:lnTo>
                <a:lnTo>
                  <a:pt x="329067" y="11682"/>
                </a:lnTo>
                <a:lnTo>
                  <a:pt x="329360" y="11382"/>
                </a:lnTo>
                <a:lnTo>
                  <a:pt x="329667" y="11096"/>
                </a:lnTo>
                <a:lnTo>
                  <a:pt x="329989" y="10824"/>
                </a:lnTo>
                <a:lnTo>
                  <a:pt x="330324" y="10568"/>
                </a:lnTo>
                <a:lnTo>
                  <a:pt x="330674" y="10326"/>
                </a:lnTo>
                <a:lnTo>
                  <a:pt x="331037" y="10098"/>
                </a:lnTo>
                <a:lnTo>
                  <a:pt x="331415" y="9886"/>
                </a:lnTo>
                <a:lnTo>
                  <a:pt x="331807" y="9688"/>
                </a:lnTo>
                <a:lnTo>
                  <a:pt x="332212" y="9504"/>
                </a:lnTo>
                <a:lnTo>
                  <a:pt x="332632" y="9336"/>
                </a:lnTo>
                <a:lnTo>
                  <a:pt x="333067" y="9182"/>
                </a:lnTo>
                <a:lnTo>
                  <a:pt x="333515" y="9042"/>
                </a:lnTo>
                <a:lnTo>
                  <a:pt x="333977" y="8918"/>
                </a:lnTo>
                <a:lnTo>
                  <a:pt x="334453" y="8808"/>
                </a:lnTo>
                <a:lnTo>
                  <a:pt x="334944" y="8712"/>
                </a:lnTo>
                <a:lnTo>
                  <a:pt x="335449" y="8632"/>
                </a:lnTo>
                <a:lnTo>
                  <a:pt x="335967" y="8566"/>
                </a:lnTo>
                <a:lnTo>
                  <a:pt x="336500" y="8514"/>
                </a:lnTo>
                <a:lnTo>
                  <a:pt x="337047" y="8478"/>
                </a:lnTo>
                <a:lnTo>
                  <a:pt x="337608" y="8456"/>
                </a:lnTo>
                <a:lnTo>
                  <a:pt x="338183" y="8448"/>
                </a:lnTo>
                <a:lnTo>
                  <a:pt x="342082" y="8448"/>
                </a:lnTo>
                <a:lnTo>
                  <a:pt x="342082" y="5361"/>
                </a:lnTo>
                <a:lnTo>
                  <a:pt x="303740" y="5361"/>
                </a:lnTo>
                <a:lnTo>
                  <a:pt x="303740" y="8448"/>
                </a:lnTo>
                <a:lnTo>
                  <a:pt x="307558" y="8448"/>
                </a:lnTo>
                <a:lnTo>
                  <a:pt x="308094" y="8454"/>
                </a:lnTo>
                <a:lnTo>
                  <a:pt x="308617" y="8472"/>
                </a:lnTo>
                <a:lnTo>
                  <a:pt x="309128" y="8502"/>
                </a:lnTo>
                <a:lnTo>
                  <a:pt x="309627" y="8543"/>
                </a:lnTo>
                <a:lnTo>
                  <a:pt x="310114" y="8596"/>
                </a:lnTo>
                <a:lnTo>
                  <a:pt x="310589" y="8661"/>
                </a:lnTo>
                <a:lnTo>
                  <a:pt x="311052" y="8738"/>
                </a:lnTo>
                <a:lnTo>
                  <a:pt x="311503" y="8827"/>
                </a:lnTo>
                <a:lnTo>
                  <a:pt x="311941" y="8928"/>
                </a:lnTo>
                <a:lnTo>
                  <a:pt x="312367" y="9041"/>
                </a:lnTo>
                <a:lnTo>
                  <a:pt x="312782" y="9165"/>
                </a:lnTo>
                <a:lnTo>
                  <a:pt x="313184" y="9301"/>
                </a:lnTo>
                <a:lnTo>
                  <a:pt x="313574" y="9449"/>
                </a:lnTo>
                <a:lnTo>
                  <a:pt x="313951" y="9609"/>
                </a:lnTo>
                <a:lnTo>
                  <a:pt x="314317" y="9781"/>
                </a:lnTo>
                <a:lnTo>
                  <a:pt x="314671" y="9965"/>
                </a:lnTo>
                <a:lnTo>
                  <a:pt x="315012" y="10160"/>
                </a:lnTo>
                <a:lnTo>
                  <a:pt x="315341" y="10367"/>
                </a:lnTo>
                <a:lnTo>
                  <a:pt x="315659" y="10586"/>
                </a:lnTo>
                <a:lnTo>
                  <a:pt x="315964" y="10818"/>
                </a:lnTo>
                <a:lnTo>
                  <a:pt x="316257" y="11060"/>
                </a:lnTo>
                <a:lnTo>
                  <a:pt x="316537" y="11315"/>
                </a:lnTo>
                <a:lnTo>
                  <a:pt x="316806" y="11582"/>
                </a:lnTo>
                <a:lnTo>
                  <a:pt x="317063" y="11860"/>
                </a:lnTo>
                <a:lnTo>
                  <a:pt x="317248" y="12083"/>
                </a:lnTo>
                <a:lnTo>
                  <a:pt x="317426" y="12333"/>
                </a:lnTo>
                <a:lnTo>
                  <a:pt x="317596" y="12609"/>
                </a:lnTo>
                <a:lnTo>
                  <a:pt x="317758" y="12912"/>
                </a:lnTo>
                <a:lnTo>
                  <a:pt x="317912" y="13241"/>
                </a:lnTo>
                <a:lnTo>
                  <a:pt x="318058" y="13596"/>
                </a:lnTo>
                <a:lnTo>
                  <a:pt x="318196" y="13979"/>
                </a:lnTo>
                <a:lnTo>
                  <a:pt x="318326" y="14387"/>
                </a:lnTo>
                <a:lnTo>
                  <a:pt x="318449" y="14822"/>
                </a:lnTo>
                <a:lnTo>
                  <a:pt x="318563" y="15284"/>
                </a:lnTo>
                <a:lnTo>
                  <a:pt x="318670" y="15772"/>
                </a:lnTo>
                <a:lnTo>
                  <a:pt x="318768" y="16287"/>
                </a:lnTo>
                <a:lnTo>
                  <a:pt x="318859" y="16828"/>
                </a:lnTo>
                <a:lnTo>
                  <a:pt x="318942" y="17396"/>
                </a:lnTo>
                <a:lnTo>
                  <a:pt x="319017" y="17991"/>
                </a:lnTo>
                <a:lnTo>
                  <a:pt x="319084" y="18611"/>
                </a:lnTo>
                <a:lnTo>
                  <a:pt x="319144" y="19259"/>
                </a:lnTo>
                <a:lnTo>
                  <a:pt x="319195" y="19933"/>
                </a:lnTo>
                <a:lnTo>
                  <a:pt x="319238" y="20633"/>
                </a:lnTo>
                <a:lnTo>
                  <a:pt x="319274" y="21360"/>
                </a:lnTo>
                <a:lnTo>
                  <a:pt x="319302" y="22113"/>
                </a:lnTo>
                <a:lnTo>
                  <a:pt x="319321" y="22893"/>
                </a:lnTo>
                <a:lnTo>
                  <a:pt x="319333" y="23699"/>
                </a:lnTo>
                <a:lnTo>
                  <a:pt x="319337" y="24532"/>
                </a:lnTo>
                <a:lnTo>
                  <a:pt x="319337" y="87975"/>
                </a:lnTo>
                <a:lnTo>
                  <a:pt x="251995" y="5361"/>
                </a:lnTo>
                <a:lnTo>
                  <a:pt x="222101" y="5361"/>
                </a:lnTo>
                <a:lnTo>
                  <a:pt x="222101" y="8448"/>
                </a:lnTo>
                <a:lnTo>
                  <a:pt x="222497" y="8449"/>
                </a:lnTo>
                <a:lnTo>
                  <a:pt x="222883" y="8453"/>
                </a:lnTo>
                <a:lnTo>
                  <a:pt x="223262" y="8460"/>
                </a:lnTo>
                <a:close/>
                <a:moveTo>
                  <a:pt x="515051" y="17908"/>
                </a:moveTo>
                <a:lnTo>
                  <a:pt x="514786" y="18549"/>
                </a:lnTo>
                <a:lnTo>
                  <a:pt x="514526" y="19173"/>
                </a:lnTo>
                <a:lnTo>
                  <a:pt x="514271" y="19779"/>
                </a:lnTo>
                <a:lnTo>
                  <a:pt x="514022" y="20367"/>
                </a:lnTo>
                <a:lnTo>
                  <a:pt x="513777" y="20937"/>
                </a:lnTo>
                <a:lnTo>
                  <a:pt x="513538" y="21489"/>
                </a:lnTo>
                <a:lnTo>
                  <a:pt x="513303" y="22024"/>
                </a:lnTo>
                <a:lnTo>
                  <a:pt x="513074" y="22540"/>
                </a:lnTo>
                <a:lnTo>
                  <a:pt x="512850" y="23039"/>
                </a:lnTo>
                <a:lnTo>
                  <a:pt x="512631" y="23520"/>
                </a:lnTo>
                <a:lnTo>
                  <a:pt x="512416" y="23983"/>
                </a:lnTo>
                <a:lnTo>
                  <a:pt x="512207" y="24429"/>
                </a:lnTo>
                <a:lnTo>
                  <a:pt x="512004" y="24856"/>
                </a:lnTo>
                <a:lnTo>
                  <a:pt x="511805" y="25266"/>
                </a:lnTo>
                <a:lnTo>
                  <a:pt x="511611" y="25657"/>
                </a:lnTo>
                <a:lnTo>
                  <a:pt x="511422" y="26031"/>
                </a:lnTo>
                <a:lnTo>
                  <a:pt x="511239" y="26388"/>
                </a:lnTo>
                <a:lnTo>
                  <a:pt x="511060" y="26726"/>
                </a:lnTo>
                <a:lnTo>
                  <a:pt x="510887" y="27046"/>
                </a:lnTo>
                <a:lnTo>
                  <a:pt x="510718" y="27349"/>
                </a:lnTo>
                <a:lnTo>
                  <a:pt x="510555" y="27634"/>
                </a:lnTo>
                <a:lnTo>
                  <a:pt x="510397" y="27901"/>
                </a:lnTo>
                <a:lnTo>
                  <a:pt x="510090" y="28387"/>
                </a:lnTo>
                <a:lnTo>
                  <a:pt x="509780" y="28867"/>
                </a:lnTo>
                <a:lnTo>
                  <a:pt x="509467" y="29342"/>
                </a:lnTo>
                <a:lnTo>
                  <a:pt x="509150" y="29811"/>
                </a:lnTo>
                <a:lnTo>
                  <a:pt x="508829" y="30275"/>
                </a:lnTo>
                <a:lnTo>
                  <a:pt x="508505" y="30732"/>
                </a:lnTo>
                <a:lnTo>
                  <a:pt x="508178" y="31185"/>
                </a:lnTo>
                <a:lnTo>
                  <a:pt x="507847" y="31631"/>
                </a:lnTo>
                <a:lnTo>
                  <a:pt x="507512" y="32072"/>
                </a:lnTo>
                <a:lnTo>
                  <a:pt x="507174" y="32507"/>
                </a:lnTo>
                <a:lnTo>
                  <a:pt x="506833" y="32937"/>
                </a:lnTo>
                <a:lnTo>
                  <a:pt x="506487" y="33361"/>
                </a:lnTo>
                <a:lnTo>
                  <a:pt x="506139" y="33779"/>
                </a:lnTo>
                <a:lnTo>
                  <a:pt x="505786" y="34192"/>
                </a:lnTo>
                <a:lnTo>
                  <a:pt x="505431" y="34598"/>
                </a:lnTo>
                <a:lnTo>
                  <a:pt x="505071" y="35000"/>
                </a:lnTo>
                <a:lnTo>
                  <a:pt x="504709" y="35395"/>
                </a:lnTo>
                <a:lnTo>
                  <a:pt x="504342" y="35785"/>
                </a:lnTo>
                <a:lnTo>
                  <a:pt x="503972" y="36170"/>
                </a:lnTo>
                <a:lnTo>
                  <a:pt x="503599" y="36548"/>
                </a:lnTo>
                <a:lnTo>
                  <a:pt x="503222" y="36922"/>
                </a:lnTo>
                <a:lnTo>
                  <a:pt x="502842" y="37289"/>
                </a:lnTo>
                <a:lnTo>
                  <a:pt x="502458" y="37651"/>
                </a:lnTo>
                <a:lnTo>
                  <a:pt x="502070" y="38007"/>
                </a:lnTo>
                <a:lnTo>
                  <a:pt x="501681" y="38356"/>
                </a:lnTo>
                <a:lnTo>
                  <a:pt x="501293" y="38696"/>
                </a:lnTo>
                <a:lnTo>
                  <a:pt x="500906" y="39028"/>
                </a:lnTo>
                <a:lnTo>
                  <a:pt x="500519" y="39352"/>
                </a:lnTo>
                <a:lnTo>
                  <a:pt x="500133" y="39666"/>
                </a:lnTo>
                <a:lnTo>
                  <a:pt x="499748" y="39973"/>
                </a:lnTo>
                <a:lnTo>
                  <a:pt x="499363" y="40270"/>
                </a:lnTo>
                <a:lnTo>
                  <a:pt x="498979" y="40559"/>
                </a:lnTo>
                <a:lnTo>
                  <a:pt x="498596" y="40840"/>
                </a:lnTo>
                <a:lnTo>
                  <a:pt x="498213" y="41112"/>
                </a:lnTo>
                <a:lnTo>
                  <a:pt x="497831" y="41376"/>
                </a:lnTo>
                <a:lnTo>
                  <a:pt x="497450" y="41631"/>
                </a:lnTo>
                <a:lnTo>
                  <a:pt x="497070" y="41877"/>
                </a:lnTo>
                <a:lnTo>
                  <a:pt x="496690" y="42115"/>
                </a:lnTo>
                <a:lnTo>
                  <a:pt x="496311" y="42344"/>
                </a:lnTo>
                <a:lnTo>
                  <a:pt x="495933" y="42565"/>
                </a:lnTo>
                <a:lnTo>
                  <a:pt x="495555" y="42777"/>
                </a:lnTo>
                <a:lnTo>
                  <a:pt x="495178" y="42981"/>
                </a:lnTo>
                <a:lnTo>
                  <a:pt x="494802" y="43176"/>
                </a:lnTo>
                <a:lnTo>
                  <a:pt x="494427" y="43362"/>
                </a:lnTo>
                <a:lnTo>
                  <a:pt x="494052" y="43540"/>
                </a:lnTo>
                <a:lnTo>
                  <a:pt x="493678" y="43710"/>
                </a:lnTo>
                <a:lnTo>
                  <a:pt x="493304" y="43871"/>
                </a:lnTo>
                <a:lnTo>
                  <a:pt x="492932" y="44023"/>
                </a:lnTo>
                <a:lnTo>
                  <a:pt x="492932" y="46628"/>
                </a:lnTo>
                <a:lnTo>
                  <a:pt x="504710" y="46628"/>
                </a:lnTo>
                <a:lnTo>
                  <a:pt x="504710" y="96842"/>
                </a:lnTo>
                <a:lnTo>
                  <a:pt x="504713" y="97507"/>
                </a:lnTo>
                <a:lnTo>
                  <a:pt x="504722" y="98158"/>
                </a:lnTo>
                <a:lnTo>
                  <a:pt x="504737" y="98794"/>
                </a:lnTo>
                <a:lnTo>
                  <a:pt x="504758" y="99416"/>
                </a:lnTo>
                <a:lnTo>
                  <a:pt x="504784" y="100022"/>
                </a:lnTo>
                <a:lnTo>
                  <a:pt x="504817" y="100615"/>
                </a:lnTo>
                <a:lnTo>
                  <a:pt x="504855" y="101192"/>
                </a:lnTo>
                <a:lnTo>
                  <a:pt x="504900" y="101756"/>
                </a:lnTo>
                <a:lnTo>
                  <a:pt x="504950" y="102304"/>
                </a:lnTo>
                <a:lnTo>
                  <a:pt x="505007" y="102838"/>
                </a:lnTo>
                <a:lnTo>
                  <a:pt x="505069" y="103358"/>
                </a:lnTo>
                <a:lnTo>
                  <a:pt x="505137" y="103862"/>
                </a:lnTo>
                <a:lnTo>
                  <a:pt x="505211" y="104353"/>
                </a:lnTo>
                <a:lnTo>
                  <a:pt x="505291" y="104828"/>
                </a:lnTo>
                <a:lnTo>
                  <a:pt x="505377" y="105290"/>
                </a:lnTo>
                <a:lnTo>
                  <a:pt x="505469" y="105736"/>
                </a:lnTo>
                <a:lnTo>
                  <a:pt x="505566" y="106168"/>
                </a:lnTo>
                <a:lnTo>
                  <a:pt x="505670" y="106585"/>
                </a:lnTo>
                <a:lnTo>
                  <a:pt x="505780" y="106988"/>
                </a:lnTo>
                <a:lnTo>
                  <a:pt x="505895" y="107376"/>
                </a:lnTo>
                <a:lnTo>
                  <a:pt x="506016" y="107750"/>
                </a:lnTo>
                <a:lnTo>
                  <a:pt x="506144" y="108109"/>
                </a:lnTo>
                <a:lnTo>
                  <a:pt x="506277" y="108454"/>
                </a:lnTo>
                <a:lnTo>
                  <a:pt x="506416" y="108783"/>
                </a:lnTo>
                <a:lnTo>
                  <a:pt x="506562" y="109103"/>
                </a:lnTo>
                <a:lnTo>
                  <a:pt x="506714" y="109416"/>
                </a:lnTo>
                <a:lnTo>
                  <a:pt x="506872" y="109723"/>
                </a:lnTo>
                <a:lnTo>
                  <a:pt x="507037" y="110024"/>
                </a:lnTo>
                <a:lnTo>
                  <a:pt x="507208" y="110319"/>
                </a:lnTo>
                <a:lnTo>
                  <a:pt x="507386" y="110607"/>
                </a:lnTo>
                <a:lnTo>
                  <a:pt x="507570" y="110889"/>
                </a:lnTo>
                <a:lnTo>
                  <a:pt x="507761" y="111165"/>
                </a:lnTo>
                <a:lnTo>
                  <a:pt x="507958" y="111435"/>
                </a:lnTo>
                <a:lnTo>
                  <a:pt x="508162" y="111698"/>
                </a:lnTo>
                <a:lnTo>
                  <a:pt x="508372" y="111956"/>
                </a:lnTo>
                <a:lnTo>
                  <a:pt x="508589" y="112207"/>
                </a:lnTo>
                <a:lnTo>
                  <a:pt x="508812" y="112451"/>
                </a:lnTo>
                <a:lnTo>
                  <a:pt x="509042" y="112690"/>
                </a:lnTo>
                <a:lnTo>
                  <a:pt x="509278" y="112922"/>
                </a:lnTo>
                <a:lnTo>
                  <a:pt x="509521" y="113149"/>
                </a:lnTo>
                <a:lnTo>
                  <a:pt x="509770" y="113368"/>
                </a:lnTo>
                <a:lnTo>
                  <a:pt x="510026" y="113582"/>
                </a:lnTo>
                <a:lnTo>
                  <a:pt x="510288" y="113790"/>
                </a:lnTo>
                <a:lnTo>
                  <a:pt x="510557" y="113991"/>
                </a:lnTo>
                <a:lnTo>
                  <a:pt x="510832" y="114186"/>
                </a:lnTo>
                <a:lnTo>
                  <a:pt x="511114" y="114375"/>
                </a:lnTo>
                <a:lnTo>
                  <a:pt x="511402" y="114557"/>
                </a:lnTo>
                <a:lnTo>
                  <a:pt x="511696" y="114734"/>
                </a:lnTo>
                <a:lnTo>
                  <a:pt x="511995" y="114903"/>
                </a:lnTo>
                <a:lnTo>
                  <a:pt x="512293" y="115066"/>
                </a:lnTo>
                <a:lnTo>
                  <a:pt x="512592" y="115221"/>
                </a:lnTo>
                <a:lnTo>
                  <a:pt x="512892" y="115369"/>
                </a:lnTo>
                <a:lnTo>
                  <a:pt x="513193" y="115510"/>
                </a:lnTo>
                <a:lnTo>
                  <a:pt x="513494" y="115643"/>
                </a:lnTo>
                <a:lnTo>
                  <a:pt x="513795" y="115770"/>
                </a:lnTo>
                <a:lnTo>
                  <a:pt x="514097" y="115889"/>
                </a:lnTo>
                <a:lnTo>
                  <a:pt x="514400" y="116001"/>
                </a:lnTo>
                <a:lnTo>
                  <a:pt x="514703" y="116105"/>
                </a:lnTo>
                <a:lnTo>
                  <a:pt x="515007" y="116203"/>
                </a:lnTo>
                <a:lnTo>
                  <a:pt x="515311" y="116293"/>
                </a:lnTo>
                <a:lnTo>
                  <a:pt x="515616" y="116376"/>
                </a:lnTo>
                <a:lnTo>
                  <a:pt x="515922" y="116452"/>
                </a:lnTo>
                <a:lnTo>
                  <a:pt x="516228" y="116520"/>
                </a:lnTo>
                <a:lnTo>
                  <a:pt x="516534" y="116582"/>
                </a:lnTo>
                <a:lnTo>
                  <a:pt x="516841" y="116636"/>
                </a:lnTo>
                <a:lnTo>
                  <a:pt x="517149" y="116683"/>
                </a:lnTo>
                <a:lnTo>
                  <a:pt x="517457" y="116723"/>
                </a:lnTo>
                <a:lnTo>
                  <a:pt x="517766" y="116755"/>
                </a:lnTo>
                <a:lnTo>
                  <a:pt x="518076" y="116780"/>
                </a:lnTo>
                <a:lnTo>
                  <a:pt x="518386" y="116798"/>
                </a:lnTo>
                <a:lnTo>
                  <a:pt x="518696" y="116809"/>
                </a:lnTo>
                <a:lnTo>
                  <a:pt x="519007" y="116813"/>
                </a:lnTo>
                <a:lnTo>
                  <a:pt x="519467" y="116806"/>
                </a:lnTo>
                <a:lnTo>
                  <a:pt x="519926" y="116785"/>
                </a:lnTo>
                <a:lnTo>
                  <a:pt x="520383" y="116750"/>
                </a:lnTo>
                <a:lnTo>
                  <a:pt x="520840" y="116701"/>
                </a:lnTo>
                <a:lnTo>
                  <a:pt x="521295" y="116637"/>
                </a:lnTo>
                <a:lnTo>
                  <a:pt x="521749" y="116560"/>
                </a:lnTo>
                <a:lnTo>
                  <a:pt x="522202" y="116469"/>
                </a:lnTo>
                <a:lnTo>
                  <a:pt x="522654" y="116364"/>
                </a:lnTo>
                <a:lnTo>
                  <a:pt x="523105" y="116244"/>
                </a:lnTo>
                <a:lnTo>
                  <a:pt x="523554" y="116111"/>
                </a:lnTo>
                <a:lnTo>
                  <a:pt x="524003" y="115964"/>
                </a:lnTo>
                <a:lnTo>
                  <a:pt x="524450" y="115802"/>
                </a:lnTo>
                <a:lnTo>
                  <a:pt x="524896" y="115627"/>
                </a:lnTo>
                <a:lnTo>
                  <a:pt x="525341" y="115438"/>
                </a:lnTo>
                <a:lnTo>
                  <a:pt x="525785" y="115234"/>
                </a:lnTo>
                <a:lnTo>
                  <a:pt x="526228" y="115017"/>
                </a:lnTo>
                <a:lnTo>
                  <a:pt x="526670" y="114785"/>
                </a:lnTo>
                <a:lnTo>
                  <a:pt x="527110" y="114540"/>
                </a:lnTo>
                <a:lnTo>
                  <a:pt x="527550" y="114280"/>
                </a:lnTo>
                <a:lnTo>
                  <a:pt x="527988" y="114006"/>
                </a:lnTo>
                <a:lnTo>
                  <a:pt x="528425" y="113719"/>
                </a:lnTo>
                <a:lnTo>
                  <a:pt x="528861" y="113417"/>
                </a:lnTo>
                <a:lnTo>
                  <a:pt x="529296" y="113101"/>
                </a:lnTo>
                <a:lnTo>
                  <a:pt x="529730" y="112771"/>
                </a:lnTo>
                <a:lnTo>
                  <a:pt x="530159" y="112428"/>
                </a:lnTo>
                <a:lnTo>
                  <a:pt x="530580" y="112070"/>
                </a:lnTo>
                <a:lnTo>
                  <a:pt x="530993" y="111699"/>
                </a:lnTo>
                <a:lnTo>
                  <a:pt x="531398" y="111314"/>
                </a:lnTo>
                <a:lnTo>
                  <a:pt x="531794" y="110916"/>
                </a:lnTo>
                <a:lnTo>
                  <a:pt x="532182" y="110503"/>
                </a:lnTo>
                <a:lnTo>
                  <a:pt x="532562" y="110077"/>
                </a:lnTo>
                <a:lnTo>
                  <a:pt x="532934" y="109637"/>
                </a:lnTo>
                <a:lnTo>
                  <a:pt x="533298" y="109184"/>
                </a:lnTo>
                <a:lnTo>
                  <a:pt x="533654" y="108716"/>
                </a:lnTo>
                <a:lnTo>
                  <a:pt x="534001" y="108235"/>
                </a:lnTo>
                <a:lnTo>
                  <a:pt x="534340" y="107740"/>
                </a:lnTo>
                <a:lnTo>
                  <a:pt x="534671" y="107231"/>
                </a:lnTo>
                <a:lnTo>
                  <a:pt x="534994" y="106709"/>
                </a:lnTo>
                <a:lnTo>
                  <a:pt x="535308" y="106173"/>
                </a:lnTo>
                <a:lnTo>
                  <a:pt x="535615" y="105623"/>
                </a:lnTo>
                <a:lnTo>
                  <a:pt x="535913" y="105059"/>
                </a:lnTo>
                <a:lnTo>
                  <a:pt x="536203" y="104482"/>
                </a:lnTo>
                <a:lnTo>
                  <a:pt x="536485" y="103891"/>
                </a:lnTo>
                <a:lnTo>
                  <a:pt x="536759" y="103286"/>
                </a:lnTo>
                <a:lnTo>
                  <a:pt x="537025" y="102667"/>
                </a:lnTo>
                <a:lnTo>
                  <a:pt x="537282" y="102035"/>
                </a:lnTo>
                <a:lnTo>
                  <a:pt x="537531" y="101389"/>
                </a:lnTo>
                <a:lnTo>
                  <a:pt x="537772" y="100729"/>
                </a:lnTo>
                <a:lnTo>
                  <a:pt x="534604" y="100729"/>
                </a:lnTo>
                <a:lnTo>
                  <a:pt x="534487" y="101000"/>
                </a:lnTo>
                <a:lnTo>
                  <a:pt x="534366" y="101266"/>
                </a:lnTo>
                <a:lnTo>
                  <a:pt x="534241" y="101526"/>
                </a:lnTo>
                <a:lnTo>
                  <a:pt x="534112" y="101781"/>
                </a:lnTo>
                <a:lnTo>
                  <a:pt x="533979" y="102030"/>
                </a:lnTo>
                <a:lnTo>
                  <a:pt x="533842" y="102273"/>
                </a:lnTo>
                <a:lnTo>
                  <a:pt x="533702" y="102511"/>
                </a:lnTo>
                <a:lnTo>
                  <a:pt x="533557" y="102744"/>
                </a:lnTo>
                <a:lnTo>
                  <a:pt x="533408" y="102971"/>
                </a:lnTo>
                <a:lnTo>
                  <a:pt x="533256" y="103192"/>
                </a:lnTo>
                <a:lnTo>
                  <a:pt x="533099" y="103407"/>
                </a:lnTo>
                <a:lnTo>
                  <a:pt x="532939" y="103618"/>
                </a:lnTo>
                <a:lnTo>
                  <a:pt x="532774" y="103822"/>
                </a:lnTo>
                <a:lnTo>
                  <a:pt x="532606" y="104021"/>
                </a:lnTo>
                <a:lnTo>
                  <a:pt x="532434" y="104214"/>
                </a:lnTo>
                <a:lnTo>
                  <a:pt x="532257" y="104402"/>
                </a:lnTo>
                <a:lnTo>
                  <a:pt x="532077" y="104584"/>
                </a:lnTo>
                <a:lnTo>
                  <a:pt x="531893" y="104761"/>
                </a:lnTo>
                <a:lnTo>
                  <a:pt x="531705" y="104932"/>
                </a:lnTo>
                <a:lnTo>
                  <a:pt x="531513" y="105098"/>
                </a:lnTo>
                <a:lnTo>
                  <a:pt x="531317" y="105258"/>
                </a:lnTo>
                <a:lnTo>
                  <a:pt x="531117" y="105412"/>
                </a:lnTo>
                <a:lnTo>
                  <a:pt x="530913" y="105561"/>
                </a:lnTo>
                <a:lnTo>
                  <a:pt x="530705" y="105704"/>
                </a:lnTo>
                <a:lnTo>
                  <a:pt x="530495" y="105842"/>
                </a:lnTo>
                <a:lnTo>
                  <a:pt x="530284" y="105973"/>
                </a:lnTo>
                <a:lnTo>
                  <a:pt x="530073" y="106099"/>
                </a:lnTo>
                <a:lnTo>
                  <a:pt x="529861" y="106219"/>
                </a:lnTo>
                <a:lnTo>
                  <a:pt x="529649" y="106333"/>
                </a:lnTo>
                <a:lnTo>
                  <a:pt x="529436" y="106442"/>
                </a:lnTo>
                <a:lnTo>
                  <a:pt x="529222" y="106544"/>
                </a:lnTo>
                <a:lnTo>
                  <a:pt x="529008" y="106641"/>
                </a:lnTo>
                <a:lnTo>
                  <a:pt x="528793" y="106731"/>
                </a:lnTo>
                <a:lnTo>
                  <a:pt x="528578" y="106816"/>
                </a:lnTo>
                <a:lnTo>
                  <a:pt x="528362" y="106895"/>
                </a:lnTo>
                <a:lnTo>
                  <a:pt x="528146" y="106968"/>
                </a:lnTo>
                <a:lnTo>
                  <a:pt x="527929" y="107036"/>
                </a:lnTo>
                <a:lnTo>
                  <a:pt x="527712" y="107097"/>
                </a:lnTo>
                <a:lnTo>
                  <a:pt x="527494" y="107153"/>
                </a:lnTo>
                <a:lnTo>
                  <a:pt x="527275" y="107202"/>
                </a:lnTo>
                <a:lnTo>
                  <a:pt x="527056" y="107246"/>
                </a:lnTo>
                <a:lnTo>
                  <a:pt x="526836" y="107284"/>
                </a:lnTo>
                <a:lnTo>
                  <a:pt x="526616" y="107317"/>
                </a:lnTo>
                <a:lnTo>
                  <a:pt x="526395" y="107343"/>
                </a:lnTo>
                <a:lnTo>
                  <a:pt x="526174" y="107363"/>
                </a:lnTo>
                <a:lnTo>
                  <a:pt x="525952" y="107378"/>
                </a:lnTo>
                <a:lnTo>
                  <a:pt x="525729" y="107387"/>
                </a:lnTo>
                <a:lnTo>
                  <a:pt x="525506" y="107390"/>
                </a:lnTo>
                <a:lnTo>
                  <a:pt x="525237" y="107385"/>
                </a:lnTo>
                <a:lnTo>
                  <a:pt x="524973" y="107372"/>
                </a:lnTo>
                <a:lnTo>
                  <a:pt x="524712" y="107350"/>
                </a:lnTo>
                <a:lnTo>
                  <a:pt x="524456" y="107320"/>
                </a:lnTo>
                <a:lnTo>
                  <a:pt x="524203" y="107280"/>
                </a:lnTo>
                <a:lnTo>
                  <a:pt x="523955" y="107232"/>
                </a:lnTo>
                <a:lnTo>
                  <a:pt x="523711" y="107175"/>
                </a:lnTo>
                <a:lnTo>
                  <a:pt x="523471" y="107110"/>
                </a:lnTo>
                <a:lnTo>
                  <a:pt x="523235" y="107035"/>
                </a:lnTo>
                <a:lnTo>
                  <a:pt x="523003" y="106952"/>
                </a:lnTo>
                <a:lnTo>
                  <a:pt x="522775" y="106860"/>
                </a:lnTo>
                <a:lnTo>
                  <a:pt x="522551" y="106760"/>
                </a:lnTo>
                <a:lnTo>
                  <a:pt x="522331" y="106650"/>
                </a:lnTo>
                <a:lnTo>
                  <a:pt x="522116" y="106532"/>
                </a:lnTo>
                <a:lnTo>
                  <a:pt x="521904" y="106405"/>
                </a:lnTo>
                <a:lnTo>
                  <a:pt x="521697" y="106269"/>
                </a:lnTo>
                <a:lnTo>
                  <a:pt x="521494" y="106125"/>
                </a:lnTo>
                <a:lnTo>
                  <a:pt x="521295" y="105972"/>
                </a:lnTo>
                <a:lnTo>
                  <a:pt x="521099" y="105810"/>
                </a:lnTo>
                <a:lnTo>
                  <a:pt x="520908" y="105639"/>
                </a:lnTo>
                <a:lnTo>
                  <a:pt x="520721" y="105460"/>
                </a:lnTo>
                <a:lnTo>
                  <a:pt x="520539" y="105272"/>
                </a:lnTo>
                <a:lnTo>
                  <a:pt x="520360" y="105075"/>
                </a:lnTo>
                <a:lnTo>
                  <a:pt x="520185" y="104869"/>
                </a:lnTo>
                <a:lnTo>
                  <a:pt x="520016" y="104651"/>
                </a:lnTo>
                <a:lnTo>
                  <a:pt x="519854" y="104416"/>
                </a:lnTo>
                <a:lnTo>
                  <a:pt x="519700" y="104165"/>
                </a:lnTo>
                <a:lnTo>
                  <a:pt x="519552" y="103897"/>
                </a:lnTo>
                <a:lnTo>
                  <a:pt x="519412" y="103613"/>
                </a:lnTo>
                <a:lnTo>
                  <a:pt x="519279" y="103313"/>
                </a:lnTo>
                <a:lnTo>
                  <a:pt x="519153" y="102996"/>
                </a:lnTo>
                <a:lnTo>
                  <a:pt x="519034" y="102663"/>
                </a:lnTo>
                <a:lnTo>
                  <a:pt x="518923" y="102314"/>
                </a:lnTo>
                <a:lnTo>
                  <a:pt x="518819" y="101948"/>
                </a:lnTo>
                <a:lnTo>
                  <a:pt x="518722" y="101566"/>
                </a:lnTo>
                <a:lnTo>
                  <a:pt x="518632" y="101167"/>
                </a:lnTo>
                <a:lnTo>
                  <a:pt x="518549" y="100752"/>
                </a:lnTo>
                <a:lnTo>
                  <a:pt x="518473" y="100321"/>
                </a:lnTo>
                <a:lnTo>
                  <a:pt x="518405" y="99873"/>
                </a:lnTo>
                <a:lnTo>
                  <a:pt x="518344" y="99409"/>
                </a:lnTo>
                <a:lnTo>
                  <a:pt x="518290" y="98929"/>
                </a:lnTo>
                <a:lnTo>
                  <a:pt x="518243" y="98432"/>
                </a:lnTo>
                <a:lnTo>
                  <a:pt x="518204" y="97919"/>
                </a:lnTo>
                <a:lnTo>
                  <a:pt x="518171" y="97390"/>
                </a:lnTo>
                <a:lnTo>
                  <a:pt x="518146" y="96844"/>
                </a:lnTo>
                <a:lnTo>
                  <a:pt x="518128" y="96282"/>
                </a:lnTo>
                <a:lnTo>
                  <a:pt x="518117" y="95703"/>
                </a:lnTo>
                <a:lnTo>
                  <a:pt x="518114" y="95108"/>
                </a:lnTo>
                <a:lnTo>
                  <a:pt x="518114" y="46790"/>
                </a:lnTo>
                <a:lnTo>
                  <a:pt x="535498" y="46628"/>
                </a:lnTo>
                <a:lnTo>
                  <a:pt x="535498" y="41104"/>
                </a:lnTo>
                <a:lnTo>
                  <a:pt x="518114" y="41104"/>
                </a:lnTo>
                <a:lnTo>
                  <a:pt x="518114" y="16571"/>
                </a:lnTo>
                <a:lnTo>
                  <a:pt x="515596" y="16571"/>
                </a:lnTo>
                <a:lnTo>
                  <a:pt x="515321" y="17249"/>
                </a:lnTo>
                <a:lnTo>
                  <a:pt x="515051" y="17908"/>
                </a:lnTo>
                <a:close/>
                <a:moveTo>
                  <a:pt x="928625" y="18549"/>
                </a:moveTo>
                <a:lnTo>
                  <a:pt x="928365" y="19173"/>
                </a:lnTo>
                <a:lnTo>
                  <a:pt x="928111" y="19779"/>
                </a:lnTo>
                <a:lnTo>
                  <a:pt x="927861" y="20367"/>
                </a:lnTo>
                <a:lnTo>
                  <a:pt x="927617" y="20937"/>
                </a:lnTo>
                <a:lnTo>
                  <a:pt x="927377" y="21489"/>
                </a:lnTo>
                <a:lnTo>
                  <a:pt x="927143" y="22024"/>
                </a:lnTo>
                <a:lnTo>
                  <a:pt x="926913" y="22540"/>
                </a:lnTo>
                <a:lnTo>
                  <a:pt x="926689" y="23039"/>
                </a:lnTo>
                <a:lnTo>
                  <a:pt x="926470" y="23520"/>
                </a:lnTo>
                <a:lnTo>
                  <a:pt x="926256" y="23983"/>
                </a:lnTo>
                <a:lnTo>
                  <a:pt x="926047" y="24429"/>
                </a:lnTo>
                <a:lnTo>
                  <a:pt x="925843" y="24856"/>
                </a:lnTo>
                <a:lnTo>
                  <a:pt x="925644" y="25266"/>
                </a:lnTo>
                <a:lnTo>
                  <a:pt x="925450" y="25657"/>
                </a:lnTo>
                <a:lnTo>
                  <a:pt x="925262" y="26031"/>
                </a:lnTo>
                <a:lnTo>
                  <a:pt x="925078" y="26388"/>
                </a:lnTo>
                <a:lnTo>
                  <a:pt x="924900" y="26726"/>
                </a:lnTo>
                <a:lnTo>
                  <a:pt x="924726" y="27046"/>
                </a:lnTo>
                <a:lnTo>
                  <a:pt x="924558" y="27349"/>
                </a:lnTo>
                <a:lnTo>
                  <a:pt x="924394" y="27634"/>
                </a:lnTo>
                <a:lnTo>
                  <a:pt x="924236" y="27901"/>
                </a:lnTo>
                <a:lnTo>
                  <a:pt x="923930" y="28387"/>
                </a:lnTo>
                <a:lnTo>
                  <a:pt x="923620" y="28867"/>
                </a:lnTo>
                <a:lnTo>
                  <a:pt x="923306" y="29342"/>
                </a:lnTo>
                <a:lnTo>
                  <a:pt x="922989" y="29811"/>
                </a:lnTo>
                <a:lnTo>
                  <a:pt x="922669" y="30275"/>
                </a:lnTo>
                <a:lnTo>
                  <a:pt x="922345" y="30732"/>
                </a:lnTo>
                <a:lnTo>
                  <a:pt x="922017" y="31185"/>
                </a:lnTo>
                <a:lnTo>
                  <a:pt x="921686" y="31631"/>
                </a:lnTo>
                <a:lnTo>
                  <a:pt x="921352" y="32072"/>
                </a:lnTo>
                <a:lnTo>
                  <a:pt x="921014" y="32507"/>
                </a:lnTo>
                <a:lnTo>
                  <a:pt x="920672" y="32937"/>
                </a:lnTo>
                <a:lnTo>
                  <a:pt x="920327" y="33361"/>
                </a:lnTo>
                <a:lnTo>
                  <a:pt x="919978" y="33779"/>
                </a:lnTo>
                <a:lnTo>
                  <a:pt x="919626" y="34192"/>
                </a:lnTo>
                <a:lnTo>
                  <a:pt x="919270" y="34598"/>
                </a:lnTo>
                <a:lnTo>
                  <a:pt x="918911" y="35000"/>
                </a:lnTo>
                <a:lnTo>
                  <a:pt x="918548" y="35395"/>
                </a:lnTo>
                <a:lnTo>
                  <a:pt x="918182" y="35785"/>
                </a:lnTo>
                <a:lnTo>
                  <a:pt x="917812" y="36170"/>
                </a:lnTo>
                <a:lnTo>
                  <a:pt x="917438" y="36548"/>
                </a:lnTo>
                <a:lnTo>
                  <a:pt x="917062" y="36922"/>
                </a:lnTo>
                <a:lnTo>
                  <a:pt x="916681" y="37289"/>
                </a:lnTo>
                <a:lnTo>
                  <a:pt x="916297" y="37651"/>
                </a:lnTo>
                <a:lnTo>
                  <a:pt x="915910" y="38007"/>
                </a:lnTo>
                <a:lnTo>
                  <a:pt x="915521" y="38356"/>
                </a:lnTo>
                <a:lnTo>
                  <a:pt x="915133" y="38696"/>
                </a:lnTo>
                <a:lnTo>
                  <a:pt x="914745" y="39028"/>
                </a:lnTo>
                <a:lnTo>
                  <a:pt x="914358" y="39352"/>
                </a:lnTo>
                <a:lnTo>
                  <a:pt x="913972" y="39666"/>
                </a:lnTo>
                <a:lnTo>
                  <a:pt x="913587" y="39973"/>
                </a:lnTo>
                <a:lnTo>
                  <a:pt x="913202" y="40270"/>
                </a:lnTo>
                <a:lnTo>
                  <a:pt x="912818" y="40559"/>
                </a:lnTo>
                <a:lnTo>
                  <a:pt x="912435" y="40840"/>
                </a:lnTo>
                <a:lnTo>
                  <a:pt x="912053" y="41112"/>
                </a:lnTo>
                <a:lnTo>
                  <a:pt x="911671" y="41376"/>
                </a:lnTo>
                <a:lnTo>
                  <a:pt x="911290" y="41631"/>
                </a:lnTo>
                <a:lnTo>
                  <a:pt x="910909" y="41877"/>
                </a:lnTo>
                <a:lnTo>
                  <a:pt x="910529" y="42115"/>
                </a:lnTo>
                <a:lnTo>
                  <a:pt x="910150" y="42344"/>
                </a:lnTo>
                <a:lnTo>
                  <a:pt x="909772" y="42565"/>
                </a:lnTo>
                <a:lnTo>
                  <a:pt x="909395" y="42777"/>
                </a:lnTo>
                <a:lnTo>
                  <a:pt x="909018" y="42981"/>
                </a:lnTo>
                <a:lnTo>
                  <a:pt x="908641" y="43176"/>
                </a:lnTo>
                <a:lnTo>
                  <a:pt x="908266" y="43362"/>
                </a:lnTo>
                <a:lnTo>
                  <a:pt x="907891" y="43540"/>
                </a:lnTo>
                <a:lnTo>
                  <a:pt x="907517" y="43710"/>
                </a:lnTo>
                <a:lnTo>
                  <a:pt x="907144" y="43871"/>
                </a:lnTo>
                <a:lnTo>
                  <a:pt x="906771" y="44023"/>
                </a:lnTo>
                <a:lnTo>
                  <a:pt x="906771" y="46628"/>
                </a:lnTo>
                <a:lnTo>
                  <a:pt x="918550" y="46628"/>
                </a:lnTo>
                <a:lnTo>
                  <a:pt x="918550" y="96842"/>
                </a:lnTo>
                <a:lnTo>
                  <a:pt x="918553" y="97507"/>
                </a:lnTo>
                <a:lnTo>
                  <a:pt x="918562" y="98158"/>
                </a:lnTo>
                <a:lnTo>
                  <a:pt x="918576" y="98794"/>
                </a:lnTo>
                <a:lnTo>
                  <a:pt x="918597" y="99416"/>
                </a:lnTo>
                <a:lnTo>
                  <a:pt x="918624" y="100022"/>
                </a:lnTo>
                <a:lnTo>
                  <a:pt x="918656" y="100615"/>
                </a:lnTo>
                <a:lnTo>
                  <a:pt x="918695" y="101192"/>
                </a:lnTo>
                <a:lnTo>
                  <a:pt x="918739" y="101756"/>
                </a:lnTo>
                <a:lnTo>
                  <a:pt x="918790" y="102304"/>
                </a:lnTo>
                <a:lnTo>
                  <a:pt x="918846" y="102838"/>
                </a:lnTo>
                <a:lnTo>
                  <a:pt x="918908" y="103358"/>
                </a:lnTo>
                <a:lnTo>
                  <a:pt x="918976" y="103862"/>
                </a:lnTo>
                <a:lnTo>
                  <a:pt x="919050" y="104353"/>
                </a:lnTo>
                <a:lnTo>
                  <a:pt x="919130" y="104828"/>
                </a:lnTo>
                <a:lnTo>
                  <a:pt x="919216" y="105290"/>
                </a:lnTo>
                <a:lnTo>
                  <a:pt x="919308" y="105736"/>
                </a:lnTo>
                <a:lnTo>
                  <a:pt x="919406" y="106168"/>
                </a:lnTo>
                <a:lnTo>
                  <a:pt x="919509" y="106585"/>
                </a:lnTo>
                <a:lnTo>
                  <a:pt x="919619" y="106988"/>
                </a:lnTo>
                <a:lnTo>
                  <a:pt x="919734" y="107376"/>
                </a:lnTo>
                <a:lnTo>
                  <a:pt x="919856" y="107750"/>
                </a:lnTo>
                <a:lnTo>
                  <a:pt x="919983" y="108109"/>
                </a:lnTo>
                <a:lnTo>
                  <a:pt x="920117" y="108454"/>
                </a:lnTo>
                <a:lnTo>
                  <a:pt x="920256" y="108783"/>
                </a:lnTo>
                <a:lnTo>
                  <a:pt x="920401" y="109103"/>
                </a:lnTo>
                <a:lnTo>
                  <a:pt x="920553" y="109416"/>
                </a:lnTo>
                <a:lnTo>
                  <a:pt x="920711" y="109723"/>
                </a:lnTo>
                <a:lnTo>
                  <a:pt x="920876" y="110024"/>
                </a:lnTo>
                <a:lnTo>
                  <a:pt x="921048" y="110319"/>
                </a:lnTo>
                <a:lnTo>
                  <a:pt x="921225" y="110607"/>
                </a:lnTo>
                <a:lnTo>
                  <a:pt x="921410" y="110889"/>
                </a:lnTo>
                <a:lnTo>
                  <a:pt x="921601" y="111165"/>
                </a:lnTo>
                <a:lnTo>
                  <a:pt x="921798" y="111435"/>
                </a:lnTo>
                <a:lnTo>
                  <a:pt x="922002" y="111698"/>
                </a:lnTo>
                <a:lnTo>
                  <a:pt x="922212" y="111956"/>
                </a:lnTo>
                <a:lnTo>
                  <a:pt x="922429" y="112207"/>
                </a:lnTo>
                <a:lnTo>
                  <a:pt x="922652" y="112451"/>
                </a:lnTo>
                <a:lnTo>
                  <a:pt x="922882" y="112690"/>
                </a:lnTo>
                <a:lnTo>
                  <a:pt x="923118" y="112922"/>
                </a:lnTo>
                <a:lnTo>
                  <a:pt x="923361" y="113149"/>
                </a:lnTo>
                <a:lnTo>
                  <a:pt x="923610" y="113368"/>
                </a:lnTo>
                <a:lnTo>
                  <a:pt x="923865" y="113582"/>
                </a:lnTo>
                <a:lnTo>
                  <a:pt x="924128" y="113790"/>
                </a:lnTo>
                <a:lnTo>
                  <a:pt x="924396" y="113991"/>
                </a:lnTo>
                <a:lnTo>
                  <a:pt x="924671" y="114186"/>
                </a:lnTo>
                <a:lnTo>
                  <a:pt x="924953" y="114375"/>
                </a:lnTo>
                <a:lnTo>
                  <a:pt x="925241" y="114557"/>
                </a:lnTo>
                <a:lnTo>
                  <a:pt x="925536" y="114734"/>
                </a:lnTo>
                <a:lnTo>
                  <a:pt x="925834" y="114903"/>
                </a:lnTo>
                <a:lnTo>
                  <a:pt x="926133" y="115066"/>
                </a:lnTo>
                <a:lnTo>
                  <a:pt x="926432" y="115221"/>
                </a:lnTo>
                <a:lnTo>
                  <a:pt x="926732" y="115369"/>
                </a:lnTo>
                <a:lnTo>
                  <a:pt x="927032" y="115510"/>
                </a:lnTo>
                <a:lnTo>
                  <a:pt x="927333" y="115643"/>
                </a:lnTo>
                <a:lnTo>
                  <a:pt x="927635" y="115770"/>
                </a:lnTo>
                <a:lnTo>
                  <a:pt x="927937" y="115889"/>
                </a:lnTo>
                <a:lnTo>
                  <a:pt x="928239" y="116001"/>
                </a:lnTo>
                <a:lnTo>
                  <a:pt x="928543" y="116105"/>
                </a:lnTo>
                <a:lnTo>
                  <a:pt x="928846" y="116203"/>
                </a:lnTo>
                <a:lnTo>
                  <a:pt x="929151" y="116293"/>
                </a:lnTo>
                <a:lnTo>
                  <a:pt x="929456" y="116376"/>
                </a:lnTo>
                <a:lnTo>
                  <a:pt x="929761" y="116452"/>
                </a:lnTo>
                <a:lnTo>
                  <a:pt x="930067" y="116520"/>
                </a:lnTo>
                <a:lnTo>
                  <a:pt x="930374" y="116582"/>
                </a:lnTo>
                <a:lnTo>
                  <a:pt x="930681" y="116636"/>
                </a:lnTo>
                <a:lnTo>
                  <a:pt x="930989" y="116683"/>
                </a:lnTo>
                <a:lnTo>
                  <a:pt x="931297" y="116723"/>
                </a:lnTo>
                <a:lnTo>
                  <a:pt x="931606" y="116755"/>
                </a:lnTo>
                <a:lnTo>
                  <a:pt x="931915" y="116780"/>
                </a:lnTo>
                <a:lnTo>
                  <a:pt x="932225" y="116798"/>
                </a:lnTo>
                <a:lnTo>
                  <a:pt x="932536" y="116809"/>
                </a:lnTo>
                <a:lnTo>
                  <a:pt x="932847" y="116813"/>
                </a:lnTo>
                <a:lnTo>
                  <a:pt x="933307" y="116806"/>
                </a:lnTo>
                <a:lnTo>
                  <a:pt x="933765" y="116785"/>
                </a:lnTo>
                <a:lnTo>
                  <a:pt x="934223" y="116750"/>
                </a:lnTo>
                <a:lnTo>
                  <a:pt x="934679" y="116701"/>
                </a:lnTo>
                <a:lnTo>
                  <a:pt x="935134" y="116637"/>
                </a:lnTo>
                <a:lnTo>
                  <a:pt x="935588" y="116560"/>
                </a:lnTo>
                <a:lnTo>
                  <a:pt x="936041" y="116469"/>
                </a:lnTo>
                <a:lnTo>
                  <a:pt x="936493" y="116364"/>
                </a:lnTo>
                <a:lnTo>
                  <a:pt x="936944" y="116244"/>
                </a:lnTo>
                <a:lnTo>
                  <a:pt x="937394" y="116111"/>
                </a:lnTo>
                <a:lnTo>
                  <a:pt x="937842" y="115964"/>
                </a:lnTo>
                <a:lnTo>
                  <a:pt x="938289" y="115802"/>
                </a:lnTo>
                <a:lnTo>
                  <a:pt x="938736" y="115627"/>
                </a:lnTo>
                <a:lnTo>
                  <a:pt x="939181" y="115438"/>
                </a:lnTo>
                <a:lnTo>
                  <a:pt x="939625" y="115234"/>
                </a:lnTo>
                <a:lnTo>
                  <a:pt x="940067" y="115017"/>
                </a:lnTo>
                <a:lnTo>
                  <a:pt x="940509" y="114785"/>
                </a:lnTo>
                <a:lnTo>
                  <a:pt x="940950" y="114540"/>
                </a:lnTo>
                <a:lnTo>
                  <a:pt x="941389" y="114280"/>
                </a:lnTo>
                <a:lnTo>
                  <a:pt x="941828" y="114006"/>
                </a:lnTo>
                <a:lnTo>
                  <a:pt x="942265" y="113719"/>
                </a:lnTo>
                <a:lnTo>
                  <a:pt x="942701" y="113417"/>
                </a:lnTo>
                <a:lnTo>
                  <a:pt x="943136" y="113101"/>
                </a:lnTo>
                <a:lnTo>
                  <a:pt x="943570" y="112771"/>
                </a:lnTo>
                <a:lnTo>
                  <a:pt x="943999" y="112428"/>
                </a:lnTo>
                <a:lnTo>
                  <a:pt x="944420" y="112070"/>
                </a:lnTo>
                <a:lnTo>
                  <a:pt x="944832" y="111699"/>
                </a:lnTo>
                <a:lnTo>
                  <a:pt x="945237" y="111314"/>
                </a:lnTo>
                <a:lnTo>
                  <a:pt x="945633" y="110916"/>
                </a:lnTo>
                <a:lnTo>
                  <a:pt x="946022" y="110503"/>
                </a:lnTo>
                <a:lnTo>
                  <a:pt x="946402" y="110077"/>
                </a:lnTo>
                <a:lnTo>
                  <a:pt x="946774" y="109637"/>
                </a:lnTo>
                <a:lnTo>
                  <a:pt x="947137" y="109184"/>
                </a:lnTo>
                <a:lnTo>
                  <a:pt x="947493" y="108716"/>
                </a:lnTo>
                <a:lnTo>
                  <a:pt x="947840" y="108235"/>
                </a:lnTo>
                <a:lnTo>
                  <a:pt x="948179" y="107740"/>
                </a:lnTo>
                <a:lnTo>
                  <a:pt x="948510" y="107231"/>
                </a:lnTo>
                <a:lnTo>
                  <a:pt x="948833" y="106709"/>
                </a:lnTo>
                <a:lnTo>
                  <a:pt x="949148" y="106173"/>
                </a:lnTo>
                <a:lnTo>
                  <a:pt x="949454" y="105623"/>
                </a:lnTo>
                <a:lnTo>
                  <a:pt x="949753" y="105059"/>
                </a:lnTo>
                <a:lnTo>
                  <a:pt x="950043" y="104482"/>
                </a:lnTo>
                <a:lnTo>
                  <a:pt x="950325" y="103891"/>
                </a:lnTo>
                <a:lnTo>
                  <a:pt x="950598" y="103286"/>
                </a:lnTo>
                <a:lnTo>
                  <a:pt x="950864" y="102667"/>
                </a:lnTo>
                <a:lnTo>
                  <a:pt x="951121" y="102035"/>
                </a:lnTo>
                <a:lnTo>
                  <a:pt x="951371" y="101389"/>
                </a:lnTo>
                <a:lnTo>
                  <a:pt x="951612" y="100729"/>
                </a:lnTo>
                <a:lnTo>
                  <a:pt x="948443" y="100729"/>
                </a:lnTo>
                <a:lnTo>
                  <a:pt x="948326" y="101000"/>
                </a:lnTo>
                <a:lnTo>
                  <a:pt x="948205" y="101266"/>
                </a:lnTo>
                <a:lnTo>
                  <a:pt x="948080" y="101526"/>
                </a:lnTo>
                <a:lnTo>
                  <a:pt x="947952" y="101781"/>
                </a:lnTo>
                <a:lnTo>
                  <a:pt x="947819" y="102030"/>
                </a:lnTo>
                <a:lnTo>
                  <a:pt x="947682" y="102273"/>
                </a:lnTo>
                <a:lnTo>
                  <a:pt x="947541" y="102511"/>
                </a:lnTo>
                <a:lnTo>
                  <a:pt x="947396" y="102744"/>
                </a:lnTo>
                <a:lnTo>
                  <a:pt x="947248" y="102971"/>
                </a:lnTo>
                <a:lnTo>
                  <a:pt x="947095" y="103192"/>
                </a:lnTo>
                <a:lnTo>
                  <a:pt x="946939" y="103407"/>
                </a:lnTo>
                <a:lnTo>
                  <a:pt x="946778" y="103618"/>
                </a:lnTo>
                <a:lnTo>
                  <a:pt x="946614" y="103822"/>
                </a:lnTo>
                <a:lnTo>
                  <a:pt x="946445" y="104021"/>
                </a:lnTo>
                <a:lnTo>
                  <a:pt x="946273" y="104214"/>
                </a:lnTo>
                <a:lnTo>
                  <a:pt x="946097" y="104402"/>
                </a:lnTo>
                <a:lnTo>
                  <a:pt x="945917" y="104584"/>
                </a:lnTo>
                <a:lnTo>
                  <a:pt x="945732" y="104761"/>
                </a:lnTo>
                <a:lnTo>
                  <a:pt x="945544" y="104932"/>
                </a:lnTo>
                <a:lnTo>
                  <a:pt x="945352" y="105098"/>
                </a:lnTo>
                <a:lnTo>
                  <a:pt x="945156" y="105258"/>
                </a:lnTo>
                <a:lnTo>
                  <a:pt x="944956" y="105412"/>
                </a:lnTo>
                <a:lnTo>
                  <a:pt x="944752" y="105561"/>
                </a:lnTo>
                <a:lnTo>
                  <a:pt x="944544" y="105704"/>
                </a:lnTo>
                <a:lnTo>
                  <a:pt x="944334" y="105842"/>
                </a:lnTo>
                <a:lnTo>
                  <a:pt x="944123" y="105973"/>
                </a:lnTo>
                <a:lnTo>
                  <a:pt x="943912" y="106099"/>
                </a:lnTo>
                <a:lnTo>
                  <a:pt x="943700" y="106219"/>
                </a:lnTo>
                <a:lnTo>
                  <a:pt x="943488" y="106333"/>
                </a:lnTo>
                <a:lnTo>
                  <a:pt x="943275" y="106442"/>
                </a:lnTo>
                <a:lnTo>
                  <a:pt x="943062" y="106544"/>
                </a:lnTo>
                <a:lnTo>
                  <a:pt x="942847" y="106641"/>
                </a:lnTo>
                <a:lnTo>
                  <a:pt x="942633" y="106731"/>
                </a:lnTo>
                <a:lnTo>
                  <a:pt x="942418" y="106816"/>
                </a:lnTo>
                <a:lnTo>
                  <a:pt x="942202" y="106895"/>
                </a:lnTo>
                <a:lnTo>
                  <a:pt x="941985" y="106968"/>
                </a:lnTo>
                <a:lnTo>
                  <a:pt x="941769" y="107036"/>
                </a:lnTo>
                <a:lnTo>
                  <a:pt x="941551" y="107097"/>
                </a:lnTo>
                <a:lnTo>
                  <a:pt x="941333" y="107153"/>
                </a:lnTo>
                <a:lnTo>
                  <a:pt x="941114" y="107202"/>
                </a:lnTo>
                <a:lnTo>
                  <a:pt x="940895" y="107246"/>
                </a:lnTo>
                <a:lnTo>
                  <a:pt x="940676" y="107284"/>
                </a:lnTo>
                <a:lnTo>
                  <a:pt x="940455" y="107317"/>
                </a:lnTo>
                <a:lnTo>
                  <a:pt x="940234" y="107343"/>
                </a:lnTo>
                <a:lnTo>
                  <a:pt x="940013" y="107363"/>
                </a:lnTo>
                <a:lnTo>
                  <a:pt x="939791" y="107378"/>
                </a:lnTo>
                <a:lnTo>
                  <a:pt x="939569" y="107387"/>
                </a:lnTo>
                <a:lnTo>
                  <a:pt x="939345" y="107390"/>
                </a:lnTo>
                <a:lnTo>
                  <a:pt x="939077" y="107385"/>
                </a:lnTo>
                <a:lnTo>
                  <a:pt x="938812" y="107372"/>
                </a:lnTo>
                <a:lnTo>
                  <a:pt x="938551" y="107350"/>
                </a:lnTo>
                <a:lnTo>
                  <a:pt x="938295" y="107320"/>
                </a:lnTo>
                <a:lnTo>
                  <a:pt x="938043" y="107280"/>
                </a:lnTo>
                <a:lnTo>
                  <a:pt x="937794" y="107232"/>
                </a:lnTo>
                <a:lnTo>
                  <a:pt x="937550" y="107175"/>
                </a:lnTo>
                <a:lnTo>
                  <a:pt x="937310" y="107110"/>
                </a:lnTo>
                <a:lnTo>
                  <a:pt x="937074" y="107035"/>
                </a:lnTo>
                <a:lnTo>
                  <a:pt x="936842" y="106952"/>
                </a:lnTo>
                <a:lnTo>
                  <a:pt x="936614" y="106860"/>
                </a:lnTo>
                <a:lnTo>
                  <a:pt x="936391" y="106760"/>
                </a:lnTo>
                <a:lnTo>
                  <a:pt x="936171" y="106650"/>
                </a:lnTo>
                <a:lnTo>
                  <a:pt x="935955" y="106532"/>
                </a:lnTo>
                <a:lnTo>
                  <a:pt x="935744" y="106405"/>
                </a:lnTo>
                <a:lnTo>
                  <a:pt x="935536" y="106269"/>
                </a:lnTo>
                <a:lnTo>
                  <a:pt x="935333" y="106125"/>
                </a:lnTo>
                <a:lnTo>
                  <a:pt x="935134" y="105972"/>
                </a:lnTo>
                <a:lnTo>
                  <a:pt x="934939" y="105810"/>
                </a:lnTo>
                <a:lnTo>
                  <a:pt x="934748" y="105639"/>
                </a:lnTo>
                <a:lnTo>
                  <a:pt x="934561" y="105460"/>
                </a:lnTo>
                <a:lnTo>
                  <a:pt x="934378" y="105272"/>
                </a:lnTo>
                <a:lnTo>
                  <a:pt x="934199" y="105075"/>
                </a:lnTo>
                <a:lnTo>
                  <a:pt x="934025" y="104869"/>
                </a:lnTo>
                <a:lnTo>
                  <a:pt x="933856" y="104651"/>
                </a:lnTo>
                <a:lnTo>
                  <a:pt x="933694" y="104416"/>
                </a:lnTo>
                <a:lnTo>
                  <a:pt x="933539" y="104165"/>
                </a:lnTo>
                <a:lnTo>
                  <a:pt x="933392" y="103897"/>
                </a:lnTo>
                <a:lnTo>
                  <a:pt x="933251" y="103613"/>
                </a:lnTo>
                <a:lnTo>
                  <a:pt x="933118" y="103313"/>
                </a:lnTo>
                <a:lnTo>
                  <a:pt x="932993" y="102996"/>
                </a:lnTo>
                <a:lnTo>
                  <a:pt x="932874" y="102663"/>
                </a:lnTo>
                <a:lnTo>
                  <a:pt x="932762" y="102314"/>
                </a:lnTo>
                <a:lnTo>
                  <a:pt x="932658" y="101948"/>
                </a:lnTo>
                <a:lnTo>
                  <a:pt x="932561" y="101566"/>
                </a:lnTo>
                <a:lnTo>
                  <a:pt x="932471" y="101167"/>
                </a:lnTo>
                <a:lnTo>
                  <a:pt x="932388" y="100752"/>
                </a:lnTo>
                <a:lnTo>
                  <a:pt x="932313" y="100321"/>
                </a:lnTo>
                <a:lnTo>
                  <a:pt x="932245" y="99873"/>
                </a:lnTo>
                <a:lnTo>
                  <a:pt x="932183" y="99409"/>
                </a:lnTo>
                <a:lnTo>
                  <a:pt x="932129" y="98929"/>
                </a:lnTo>
                <a:lnTo>
                  <a:pt x="932083" y="98432"/>
                </a:lnTo>
                <a:lnTo>
                  <a:pt x="932043" y="97919"/>
                </a:lnTo>
                <a:lnTo>
                  <a:pt x="932011" y="97390"/>
                </a:lnTo>
                <a:lnTo>
                  <a:pt x="931986" y="96844"/>
                </a:lnTo>
                <a:lnTo>
                  <a:pt x="931968" y="96282"/>
                </a:lnTo>
                <a:lnTo>
                  <a:pt x="931957" y="95703"/>
                </a:lnTo>
                <a:lnTo>
                  <a:pt x="931953" y="95108"/>
                </a:lnTo>
                <a:lnTo>
                  <a:pt x="931953" y="46790"/>
                </a:lnTo>
                <a:lnTo>
                  <a:pt x="949337" y="46628"/>
                </a:lnTo>
                <a:lnTo>
                  <a:pt x="949337" y="41104"/>
                </a:lnTo>
                <a:lnTo>
                  <a:pt x="931953" y="41104"/>
                </a:lnTo>
                <a:lnTo>
                  <a:pt x="931953" y="16571"/>
                </a:lnTo>
                <a:lnTo>
                  <a:pt x="929435" y="16571"/>
                </a:lnTo>
                <a:lnTo>
                  <a:pt x="929160" y="17249"/>
                </a:lnTo>
                <a:lnTo>
                  <a:pt x="928890" y="17908"/>
                </a:lnTo>
                <a:lnTo>
                  <a:pt x="928625" y="18549"/>
                </a:lnTo>
                <a:close/>
                <a:moveTo>
                  <a:pt x="750162" y="46841"/>
                </a:moveTo>
                <a:lnTo>
                  <a:pt x="750116" y="46556"/>
                </a:lnTo>
                <a:lnTo>
                  <a:pt x="750061" y="46275"/>
                </a:lnTo>
                <a:lnTo>
                  <a:pt x="749995" y="45996"/>
                </a:lnTo>
                <a:lnTo>
                  <a:pt x="749918" y="45721"/>
                </a:lnTo>
                <a:lnTo>
                  <a:pt x="749832" y="45448"/>
                </a:lnTo>
                <a:lnTo>
                  <a:pt x="749736" y="45178"/>
                </a:lnTo>
                <a:lnTo>
                  <a:pt x="749629" y="44911"/>
                </a:lnTo>
                <a:lnTo>
                  <a:pt x="749512" y="44648"/>
                </a:lnTo>
                <a:lnTo>
                  <a:pt x="749385" y="44387"/>
                </a:lnTo>
                <a:lnTo>
                  <a:pt x="749248" y="44129"/>
                </a:lnTo>
                <a:lnTo>
                  <a:pt x="749101" y="43874"/>
                </a:lnTo>
                <a:lnTo>
                  <a:pt x="748944" y="43622"/>
                </a:lnTo>
                <a:lnTo>
                  <a:pt x="748776" y="43373"/>
                </a:lnTo>
                <a:lnTo>
                  <a:pt x="748598" y="43127"/>
                </a:lnTo>
                <a:lnTo>
                  <a:pt x="748411" y="42884"/>
                </a:lnTo>
                <a:lnTo>
                  <a:pt x="748213" y="42644"/>
                </a:lnTo>
                <a:lnTo>
                  <a:pt x="748004" y="42407"/>
                </a:lnTo>
                <a:lnTo>
                  <a:pt x="747786" y="42173"/>
                </a:lnTo>
                <a:lnTo>
                  <a:pt x="747558" y="41941"/>
                </a:lnTo>
                <a:lnTo>
                  <a:pt x="747319" y="41713"/>
                </a:lnTo>
                <a:lnTo>
                  <a:pt x="747073" y="41491"/>
                </a:lnTo>
                <a:lnTo>
                  <a:pt x="746821" y="41278"/>
                </a:lnTo>
                <a:lnTo>
                  <a:pt x="746564" y="41075"/>
                </a:lnTo>
                <a:lnTo>
                  <a:pt x="746301" y="40882"/>
                </a:lnTo>
                <a:lnTo>
                  <a:pt x="746033" y="40697"/>
                </a:lnTo>
                <a:lnTo>
                  <a:pt x="745760" y="40522"/>
                </a:lnTo>
                <a:lnTo>
                  <a:pt x="745482" y="40357"/>
                </a:lnTo>
                <a:lnTo>
                  <a:pt x="745198" y="40201"/>
                </a:lnTo>
                <a:lnTo>
                  <a:pt x="744909" y="40055"/>
                </a:lnTo>
                <a:lnTo>
                  <a:pt x="744614" y="39918"/>
                </a:lnTo>
                <a:lnTo>
                  <a:pt x="744314" y="39790"/>
                </a:lnTo>
                <a:lnTo>
                  <a:pt x="744009" y="39672"/>
                </a:lnTo>
                <a:lnTo>
                  <a:pt x="743698" y="39563"/>
                </a:lnTo>
                <a:lnTo>
                  <a:pt x="743382" y="39464"/>
                </a:lnTo>
                <a:lnTo>
                  <a:pt x="743061" y="39374"/>
                </a:lnTo>
                <a:lnTo>
                  <a:pt x="742734" y="39294"/>
                </a:lnTo>
                <a:lnTo>
                  <a:pt x="742402" y="39223"/>
                </a:lnTo>
                <a:lnTo>
                  <a:pt x="742064" y="39162"/>
                </a:lnTo>
                <a:lnTo>
                  <a:pt x="741721" y="39110"/>
                </a:lnTo>
                <a:lnTo>
                  <a:pt x="741373" y="39067"/>
                </a:lnTo>
                <a:lnTo>
                  <a:pt x="741020" y="39034"/>
                </a:lnTo>
                <a:lnTo>
                  <a:pt x="740661" y="39011"/>
                </a:lnTo>
                <a:lnTo>
                  <a:pt x="740296" y="38996"/>
                </a:lnTo>
                <a:lnTo>
                  <a:pt x="739927" y="38992"/>
                </a:lnTo>
                <a:lnTo>
                  <a:pt x="739109" y="39021"/>
                </a:lnTo>
                <a:lnTo>
                  <a:pt x="738292" y="39108"/>
                </a:lnTo>
                <a:lnTo>
                  <a:pt x="737477" y="39253"/>
                </a:lnTo>
                <a:lnTo>
                  <a:pt x="736664" y="39457"/>
                </a:lnTo>
                <a:lnTo>
                  <a:pt x="735852" y="39718"/>
                </a:lnTo>
                <a:lnTo>
                  <a:pt x="735043" y="40038"/>
                </a:lnTo>
                <a:lnTo>
                  <a:pt x="734235" y="40415"/>
                </a:lnTo>
                <a:lnTo>
                  <a:pt x="733428" y="40851"/>
                </a:lnTo>
                <a:lnTo>
                  <a:pt x="732623" y="41345"/>
                </a:lnTo>
                <a:lnTo>
                  <a:pt x="731820" y="41897"/>
                </a:lnTo>
                <a:lnTo>
                  <a:pt x="731019" y="42507"/>
                </a:lnTo>
                <a:lnTo>
                  <a:pt x="730219" y="43175"/>
                </a:lnTo>
                <a:lnTo>
                  <a:pt x="729422" y="43902"/>
                </a:lnTo>
                <a:lnTo>
                  <a:pt x="728625" y="44686"/>
                </a:lnTo>
                <a:lnTo>
                  <a:pt x="727831" y="45528"/>
                </a:lnTo>
                <a:lnTo>
                  <a:pt x="727038" y="46429"/>
                </a:lnTo>
                <a:lnTo>
                  <a:pt x="726247" y="47388"/>
                </a:lnTo>
                <a:lnTo>
                  <a:pt x="725457" y="48405"/>
                </a:lnTo>
                <a:lnTo>
                  <a:pt x="724669" y="49480"/>
                </a:lnTo>
                <a:lnTo>
                  <a:pt x="723883" y="50613"/>
                </a:lnTo>
                <a:lnTo>
                  <a:pt x="723099" y="51804"/>
                </a:lnTo>
                <a:lnTo>
                  <a:pt x="722316" y="53053"/>
                </a:lnTo>
                <a:lnTo>
                  <a:pt x="721535" y="54360"/>
                </a:lnTo>
                <a:lnTo>
                  <a:pt x="720756" y="55726"/>
                </a:lnTo>
                <a:lnTo>
                  <a:pt x="720756" y="38992"/>
                </a:lnTo>
                <a:lnTo>
                  <a:pt x="717344" y="38992"/>
                </a:lnTo>
                <a:lnTo>
                  <a:pt x="694843" y="48090"/>
                </a:lnTo>
                <a:lnTo>
                  <a:pt x="695655" y="51014"/>
                </a:lnTo>
                <a:lnTo>
                  <a:pt x="695918" y="50915"/>
                </a:lnTo>
                <a:lnTo>
                  <a:pt x="696178" y="50820"/>
                </a:lnTo>
                <a:lnTo>
                  <a:pt x="696437" y="50729"/>
                </a:lnTo>
                <a:lnTo>
                  <a:pt x="696693" y="50642"/>
                </a:lnTo>
                <a:lnTo>
                  <a:pt x="696947" y="50559"/>
                </a:lnTo>
                <a:lnTo>
                  <a:pt x="697198" y="50481"/>
                </a:lnTo>
                <a:lnTo>
                  <a:pt x="697448" y="50407"/>
                </a:lnTo>
                <a:lnTo>
                  <a:pt x="697695" y="50337"/>
                </a:lnTo>
                <a:lnTo>
                  <a:pt x="697940" y="50272"/>
                </a:lnTo>
                <a:lnTo>
                  <a:pt x="698182" y="50210"/>
                </a:lnTo>
                <a:lnTo>
                  <a:pt x="698422" y="50153"/>
                </a:lnTo>
                <a:lnTo>
                  <a:pt x="698661" y="50100"/>
                </a:lnTo>
                <a:lnTo>
                  <a:pt x="698896" y="50052"/>
                </a:lnTo>
                <a:lnTo>
                  <a:pt x="699130" y="50007"/>
                </a:lnTo>
                <a:lnTo>
                  <a:pt x="699361" y="49967"/>
                </a:lnTo>
                <a:lnTo>
                  <a:pt x="699590" y="49931"/>
                </a:lnTo>
                <a:lnTo>
                  <a:pt x="699817" y="49899"/>
                </a:lnTo>
                <a:lnTo>
                  <a:pt x="700041" y="49872"/>
                </a:lnTo>
                <a:lnTo>
                  <a:pt x="700264" y="49849"/>
                </a:lnTo>
                <a:lnTo>
                  <a:pt x="700484" y="49830"/>
                </a:lnTo>
                <a:lnTo>
                  <a:pt x="700701" y="49815"/>
                </a:lnTo>
                <a:lnTo>
                  <a:pt x="700917" y="49804"/>
                </a:lnTo>
                <a:lnTo>
                  <a:pt x="701130" y="49798"/>
                </a:lnTo>
                <a:lnTo>
                  <a:pt x="701341" y="49796"/>
                </a:lnTo>
                <a:lnTo>
                  <a:pt x="701516" y="49798"/>
                </a:lnTo>
                <a:lnTo>
                  <a:pt x="701688" y="49804"/>
                </a:lnTo>
                <a:lnTo>
                  <a:pt x="701858" y="49813"/>
                </a:lnTo>
                <a:lnTo>
                  <a:pt x="702026" y="49827"/>
                </a:lnTo>
                <a:lnTo>
                  <a:pt x="702191" y="49845"/>
                </a:lnTo>
                <a:lnTo>
                  <a:pt x="702354" y="49867"/>
                </a:lnTo>
                <a:lnTo>
                  <a:pt x="702514" y="49892"/>
                </a:lnTo>
                <a:lnTo>
                  <a:pt x="702673" y="49922"/>
                </a:lnTo>
                <a:lnTo>
                  <a:pt x="702828" y="49956"/>
                </a:lnTo>
                <a:lnTo>
                  <a:pt x="702981" y="49993"/>
                </a:lnTo>
                <a:lnTo>
                  <a:pt x="703132" y="50035"/>
                </a:lnTo>
                <a:lnTo>
                  <a:pt x="703281" y="50080"/>
                </a:lnTo>
                <a:lnTo>
                  <a:pt x="703427" y="50129"/>
                </a:lnTo>
                <a:lnTo>
                  <a:pt x="703570" y="50183"/>
                </a:lnTo>
                <a:lnTo>
                  <a:pt x="703712" y="50240"/>
                </a:lnTo>
                <a:lnTo>
                  <a:pt x="703850" y="50301"/>
                </a:lnTo>
                <a:lnTo>
                  <a:pt x="703987" y="50366"/>
                </a:lnTo>
                <a:lnTo>
                  <a:pt x="704121" y="50435"/>
                </a:lnTo>
                <a:lnTo>
                  <a:pt x="704253" y="50508"/>
                </a:lnTo>
                <a:lnTo>
                  <a:pt x="704382" y="50585"/>
                </a:lnTo>
                <a:lnTo>
                  <a:pt x="704509" y="50666"/>
                </a:lnTo>
                <a:lnTo>
                  <a:pt x="704633" y="50751"/>
                </a:lnTo>
                <a:lnTo>
                  <a:pt x="704755" y="50840"/>
                </a:lnTo>
                <a:lnTo>
                  <a:pt x="704875" y="50933"/>
                </a:lnTo>
                <a:lnTo>
                  <a:pt x="704992" y="51030"/>
                </a:lnTo>
                <a:lnTo>
                  <a:pt x="705106" y="51132"/>
                </a:lnTo>
                <a:lnTo>
                  <a:pt x="705216" y="51238"/>
                </a:lnTo>
                <a:lnTo>
                  <a:pt x="705324" y="51349"/>
                </a:lnTo>
                <a:lnTo>
                  <a:pt x="705428" y="51465"/>
                </a:lnTo>
                <a:lnTo>
                  <a:pt x="705530" y="51585"/>
                </a:lnTo>
                <a:lnTo>
                  <a:pt x="705628" y="51710"/>
                </a:lnTo>
                <a:lnTo>
                  <a:pt x="705723" y="51840"/>
                </a:lnTo>
                <a:lnTo>
                  <a:pt x="705815" y="51974"/>
                </a:lnTo>
                <a:lnTo>
                  <a:pt x="705904" y="52113"/>
                </a:lnTo>
                <a:lnTo>
                  <a:pt x="705990" y="52257"/>
                </a:lnTo>
                <a:lnTo>
                  <a:pt x="706073" y="52405"/>
                </a:lnTo>
                <a:lnTo>
                  <a:pt x="706153" y="52558"/>
                </a:lnTo>
                <a:lnTo>
                  <a:pt x="706229" y="52716"/>
                </a:lnTo>
                <a:lnTo>
                  <a:pt x="706303" y="52878"/>
                </a:lnTo>
                <a:lnTo>
                  <a:pt x="706373" y="53045"/>
                </a:lnTo>
                <a:lnTo>
                  <a:pt x="706440" y="53217"/>
                </a:lnTo>
                <a:lnTo>
                  <a:pt x="706505" y="53393"/>
                </a:lnTo>
                <a:lnTo>
                  <a:pt x="706566" y="53574"/>
                </a:lnTo>
                <a:lnTo>
                  <a:pt x="706624" y="53759"/>
                </a:lnTo>
                <a:lnTo>
                  <a:pt x="706678" y="53949"/>
                </a:lnTo>
                <a:lnTo>
                  <a:pt x="706730" y="54144"/>
                </a:lnTo>
                <a:lnTo>
                  <a:pt x="706779" y="54344"/>
                </a:lnTo>
                <a:lnTo>
                  <a:pt x="706824" y="54548"/>
                </a:lnTo>
                <a:lnTo>
                  <a:pt x="706867" y="54773"/>
                </a:lnTo>
                <a:lnTo>
                  <a:pt x="706909" y="55034"/>
                </a:lnTo>
                <a:lnTo>
                  <a:pt x="706948" y="55332"/>
                </a:lnTo>
                <a:lnTo>
                  <a:pt x="706986" y="55666"/>
                </a:lnTo>
                <a:lnTo>
                  <a:pt x="707022" y="56037"/>
                </a:lnTo>
                <a:lnTo>
                  <a:pt x="707055" y="56444"/>
                </a:lnTo>
                <a:lnTo>
                  <a:pt x="707088" y="56888"/>
                </a:lnTo>
                <a:lnTo>
                  <a:pt x="707118" y="57368"/>
                </a:lnTo>
                <a:lnTo>
                  <a:pt x="707146" y="57885"/>
                </a:lnTo>
                <a:lnTo>
                  <a:pt x="707173" y="58439"/>
                </a:lnTo>
                <a:lnTo>
                  <a:pt x="707198" y="59029"/>
                </a:lnTo>
                <a:lnTo>
                  <a:pt x="707220" y="59655"/>
                </a:lnTo>
                <a:lnTo>
                  <a:pt x="707242" y="60318"/>
                </a:lnTo>
                <a:lnTo>
                  <a:pt x="707261" y="61018"/>
                </a:lnTo>
                <a:lnTo>
                  <a:pt x="707278" y="61754"/>
                </a:lnTo>
                <a:lnTo>
                  <a:pt x="707294" y="62527"/>
                </a:lnTo>
                <a:lnTo>
                  <a:pt x="707308" y="63336"/>
                </a:lnTo>
                <a:lnTo>
                  <a:pt x="707319" y="64182"/>
                </a:lnTo>
                <a:lnTo>
                  <a:pt x="707330" y="65064"/>
                </a:lnTo>
                <a:lnTo>
                  <a:pt x="707338" y="65982"/>
                </a:lnTo>
                <a:lnTo>
                  <a:pt x="707344" y="66938"/>
                </a:lnTo>
                <a:lnTo>
                  <a:pt x="707349" y="67930"/>
                </a:lnTo>
                <a:lnTo>
                  <a:pt x="707352" y="68958"/>
                </a:lnTo>
                <a:lnTo>
                  <a:pt x="707352" y="70023"/>
                </a:lnTo>
                <a:lnTo>
                  <a:pt x="707352" y="98617"/>
                </a:lnTo>
                <a:lnTo>
                  <a:pt x="707352" y="99156"/>
                </a:lnTo>
                <a:lnTo>
                  <a:pt x="707350" y="99676"/>
                </a:lnTo>
                <a:lnTo>
                  <a:pt x="707346" y="100179"/>
                </a:lnTo>
                <a:lnTo>
                  <a:pt x="707341" y="100664"/>
                </a:lnTo>
                <a:lnTo>
                  <a:pt x="707335" y="101131"/>
                </a:lnTo>
                <a:lnTo>
                  <a:pt x="707327" y="101581"/>
                </a:lnTo>
                <a:lnTo>
                  <a:pt x="707318" y="102012"/>
                </a:lnTo>
                <a:lnTo>
                  <a:pt x="707307" y="102425"/>
                </a:lnTo>
                <a:lnTo>
                  <a:pt x="707295" y="102820"/>
                </a:lnTo>
                <a:lnTo>
                  <a:pt x="707282" y="103197"/>
                </a:lnTo>
                <a:lnTo>
                  <a:pt x="707267" y="103556"/>
                </a:lnTo>
                <a:lnTo>
                  <a:pt x="707251" y="103897"/>
                </a:lnTo>
                <a:lnTo>
                  <a:pt x="707233" y="104221"/>
                </a:lnTo>
                <a:lnTo>
                  <a:pt x="707214" y="104526"/>
                </a:lnTo>
                <a:lnTo>
                  <a:pt x="707194" y="104813"/>
                </a:lnTo>
                <a:lnTo>
                  <a:pt x="707172" y="105083"/>
                </a:lnTo>
                <a:lnTo>
                  <a:pt x="707149" y="105334"/>
                </a:lnTo>
                <a:lnTo>
                  <a:pt x="707124" y="105567"/>
                </a:lnTo>
                <a:lnTo>
                  <a:pt x="707098" y="105783"/>
                </a:lnTo>
                <a:lnTo>
                  <a:pt x="707070" y="105980"/>
                </a:lnTo>
                <a:lnTo>
                  <a:pt x="707041" y="106160"/>
                </a:lnTo>
                <a:lnTo>
                  <a:pt x="707011" y="106321"/>
                </a:lnTo>
                <a:lnTo>
                  <a:pt x="706979" y="106465"/>
                </a:lnTo>
                <a:lnTo>
                  <a:pt x="706946" y="106590"/>
                </a:lnTo>
                <a:lnTo>
                  <a:pt x="706876" y="106827"/>
                </a:lnTo>
                <a:lnTo>
                  <a:pt x="706802" y="107059"/>
                </a:lnTo>
                <a:lnTo>
                  <a:pt x="706724" y="107285"/>
                </a:lnTo>
                <a:lnTo>
                  <a:pt x="706642" y="107505"/>
                </a:lnTo>
                <a:lnTo>
                  <a:pt x="706555" y="107721"/>
                </a:lnTo>
                <a:lnTo>
                  <a:pt x="706464" y="107931"/>
                </a:lnTo>
                <a:lnTo>
                  <a:pt x="706369" y="108135"/>
                </a:lnTo>
                <a:lnTo>
                  <a:pt x="706269" y="108334"/>
                </a:lnTo>
                <a:lnTo>
                  <a:pt x="706166" y="108528"/>
                </a:lnTo>
                <a:lnTo>
                  <a:pt x="706058" y="108716"/>
                </a:lnTo>
                <a:lnTo>
                  <a:pt x="705946" y="108899"/>
                </a:lnTo>
                <a:lnTo>
                  <a:pt x="705829" y="109076"/>
                </a:lnTo>
                <a:lnTo>
                  <a:pt x="705709" y="109248"/>
                </a:lnTo>
                <a:lnTo>
                  <a:pt x="705584" y="109414"/>
                </a:lnTo>
                <a:lnTo>
                  <a:pt x="705455" y="109575"/>
                </a:lnTo>
                <a:lnTo>
                  <a:pt x="705322" y="109731"/>
                </a:lnTo>
                <a:lnTo>
                  <a:pt x="705184" y="109881"/>
                </a:lnTo>
                <a:lnTo>
                  <a:pt x="705042" y="110026"/>
                </a:lnTo>
                <a:lnTo>
                  <a:pt x="704896" y="110166"/>
                </a:lnTo>
                <a:lnTo>
                  <a:pt x="704746" y="110300"/>
                </a:lnTo>
                <a:lnTo>
                  <a:pt x="704592" y="110428"/>
                </a:lnTo>
                <a:lnTo>
                  <a:pt x="704433" y="110551"/>
                </a:lnTo>
                <a:lnTo>
                  <a:pt x="704270" y="110669"/>
                </a:lnTo>
                <a:lnTo>
                  <a:pt x="704103" y="110781"/>
                </a:lnTo>
                <a:lnTo>
                  <a:pt x="703868" y="110929"/>
                </a:lnTo>
                <a:lnTo>
                  <a:pt x="703622" y="111070"/>
                </a:lnTo>
                <a:lnTo>
                  <a:pt x="703367" y="111205"/>
                </a:lnTo>
                <a:lnTo>
                  <a:pt x="703101" y="111333"/>
                </a:lnTo>
                <a:lnTo>
                  <a:pt x="702825" y="111456"/>
                </a:lnTo>
                <a:lnTo>
                  <a:pt x="702539" y="111572"/>
                </a:lnTo>
                <a:lnTo>
                  <a:pt x="702243" y="111682"/>
                </a:lnTo>
                <a:lnTo>
                  <a:pt x="701937" y="111785"/>
                </a:lnTo>
                <a:lnTo>
                  <a:pt x="701620" y="111883"/>
                </a:lnTo>
                <a:lnTo>
                  <a:pt x="701294" y="111974"/>
                </a:lnTo>
                <a:lnTo>
                  <a:pt x="700957" y="112058"/>
                </a:lnTo>
                <a:lnTo>
                  <a:pt x="700610" y="112137"/>
                </a:lnTo>
                <a:lnTo>
                  <a:pt x="700253" y="112209"/>
                </a:lnTo>
                <a:lnTo>
                  <a:pt x="699886" y="112275"/>
                </a:lnTo>
                <a:lnTo>
                  <a:pt x="699508" y="112334"/>
                </a:lnTo>
                <a:lnTo>
                  <a:pt x="699121" y="112388"/>
                </a:lnTo>
                <a:lnTo>
                  <a:pt x="698723" y="112435"/>
                </a:lnTo>
                <a:lnTo>
                  <a:pt x="698315" y="112476"/>
                </a:lnTo>
                <a:lnTo>
                  <a:pt x="697897" y="112510"/>
                </a:lnTo>
                <a:lnTo>
                  <a:pt x="697469" y="112538"/>
                </a:lnTo>
                <a:lnTo>
                  <a:pt x="697031" y="112560"/>
                </a:lnTo>
                <a:lnTo>
                  <a:pt x="696582" y="112576"/>
                </a:lnTo>
                <a:lnTo>
                  <a:pt x="696124" y="112586"/>
                </a:lnTo>
                <a:lnTo>
                  <a:pt x="695655" y="112589"/>
                </a:lnTo>
                <a:lnTo>
                  <a:pt x="695655" y="115513"/>
                </a:lnTo>
                <a:lnTo>
                  <a:pt x="733753" y="115513"/>
                </a:lnTo>
                <a:lnTo>
                  <a:pt x="733753" y="112589"/>
                </a:lnTo>
                <a:lnTo>
                  <a:pt x="733337" y="112586"/>
                </a:lnTo>
                <a:lnTo>
                  <a:pt x="732930" y="112579"/>
                </a:lnTo>
                <a:lnTo>
                  <a:pt x="732531" y="112566"/>
                </a:lnTo>
                <a:lnTo>
                  <a:pt x="732140" y="112548"/>
                </a:lnTo>
                <a:lnTo>
                  <a:pt x="731757" y="112525"/>
                </a:lnTo>
                <a:lnTo>
                  <a:pt x="731382" y="112498"/>
                </a:lnTo>
                <a:lnTo>
                  <a:pt x="731016" y="112465"/>
                </a:lnTo>
                <a:lnTo>
                  <a:pt x="730657" y="112427"/>
                </a:lnTo>
                <a:lnTo>
                  <a:pt x="730307" y="112384"/>
                </a:lnTo>
                <a:lnTo>
                  <a:pt x="729965" y="112336"/>
                </a:lnTo>
                <a:lnTo>
                  <a:pt x="729631" y="112283"/>
                </a:lnTo>
                <a:lnTo>
                  <a:pt x="729306" y="112224"/>
                </a:lnTo>
                <a:lnTo>
                  <a:pt x="728988" y="112161"/>
                </a:lnTo>
                <a:lnTo>
                  <a:pt x="728679" y="112093"/>
                </a:lnTo>
                <a:lnTo>
                  <a:pt x="728378" y="112019"/>
                </a:lnTo>
                <a:lnTo>
                  <a:pt x="728085" y="111941"/>
                </a:lnTo>
                <a:lnTo>
                  <a:pt x="727800" y="111858"/>
                </a:lnTo>
                <a:lnTo>
                  <a:pt x="727524" y="111769"/>
                </a:lnTo>
                <a:lnTo>
                  <a:pt x="727255" y="111675"/>
                </a:lnTo>
                <a:lnTo>
                  <a:pt x="726995" y="111577"/>
                </a:lnTo>
                <a:lnTo>
                  <a:pt x="726743" y="111473"/>
                </a:lnTo>
                <a:lnTo>
                  <a:pt x="726499" y="111364"/>
                </a:lnTo>
                <a:lnTo>
                  <a:pt x="726263" y="111250"/>
                </a:lnTo>
                <a:lnTo>
                  <a:pt x="726036" y="111132"/>
                </a:lnTo>
                <a:lnTo>
                  <a:pt x="725815" y="111009"/>
                </a:lnTo>
                <a:lnTo>
                  <a:pt x="725600" y="110883"/>
                </a:lnTo>
                <a:lnTo>
                  <a:pt x="725391" y="110755"/>
                </a:lnTo>
                <a:lnTo>
                  <a:pt x="725188" y="110625"/>
                </a:lnTo>
                <a:lnTo>
                  <a:pt x="724990" y="110491"/>
                </a:lnTo>
                <a:lnTo>
                  <a:pt x="724797" y="110356"/>
                </a:lnTo>
                <a:lnTo>
                  <a:pt x="724610" y="110217"/>
                </a:lnTo>
                <a:lnTo>
                  <a:pt x="724429" y="110077"/>
                </a:lnTo>
                <a:lnTo>
                  <a:pt x="724254" y="109933"/>
                </a:lnTo>
                <a:lnTo>
                  <a:pt x="724084" y="109787"/>
                </a:lnTo>
                <a:lnTo>
                  <a:pt x="723920" y="109639"/>
                </a:lnTo>
                <a:lnTo>
                  <a:pt x="723761" y="109488"/>
                </a:lnTo>
                <a:lnTo>
                  <a:pt x="723609" y="109334"/>
                </a:lnTo>
                <a:lnTo>
                  <a:pt x="723461" y="109178"/>
                </a:lnTo>
                <a:lnTo>
                  <a:pt x="723320" y="109019"/>
                </a:lnTo>
                <a:lnTo>
                  <a:pt x="723184" y="108858"/>
                </a:lnTo>
                <a:lnTo>
                  <a:pt x="723053" y="108694"/>
                </a:lnTo>
                <a:lnTo>
                  <a:pt x="722929" y="108528"/>
                </a:lnTo>
                <a:lnTo>
                  <a:pt x="722810" y="108359"/>
                </a:lnTo>
                <a:lnTo>
                  <a:pt x="722696" y="108188"/>
                </a:lnTo>
                <a:lnTo>
                  <a:pt x="722589" y="108014"/>
                </a:lnTo>
                <a:lnTo>
                  <a:pt x="722487" y="107837"/>
                </a:lnTo>
                <a:lnTo>
                  <a:pt x="722390" y="107658"/>
                </a:lnTo>
                <a:lnTo>
                  <a:pt x="722299" y="107476"/>
                </a:lnTo>
                <a:lnTo>
                  <a:pt x="722173" y="107207"/>
                </a:lnTo>
                <a:lnTo>
                  <a:pt x="722053" y="106927"/>
                </a:lnTo>
                <a:lnTo>
                  <a:pt x="721938" y="106637"/>
                </a:lnTo>
                <a:lnTo>
                  <a:pt x="721828" y="106336"/>
                </a:lnTo>
                <a:lnTo>
                  <a:pt x="721723" y="106025"/>
                </a:lnTo>
                <a:lnTo>
                  <a:pt x="721624" y="105704"/>
                </a:lnTo>
                <a:lnTo>
                  <a:pt x="721530" y="105372"/>
                </a:lnTo>
                <a:lnTo>
                  <a:pt x="721442" y="105029"/>
                </a:lnTo>
                <a:lnTo>
                  <a:pt x="721359" y="104677"/>
                </a:lnTo>
                <a:lnTo>
                  <a:pt x="721281" y="104313"/>
                </a:lnTo>
                <a:lnTo>
                  <a:pt x="721209" y="103940"/>
                </a:lnTo>
                <a:lnTo>
                  <a:pt x="721142" y="103555"/>
                </a:lnTo>
                <a:lnTo>
                  <a:pt x="721080" y="103161"/>
                </a:lnTo>
                <a:lnTo>
                  <a:pt x="721024" y="102756"/>
                </a:lnTo>
                <a:lnTo>
                  <a:pt x="720973" y="102340"/>
                </a:lnTo>
                <a:lnTo>
                  <a:pt x="720927" y="101914"/>
                </a:lnTo>
                <a:lnTo>
                  <a:pt x="720887" y="101477"/>
                </a:lnTo>
                <a:lnTo>
                  <a:pt x="720852" y="101030"/>
                </a:lnTo>
                <a:lnTo>
                  <a:pt x="720823" y="100573"/>
                </a:lnTo>
                <a:lnTo>
                  <a:pt x="720799" y="100105"/>
                </a:lnTo>
                <a:lnTo>
                  <a:pt x="720780" y="99627"/>
                </a:lnTo>
                <a:lnTo>
                  <a:pt x="720767" y="99138"/>
                </a:lnTo>
                <a:lnTo>
                  <a:pt x="720759" y="98639"/>
                </a:lnTo>
                <a:lnTo>
                  <a:pt x="720756" y="98129"/>
                </a:lnTo>
                <a:lnTo>
                  <a:pt x="720756" y="62539"/>
                </a:lnTo>
                <a:lnTo>
                  <a:pt x="721080" y="61915"/>
                </a:lnTo>
                <a:lnTo>
                  <a:pt x="721404" y="61305"/>
                </a:lnTo>
                <a:lnTo>
                  <a:pt x="721727" y="60711"/>
                </a:lnTo>
                <a:lnTo>
                  <a:pt x="722049" y="60131"/>
                </a:lnTo>
                <a:lnTo>
                  <a:pt x="722370" y="59566"/>
                </a:lnTo>
                <a:lnTo>
                  <a:pt x="722690" y="59016"/>
                </a:lnTo>
                <a:lnTo>
                  <a:pt x="723010" y="58481"/>
                </a:lnTo>
                <a:lnTo>
                  <a:pt x="723328" y="57960"/>
                </a:lnTo>
                <a:lnTo>
                  <a:pt x="723646" y="57455"/>
                </a:lnTo>
                <a:lnTo>
                  <a:pt x="723963" y="56964"/>
                </a:lnTo>
                <a:lnTo>
                  <a:pt x="724279" y="56488"/>
                </a:lnTo>
                <a:lnTo>
                  <a:pt x="724594" y="56027"/>
                </a:lnTo>
                <a:lnTo>
                  <a:pt x="724908" y="55581"/>
                </a:lnTo>
                <a:lnTo>
                  <a:pt x="725222" y="55150"/>
                </a:lnTo>
                <a:lnTo>
                  <a:pt x="725535" y="54733"/>
                </a:lnTo>
                <a:lnTo>
                  <a:pt x="725846" y="54331"/>
                </a:lnTo>
                <a:lnTo>
                  <a:pt x="726157" y="53944"/>
                </a:lnTo>
                <a:lnTo>
                  <a:pt x="726468" y="53572"/>
                </a:lnTo>
                <a:lnTo>
                  <a:pt x="726777" y="53215"/>
                </a:lnTo>
                <a:lnTo>
                  <a:pt x="727085" y="52873"/>
                </a:lnTo>
                <a:lnTo>
                  <a:pt x="727393" y="52545"/>
                </a:lnTo>
                <a:lnTo>
                  <a:pt x="727700" y="52232"/>
                </a:lnTo>
                <a:lnTo>
                  <a:pt x="728005" y="51934"/>
                </a:lnTo>
                <a:lnTo>
                  <a:pt x="728310" y="51651"/>
                </a:lnTo>
                <a:lnTo>
                  <a:pt x="728452" y="51520"/>
                </a:lnTo>
                <a:lnTo>
                  <a:pt x="728593" y="51394"/>
                </a:lnTo>
                <a:lnTo>
                  <a:pt x="728733" y="51274"/>
                </a:lnTo>
                <a:lnTo>
                  <a:pt x="728872" y="51159"/>
                </a:lnTo>
                <a:lnTo>
                  <a:pt x="729011" y="51050"/>
                </a:lnTo>
                <a:lnTo>
                  <a:pt x="729148" y="50946"/>
                </a:lnTo>
                <a:lnTo>
                  <a:pt x="729285" y="50848"/>
                </a:lnTo>
                <a:lnTo>
                  <a:pt x="729421" y="50756"/>
                </a:lnTo>
                <a:lnTo>
                  <a:pt x="729556" y="50669"/>
                </a:lnTo>
                <a:lnTo>
                  <a:pt x="729690" y="50588"/>
                </a:lnTo>
                <a:lnTo>
                  <a:pt x="729823" y="50512"/>
                </a:lnTo>
                <a:lnTo>
                  <a:pt x="729955" y="50442"/>
                </a:lnTo>
                <a:lnTo>
                  <a:pt x="730087" y="50378"/>
                </a:lnTo>
                <a:lnTo>
                  <a:pt x="730218" y="50319"/>
                </a:lnTo>
                <a:lnTo>
                  <a:pt x="730348" y="50266"/>
                </a:lnTo>
                <a:lnTo>
                  <a:pt x="730477" y="50219"/>
                </a:lnTo>
                <a:lnTo>
                  <a:pt x="730605" y="50177"/>
                </a:lnTo>
                <a:lnTo>
                  <a:pt x="730732" y="50140"/>
                </a:lnTo>
                <a:lnTo>
                  <a:pt x="730859" y="50109"/>
                </a:lnTo>
                <a:lnTo>
                  <a:pt x="730984" y="50084"/>
                </a:lnTo>
                <a:lnTo>
                  <a:pt x="731109" y="50065"/>
                </a:lnTo>
                <a:lnTo>
                  <a:pt x="731233" y="50051"/>
                </a:lnTo>
                <a:lnTo>
                  <a:pt x="731356" y="50042"/>
                </a:lnTo>
                <a:lnTo>
                  <a:pt x="731479" y="50039"/>
                </a:lnTo>
                <a:lnTo>
                  <a:pt x="731624" y="50044"/>
                </a:lnTo>
                <a:lnTo>
                  <a:pt x="731776" y="50059"/>
                </a:lnTo>
                <a:lnTo>
                  <a:pt x="731934" y="50083"/>
                </a:lnTo>
                <a:lnTo>
                  <a:pt x="732098" y="50116"/>
                </a:lnTo>
                <a:lnTo>
                  <a:pt x="732269" y="50159"/>
                </a:lnTo>
                <a:lnTo>
                  <a:pt x="732446" y="50212"/>
                </a:lnTo>
                <a:lnTo>
                  <a:pt x="732629" y="50274"/>
                </a:lnTo>
                <a:lnTo>
                  <a:pt x="732819" y="50346"/>
                </a:lnTo>
                <a:lnTo>
                  <a:pt x="733015" y="50428"/>
                </a:lnTo>
                <a:lnTo>
                  <a:pt x="733217" y="50519"/>
                </a:lnTo>
                <a:lnTo>
                  <a:pt x="733426" y="50620"/>
                </a:lnTo>
                <a:lnTo>
                  <a:pt x="733641" y="50730"/>
                </a:lnTo>
                <a:lnTo>
                  <a:pt x="733863" y="50850"/>
                </a:lnTo>
                <a:lnTo>
                  <a:pt x="734091" y="50979"/>
                </a:lnTo>
                <a:lnTo>
                  <a:pt x="734325" y="51118"/>
                </a:lnTo>
                <a:lnTo>
                  <a:pt x="734565" y="51267"/>
                </a:lnTo>
                <a:lnTo>
                  <a:pt x="734812" y="51425"/>
                </a:lnTo>
                <a:lnTo>
                  <a:pt x="735066" y="51593"/>
                </a:lnTo>
                <a:lnTo>
                  <a:pt x="735325" y="51770"/>
                </a:lnTo>
                <a:lnTo>
                  <a:pt x="735591" y="51957"/>
                </a:lnTo>
                <a:lnTo>
                  <a:pt x="735863" y="52154"/>
                </a:lnTo>
                <a:lnTo>
                  <a:pt x="736142" y="52360"/>
                </a:lnTo>
                <a:lnTo>
                  <a:pt x="736427" y="52576"/>
                </a:lnTo>
                <a:lnTo>
                  <a:pt x="736718" y="52801"/>
                </a:lnTo>
                <a:lnTo>
                  <a:pt x="737011" y="53027"/>
                </a:lnTo>
                <a:lnTo>
                  <a:pt x="737302" y="53242"/>
                </a:lnTo>
                <a:lnTo>
                  <a:pt x="737591" y="53449"/>
                </a:lnTo>
                <a:lnTo>
                  <a:pt x="737877" y="53645"/>
                </a:lnTo>
                <a:lnTo>
                  <a:pt x="738160" y="53832"/>
                </a:lnTo>
                <a:lnTo>
                  <a:pt x="738442" y="54010"/>
                </a:lnTo>
                <a:lnTo>
                  <a:pt x="738721" y="54177"/>
                </a:lnTo>
                <a:lnTo>
                  <a:pt x="738997" y="54336"/>
                </a:lnTo>
                <a:lnTo>
                  <a:pt x="739271" y="54484"/>
                </a:lnTo>
                <a:lnTo>
                  <a:pt x="739543" y="54623"/>
                </a:lnTo>
                <a:lnTo>
                  <a:pt x="739812" y="54753"/>
                </a:lnTo>
                <a:lnTo>
                  <a:pt x="740079" y="54873"/>
                </a:lnTo>
                <a:lnTo>
                  <a:pt x="740344" y="54983"/>
                </a:lnTo>
                <a:lnTo>
                  <a:pt x="740606" y="55084"/>
                </a:lnTo>
                <a:lnTo>
                  <a:pt x="740865" y="55175"/>
                </a:lnTo>
                <a:lnTo>
                  <a:pt x="741123" y="55256"/>
                </a:lnTo>
                <a:lnTo>
                  <a:pt x="741378" y="55328"/>
                </a:lnTo>
                <a:lnTo>
                  <a:pt x="741630" y="55391"/>
                </a:lnTo>
                <a:lnTo>
                  <a:pt x="741880" y="55443"/>
                </a:lnTo>
                <a:lnTo>
                  <a:pt x="742128" y="55487"/>
                </a:lnTo>
                <a:lnTo>
                  <a:pt x="742373" y="55520"/>
                </a:lnTo>
                <a:lnTo>
                  <a:pt x="742616" y="55544"/>
                </a:lnTo>
                <a:lnTo>
                  <a:pt x="742857" y="55558"/>
                </a:lnTo>
                <a:lnTo>
                  <a:pt x="743095" y="55563"/>
                </a:lnTo>
                <a:lnTo>
                  <a:pt x="743337" y="55559"/>
                </a:lnTo>
                <a:lnTo>
                  <a:pt x="743577" y="55548"/>
                </a:lnTo>
                <a:lnTo>
                  <a:pt x="743813" y="55529"/>
                </a:lnTo>
                <a:lnTo>
                  <a:pt x="744047" y="55502"/>
                </a:lnTo>
                <a:lnTo>
                  <a:pt x="744278" y="55468"/>
                </a:lnTo>
                <a:lnTo>
                  <a:pt x="744506" y="55426"/>
                </a:lnTo>
                <a:lnTo>
                  <a:pt x="744732" y="55377"/>
                </a:lnTo>
                <a:lnTo>
                  <a:pt x="744954" y="55320"/>
                </a:lnTo>
                <a:lnTo>
                  <a:pt x="745174" y="55255"/>
                </a:lnTo>
                <a:lnTo>
                  <a:pt x="745391" y="55182"/>
                </a:lnTo>
                <a:lnTo>
                  <a:pt x="745605" y="55102"/>
                </a:lnTo>
                <a:lnTo>
                  <a:pt x="745816" y="55015"/>
                </a:lnTo>
                <a:lnTo>
                  <a:pt x="746025" y="54920"/>
                </a:lnTo>
                <a:lnTo>
                  <a:pt x="746230" y="54817"/>
                </a:lnTo>
                <a:lnTo>
                  <a:pt x="746433" y="54706"/>
                </a:lnTo>
                <a:lnTo>
                  <a:pt x="746633" y="54588"/>
                </a:lnTo>
                <a:lnTo>
                  <a:pt x="746830" y="54463"/>
                </a:lnTo>
                <a:lnTo>
                  <a:pt x="747024" y="54330"/>
                </a:lnTo>
                <a:lnTo>
                  <a:pt x="747216" y="54189"/>
                </a:lnTo>
                <a:lnTo>
                  <a:pt x="747405" y="54040"/>
                </a:lnTo>
                <a:lnTo>
                  <a:pt x="747591" y="53884"/>
                </a:lnTo>
                <a:lnTo>
                  <a:pt x="747774" y="53720"/>
                </a:lnTo>
                <a:lnTo>
                  <a:pt x="747954" y="53549"/>
                </a:lnTo>
                <a:lnTo>
                  <a:pt x="748131" y="53370"/>
                </a:lnTo>
                <a:lnTo>
                  <a:pt x="748304" y="53185"/>
                </a:lnTo>
                <a:lnTo>
                  <a:pt x="748469" y="52998"/>
                </a:lnTo>
                <a:lnTo>
                  <a:pt x="748626" y="52806"/>
                </a:lnTo>
                <a:lnTo>
                  <a:pt x="748777" y="52612"/>
                </a:lnTo>
                <a:lnTo>
                  <a:pt x="748920" y="52414"/>
                </a:lnTo>
                <a:lnTo>
                  <a:pt x="749055" y="52212"/>
                </a:lnTo>
                <a:lnTo>
                  <a:pt x="749184" y="52008"/>
                </a:lnTo>
                <a:lnTo>
                  <a:pt x="749305" y="51799"/>
                </a:lnTo>
                <a:lnTo>
                  <a:pt x="749418" y="51588"/>
                </a:lnTo>
                <a:lnTo>
                  <a:pt x="749525" y="51373"/>
                </a:lnTo>
                <a:lnTo>
                  <a:pt x="749624" y="51155"/>
                </a:lnTo>
                <a:lnTo>
                  <a:pt x="749715" y="50933"/>
                </a:lnTo>
                <a:lnTo>
                  <a:pt x="749800" y="50708"/>
                </a:lnTo>
                <a:lnTo>
                  <a:pt x="749877" y="50479"/>
                </a:lnTo>
                <a:lnTo>
                  <a:pt x="749946" y="50248"/>
                </a:lnTo>
                <a:lnTo>
                  <a:pt x="750009" y="50012"/>
                </a:lnTo>
                <a:lnTo>
                  <a:pt x="750064" y="49774"/>
                </a:lnTo>
                <a:lnTo>
                  <a:pt x="750111" y="49532"/>
                </a:lnTo>
                <a:lnTo>
                  <a:pt x="750152" y="49286"/>
                </a:lnTo>
                <a:lnTo>
                  <a:pt x="750185" y="49038"/>
                </a:lnTo>
                <a:lnTo>
                  <a:pt x="750191" y="48977"/>
                </a:lnTo>
                <a:lnTo>
                  <a:pt x="751040" y="51014"/>
                </a:lnTo>
                <a:lnTo>
                  <a:pt x="751302" y="50915"/>
                </a:lnTo>
                <a:lnTo>
                  <a:pt x="751562" y="50820"/>
                </a:lnTo>
                <a:lnTo>
                  <a:pt x="751818" y="50729"/>
                </a:lnTo>
                <a:lnTo>
                  <a:pt x="752071" y="50642"/>
                </a:lnTo>
                <a:lnTo>
                  <a:pt x="752321" y="50559"/>
                </a:lnTo>
                <a:lnTo>
                  <a:pt x="752568" y="50481"/>
                </a:lnTo>
                <a:lnTo>
                  <a:pt x="752812" y="50407"/>
                </a:lnTo>
                <a:lnTo>
                  <a:pt x="753053" y="50337"/>
                </a:lnTo>
                <a:lnTo>
                  <a:pt x="753290" y="50272"/>
                </a:lnTo>
                <a:lnTo>
                  <a:pt x="753525" y="50210"/>
                </a:lnTo>
                <a:lnTo>
                  <a:pt x="753756" y="50153"/>
                </a:lnTo>
                <a:lnTo>
                  <a:pt x="753985" y="50100"/>
                </a:lnTo>
                <a:lnTo>
                  <a:pt x="754210" y="50052"/>
                </a:lnTo>
                <a:lnTo>
                  <a:pt x="754432" y="50007"/>
                </a:lnTo>
                <a:lnTo>
                  <a:pt x="754651" y="49967"/>
                </a:lnTo>
                <a:lnTo>
                  <a:pt x="754867" y="49931"/>
                </a:lnTo>
                <a:lnTo>
                  <a:pt x="755080" y="49899"/>
                </a:lnTo>
                <a:lnTo>
                  <a:pt x="755289" y="49872"/>
                </a:lnTo>
                <a:lnTo>
                  <a:pt x="755496" y="49849"/>
                </a:lnTo>
                <a:lnTo>
                  <a:pt x="755699" y="49830"/>
                </a:lnTo>
                <a:lnTo>
                  <a:pt x="755900" y="49815"/>
                </a:lnTo>
                <a:lnTo>
                  <a:pt x="756097" y="49804"/>
                </a:lnTo>
                <a:lnTo>
                  <a:pt x="756291" y="49798"/>
                </a:lnTo>
                <a:lnTo>
                  <a:pt x="756482" y="49796"/>
                </a:lnTo>
                <a:lnTo>
                  <a:pt x="756657" y="49798"/>
                </a:lnTo>
                <a:lnTo>
                  <a:pt x="756829" y="49803"/>
                </a:lnTo>
                <a:lnTo>
                  <a:pt x="756997" y="49812"/>
                </a:lnTo>
                <a:lnTo>
                  <a:pt x="757163" y="49825"/>
                </a:lnTo>
                <a:lnTo>
                  <a:pt x="757325" y="49842"/>
                </a:lnTo>
                <a:lnTo>
                  <a:pt x="757485" y="49862"/>
                </a:lnTo>
                <a:lnTo>
                  <a:pt x="757642" y="49886"/>
                </a:lnTo>
                <a:lnTo>
                  <a:pt x="757796" y="49913"/>
                </a:lnTo>
                <a:lnTo>
                  <a:pt x="757947" y="49944"/>
                </a:lnTo>
                <a:lnTo>
                  <a:pt x="758094" y="49979"/>
                </a:lnTo>
                <a:lnTo>
                  <a:pt x="758239" y="50018"/>
                </a:lnTo>
                <a:lnTo>
                  <a:pt x="758381" y="50060"/>
                </a:lnTo>
                <a:lnTo>
                  <a:pt x="758520" y="50106"/>
                </a:lnTo>
                <a:lnTo>
                  <a:pt x="758656" y="50155"/>
                </a:lnTo>
                <a:lnTo>
                  <a:pt x="758789" y="50208"/>
                </a:lnTo>
                <a:lnTo>
                  <a:pt x="758919" y="50265"/>
                </a:lnTo>
                <a:lnTo>
                  <a:pt x="759047" y="50326"/>
                </a:lnTo>
                <a:lnTo>
                  <a:pt x="759171" y="50390"/>
                </a:lnTo>
                <a:lnTo>
                  <a:pt x="759292" y="50458"/>
                </a:lnTo>
                <a:lnTo>
                  <a:pt x="759410" y="50529"/>
                </a:lnTo>
                <a:lnTo>
                  <a:pt x="759526" y="50604"/>
                </a:lnTo>
                <a:lnTo>
                  <a:pt x="759638" y="50683"/>
                </a:lnTo>
                <a:lnTo>
                  <a:pt x="759747" y="50766"/>
                </a:lnTo>
                <a:lnTo>
                  <a:pt x="759854" y="50852"/>
                </a:lnTo>
                <a:lnTo>
                  <a:pt x="759957" y="50943"/>
                </a:lnTo>
                <a:lnTo>
                  <a:pt x="760059" y="51041"/>
                </a:lnTo>
                <a:lnTo>
                  <a:pt x="760158" y="51145"/>
                </a:lnTo>
                <a:lnTo>
                  <a:pt x="760255" y="51256"/>
                </a:lnTo>
                <a:lnTo>
                  <a:pt x="760350" y="51373"/>
                </a:lnTo>
                <a:lnTo>
                  <a:pt x="760443" y="51497"/>
                </a:lnTo>
                <a:lnTo>
                  <a:pt x="760533" y="51627"/>
                </a:lnTo>
                <a:lnTo>
                  <a:pt x="760621" y="51763"/>
                </a:lnTo>
                <a:lnTo>
                  <a:pt x="760707" y="51906"/>
                </a:lnTo>
                <a:lnTo>
                  <a:pt x="760790" y="52056"/>
                </a:lnTo>
                <a:lnTo>
                  <a:pt x="760871" y="52212"/>
                </a:lnTo>
                <a:lnTo>
                  <a:pt x="760950" y="52375"/>
                </a:lnTo>
                <a:lnTo>
                  <a:pt x="761027" y="52544"/>
                </a:lnTo>
                <a:lnTo>
                  <a:pt x="761101" y="52720"/>
                </a:lnTo>
                <a:lnTo>
                  <a:pt x="761174" y="52902"/>
                </a:lnTo>
                <a:lnTo>
                  <a:pt x="761244" y="53090"/>
                </a:lnTo>
                <a:lnTo>
                  <a:pt x="761311" y="53285"/>
                </a:lnTo>
                <a:lnTo>
                  <a:pt x="761377" y="53487"/>
                </a:lnTo>
                <a:lnTo>
                  <a:pt x="761440" y="53695"/>
                </a:lnTo>
                <a:lnTo>
                  <a:pt x="761501" y="53909"/>
                </a:lnTo>
                <a:lnTo>
                  <a:pt x="761560" y="54130"/>
                </a:lnTo>
                <a:lnTo>
                  <a:pt x="761616" y="54358"/>
                </a:lnTo>
                <a:lnTo>
                  <a:pt x="761670" y="54592"/>
                </a:lnTo>
                <a:lnTo>
                  <a:pt x="761722" y="54832"/>
                </a:lnTo>
                <a:lnTo>
                  <a:pt x="761772" y="55094"/>
                </a:lnTo>
                <a:lnTo>
                  <a:pt x="761819" y="55392"/>
                </a:lnTo>
                <a:lnTo>
                  <a:pt x="761865" y="55727"/>
                </a:lnTo>
                <a:lnTo>
                  <a:pt x="761908" y="56098"/>
                </a:lnTo>
                <a:lnTo>
                  <a:pt x="761949" y="56505"/>
                </a:lnTo>
                <a:lnTo>
                  <a:pt x="761989" y="56949"/>
                </a:lnTo>
                <a:lnTo>
                  <a:pt x="762026" y="57429"/>
                </a:lnTo>
                <a:lnTo>
                  <a:pt x="762060" y="57946"/>
                </a:lnTo>
                <a:lnTo>
                  <a:pt x="762093" y="58499"/>
                </a:lnTo>
                <a:lnTo>
                  <a:pt x="762124" y="59088"/>
                </a:lnTo>
                <a:lnTo>
                  <a:pt x="762152" y="59714"/>
                </a:lnTo>
                <a:lnTo>
                  <a:pt x="762179" y="60376"/>
                </a:lnTo>
                <a:lnTo>
                  <a:pt x="762203" y="61075"/>
                </a:lnTo>
                <a:lnTo>
                  <a:pt x="762225" y="61810"/>
                </a:lnTo>
                <a:lnTo>
                  <a:pt x="762246" y="62581"/>
                </a:lnTo>
                <a:lnTo>
                  <a:pt x="762264" y="63389"/>
                </a:lnTo>
                <a:lnTo>
                  <a:pt x="762279" y="64233"/>
                </a:lnTo>
                <a:lnTo>
                  <a:pt x="762293" y="65113"/>
                </a:lnTo>
                <a:lnTo>
                  <a:pt x="762305" y="66030"/>
                </a:lnTo>
                <a:lnTo>
                  <a:pt x="762314" y="66983"/>
                </a:lnTo>
                <a:lnTo>
                  <a:pt x="762322" y="67973"/>
                </a:lnTo>
                <a:lnTo>
                  <a:pt x="762327" y="68999"/>
                </a:lnTo>
                <a:lnTo>
                  <a:pt x="762330" y="70061"/>
                </a:lnTo>
                <a:lnTo>
                  <a:pt x="762331" y="71160"/>
                </a:lnTo>
                <a:lnTo>
                  <a:pt x="762331" y="98617"/>
                </a:lnTo>
                <a:lnTo>
                  <a:pt x="762328" y="99288"/>
                </a:lnTo>
                <a:lnTo>
                  <a:pt x="762317" y="99942"/>
                </a:lnTo>
                <a:lnTo>
                  <a:pt x="762300" y="100577"/>
                </a:lnTo>
                <a:lnTo>
                  <a:pt x="762276" y="101194"/>
                </a:lnTo>
                <a:lnTo>
                  <a:pt x="762245" y="101793"/>
                </a:lnTo>
                <a:lnTo>
                  <a:pt x="762207" y="102373"/>
                </a:lnTo>
                <a:lnTo>
                  <a:pt x="762162" y="102935"/>
                </a:lnTo>
                <a:lnTo>
                  <a:pt x="762110" y="103479"/>
                </a:lnTo>
                <a:lnTo>
                  <a:pt x="762051" y="104004"/>
                </a:lnTo>
                <a:lnTo>
                  <a:pt x="761986" y="104511"/>
                </a:lnTo>
                <a:lnTo>
                  <a:pt x="761913" y="105000"/>
                </a:lnTo>
                <a:lnTo>
                  <a:pt x="761834" y="105471"/>
                </a:lnTo>
                <a:lnTo>
                  <a:pt x="761747" y="105923"/>
                </a:lnTo>
                <a:lnTo>
                  <a:pt x="761654" y="106357"/>
                </a:lnTo>
                <a:lnTo>
                  <a:pt x="761554" y="106772"/>
                </a:lnTo>
                <a:lnTo>
                  <a:pt x="761447" y="107170"/>
                </a:lnTo>
                <a:lnTo>
                  <a:pt x="761333" y="107549"/>
                </a:lnTo>
                <a:lnTo>
                  <a:pt x="761212" y="107910"/>
                </a:lnTo>
                <a:lnTo>
                  <a:pt x="761084" y="108252"/>
                </a:lnTo>
                <a:lnTo>
                  <a:pt x="760949" y="108576"/>
                </a:lnTo>
                <a:lnTo>
                  <a:pt x="760807" y="108882"/>
                </a:lnTo>
                <a:lnTo>
                  <a:pt x="760659" y="109169"/>
                </a:lnTo>
                <a:lnTo>
                  <a:pt x="760503" y="109439"/>
                </a:lnTo>
                <a:lnTo>
                  <a:pt x="760341" y="109690"/>
                </a:lnTo>
                <a:lnTo>
                  <a:pt x="760169" y="109926"/>
                </a:lnTo>
                <a:lnTo>
                  <a:pt x="759984" y="110153"/>
                </a:lnTo>
                <a:lnTo>
                  <a:pt x="759786" y="110369"/>
                </a:lnTo>
                <a:lnTo>
                  <a:pt x="759575" y="110575"/>
                </a:lnTo>
                <a:lnTo>
                  <a:pt x="759351" y="110772"/>
                </a:lnTo>
                <a:lnTo>
                  <a:pt x="759115" y="110958"/>
                </a:lnTo>
                <a:lnTo>
                  <a:pt x="758866" y="111134"/>
                </a:lnTo>
                <a:lnTo>
                  <a:pt x="758604" y="111300"/>
                </a:lnTo>
                <a:lnTo>
                  <a:pt x="758329" y="111456"/>
                </a:lnTo>
                <a:lnTo>
                  <a:pt x="758041" y="111602"/>
                </a:lnTo>
                <a:lnTo>
                  <a:pt x="757740" y="111738"/>
                </a:lnTo>
                <a:lnTo>
                  <a:pt x="757427" y="111864"/>
                </a:lnTo>
                <a:lnTo>
                  <a:pt x="757101" y="111980"/>
                </a:lnTo>
                <a:lnTo>
                  <a:pt x="756761" y="112085"/>
                </a:lnTo>
                <a:lnTo>
                  <a:pt x="756409" y="112181"/>
                </a:lnTo>
                <a:lnTo>
                  <a:pt x="756045" y="112267"/>
                </a:lnTo>
                <a:lnTo>
                  <a:pt x="755667" y="112342"/>
                </a:lnTo>
                <a:lnTo>
                  <a:pt x="755277" y="112407"/>
                </a:lnTo>
                <a:lnTo>
                  <a:pt x="754873" y="112463"/>
                </a:lnTo>
                <a:lnTo>
                  <a:pt x="754457" y="112508"/>
                </a:lnTo>
                <a:lnTo>
                  <a:pt x="754028" y="112543"/>
                </a:lnTo>
                <a:lnTo>
                  <a:pt x="753587" y="112569"/>
                </a:lnTo>
                <a:lnTo>
                  <a:pt x="753132" y="112584"/>
                </a:lnTo>
                <a:lnTo>
                  <a:pt x="752665" y="112589"/>
                </a:lnTo>
                <a:lnTo>
                  <a:pt x="751040" y="112589"/>
                </a:lnTo>
                <a:lnTo>
                  <a:pt x="751040" y="115513"/>
                </a:lnTo>
                <a:lnTo>
                  <a:pt x="787838" y="115513"/>
                </a:lnTo>
                <a:lnTo>
                  <a:pt x="787838" y="112589"/>
                </a:lnTo>
                <a:lnTo>
                  <a:pt x="787338" y="112587"/>
                </a:lnTo>
                <a:lnTo>
                  <a:pt x="786851" y="112581"/>
                </a:lnTo>
                <a:lnTo>
                  <a:pt x="786379" y="112571"/>
                </a:lnTo>
                <a:lnTo>
                  <a:pt x="785921" y="112558"/>
                </a:lnTo>
                <a:lnTo>
                  <a:pt x="785478" y="112541"/>
                </a:lnTo>
                <a:lnTo>
                  <a:pt x="785048" y="112520"/>
                </a:lnTo>
                <a:lnTo>
                  <a:pt x="784633" y="112495"/>
                </a:lnTo>
                <a:lnTo>
                  <a:pt x="784232" y="112466"/>
                </a:lnTo>
                <a:lnTo>
                  <a:pt x="783846" y="112434"/>
                </a:lnTo>
                <a:lnTo>
                  <a:pt x="783473" y="112397"/>
                </a:lnTo>
                <a:lnTo>
                  <a:pt x="783115" y="112357"/>
                </a:lnTo>
                <a:lnTo>
                  <a:pt x="782771" y="112313"/>
                </a:lnTo>
                <a:lnTo>
                  <a:pt x="782442" y="112265"/>
                </a:lnTo>
                <a:lnTo>
                  <a:pt x="782126" y="112214"/>
                </a:lnTo>
                <a:lnTo>
                  <a:pt x="781825" y="112158"/>
                </a:lnTo>
                <a:lnTo>
                  <a:pt x="781538" y="112099"/>
                </a:lnTo>
                <a:lnTo>
                  <a:pt x="781266" y="112036"/>
                </a:lnTo>
                <a:lnTo>
                  <a:pt x="781007" y="111969"/>
                </a:lnTo>
                <a:lnTo>
                  <a:pt x="780763" y="111898"/>
                </a:lnTo>
                <a:lnTo>
                  <a:pt x="780533" y="111824"/>
                </a:lnTo>
                <a:lnTo>
                  <a:pt x="780317" y="111745"/>
                </a:lnTo>
                <a:lnTo>
                  <a:pt x="780116" y="111663"/>
                </a:lnTo>
                <a:lnTo>
                  <a:pt x="779929" y="111577"/>
                </a:lnTo>
                <a:lnTo>
                  <a:pt x="779756" y="111487"/>
                </a:lnTo>
                <a:lnTo>
                  <a:pt x="779591" y="111393"/>
                </a:lnTo>
                <a:lnTo>
                  <a:pt x="779430" y="111294"/>
                </a:lnTo>
                <a:lnTo>
                  <a:pt x="779271" y="111191"/>
                </a:lnTo>
                <a:lnTo>
                  <a:pt x="779116" y="111084"/>
                </a:lnTo>
                <a:lnTo>
                  <a:pt x="778963" y="110972"/>
                </a:lnTo>
                <a:lnTo>
                  <a:pt x="778814" y="110856"/>
                </a:lnTo>
                <a:lnTo>
                  <a:pt x="778667" y="110735"/>
                </a:lnTo>
                <a:lnTo>
                  <a:pt x="778524" y="110610"/>
                </a:lnTo>
                <a:lnTo>
                  <a:pt x="778383" y="110481"/>
                </a:lnTo>
                <a:lnTo>
                  <a:pt x="778245" y="110347"/>
                </a:lnTo>
                <a:lnTo>
                  <a:pt x="778110" y="110209"/>
                </a:lnTo>
                <a:lnTo>
                  <a:pt x="777979" y="110067"/>
                </a:lnTo>
                <a:lnTo>
                  <a:pt x="777850" y="109920"/>
                </a:lnTo>
                <a:lnTo>
                  <a:pt x="777724" y="109768"/>
                </a:lnTo>
                <a:lnTo>
                  <a:pt x="777601" y="109613"/>
                </a:lnTo>
                <a:lnTo>
                  <a:pt x="777481" y="109453"/>
                </a:lnTo>
                <a:lnTo>
                  <a:pt x="777364" y="109288"/>
                </a:lnTo>
                <a:lnTo>
                  <a:pt x="777250" y="109119"/>
                </a:lnTo>
                <a:lnTo>
                  <a:pt x="777139" y="108946"/>
                </a:lnTo>
                <a:lnTo>
                  <a:pt x="777031" y="108769"/>
                </a:lnTo>
                <a:lnTo>
                  <a:pt x="776926" y="108587"/>
                </a:lnTo>
                <a:lnTo>
                  <a:pt x="776824" y="108400"/>
                </a:lnTo>
                <a:lnTo>
                  <a:pt x="776724" y="108209"/>
                </a:lnTo>
                <a:lnTo>
                  <a:pt x="776628" y="108014"/>
                </a:lnTo>
                <a:lnTo>
                  <a:pt x="776555" y="107854"/>
                </a:lnTo>
                <a:lnTo>
                  <a:pt x="776485" y="107674"/>
                </a:lnTo>
                <a:lnTo>
                  <a:pt x="776419" y="107474"/>
                </a:lnTo>
                <a:lnTo>
                  <a:pt x="776355" y="107253"/>
                </a:lnTo>
                <a:lnTo>
                  <a:pt x="776295" y="107013"/>
                </a:lnTo>
                <a:lnTo>
                  <a:pt x="776237" y="106752"/>
                </a:lnTo>
                <a:lnTo>
                  <a:pt x="776183" y="106471"/>
                </a:lnTo>
                <a:lnTo>
                  <a:pt x="776132" y="106170"/>
                </a:lnTo>
                <a:lnTo>
                  <a:pt x="776084" y="105849"/>
                </a:lnTo>
                <a:lnTo>
                  <a:pt x="776039" y="105508"/>
                </a:lnTo>
                <a:lnTo>
                  <a:pt x="775997" y="105146"/>
                </a:lnTo>
                <a:lnTo>
                  <a:pt x="775958" y="104765"/>
                </a:lnTo>
                <a:lnTo>
                  <a:pt x="775922" y="104363"/>
                </a:lnTo>
                <a:lnTo>
                  <a:pt x="775890" y="103942"/>
                </a:lnTo>
                <a:lnTo>
                  <a:pt x="775860" y="103500"/>
                </a:lnTo>
                <a:lnTo>
                  <a:pt x="775834" y="103038"/>
                </a:lnTo>
                <a:lnTo>
                  <a:pt x="775811" y="102555"/>
                </a:lnTo>
                <a:lnTo>
                  <a:pt x="775790" y="102053"/>
                </a:lnTo>
                <a:lnTo>
                  <a:pt x="775773" y="101531"/>
                </a:lnTo>
                <a:lnTo>
                  <a:pt x="775759" y="100988"/>
                </a:lnTo>
                <a:lnTo>
                  <a:pt x="775749" y="100425"/>
                </a:lnTo>
                <a:lnTo>
                  <a:pt x="775741" y="99843"/>
                </a:lnTo>
                <a:lnTo>
                  <a:pt x="775736" y="99240"/>
                </a:lnTo>
                <a:lnTo>
                  <a:pt x="775735" y="98617"/>
                </a:lnTo>
                <a:lnTo>
                  <a:pt x="775735" y="59462"/>
                </a:lnTo>
                <a:lnTo>
                  <a:pt x="776534" y="58601"/>
                </a:lnTo>
                <a:lnTo>
                  <a:pt x="777333" y="57776"/>
                </a:lnTo>
                <a:lnTo>
                  <a:pt x="778132" y="56987"/>
                </a:lnTo>
                <a:lnTo>
                  <a:pt x="778932" y="56236"/>
                </a:lnTo>
                <a:lnTo>
                  <a:pt x="779732" y="55521"/>
                </a:lnTo>
                <a:lnTo>
                  <a:pt x="780532" y="54842"/>
                </a:lnTo>
                <a:lnTo>
                  <a:pt x="781333" y="54201"/>
                </a:lnTo>
                <a:lnTo>
                  <a:pt x="782134" y="53596"/>
                </a:lnTo>
                <a:lnTo>
                  <a:pt x="782935" y="53027"/>
                </a:lnTo>
                <a:lnTo>
                  <a:pt x="783737" y="52496"/>
                </a:lnTo>
                <a:lnTo>
                  <a:pt x="784538" y="52001"/>
                </a:lnTo>
                <a:lnTo>
                  <a:pt x="785340" y="51542"/>
                </a:lnTo>
                <a:lnTo>
                  <a:pt x="786143" y="51121"/>
                </a:lnTo>
                <a:lnTo>
                  <a:pt x="786945" y="50736"/>
                </a:lnTo>
                <a:lnTo>
                  <a:pt x="787748" y="50387"/>
                </a:lnTo>
                <a:lnTo>
                  <a:pt x="788551" y="50076"/>
                </a:lnTo>
                <a:lnTo>
                  <a:pt x="789355" y="49801"/>
                </a:lnTo>
                <a:lnTo>
                  <a:pt x="790159" y="49562"/>
                </a:lnTo>
                <a:lnTo>
                  <a:pt x="790963" y="49360"/>
                </a:lnTo>
                <a:lnTo>
                  <a:pt x="791767" y="49195"/>
                </a:lnTo>
                <a:lnTo>
                  <a:pt x="792571" y="49067"/>
                </a:lnTo>
                <a:lnTo>
                  <a:pt x="793376" y="48975"/>
                </a:lnTo>
                <a:lnTo>
                  <a:pt x="794181" y="48920"/>
                </a:lnTo>
                <a:lnTo>
                  <a:pt x="794987" y="48902"/>
                </a:lnTo>
                <a:lnTo>
                  <a:pt x="795502" y="48910"/>
                </a:lnTo>
                <a:lnTo>
                  <a:pt x="796004" y="48934"/>
                </a:lnTo>
                <a:lnTo>
                  <a:pt x="796494" y="48974"/>
                </a:lnTo>
                <a:lnTo>
                  <a:pt x="796971" y="49029"/>
                </a:lnTo>
                <a:lnTo>
                  <a:pt x="797436" y="49101"/>
                </a:lnTo>
                <a:lnTo>
                  <a:pt x="797888" y="49189"/>
                </a:lnTo>
                <a:lnTo>
                  <a:pt x="798328" y="49292"/>
                </a:lnTo>
                <a:lnTo>
                  <a:pt x="798755" y="49411"/>
                </a:lnTo>
                <a:lnTo>
                  <a:pt x="799170" y="49546"/>
                </a:lnTo>
                <a:lnTo>
                  <a:pt x="799572" y="49698"/>
                </a:lnTo>
                <a:lnTo>
                  <a:pt x="799961" y="49865"/>
                </a:lnTo>
                <a:lnTo>
                  <a:pt x="800338" y="50048"/>
                </a:lnTo>
                <a:lnTo>
                  <a:pt x="800702" y="50247"/>
                </a:lnTo>
                <a:lnTo>
                  <a:pt x="801054" y="50461"/>
                </a:lnTo>
                <a:lnTo>
                  <a:pt x="801393" y="50692"/>
                </a:lnTo>
                <a:lnTo>
                  <a:pt x="801720" y="50939"/>
                </a:lnTo>
                <a:lnTo>
                  <a:pt x="802034" y="51201"/>
                </a:lnTo>
                <a:lnTo>
                  <a:pt x="802336" y="51480"/>
                </a:lnTo>
                <a:lnTo>
                  <a:pt x="802625" y="51774"/>
                </a:lnTo>
                <a:lnTo>
                  <a:pt x="802901" y="52084"/>
                </a:lnTo>
                <a:lnTo>
                  <a:pt x="803165" y="52410"/>
                </a:lnTo>
                <a:lnTo>
                  <a:pt x="803417" y="52752"/>
                </a:lnTo>
                <a:lnTo>
                  <a:pt x="803656" y="53110"/>
                </a:lnTo>
                <a:lnTo>
                  <a:pt x="803882" y="53484"/>
                </a:lnTo>
                <a:lnTo>
                  <a:pt x="804097" y="53876"/>
                </a:lnTo>
                <a:lnTo>
                  <a:pt x="804303" y="54286"/>
                </a:lnTo>
                <a:lnTo>
                  <a:pt x="804501" y="54717"/>
                </a:lnTo>
                <a:lnTo>
                  <a:pt x="804688" y="55166"/>
                </a:lnTo>
                <a:lnTo>
                  <a:pt x="804867" y="55635"/>
                </a:lnTo>
                <a:lnTo>
                  <a:pt x="805037" y="56123"/>
                </a:lnTo>
                <a:lnTo>
                  <a:pt x="805197" y="56630"/>
                </a:lnTo>
                <a:lnTo>
                  <a:pt x="805348" y="57156"/>
                </a:lnTo>
                <a:lnTo>
                  <a:pt x="805491" y="57702"/>
                </a:lnTo>
                <a:lnTo>
                  <a:pt x="805624" y="58267"/>
                </a:lnTo>
                <a:lnTo>
                  <a:pt x="805747" y="58852"/>
                </a:lnTo>
                <a:lnTo>
                  <a:pt x="805862" y="59455"/>
                </a:lnTo>
                <a:lnTo>
                  <a:pt x="805967" y="60078"/>
                </a:lnTo>
                <a:lnTo>
                  <a:pt x="806064" y="60721"/>
                </a:lnTo>
                <a:lnTo>
                  <a:pt x="806151" y="61382"/>
                </a:lnTo>
                <a:lnTo>
                  <a:pt x="806229" y="62063"/>
                </a:lnTo>
                <a:lnTo>
                  <a:pt x="806297" y="62763"/>
                </a:lnTo>
                <a:lnTo>
                  <a:pt x="806357" y="63483"/>
                </a:lnTo>
                <a:lnTo>
                  <a:pt x="806407" y="64222"/>
                </a:lnTo>
                <a:lnTo>
                  <a:pt x="806449" y="64980"/>
                </a:lnTo>
                <a:lnTo>
                  <a:pt x="806481" y="65757"/>
                </a:lnTo>
                <a:lnTo>
                  <a:pt x="806504" y="66554"/>
                </a:lnTo>
                <a:lnTo>
                  <a:pt x="806517" y="67370"/>
                </a:lnTo>
                <a:lnTo>
                  <a:pt x="806522" y="68205"/>
                </a:lnTo>
                <a:lnTo>
                  <a:pt x="806522" y="98617"/>
                </a:lnTo>
                <a:lnTo>
                  <a:pt x="806521" y="99145"/>
                </a:lnTo>
                <a:lnTo>
                  <a:pt x="806520" y="99656"/>
                </a:lnTo>
                <a:lnTo>
                  <a:pt x="806517" y="100149"/>
                </a:lnTo>
                <a:lnTo>
                  <a:pt x="806513" y="100623"/>
                </a:lnTo>
                <a:lnTo>
                  <a:pt x="806508" y="101079"/>
                </a:lnTo>
                <a:lnTo>
                  <a:pt x="806502" y="101518"/>
                </a:lnTo>
                <a:lnTo>
                  <a:pt x="806494" y="101937"/>
                </a:lnTo>
                <a:lnTo>
                  <a:pt x="806486" y="102339"/>
                </a:lnTo>
                <a:lnTo>
                  <a:pt x="806476" y="102723"/>
                </a:lnTo>
                <a:lnTo>
                  <a:pt x="806465" y="103088"/>
                </a:lnTo>
                <a:lnTo>
                  <a:pt x="806454" y="103436"/>
                </a:lnTo>
                <a:lnTo>
                  <a:pt x="806441" y="103765"/>
                </a:lnTo>
                <a:lnTo>
                  <a:pt x="806427" y="104076"/>
                </a:lnTo>
                <a:lnTo>
                  <a:pt x="806411" y="104369"/>
                </a:lnTo>
                <a:lnTo>
                  <a:pt x="806395" y="104643"/>
                </a:lnTo>
                <a:lnTo>
                  <a:pt x="806377" y="104900"/>
                </a:lnTo>
                <a:lnTo>
                  <a:pt x="806359" y="105138"/>
                </a:lnTo>
                <a:lnTo>
                  <a:pt x="806339" y="105358"/>
                </a:lnTo>
                <a:lnTo>
                  <a:pt x="806318" y="105560"/>
                </a:lnTo>
                <a:lnTo>
                  <a:pt x="806296" y="105744"/>
                </a:lnTo>
                <a:lnTo>
                  <a:pt x="806273" y="105910"/>
                </a:lnTo>
                <a:lnTo>
                  <a:pt x="806249" y="106058"/>
                </a:lnTo>
                <a:lnTo>
                  <a:pt x="806223" y="106187"/>
                </a:lnTo>
                <a:lnTo>
                  <a:pt x="806197" y="106298"/>
                </a:lnTo>
                <a:lnTo>
                  <a:pt x="806127" y="106554"/>
                </a:lnTo>
                <a:lnTo>
                  <a:pt x="806053" y="106805"/>
                </a:lnTo>
                <a:lnTo>
                  <a:pt x="805974" y="107051"/>
                </a:lnTo>
                <a:lnTo>
                  <a:pt x="805891" y="107291"/>
                </a:lnTo>
                <a:lnTo>
                  <a:pt x="805804" y="107526"/>
                </a:lnTo>
                <a:lnTo>
                  <a:pt x="805712" y="107756"/>
                </a:lnTo>
                <a:lnTo>
                  <a:pt x="805616" y="107981"/>
                </a:lnTo>
                <a:lnTo>
                  <a:pt x="805515" y="108200"/>
                </a:lnTo>
                <a:lnTo>
                  <a:pt x="805411" y="108414"/>
                </a:lnTo>
                <a:lnTo>
                  <a:pt x="805301" y="108623"/>
                </a:lnTo>
                <a:lnTo>
                  <a:pt x="805188" y="108827"/>
                </a:lnTo>
                <a:lnTo>
                  <a:pt x="805070" y="109025"/>
                </a:lnTo>
                <a:lnTo>
                  <a:pt x="804947" y="109218"/>
                </a:lnTo>
                <a:lnTo>
                  <a:pt x="804821" y="109406"/>
                </a:lnTo>
                <a:lnTo>
                  <a:pt x="804690" y="109589"/>
                </a:lnTo>
                <a:lnTo>
                  <a:pt x="804554" y="109766"/>
                </a:lnTo>
                <a:lnTo>
                  <a:pt x="804414" y="109939"/>
                </a:lnTo>
                <a:lnTo>
                  <a:pt x="804270" y="110106"/>
                </a:lnTo>
                <a:lnTo>
                  <a:pt x="804122" y="110267"/>
                </a:lnTo>
                <a:lnTo>
                  <a:pt x="803969" y="110424"/>
                </a:lnTo>
                <a:lnTo>
                  <a:pt x="803811" y="110575"/>
                </a:lnTo>
                <a:lnTo>
                  <a:pt x="803650" y="110721"/>
                </a:lnTo>
                <a:lnTo>
                  <a:pt x="803484" y="110862"/>
                </a:lnTo>
                <a:lnTo>
                  <a:pt x="803313" y="110997"/>
                </a:lnTo>
                <a:lnTo>
                  <a:pt x="803135" y="111127"/>
                </a:lnTo>
                <a:lnTo>
                  <a:pt x="802946" y="111251"/>
                </a:lnTo>
                <a:lnTo>
                  <a:pt x="802746" y="111370"/>
                </a:lnTo>
                <a:lnTo>
                  <a:pt x="802536" y="111483"/>
                </a:lnTo>
                <a:lnTo>
                  <a:pt x="802314" y="111591"/>
                </a:lnTo>
                <a:lnTo>
                  <a:pt x="802082" y="111693"/>
                </a:lnTo>
                <a:lnTo>
                  <a:pt x="801839" y="111790"/>
                </a:lnTo>
                <a:lnTo>
                  <a:pt x="801585" y="111881"/>
                </a:lnTo>
                <a:lnTo>
                  <a:pt x="801320" y="111967"/>
                </a:lnTo>
                <a:lnTo>
                  <a:pt x="801044" y="112047"/>
                </a:lnTo>
                <a:lnTo>
                  <a:pt x="800757" y="112122"/>
                </a:lnTo>
                <a:lnTo>
                  <a:pt x="800460" y="112191"/>
                </a:lnTo>
                <a:lnTo>
                  <a:pt x="800152" y="112254"/>
                </a:lnTo>
                <a:lnTo>
                  <a:pt x="799832" y="112312"/>
                </a:lnTo>
                <a:lnTo>
                  <a:pt x="799502" y="112365"/>
                </a:lnTo>
                <a:lnTo>
                  <a:pt x="799161" y="112412"/>
                </a:lnTo>
                <a:lnTo>
                  <a:pt x="798809" y="112453"/>
                </a:lnTo>
                <a:lnTo>
                  <a:pt x="798447" y="112489"/>
                </a:lnTo>
                <a:lnTo>
                  <a:pt x="798073" y="112520"/>
                </a:lnTo>
                <a:lnTo>
                  <a:pt x="797689" y="112544"/>
                </a:lnTo>
                <a:lnTo>
                  <a:pt x="797294" y="112564"/>
                </a:lnTo>
                <a:lnTo>
                  <a:pt x="796888" y="112578"/>
                </a:lnTo>
                <a:lnTo>
                  <a:pt x="796471" y="112586"/>
                </a:lnTo>
                <a:lnTo>
                  <a:pt x="796043" y="112589"/>
                </a:lnTo>
                <a:lnTo>
                  <a:pt x="794499" y="112589"/>
                </a:lnTo>
                <a:lnTo>
                  <a:pt x="794499" y="115513"/>
                </a:lnTo>
                <a:lnTo>
                  <a:pt x="831298" y="115513"/>
                </a:lnTo>
                <a:lnTo>
                  <a:pt x="831298" y="112589"/>
                </a:lnTo>
                <a:lnTo>
                  <a:pt x="830857" y="112587"/>
                </a:lnTo>
                <a:lnTo>
                  <a:pt x="830428" y="112581"/>
                </a:lnTo>
                <a:lnTo>
                  <a:pt x="830010" y="112571"/>
                </a:lnTo>
                <a:lnTo>
                  <a:pt x="829604" y="112557"/>
                </a:lnTo>
                <a:lnTo>
                  <a:pt x="829210" y="112539"/>
                </a:lnTo>
                <a:lnTo>
                  <a:pt x="828828" y="112517"/>
                </a:lnTo>
                <a:lnTo>
                  <a:pt x="828457" y="112491"/>
                </a:lnTo>
                <a:lnTo>
                  <a:pt x="828098" y="112462"/>
                </a:lnTo>
                <a:lnTo>
                  <a:pt x="827751" y="112428"/>
                </a:lnTo>
                <a:lnTo>
                  <a:pt x="827415" y="112390"/>
                </a:lnTo>
                <a:lnTo>
                  <a:pt x="827091" y="112349"/>
                </a:lnTo>
                <a:lnTo>
                  <a:pt x="826779" y="112303"/>
                </a:lnTo>
                <a:lnTo>
                  <a:pt x="826479" y="112253"/>
                </a:lnTo>
                <a:lnTo>
                  <a:pt x="826190" y="112200"/>
                </a:lnTo>
                <a:lnTo>
                  <a:pt x="825913" y="112142"/>
                </a:lnTo>
                <a:lnTo>
                  <a:pt x="825648" y="112081"/>
                </a:lnTo>
                <a:lnTo>
                  <a:pt x="825394" y="112016"/>
                </a:lnTo>
                <a:lnTo>
                  <a:pt x="825152" y="111946"/>
                </a:lnTo>
                <a:lnTo>
                  <a:pt x="824922" y="111873"/>
                </a:lnTo>
                <a:lnTo>
                  <a:pt x="824703" y="111795"/>
                </a:lnTo>
                <a:lnTo>
                  <a:pt x="824497" y="111714"/>
                </a:lnTo>
                <a:lnTo>
                  <a:pt x="824301" y="111629"/>
                </a:lnTo>
                <a:lnTo>
                  <a:pt x="824118" y="111540"/>
                </a:lnTo>
                <a:lnTo>
                  <a:pt x="823946" y="111446"/>
                </a:lnTo>
                <a:lnTo>
                  <a:pt x="823782" y="111349"/>
                </a:lnTo>
                <a:lnTo>
                  <a:pt x="823622" y="111249"/>
                </a:lnTo>
                <a:lnTo>
                  <a:pt x="823466" y="111146"/>
                </a:lnTo>
                <a:lnTo>
                  <a:pt x="823313" y="111040"/>
                </a:lnTo>
                <a:lnTo>
                  <a:pt x="823165" y="110930"/>
                </a:lnTo>
                <a:lnTo>
                  <a:pt x="823020" y="110818"/>
                </a:lnTo>
                <a:lnTo>
                  <a:pt x="822879" y="110702"/>
                </a:lnTo>
                <a:lnTo>
                  <a:pt x="822741" y="110583"/>
                </a:lnTo>
                <a:lnTo>
                  <a:pt x="822608" y="110461"/>
                </a:lnTo>
                <a:lnTo>
                  <a:pt x="822478" y="110336"/>
                </a:lnTo>
                <a:lnTo>
                  <a:pt x="822352" y="110208"/>
                </a:lnTo>
                <a:lnTo>
                  <a:pt x="822230" y="110077"/>
                </a:lnTo>
                <a:lnTo>
                  <a:pt x="822112" y="109942"/>
                </a:lnTo>
                <a:lnTo>
                  <a:pt x="821998" y="109805"/>
                </a:lnTo>
                <a:lnTo>
                  <a:pt x="821887" y="109664"/>
                </a:lnTo>
                <a:lnTo>
                  <a:pt x="821780" y="109520"/>
                </a:lnTo>
                <a:lnTo>
                  <a:pt x="821677" y="109374"/>
                </a:lnTo>
                <a:lnTo>
                  <a:pt x="821578" y="109224"/>
                </a:lnTo>
                <a:lnTo>
                  <a:pt x="821482" y="109070"/>
                </a:lnTo>
                <a:lnTo>
                  <a:pt x="821391" y="108914"/>
                </a:lnTo>
                <a:lnTo>
                  <a:pt x="821303" y="108755"/>
                </a:lnTo>
                <a:lnTo>
                  <a:pt x="821219" y="108592"/>
                </a:lnTo>
                <a:lnTo>
                  <a:pt x="821139" y="108427"/>
                </a:lnTo>
                <a:lnTo>
                  <a:pt x="821063" y="108258"/>
                </a:lnTo>
                <a:lnTo>
                  <a:pt x="820970" y="108039"/>
                </a:lnTo>
                <a:lnTo>
                  <a:pt x="820881" y="107804"/>
                </a:lnTo>
                <a:lnTo>
                  <a:pt x="820796" y="107553"/>
                </a:lnTo>
                <a:lnTo>
                  <a:pt x="820715" y="107286"/>
                </a:lnTo>
                <a:lnTo>
                  <a:pt x="820638" y="107004"/>
                </a:lnTo>
                <a:lnTo>
                  <a:pt x="820565" y="106705"/>
                </a:lnTo>
                <a:lnTo>
                  <a:pt x="820496" y="106391"/>
                </a:lnTo>
                <a:lnTo>
                  <a:pt x="820431" y="106061"/>
                </a:lnTo>
                <a:lnTo>
                  <a:pt x="820370" y="105715"/>
                </a:lnTo>
                <a:lnTo>
                  <a:pt x="820312" y="105353"/>
                </a:lnTo>
                <a:lnTo>
                  <a:pt x="820259" y="104975"/>
                </a:lnTo>
                <a:lnTo>
                  <a:pt x="820210" y="104581"/>
                </a:lnTo>
                <a:lnTo>
                  <a:pt x="820164" y="104171"/>
                </a:lnTo>
                <a:lnTo>
                  <a:pt x="820123" y="103746"/>
                </a:lnTo>
                <a:lnTo>
                  <a:pt x="820085" y="103304"/>
                </a:lnTo>
                <a:lnTo>
                  <a:pt x="820052" y="102847"/>
                </a:lnTo>
                <a:lnTo>
                  <a:pt x="820022" y="102374"/>
                </a:lnTo>
                <a:lnTo>
                  <a:pt x="819996" y="101885"/>
                </a:lnTo>
                <a:lnTo>
                  <a:pt x="819975" y="101380"/>
                </a:lnTo>
                <a:lnTo>
                  <a:pt x="819957" y="100859"/>
                </a:lnTo>
                <a:lnTo>
                  <a:pt x="819943" y="100322"/>
                </a:lnTo>
                <a:lnTo>
                  <a:pt x="819933" y="99769"/>
                </a:lnTo>
                <a:lnTo>
                  <a:pt x="819927" y="99201"/>
                </a:lnTo>
                <a:lnTo>
                  <a:pt x="819925" y="98617"/>
                </a:lnTo>
                <a:lnTo>
                  <a:pt x="819925" y="66941"/>
                </a:lnTo>
                <a:lnTo>
                  <a:pt x="819922" y="66113"/>
                </a:lnTo>
                <a:lnTo>
                  <a:pt x="819913" y="65303"/>
                </a:lnTo>
                <a:lnTo>
                  <a:pt x="819897" y="64511"/>
                </a:lnTo>
                <a:lnTo>
                  <a:pt x="819876" y="63737"/>
                </a:lnTo>
                <a:lnTo>
                  <a:pt x="819848" y="62980"/>
                </a:lnTo>
                <a:lnTo>
                  <a:pt x="819814" y="62242"/>
                </a:lnTo>
                <a:lnTo>
                  <a:pt x="819773" y="61522"/>
                </a:lnTo>
                <a:lnTo>
                  <a:pt x="819727" y="60820"/>
                </a:lnTo>
                <a:lnTo>
                  <a:pt x="819674" y="60136"/>
                </a:lnTo>
                <a:lnTo>
                  <a:pt x="819615" y="59470"/>
                </a:lnTo>
                <a:lnTo>
                  <a:pt x="819550" y="58822"/>
                </a:lnTo>
                <a:lnTo>
                  <a:pt x="819478" y="58192"/>
                </a:lnTo>
                <a:lnTo>
                  <a:pt x="819401" y="57580"/>
                </a:lnTo>
                <a:lnTo>
                  <a:pt x="819317" y="56986"/>
                </a:lnTo>
                <a:lnTo>
                  <a:pt x="819227" y="56410"/>
                </a:lnTo>
                <a:lnTo>
                  <a:pt x="819131" y="55851"/>
                </a:lnTo>
                <a:lnTo>
                  <a:pt x="819029" y="55311"/>
                </a:lnTo>
                <a:lnTo>
                  <a:pt x="818920" y="54789"/>
                </a:lnTo>
                <a:lnTo>
                  <a:pt x="818805" y="54285"/>
                </a:lnTo>
                <a:lnTo>
                  <a:pt x="818684" y="53799"/>
                </a:lnTo>
                <a:lnTo>
                  <a:pt x="818557" y="53331"/>
                </a:lnTo>
                <a:lnTo>
                  <a:pt x="818424" y="52881"/>
                </a:lnTo>
                <a:lnTo>
                  <a:pt x="818284" y="52449"/>
                </a:lnTo>
                <a:lnTo>
                  <a:pt x="818138" y="52035"/>
                </a:lnTo>
                <a:lnTo>
                  <a:pt x="817918" y="51461"/>
                </a:lnTo>
                <a:lnTo>
                  <a:pt x="817692" y="50901"/>
                </a:lnTo>
                <a:lnTo>
                  <a:pt x="817460" y="50354"/>
                </a:lnTo>
                <a:lnTo>
                  <a:pt x="817222" y="49821"/>
                </a:lnTo>
                <a:lnTo>
                  <a:pt x="816977" y="49302"/>
                </a:lnTo>
                <a:lnTo>
                  <a:pt x="816727" y="48796"/>
                </a:lnTo>
                <a:lnTo>
                  <a:pt x="816470" y="48304"/>
                </a:lnTo>
                <a:lnTo>
                  <a:pt x="816207" y="47826"/>
                </a:lnTo>
                <a:lnTo>
                  <a:pt x="815937" y="47361"/>
                </a:lnTo>
                <a:lnTo>
                  <a:pt x="815662" y="46910"/>
                </a:lnTo>
                <a:lnTo>
                  <a:pt x="815380" y="46473"/>
                </a:lnTo>
                <a:lnTo>
                  <a:pt x="815092" y="46049"/>
                </a:lnTo>
                <a:lnTo>
                  <a:pt x="814798" y="45639"/>
                </a:lnTo>
                <a:lnTo>
                  <a:pt x="814497" y="45243"/>
                </a:lnTo>
                <a:lnTo>
                  <a:pt x="814191" y="44860"/>
                </a:lnTo>
                <a:lnTo>
                  <a:pt x="813878" y="44491"/>
                </a:lnTo>
                <a:lnTo>
                  <a:pt x="813559" y="44136"/>
                </a:lnTo>
                <a:lnTo>
                  <a:pt x="813234" y="43794"/>
                </a:lnTo>
                <a:lnTo>
                  <a:pt x="812902" y="43466"/>
                </a:lnTo>
                <a:lnTo>
                  <a:pt x="812565" y="43152"/>
                </a:lnTo>
                <a:lnTo>
                  <a:pt x="812221" y="42851"/>
                </a:lnTo>
                <a:lnTo>
                  <a:pt x="811871" y="42564"/>
                </a:lnTo>
                <a:lnTo>
                  <a:pt x="811515" y="42290"/>
                </a:lnTo>
                <a:lnTo>
                  <a:pt x="811152" y="42030"/>
                </a:lnTo>
                <a:lnTo>
                  <a:pt x="810784" y="41782"/>
                </a:lnTo>
                <a:lnTo>
                  <a:pt x="810409" y="41545"/>
                </a:lnTo>
                <a:lnTo>
                  <a:pt x="810029" y="41318"/>
                </a:lnTo>
                <a:lnTo>
                  <a:pt x="809643" y="41102"/>
                </a:lnTo>
                <a:lnTo>
                  <a:pt x="809250" y="40896"/>
                </a:lnTo>
                <a:lnTo>
                  <a:pt x="808852" y="40701"/>
                </a:lnTo>
                <a:lnTo>
                  <a:pt x="808448" y="40516"/>
                </a:lnTo>
                <a:lnTo>
                  <a:pt x="808038" y="40342"/>
                </a:lnTo>
                <a:lnTo>
                  <a:pt x="807622" y="40179"/>
                </a:lnTo>
                <a:lnTo>
                  <a:pt x="807200" y="40026"/>
                </a:lnTo>
                <a:lnTo>
                  <a:pt x="806773" y="39883"/>
                </a:lnTo>
                <a:lnTo>
                  <a:pt x="806339" y="39751"/>
                </a:lnTo>
                <a:lnTo>
                  <a:pt x="805899" y="39630"/>
                </a:lnTo>
                <a:lnTo>
                  <a:pt x="805454" y="39519"/>
                </a:lnTo>
                <a:lnTo>
                  <a:pt x="805003" y="39419"/>
                </a:lnTo>
                <a:lnTo>
                  <a:pt x="804545" y="39329"/>
                </a:lnTo>
                <a:lnTo>
                  <a:pt x="804082" y="39250"/>
                </a:lnTo>
                <a:lnTo>
                  <a:pt x="803613" y="39182"/>
                </a:lnTo>
                <a:lnTo>
                  <a:pt x="803138" y="39124"/>
                </a:lnTo>
                <a:lnTo>
                  <a:pt x="802657" y="39076"/>
                </a:lnTo>
                <a:lnTo>
                  <a:pt x="802170" y="39039"/>
                </a:lnTo>
                <a:lnTo>
                  <a:pt x="801677" y="39013"/>
                </a:lnTo>
                <a:lnTo>
                  <a:pt x="801178" y="38997"/>
                </a:lnTo>
                <a:lnTo>
                  <a:pt x="800673" y="38992"/>
                </a:lnTo>
                <a:lnTo>
                  <a:pt x="799683" y="39019"/>
                </a:lnTo>
                <a:lnTo>
                  <a:pt x="798688" y="39101"/>
                </a:lnTo>
                <a:lnTo>
                  <a:pt x="797689" y="39237"/>
                </a:lnTo>
                <a:lnTo>
                  <a:pt x="796686" y="39427"/>
                </a:lnTo>
                <a:lnTo>
                  <a:pt x="795679" y="39672"/>
                </a:lnTo>
                <a:lnTo>
                  <a:pt x="794667" y="39972"/>
                </a:lnTo>
                <a:lnTo>
                  <a:pt x="793651" y="40325"/>
                </a:lnTo>
                <a:lnTo>
                  <a:pt x="792631" y="40734"/>
                </a:lnTo>
                <a:lnTo>
                  <a:pt x="791607" y="41196"/>
                </a:lnTo>
                <a:lnTo>
                  <a:pt x="790578" y="41714"/>
                </a:lnTo>
                <a:lnTo>
                  <a:pt x="789545" y="42285"/>
                </a:lnTo>
                <a:lnTo>
                  <a:pt x="788508" y="42911"/>
                </a:lnTo>
                <a:lnTo>
                  <a:pt x="787467" y="43592"/>
                </a:lnTo>
                <a:lnTo>
                  <a:pt x="786422" y="44327"/>
                </a:lnTo>
                <a:lnTo>
                  <a:pt x="785372" y="45116"/>
                </a:lnTo>
                <a:lnTo>
                  <a:pt x="784318" y="45960"/>
                </a:lnTo>
                <a:lnTo>
                  <a:pt x="783260" y="46858"/>
                </a:lnTo>
                <a:lnTo>
                  <a:pt x="782198" y="47811"/>
                </a:lnTo>
                <a:lnTo>
                  <a:pt x="781131" y="48818"/>
                </a:lnTo>
                <a:lnTo>
                  <a:pt x="780060" y="49879"/>
                </a:lnTo>
                <a:lnTo>
                  <a:pt x="778985" y="50995"/>
                </a:lnTo>
                <a:lnTo>
                  <a:pt x="777906" y="52166"/>
                </a:lnTo>
                <a:lnTo>
                  <a:pt x="776822" y="53390"/>
                </a:lnTo>
                <a:lnTo>
                  <a:pt x="775735" y="54670"/>
                </a:lnTo>
                <a:lnTo>
                  <a:pt x="775735" y="38992"/>
                </a:lnTo>
                <a:lnTo>
                  <a:pt x="772242" y="38992"/>
                </a:lnTo>
                <a:lnTo>
                  <a:pt x="750242" y="47919"/>
                </a:lnTo>
                <a:lnTo>
                  <a:pt x="750238" y="47712"/>
                </a:lnTo>
                <a:lnTo>
                  <a:pt x="750223" y="47419"/>
                </a:lnTo>
                <a:lnTo>
                  <a:pt x="750198" y="47128"/>
                </a:lnTo>
                <a:lnTo>
                  <a:pt x="750162" y="46841"/>
                </a:lnTo>
                <a:close/>
                <a:moveTo>
                  <a:pt x="689377" y="65854"/>
                </a:moveTo>
                <a:lnTo>
                  <a:pt x="689279" y="64774"/>
                </a:lnTo>
                <a:lnTo>
                  <a:pt x="689153" y="63713"/>
                </a:lnTo>
                <a:lnTo>
                  <a:pt x="689000" y="62671"/>
                </a:lnTo>
                <a:lnTo>
                  <a:pt x="688818" y="61649"/>
                </a:lnTo>
                <a:lnTo>
                  <a:pt x="688609" y="60646"/>
                </a:lnTo>
                <a:lnTo>
                  <a:pt x="688371" y="59662"/>
                </a:lnTo>
                <a:lnTo>
                  <a:pt x="688106" y="58698"/>
                </a:lnTo>
                <a:lnTo>
                  <a:pt x="687813" y="57752"/>
                </a:lnTo>
                <a:lnTo>
                  <a:pt x="687492" y="56826"/>
                </a:lnTo>
                <a:lnTo>
                  <a:pt x="687143" y="55919"/>
                </a:lnTo>
                <a:lnTo>
                  <a:pt x="686766" y="55032"/>
                </a:lnTo>
                <a:lnTo>
                  <a:pt x="686361" y="54164"/>
                </a:lnTo>
                <a:lnTo>
                  <a:pt x="685928" y="53315"/>
                </a:lnTo>
                <a:lnTo>
                  <a:pt x="685467" y="52485"/>
                </a:lnTo>
                <a:lnTo>
                  <a:pt x="684979" y="51675"/>
                </a:lnTo>
                <a:lnTo>
                  <a:pt x="684462" y="50883"/>
                </a:lnTo>
                <a:lnTo>
                  <a:pt x="683917" y="50111"/>
                </a:lnTo>
                <a:lnTo>
                  <a:pt x="683345" y="49359"/>
                </a:lnTo>
                <a:lnTo>
                  <a:pt x="682745" y="48625"/>
                </a:lnTo>
                <a:lnTo>
                  <a:pt x="682116" y="47911"/>
                </a:lnTo>
                <a:lnTo>
                  <a:pt x="681460" y="47217"/>
                </a:lnTo>
                <a:lnTo>
                  <a:pt x="680782" y="46545"/>
                </a:lnTo>
                <a:lnTo>
                  <a:pt x="680089" y="45903"/>
                </a:lnTo>
                <a:lnTo>
                  <a:pt x="679380" y="45289"/>
                </a:lnTo>
                <a:lnTo>
                  <a:pt x="678655" y="44703"/>
                </a:lnTo>
                <a:lnTo>
                  <a:pt x="677915" y="44147"/>
                </a:lnTo>
                <a:lnTo>
                  <a:pt x="677160" y="43618"/>
                </a:lnTo>
                <a:lnTo>
                  <a:pt x="676389" y="43118"/>
                </a:lnTo>
                <a:lnTo>
                  <a:pt x="675602" y="42647"/>
                </a:lnTo>
                <a:lnTo>
                  <a:pt x="674800" y="42205"/>
                </a:lnTo>
                <a:lnTo>
                  <a:pt x="673983" y="41790"/>
                </a:lnTo>
                <a:lnTo>
                  <a:pt x="673150" y="41405"/>
                </a:lnTo>
                <a:lnTo>
                  <a:pt x="672301" y="41048"/>
                </a:lnTo>
                <a:lnTo>
                  <a:pt x="671437" y="40720"/>
                </a:lnTo>
                <a:lnTo>
                  <a:pt x="670557" y="40420"/>
                </a:lnTo>
                <a:lnTo>
                  <a:pt x="669662" y="40148"/>
                </a:lnTo>
                <a:lnTo>
                  <a:pt x="668752" y="39906"/>
                </a:lnTo>
                <a:lnTo>
                  <a:pt x="667826" y="39691"/>
                </a:lnTo>
                <a:lnTo>
                  <a:pt x="666884" y="39506"/>
                </a:lnTo>
                <a:lnTo>
                  <a:pt x="665927" y="39349"/>
                </a:lnTo>
                <a:lnTo>
                  <a:pt x="664954" y="39220"/>
                </a:lnTo>
                <a:lnTo>
                  <a:pt x="663966" y="39120"/>
                </a:lnTo>
                <a:lnTo>
                  <a:pt x="662962" y="39049"/>
                </a:lnTo>
                <a:lnTo>
                  <a:pt x="661943" y="39006"/>
                </a:lnTo>
                <a:lnTo>
                  <a:pt x="660908" y="38992"/>
                </a:lnTo>
                <a:lnTo>
                  <a:pt x="659685" y="39010"/>
                </a:lnTo>
                <a:lnTo>
                  <a:pt x="658479" y="39066"/>
                </a:lnTo>
                <a:lnTo>
                  <a:pt x="657290" y="39158"/>
                </a:lnTo>
                <a:lnTo>
                  <a:pt x="656119" y="39288"/>
                </a:lnTo>
                <a:lnTo>
                  <a:pt x="654965" y="39454"/>
                </a:lnTo>
                <a:lnTo>
                  <a:pt x="653828" y="39658"/>
                </a:lnTo>
                <a:lnTo>
                  <a:pt x="652709" y="39899"/>
                </a:lnTo>
                <a:lnTo>
                  <a:pt x="651607" y="40176"/>
                </a:lnTo>
                <a:lnTo>
                  <a:pt x="650523" y="40491"/>
                </a:lnTo>
                <a:lnTo>
                  <a:pt x="649455" y="40843"/>
                </a:lnTo>
                <a:lnTo>
                  <a:pt x="648405" y="41231"/>
                </a:lnTo>
                <a:lnTo>
                  <a:pt x="647373" y="41657"/>
                </a:lnTo>
                <a:lnTo>
                  <a:pt x="646358" y="42120"/>
                </a:lnTo>
                <a:lnTo>
                  <a:pt x="645360" y="42620"/>
                </a:lnTo>
                <a:lnTo>
                  <a:pt x="644379" y="43157"/>
                </a:lnTo>
                <a:lnTo>
                  <a:pt x="643416" y="43730"/>
                </a:lnTo>
                <a:lnTo>
                  <a:pt x="642470" y="44341"/>
                </a:lnTo>
                <a:lnTo>
                  <a:pt x="641542" y="44989"/>
                </a:lnTo>
                <a:lnTo>
                  <a:pt x="640631" y="45674"/>
                </a:lnTo>
                <a:lnTo>
                  <a:pt x="639737" y="46396"/>
                </a:lnTo>
                <a:lnTo>
                  <a:pt x="638861" y="47155"/>
                </a:lnTo>
                <a:lnTo>
                  <a:pt x="638001" y="47951"/>
                </a:lnTo>
                <a:lnTo>
                  <a:pt x="637160" y="48784"/>
                </a:lnTo>
                <a:lnTo>
                  <a:pt x="636335" y="49654"/>
                </a:lnTo>
                <a:lnTo>
                  <a:pt x="635537" y="50556"/>
                </a:lnTo>
                <a:lnTo>
                  <a:pt x="634772" y="51488"/>
                </a:lnTo>
                <a:lnTo>
                  <a:pt x="634041" y="52449"/>
                </a:lnTo>
                <a:lnTo>
                  <a:pt x="633344" y="53440"/>
                </a:lnTo>
                <a:lnTo>
                  <a:pt x="632682" y="54459"/>
                </a:lnTo>
                <a:lnTo>
                  <a:pt x="632053" y="55508"/>
                </a:lnTo>
                <a:lnTo>
                  <a:pt x="631458" y="56585"/>
                </a:lnTo>
                <a:lnTo>
                  <a:pt x="630897" y="57692"/>
                </a:lnTo>
                <a:lnTo>
                  <a:pt x="630370" y="58828"/>
                </a:lnTo>
                <a:lnTo>
                  <a:pt x="629878" y="59993"/>
                </a:lnTo>
                <a:lnTo>
                  <a:pt x="629419" y="61187"/>
                </a:lnTo>
                <a:lnTo>
                  <a:pt x="628994" y="62410"/>
                </a:lnTo>
                <a:lnTo>
                  <a:pt x="628603" y="63663"/>
                </a:lnTo>
                <a:lnTo>
                  <a:pt x="628246" y="64944"/>
                </a:lnTo>
                <a:lnTo>
                  <a:pt x="627923" y="66255"/>
                </a:lnTo>
                <a:lnTo>
                  <a:pt x="627634" y="67595"/>
                </a:lnTo>
                <a:lnTo>
                  <a:pt x="627379" y="68964"/>
                </a:lnTo>
                <a:lnTo>
                  <a:pt x="627159" y="70362"/>
                </a:lnTo>
                <a:lnTo>
                  <a:pt x="626972" y="71789"/>
                </a:lnTo>
                <a:lnTo>
                  <a:pt x="626819" y="73245"/>
                </a:lnTo>
                <a:lnTo>
                  <a:pt x="626700" y="74731"/>
                </a:lnTo>
                <a:lnTo>
                  <a:pt x="626615" y="76245"/>
                </a:lnTo>
                <a:lnTo>
                  <a:pt x="626564" y="77789"/>
                </a:lnTo>
                <a:lnTo>
                  <a:pt x="626547" y="79362"/>
                </a:lnTo>
                <a:lnTo>
                  <a:pt x="626563" y="80815"/>
                </a:lnTo>
                <a:lnTo>
                  <a:pt x="626613" y="82244"/>
                </a:lnTo>
                <a:lnTo>
                  <a:pt x="626696" y="83648"/>
                </a:lnTo>
                <a:lnTo>
                  <a:pt x="626812" y="85027"/>
                </a:lnTo>
                <a:lnTo>
                  <a:pt x="626961" y="86381"/>
                </a:lnTo>
                <a:lnTo>
                  <a:pt x="627143" y="87710"/>
                </a:lnTo>
                <a:lnTo>
                  <a:pt x="627359" y="89014"/>
                </a:lnTo>
                <a:lnTo>
                  <a:pt x="627607" y="90293"/>
                </a:lnTo>
                <a:lnTo>
                  <a:pt x="627889" y="91547"/>
                </a:lnTo>
                <a:lnTo>
                  <a:pt x="628204" y="92776"/>
                </a:lnTo>
                <a:lnTo>
                  <a:pt x="628552" y="93981"/>
                </a:lnTo>
                <a:lnTo>
                  <a:pt x="628933" y="95160"/>
                </a:lnTo>
                <a:lnTo>
                  <a:pt x="629347" y="96315"/>
                </a:lnTo>
                <a:lnTo>
                  <a:pt x="629795" y="97445"/>
                </a:lnTo>
                <a:lnTo>
                  <a:pt x="630275" y="98550"/>
                </a:lnTo>
                <a:lnTo>
                  <a:pt x="630789" y="99629"/>
                </a:lnTo>
                <a:lnTo>
                  <a:pt x="631336" y="100684"/>
                </a:lnTo>
                <a:lnTo>
                  <a:pt x="631916" y="101715"/>
                </a:lnTo>
                <a:lnTo>
                  <a:pt x="632529" y="102720"/>
                </a:lnTo>
                <a:lnTo>
                  <a:pt x="633175" y="103700"/>
                </a:lnTo>
                <a:lnTo>
                  <a:pt x="633855" y="104655"/>
                </a:lnTo>
                <a:lnTo>
                  <a:pt x="634567" y="105586"/>
                </a:lnTo>
                <a:lnTo>
                  <a:pt x="635313" y="106491"/>
                </a:lnTo>
                <a:lnTo>
                  <a:pt x="636092" y="107372"/>
                </a:lnTo>
                <a:lnTo>
                  <a:pt x="636894" y="108222"/>
                </a:lnTo>
                <a:lnTo>
                  <a:pt x="637709" y="109036"/>
                </a:lnTo>
                <a:lnTo>
                  <a:pt x="638538" y="109813"/>
                </a:lnTo>
                <a:lnTo>
                  <a:pt x="639380" y="110555"/>
                </a:lnTo>
                <a:lnTo>
                  <a:pt x="640236" y="111260"/>
                </a:lnTo>
                <a:lnTo>
                  <a:pt x="641105" y="111929"/>
                </a:lnTo>
                <a:lnTo>
                  <a:pt x="641988" y="112562"/>
                </a:lnTo>
                <a:lnTo>
                  <a:pt x="642884" y="113158"/>
                </a:lnTo>
                <a:lnTo>
                  <a:pt x="643793" y="113719"/>
                </a:lnTo>
                <a:lnTo>
                  <a:pt x="644716" y="114243"/>
                </a:lnTo>
                <a:lnTo>
                  <a:pt x="645652" y="114732"/>
                </a:lnTo>
                <a:lnTo>
                  <a:pt x="646601" y="115184"/>
                </a:lnTo>
                <a:lnTo>
                  <a:pt x="647564" y="115600"/>
                </a:lnTo>
                <a:lnTo>
                  <a:pt x="648540" y="115979"/>
                </a:lnTo>
                <a:lnTo>
                  <a:pt x="649530" y="116323"/>
                </a:lnTo>
                <a:lnTo>
                  <a:pt x="650533" y="116630"/>
                </a:lnTo>
                <a:lnTo>
                  <a:pt x="651549" y="116902"/>
                </a:lnTo>
                <a:lnTo>
                  <a:pt x="652579" y="117137"/>
                </a:lnTo>
                <a:lnTo>
                  <a:pt x="653623" y="117335"/>
                </a:lnTo>
                <a:lnTo>
                  <a:pt x="654679" y="117498"/>
                </a:lnTo>
                <a:lnTo>
                  <a:pt x="655749" y="117625"/>
                </a:lnTo>
                <a:lnTo>
                  <a:pt x="656833" y="117715"/>
                </a:lnTo>
                <a:lnTo>
                  <a:pt x="657930" y="117769"/>
                </a:lnTo>
                <a:lnTo>
                  <a:pt x="659040" y="117788"/>
                </a:lnTo>
                <a:lnTo>
                  <a:pt x="660062" y="117772"/>
                </a:lnTo>
                <a:lnTo>
                  <a:pt x="661069" y="117724"/>
                </a:lnTo>
                <a:lnTo>
                  <a:pt x="662062" y="117644"/>
                </a:lnTo>
                <a:lnTo>
                  <a:pt x="663041" y="117532"/>
                </a:lnTo>
                <a:lnTo>
                  <a:pt x="664005" y="117389"/>
                </a:lnTo>
                <a:lnTo>
                  <a:pt x="664955" y="117213"/>
                </a:lnTo>
                <a:lnTo>
                  <a:pt x="665890" y="117006"/>
                </a:lnTo>
                <a:lnTo>
                  <a:pt x="666811" y="116767"/>
                </a:lnTo>
                <a:lnTo>
                  <a:pt x="667718" y="116496"/>
                </a:lnTo>
                <a:lnTo>
                  <a:pt x="668610" y="116193"/>
                </a:lnTo>
                <a:lnTo>
                  <a:pt x="669488" y="115858"/>
                </a:lnTo>
                <a:lnTo>
                  <a:pt x="670352" y="115491"/>
                </a:lnTo>
                <a:lnTo>
                  <a:pt x="671201" y="115092"/>
                </a:lnTo>
                <a:lnTo>
                  <a:pt x="672035" y="114661"/>
                </a:lnTo>
                <a:lnTo>
                  <a:pt x="672856" y="114199"/>
                </a:lnTo>
                <a:lnTo>
                  <a:pt x="673662" y="113704"/>
                </a:lnTo>
                <a:lnTo>
                  <a:pt x="674453" y="113178"/>
                </a:lnTo>
                <a:lnTo>
                  <a:pt x="675231" y="112620"/>
                </a:lnTo>
                <a:lnTo>
                  <a:pt x="675993" y="112030"/>
                </a:lnTo>
                <a:lnTo>
                  <a:pt x="676742" y="111408"/>
                </a:lnTo>
                <a:lnTo>
                  <a:pt x="677476" y="110754"/>
                </a:lnTo>
                <a:lnTo>
                  <a:pt x="678196" y="110068"/>
                </a:lnTo>
                <a:lnTo>
                  <a:pt x="678901" y="109350"/>
                </a:lnTo>
                <a:lnTo>
                  <a:pt x="679592" y="108601"/>
                </a:lnTo>
                <a:lnTo>
                  <a:pt x="680264" y="107832"/>
                </a:lnTo>
                <a:lnTo>
                  <a:pt x="680914" y="107056"/>
                </a:lnTo>
                <a:lnTo>
                  <a:pt x="681541" y="106273"/>
                </a:lnTo>
                <a:lnTo>
                  <a:pt x="682146" y="105483"/>
                </a:lnTo>
                <a:lnTo>
                  <a:pt x="682728" y="104686"/>
                </a:lnTo>
                <a:lnTo>
                  <a:pt x="683288" y="103882"/>
                </a:lnTo>
                <a:lnTo>
                  <a:pt x="683825" y="103071"/>
                </a:lnTo>
                <a:lnTo>
                  <a:pt x="684339" y="102254"/>
                </a:lnTo>
                <a:lnTo>
                  <a:pt x="684831" y="101429"/>
                </a:lnTo>
                <a:lnTo>
                  <a:pt x="685301" y="100598"/>
                </a:lnTo>
                <a:lnTo>
                  <a:pt x="685747" y="99759"/>
                </a:lnTo>
                <a:lnTo>
                  <a:pt x="686172" y="98914"/>
                </a:lnTo>
                <a:lnTo>
                  <a:pt x="686573" y="98061"/>
                </a:lnTo>
                <a:lnTo>
                  <a:pt x="686952" y="97202"/>
                </a:lnTo>
                <a:lnTo>
                  <a:pt x="687309" y="96336"/>
                </a:lnTo>
                <a:lnTo>
                  <a:pt x="687643" y="95462"/>
                </a:lnTo>
                <a:lnTo>
                  <a:pt x="687954" y="94582"/>
                </a:lnTo>
                <a:lnTo>
                  <a:pt x="688243" y="93695"/>
                </a:lnTo>
                <a:lnTo>
                  <a:pt x="688509" y="92801"/>
                </a:lnTo>
                <a:lnTo>
                  <a:pt x="688753" y="91900"/>
                </a:lnTo>
                <a:lnTo>
                  <a:pt x="688974" y="90992"/>
                </a:lnTo>
                <a:lnTo>
                  <a:pt x="689173" y="90077"/>
                </a:lnTo>
                <a:lnTo>
                  <a:pt x="689349" y="89155"/>
                </a:lnTo>
                <a:lnTo>
                  <a:pt x="689502" y="88226"/>
                </a:lnTo>
                <a:lnTo>
                  <a:pt x="686984" y="86594"/>
                </a:lnTo>
                <a:lnTo>
                  <a:pt x="686676" y="87400"/>
                </a:lnTo>
                <a:lnTo>
                  <a:pt x="686363" y="88186"/>
                </a:lnTo>
                <a:lnTo>
                  <a:pt x="686043" y="88953"/>
                </a:lnTo>
                <a:lnTo>
                  <a:pt x="685717" y="89699"/>
                </a:lnTo>
                <a:lnTo>
                  <a:pt x="685385" y="90425"/>
                </a:lnTo>
                <a:lnTo>
                  <a:pt x="685047" y="91131"/>
                </a:lnTo>
                <a:lnTo>
                  <a:pt x="684703" y="91818"/>
                </a:lnTo>
                <a:lnTo>
                  <a:pt x="684353" y="92484"/>
                </a:lnTo>
                <a:lnTo>
                  <a:pt x="683997" y="93130"/>
                </a:lnTo>
                <a:lnTo>
                  <a:pt x="683635" y="93756"/>
                </a:lnTo>
                <a:lnTo>
                  <a:pt x="683266" y="94363"/>
                </a:lnTo>
                <a:lnTo>
                  <a:pt x="682892" y="94949"/>
                </a:lnTo>
                <a:lnTo>
                  <a:pt x="682511" y="95515"/>
                </a:lnTo>
                <a:lnTo>
                  <a:pt x="682125" y="96062"/>
                </a:lnTo>
                <a:lnTo>
                  <a:pt x="681732" y="96588"/>
                </a:lnTo>
                <a:lnTo>
                  <a:pt x="681334" y="97095"/>
                </a:lnTo>
                <a:lnTo>
                  <a:pt x="680929" y="97581"/>
                </a:lnTo>
                <a:lnTo>
                  <a:pt x="680518" y="98048"/>
                </a:lnTo>
                <a:lnTo>
                  <a:pt x="680102" y="98494"/>
                </a:lnTo>
                <a:lnTo>
                  <a:pt x="679679" y="98920"/>
                </a:lnTo>
                <a:lnTo>
                  <a:pt x="679250" y="99327"/>
                </a:lnTo>
                <a:lnTo>
                  <a:pt x="678815" y="99713"/>
                </a:lnTo>
                <a:lnTo>
                  <a:pt x="678374" y="100080"/>
                </a:lnTo>
                <a:lnTo>
                  <a:pt x="677927" y="100427"/>
                </a:lnTo>
                <a:lnTo>
                  <a:pt x="677473" y="100756"/>
                </a:lnTo>
                <a:lnTo>
                  <a:pt x="677013" y="101072"/>
                </a:lnTo>
                <a:lnTo>
                  <a:pt x="676546" y="101373"/>
                </a:lnTo>
                <a:lnTo>
                  <a:pt x="676073" y="101661"/>
                </a:lnTo>
                <a:lnTo>
                  <a:pt x="675593" y="101934"/>
                </a:lnTo>
                <a:lnTo>
                  <a:pt x="675106" y="102194"/>
                </a:lnTo>
                <a:lnTo>
                  <a:pt x="674613" y="102439"/>
                </a:lnTo>
                <a:lnTo>
                  <a:pt x="674113" y="102670"/>
                </a:lnTo>
                <a:lnTo>
                  <a:pt x="673607" y="102888"/>
                </a:lnTo>
                <a:lnTo>
                  <a:pt x="673093" y="103091"/>
                </a:lnTo>
                <a:lnTo>
                  <a:pt x="672574" y="103280"/>
                </a:lnTo>
                <a:lnTo>
                  <a:pt x="672047" y="103456"/>
                </a:lnTo>
                <a:lnTo>
                  <a:pt x="671514" y="103617"/>
                </a:lnTo>
                <a:lnTo>
                  <a:pt x="670975" y="103764"/>
                </a:lnTo>
                <a:lnTo>
                  <a:pt x="670428" y="103897"/>
                </a:lnTo>
                <a:lnTo>
                  <a:pt x="669875" y="104017"/>
                </a:lnTo>
                <a:lnTo>
                  <a:pt x="669316" y="104122"/>
                </a:lnTo>
                <a:lnTo>
                  <a:pt x="668750" y="104213"/>
                </a:lnTo>
                <a:lnTo>
                  <a:pt x="668177" y="104290"/>
                </a:lnTo>
                <a:lnTo>
                  <a:pt x="667598" y="104353"/>
                </a:lnTo>
                <a:lnTo>
                  <a:pt x="667012" y="104402"/>
                </a:lnTo>
                <a:lnTo>
                  <a:pt x="666419" y="104437"/>
                </a:lnTo>
                <a:lnTo>
                  <a:pt x="665820" y="104458"/>
                </a:lnTo>
                <a:lnTo>
                  <a:pt x="665214" y="104465"/>
                </a:lnTo>
                <a:lnTo>
                  <a:pt x="664305" y="104449"/>
                </a:lnTo>
                <a:lnTo>
                  <a:pt x="663406" y="104400"/>
                </a:lnTo>
                <a:lnTo>
                  <a:pt x="662516" y="104319"/>
                </a:lnTo>
                <a:lnTo>
                  <a:pt x="661637" y="104205"/>
                </a:lnTo>
                <a:lnTo>
                  <a:pt x="660768" y="104058"/>
                </a:lnTo>
                <a:lnTo>
                  <a:pt x="659908" y="103879"/>
                </a:lnTo>
                <a:lnTo>
                  <a:pt x="659058" y="103667"/>
                </a:lnTo>
                <a:lnTo>
                  <a:pt x="658219" y="103423"/>
                </a:lnTo>
                <a:lnTo>
                  <a:pt x="657389" y="103146"/>
                </a:lnTo>
                <a:lnTo>
                  <a:pt x="656569" y="102837"/>
                </a:lnTo>
                <a:lnTo>
                  <a:pt x="655758" y="102495"/>
                </a:lnTo>
                <a:lnTo>
                  <a:pt x="654958" y="102120"/>
                </a:lnTo>
                <a:lnTo>
                  <a:pt x="654167" y="101713"/>
                </a:lnTo>
                <a:lnTo>
                  <a:pt x="653387" y="101274"/>
                </a:lnTo>
                <a:lnTo>
                  <a:pt x="652616" y="100801"/>
                </a:lnTo>
                <a:lnTo>
                  <a:pt x="651855" y="100297"/>
                </a:lnTo>
                <a:lnTo>
                  <a:pt x="651104" y="99759"/>
                </a:lnTo>
                <a:lnTo>
                  <a:pt x="650363" y="99189"/>
                </a:lnTo>
                <a:lnTo>
                  <a:pt x="649632" y="98587"/>
                </a:lnTo>
                <a:lnTo>
                  <a:pt x="648911" y="97952"/>
                </a:lnTo>
                <a:lnTo>
                  <a:pt x="648199" y="97284"/>
                </a:lnTo>
                <a:lnTo>
                  <a:pt x="647498" y="96584"/>
                </a:lnTo>
                <a:lnTo>
                  <a:pt x="646806" y="95851"/>
                </a:lnTo>
                <a:lnTo>
                  <a:pt x="646124" y="95086"/>
                </a:lnTo>
                <a:lnTo>
                  <a:pt x="645461" y="94292"/>
                </a:lnTo>
                <a:lnTo>
                  <a:pt x="644827" y="93473"/>
                </a:lnTo>
                <a:lnTo>
                  <a:pt x="644221" y="92629"/>
                </a:lnTo>
                <a:lnTo>
                  <a:pt x="643644" y="91761"/>
                </a:lnTo>
                <a:lnTo>
                  <a:pt x="643095" y="90868"/>
                </a:lnTo>
                <a:lnTo>
                  <a:pt x="642575" y="89951"/>
                </a:lnTo>
                <a:lnTo>
                  <a:pt x="642083" y="89009"/>
                </a:lnTo>
                <a:lnTo>
                  <a:pt x="641620" y="88042"/>
                </a:lnTo>
                <a:lnTo>
                  <a:pt x="641185" y="87050"/>
                </a:lnTo>
                <a:lnTo>
                  <a:pt x="640779" y="86034"/>
                </a:lnTo>
                <a:lnTo>
                  <a:pt x="640401" y="84993"/>
                </a:lnTo>
                <a:lnTo>
                  <a:pt x="640052" y="83927"/>
                </a:lnTo>
                <a:lnTo>
                  <a:pt x="639731" y="82836"/>
                </a:lnTo>
                <a:lnTo>
                  <a:pt x="639439" y="81721"/>
                </a:lnTo>
                <a:lnTo>
                  <a:pt x="639175" y="80581"/>
                </a:lnTo>
                <a:lnTo>
                  <a:pt x="638939" y="79417"/>
                </a:lnTo>
                <a:lnTo>
                  <a:pt x="638732" y="78227"/>
                </a:lnTo>
                <a:lnTo>
                  <a:pt x="638554" y="77013"/>
                </a:lnTo>
                <a:lnTo>
                  <a:pt x="638404" y="75775"/>
                </a:lnTo>
                <a:lnTo>
                  <a:pt x="638283" y="74511"/>
                </a:lnTo>
                <a:lnTo>
                  <a:pt x="638190" y="73223"/>
                </a:lnTo>
                <a:lnTo>
                  <a:pt x="638125" y="71910"/>
                </a:lnTo>
                <a:lnTo>
                  <a:pt x="638089" y="70573"/>
                </a:lnTo>
                <a:lnTo>
                  <a:pt x="638082" y="69210"/>
                </a:lnTo>
                <a:lnTo>
                  <a:pt x="689502" y="69210"/>
                </a:lnTo>
                <a:lnTo>
                  <a:pt x="689488" y="68072"/>
                </a:lnTo>
                <a:lnTo>
                  <a:pt x="689446" y="66954"/>
                </a:lnTo>
                <a:lnTo>
                  <a:pt x="689377" y="65854"/>
                </a:lnTo>
                <a:close/>
                <a:moveTo>
                  <a:pt x="638503" y="61523"/>
                </a:moveTo>
                <a:lnTo>
                  <a:pt x="638646" y="60815"/>
                </a:lnTo>
                <a:lnTo>
                  <a:pt x="638805" y="60120"/>
                </a:lnTo>
                <a:lnTo>
                  <a:pt x="638980" y="59440"/>
                </a:lnTo>
                <a:lnTo>
                  <a:pt x="639169" y="58774"/>
                </a:lnTo>
                <a:lnTo>
                  <a:pt x="639375" y="58122"/>
                </a:lnTo>
                <a:lnTo>
                  <a:pt x="639595" y="57484"/>
                </a:lnTo>
                <a:lnTo>
                  <a:pt x="639831" y="56860"/>
                </a:lnTo>
                <a:lnTo>
                  <a:pt x="640082" y="56251"/>
                </a:lnTo>
                <a:lnTo>
                  <a:pt x="640349" y="55655"/>
                </a:lnTo>
                <a:lnTo>
                  <a:pt x="640631" y="55074"/>
                </a:lnTo>
                <a:lnTo>
                  <a:pt x="640928" y="54506"/>
                </a:lnTo>
                <a:lnTo>
                  <a:pt x="641241" y="53953"/>
                </a:lnTo>
                <a:lnTo>
                  <a:pt x="641569" y="53414"/>
                </a:lnTo>
                <a:lnTo>
                  <a:pt x="641912" y="52889"/>
                </a:lnTo>
                <a:lnTo>
                  <a:pt x="642271" y="52379"/>
                </a:lnTo>
                <a:lnTo>
                  <a:pt x="642646" y="51882"/>
                </a:lnTo>
                <a:lnTo>
                  <a:pt x="643035" y="51400"/>
                </a:lnTo>
                <a:lnTo>
                  <a:pt x="643440" y="50931"/>
                </a:lnTo>
                <a:lnTo>
                  <a:pt x="643860" y="50477"/>
                </a:lnTo>
                <a:lnTo>
                  <a:pt x="644296" y="50037"/>
                </a:lnTo>
                <a:lnTo>
                  <a:pt x="644742" y="49613"/>
                </a:lnTo>
                <a:lnTo>
                  <a:pt x="645193" y="49207"/>
                </a:lnTo>
                <a:lnTo>
                  <a:pt x="645649" y="48819"/>
                </a:lnTo>
                <a:lnTo>
                  <a:pt x="646109" y="48449"/>
                </a:lnTo>
                <a:lnTo>
                  <a:pt x="646575" y="48097"/>
                </a:lnTo>
                <a:lnTo>
                  <a:pt x="647045" y="47763"/>
                </a:lnTo>
                <a:lnTo>
                  <a:pt x="647521" y="47448"/>
                </a:lnTo>
                <a:lnTo>
                  <a:pt x="648001" y="47150"/>
                </a:lnTo>
                <a:lnTo>
                  <a:pt x="648487" y="46870"/>
                </a:lnTo>
                <a:lnTo>
                  <a:pt x="648977" y="46609"/>
                </a:lnTo>
                <a:lnTo>
                  <a:pt x="649472" y="46365"/>
                </a:lnTo>
                <a:lnTo>
                  <a:pt x="649972" y="46140"/>
                </a:lnTo>
                <a:lnTo>
                  <a:pt x="650477" y="45932"/>
                </a:lnTo>
                <a:lnTo>
                  <a:pt x="650987" y="45743"/>
                </a:lnTo>
                <a:lnTo>
                  <a:pt x="651502" y="45571"/>
                </a:lnTo>
                <a:lnTo>
                  <a:pt x="652022" y="45418"/>
                </a:lnTo>
                <a:lnTo>
                  <a:pt x="652547" y="45283"/>
                </a:lnTo>
                <a:lnTo>
                  <a:pt x="653077" y="45165"/>
                </a:lnTo>
                <a:lnTo>
                  <a:pt x="653612" y="45066"/>
                </a:lnTo>
                <a:lnTo>
                  <a:pt x="654151" y="44985"/>
                </a:lnTo>
                <a:lnTo>
                  <a:pt x="654696" y="44922"/>
                </a:lnTo>
                <a:lnTo>
                  <a:pt x="655245" y="44877"/>
                </a:lnTo>
                <a:lnTo>
                  <a:pt x="655800" y="44850"/>
                </a:lnTo>
                <a:lnTo>
                  <a:pt x="656359" y="44841"/>
                </a:lnTo>
                <a:lnTo>
                  <a:pt x="656724" y="44845"/>
                </a:lnTo>
                <a:lnTo>
                  <a:pt x="657088" y="44858"/>
                </a:lnTo>
                <a:lnTo>
                  <a:pt x="657450" y="44881"/>
                </a:lnTo>
                <a:lnTo>
                  <a:pt x="657811" y="44912"/>
                </a:lnTo>
                <a:lnTo>
                  <a:pt x="658171" y="44952"/>
                </a:lnTo>
                <a:lnTo>
                  <a:pt x="658530" y="45002"/>
                </a:lnTo>
                <a:lnTo>
                  <a:pt x="658887" y="45060"/>
                </a:lnTo>
                <a:lnTo>
                  <a:pt x="659243" y="45127"/>
                </a:lnTo>
                <a:lnTo>
                  <a:pt x="659598" y="45203"/>
                </a:lnTo>
                <a:lnTo>
                  <a:pt x="659951" y="45288"/>
                </a:lnTo>
                <a:lnTo>
                  <a:pt x="660303" y="45382"/>
                </a:lnTo>
                <a:lnTo>
                  <a:pt x="660654" y="45485"/>
                </a:lnTo>
                <a:lnTo>
                  <a:pt x="661004" y="45597"/>
                </a:lnTo>
                <a:lnTo>
                  <a:pt x="661352" y="45718"/>
                </a:lnTo>
                <a:lnTo>
                  <a:pt x="661700" y="45848"/>
                </a:lnTo>
                <a:lnTo>
                  <a:pt x="662046" y="45987"/>
                </a:lnTo>
                <a:lnTo>
                  <a:pt x="662390" y="46135"/>
                </a:lnTo>
                <a:lnTo>
                  <a:pt x="662733" y="46291"/>
                </a:lnTo>
                <a:lnTo>
                  <a:pt x="663076" y="46457"/>
                </a:lnTo>
                <a:lnTo>
                  <a:pt x="663416" y="46632"/>
                </a:lnTo>
                <a:lnTo>
                  <a:pt x="663756" y="46815"/>
                </a:lnTo>
                <a:lnTo>
                  <a:pt x="664094" y="47008"/>
                </a:lnTo>
                <a:lnTo>
                  <a:pt x="664431" y="47209"/>
                </a:lnTo>
                <a:lnTo>
                  <a:pt x="664767" y="47420"/>
                </a:lnTo>
                <a:lnTo>
                  <a:pt x="665098" y="47638"/>
                </a:lnTo>
                <a:lnTo>
                  <a:pt x="665423" y="47863"/>
                </a:lnTo>
                <a:lnTo>
                  <a:pt x="665741" y="48094"/>
                </a:lnTo>
                <a:lnTo>
                  <a:pt x="666052" y="48332"/>
                </a:lnTo>
                <a:lnTo>
                  <a:pt x="666356" y="48577"/>
                </a:lnTo>
                <a:lnTo>
                  <a:pt x="666653" y="48829"/>
                </a:lnTo>
                <a:lnTo>
                  <a:pt x="666943" y="49087"/>
                </a:lnTo>
                <a:lnTo>
                  <a:pt x="667226" y="49353"/>
                </a:lnTo>
                <a:lnTo>
                  <a:pt x="667503" y="49624"/>
                </a:lnTo>
                <a:lnTo>
                  <a:pt x="667772" y="49903"/>
                </a:lnTo>
                <a:lnTo>
                  <a:pt x="668035" y="50188"/>
                </a:lnTo>
                <a:lnTo>
                  <a:pt x="668290" y="50480"/>
                </a:lnTo>
                <a:lnTo>
                  <a:pt x="668539" y="50779"/>
                </a:lnTo>
                <a:lnTo>
                  <a:pt x="668781" y="51085"/>
                </a:lnTo>
                <a:lnTo>
                  <a:pt x="669016" y="51397"/>
                </a:lnTo>
                <a:lnTo>
                  <a:pt x="669244" y="51716"/>
                </a:lnTo>
                <a:lnTo>
                  <a:pt x="669465" y="52042"/>
                </a:lnTo>
                <a:lnTo>
                  <a:pt x="669679" y="52374"/>
                </a:lnTo>
                <a:lnTo>
                  <a:pt x="669886" y="52713"/>
                </a:lnTo>
                <a:lnTo>
                  <a:pt x="670086" y="53059"/>
                </a:lnTo>
                <a:lnTo>
                  <a:pt x="670280" y="53412"/>
                </a:lnTo>
                <a:lnTo>
                  <a:pt x="670466" y="53771"/>
                </a:lnTo>
                <a:lnTo>
                  <a:pt x="670646" y="54137"/>
                </a:lnTo>
                <a:lnTo>
                  <a:pt x="670819" y="54510"/>
                </a:lnTo>
                <a:lnTo>
                  <a:pt x="670925" y="54759"/>
                </a:lnTo>
                <a:lnTo>
                  <a:pt x="671029" y="55022"/>
                </a:lnTo>
                <a:lnTo>
                  <a:pt x="671130" y="55300"/>
                </a:lnTo>
                <a:lnTo>
                  <a:pt x="671227" y="55592"/>
                </a:lnTo>
                <a:lnTo>
                  <a:pt x="671321" y="55900"/>
                </a:lnTo>
                <a:lnTo>
                  <a:pt x="671413" y="56221"/>
                </a:lnTo>
                <a:lnTo>
                  <a:pt x="671501" y="56557"/>
                </a:lnTo>
                <a:lnTo>
                  <a:pt x="671586" y="56908"/>
                </a:lnTo>
                <a:lnTo>
                  <a:pt x="671668" y="57273"/>
                </a:lnTo>
                <a:lnTo>
                  <a:pt x="671747" y="57653"/>
                </a:lnTo>
                <a:lnTo>
                  <a:pt x="671822" y="58048"/>
                </a:lnTo>
                <a:lnTo>
                  <a:pt x="671895" y="58457"/>
                </a:lnTo>
                <a:lnTo>
                  <a:pt x="671965" y="58880"/>
                </a:lnTo>
                <a:lnTo>
                  <a:pt x="672031" y="59318"/>
                </a:lnTo>
                <a:lnTo>
                  <a:pt x="672094" y="59771"/>
                </a:lnTo>
                <a:lnTo>
                  <a:pt x="672154" y="60238"/>
                </a:lnTo>
                <a:lnTo>
                  <a:pt x="672212" y="60719"/>
                </a:lnTo>
                <a:lnTo>
                  <a:pt x="672266" y="61216"/>
                </a:lnTo>
                <a:lnTo>
                  <a:pt x="672317" y="61727"/>
                </a:lnTo>
                <a:lnTo>
                  <a:pt x="672364" y="62252"/>
                </a:lnTo>
                <a:lnTo>
                  <a:pt x="672409" y="62792"/>
                </a:lnTo>
                <a:lnTo>
                  <a:pt x="672451" y="63346"/>
                </a:lnTo>
                <a:lnTo>
                  <a:pt x="672489" y="63915"/>
                </a:lnTo>
                <a:lnTo>
                  <a:pt x="672525" y="64499"/>
                </a:lnTo>
                <a:lnTo>
                  <a:pt x="638082" y="64499"/>
                </a:lnTo>
                <a:lnTo>
                  <a:pt x="638164" y="63734"/>
                </a:lnTo>
                <a:lnTo>
                  <a:pt x="638262" y="62983"/>
                </a:lnTo>
                <a:lnTo>
                  <a:pt x="638374" y="62246"/>
                </a:lnTo>
                <a:lnTo>
                  <a:pt x="638503" y="61523"/>
                </a:lnTo>
                <a:close/>
                <a:moveTo>
                  <a:pt x="900736" y="65854"/>
                </a:moveTo>
                <a:lnTo>
                  <a:pt x="900639" y="64774"/>
                </a:lnTo>
                <a:lnTo>
                  <a:pt x="900513" y="63713"/>
                </a:lnTo>
                <a:lnTo>
                  <a:pt x="900359" y="62671"/>
                </a:lnTo>
                <a:lnTo>
                  <a:pt x="900178" y="61649"/>
                </a:lnTo>
                <a:lnTo>
                  <a:pt x="899968" y="60646"/>
                </a:lnTo>
                <a:lnTo>
                  <a:pt x="899731" y="59662"/>
                </a:lnTo>
                <a:lnTo>
                  <a:pt x="899466" y="58698"/>
                </a:lnTo>
                <a:lnTo>
                  <a:pt x="899173" y="57752"/>
                </a:lnTo>
                <a:lnTo>
                  <a:pt x="898852" y="56826"/>
                </a:lnTo>
                <a:lnTo>
                  <a:pt x="898502" y="55919"/>
                </a:lnTo>
                <a:lnTo>
                  <a:pt x="898126" y="55032"/>
                </a:lnTo>
                <a:lnTo>
                  <a:pt x="897721" y="54164"/>
                </a:lnTo>
                <a:lnTo>
                  <a:pt x="897288" y="53315"/>
                </a:lnTo>
                <a:lnTo>
                  <a:pt x="896827" y="52485"/>
                </a:lnTo>
                <a:lnTo>
                  <a:pt x="896338" y="51675"/>
                </a:lnTo>
                <a:lnTo>
                  <a:pt x="895822" y="50883"/>
                </a:lnTo>
                <a:lnTo>
                  <a:pt x="895277" y="50111"/>
                </a:lnTo>
                <a:lnTo>
                  <a:pt x="894705" y="49359"/>
                </a:lnTo>
                <a:lnTo>
                  <a:pt x="894104" y="48625"/>
                </a:lnTo>
                <a:lnTo>
                  <a:pt x="893476" y="47911"/>
                </a:lnTo>
                <a:lnTo>
                  <a:pt x="892820" y="47217"/>
                </a:lnTo>
                <a:lnTo>
                  <a:pt x="892142" y="46545"/>
                </a:lnTo>
                <a:lnTo>
                  <a:pt x="891449" y="45903"/>
                </a:lnTo>
                <a:lnTo>
                  <a:pt x="890740" y="45289"/>
                </a:lnTo>
                <a:lnTo>
                  <a:pt x="890015" y="44703"/>
                </a:lnTo>
                <a:lnTo>
                  <a:pt x="889275" y="44147"/>
                </a:lnTo>
                <a:lnTo>
                  <a:pt x="888520" y="43618"/>
                </a:lnTo>
                <a:lnTo>
                  <a:pt x="887749" y="43118"/>
                </a:lnTo>
                <a:lnTo>
                  <a:pt x="886962" y="42647"/>
                </a:lnTo>
                <a:lnTo>
                  <a:pt x="886160" y="42205"/>
                </a:lnTo>
                <a:lnTo>
                  <a:pt x="885343" y="41790"/>
                </a:lnTo>
                <a:lnTo>
                  <a:pt x="884510" y="41405"/>
                </a:lnTo>
                <a:lnTo>
                  <a:pt x="883661" y="41048"/>
                </a:lnTo>
                <a:lnTo>
                  <a:pt x="882797" y="40720"/>
                </a:lnTo>
                <a:lnTo>
                  <a:pt x="881917" y="40420"/>
                </a:lnTo>
                <a:lnTo>
                  <a:pt x="881022" y="40148"/>
                </a:lnTo>
                <a:lnTo>
                  <a:pt x="880112" y="39906"/>
                </a:lnTo>
                <a:lnTo>
                  <a:pt x="879185" y="39691"/>
                </a:lnTo>
                <a:lnTo>
                  <a:pt x="878244" y="39506"/>
                </a:lnTo>
                <a:lnTo>
                  <a:pt x="877287" y="39349"/>
                </a:lnTo>
                <a:lnTo>
                  <a:pt x="876314" y="39220"/>
                </a:lnTo>
                <a:lnTo>
                  <a:pt x="875326" y="39120"/>
                </a:lnTo>
                <a:lnTo>
                  <a:pt x="874322" y="39049"/>
                </a:lnTo>
                <a:lnTo>
                  <a:pt x="873303" y="39006"/>
                </a:lnTo>
                <a:lnTo>
                  <a:pt x="872268" y="38992"/>
                </a:lnTo>
                <a:lnTo>
                  <a:pt x="871045" y="39010"/>
                </a:lnTo>
                <a:lnTo>
                  <a:pt x="869839" y="39066"/>
                </a:lnTo>
                <a:lnTo>
                  <a:pt x="868650" y="39158"/>
                </a:lnTo>
                <a:lnTo>
                  <a:pt x="867479" y="39288"/>
                </a:lnTo>
                <a:lnTo>
                  <a:pt x="866325" y="39454"/>
                </a:lnTo>
                <a:lnTo>
                  <a:pt x="865188" y="39658"/>
                </a:lnTo>
                <a:lnTo>
                  <a:pt x="864069" y="39899"/>
                </a:lnTo>
                <a:lnTo>
                  <a:pt x="862967" y="40176"/>
                </a:lnTo>
                <a:lnTo>
                  <a:pt x="861882" y="40491"/>
                </a:lnTo>
                <a:lnTo>
                  <a:pt x="860815" y="40843"/>
                </a:lnTo>
                <a:lnTo>
                  <a:pt x="859765" y="41231"/>
                </a:lnTo>
                <a:lnTo>
                  <a:pt x="858733" y="41657"/>
                </a:lnTo>
                <a:lnTo>
                  <a:pt x="857717" y="42120"/>
                </a:lnTo>
                <a:lnTo>
                  <a:pt x="856720" y="42620"/>
                </a:lnTo>
                <a:lnTo>
                  <a:pt x="855739" y="43157"/>
                </a:lnTo>
                <a:lnTo>
                  <a:pt x="854776" y="43730"/>
                </a:lnTo>
                <a:lnTo>
                  <a:pt x="853830" y="44341"/>
                </a:lnTo>
                <a:lnTo>
                  <a:pt x="852902" y="44989"/>
                </a:lnTo>
                <a:lnTo>
                  <a:pt x="851991" y="45674"/>
                </a:lnTo>
                <a:lnTo>
                  <a:pt x="851097" y="46396"/>
                </a:lnTo>
                <a:lnTo>
                  <a:pt x="850220" y="47155"/>
                </a:lnTo>
                <a:lnTo>
                  <a:pt x="849361" y="47951"/>
                </a:lnTo>
                <a:lnTo>
                  <a:pt x="848520" y="48784"/>
                </a:lnTo>
                <a:lnTo>
                  <a:pt x="847695" y="49654"/>
                </a:lnTo>
                <a:lnTo>
                  <a:pt x="846896" y="50556"/>
                </a:lnTo>
                <a:lnTo>
                  <a:pt x="846132" y="51488"/>
                </a:lnTo>
                <a:lnTo>
                  <a:pt x="845401" y="52449"/>
                </a:lnTo>
                <a:lnTo>
                  <a:pt x="844704" y="53440"/>
                </a:lnTo>
                <a:lnTo>
                  <a:pt x="844041" y="54459"/>
                </a:lnTo>
                <a:lnTo>
                  <a:pt x="843413" y="55508"/>
                </a:lnTo>
                <a:lnTo>
                  <a:pt x="842818" y="56585"/>
                </a:lnTo>
                <a:lnTo>
                  <a:pt x="842257" y="57692"/>
                </a:lnTo>
                <a:lnTo>
                  <a:pt x="841730" y="58828"/>
                </a:lnTo>
                <a:lnTo>
                  <a:pt x="841237" y="59993"/>
                </a:lnTo>
                <a:lnTo>
                  <a:pt x="840779" y="61187"/>
                </a:lnTo>
                <a:lnTo>
                  <a:pt x="840354" y="62410"/>
                </a:lnTo>
                <a:lnTo>
                  <a:pt x="839963" y="63663"/>
                </a:lnTo>
                <a:lnTo>
                  <a:pt x="839606" y="64944"/>
                </a:lnTo>
                <a:lnTo>
                  <a:pt x="839283" y="66255"/>
                </a:lnTo>
                <a:lnTo>
                  <a:pt x="838994" y="67595"/>
                </a:lnTo>
                <a:lnTo>
                  <a:pt x="838739" y="68964"/>
                </a:lnTo>
                <a:lnTo>
                  <a:pt x="838518" y="70362"/>
                </a:lnTo>
                <a:lnTo>
                  <a:pt x="838331" y="71789"/>
                </a:lnTo>
                <a:lnTo>
                  <a:pt x="838179" y="73245"/>
                </a:lnTo>
                <a:lnTo>
                  <a:pt x="838060" y="74731"/>
                </a:lnTo>
                <a:lnTo>
                  <a:pt x="837975" y="76245"/>
                </a:lnTo>
                <a:lnTo>
                  <a:pt x="837924" y="77789"/>
                </a:lnTo>
                <a:lnTo>
                  <a:pt x="837907" y="79362"/>
                </a:lnTo>
                <a:lnTo>
                  <a:pt x="837923" y="80815"/>
                </a:lnTo>
                <a:lnTo>
                  <a:pt x="837973" y="82244"/>
                </a:lnTo>
                <a:lnTo>
                  <a:pt x="838056" y="83648"/>
                </a:lnTo>
                <a:lnTo>
                  <a:pt x="838172" y="85027"/>
                </a:lnTo>
                <a:lnTo>
                  <a:pt x="838321" y="86381"/>
                </a:lnTo>
                <a:lnTo>
                  <a:pt x="838503" y="87710"/>
                </a:lnTo>
                <a:lnTo>
                  <a:pt x="838719" y="89014"/>
                </a:lnTo>
                <a:lnTo>
                  <a:pt x="838967" y="90293"/>
                </a:lnTo>
                <a:lnTo>
                  <a:pt x="839249" y="91547"/>
                </a:lnTo>
                <a:lnTo>
                  <a:pt x="839564" y="92776"/>
                </a:lnTo>
                <a:lnTo>
                  <a:pt x="839912" y="93981"/>
                </a:lnTo>
                <a:lnTo>
                  <a:pt x="840293" y="95160"/>
                </a:lnTo>
                <a:lnTo>
                  <a:pt x="840707" y="96315"/>
                </a:lnTo>
                <a:lnTo>
                  <a:pt x="841155" y="97445"/>
                </a:lnTo>
                <a:lnTo>
                  <a:pt x="841635" y="98550"/>
                </a:lnTo>
                <a:lnTo>
                  <a:pt x="842149" y="99629"/>
                </a:lnTo>
                <a:lnTo>
                  <a:pt x="842696" y="100684"/>
                </a:lnTo>
                <a:lnTo>
                  <a:pt x="843276" y="101715"/>
                </a:lnTo>
                <a:lnTo>
                  <a:pt x="843889" y="102720"/>
                </a:lnTo>
                <a:lnTo>
                  <a:pt x="844535" y="103700"/>
                </a:lnTo>
                <a:lnTo>
                  <a:pt x="845214" y="104655"/>
                </a:lnTo>
                <a:lnTo>
                  <a:pt x="845927" y="105586"/>
                </a:lnTo>
                <a:lnTo>
                  <a:pt x="846673" y="106491"/>
                </a:lnTo>
                <a:lnTo>
                  <a:pt x="847451" y="107372"/>
                </a:lnTo>
                <a:lnTo>
                  <a:pt x="848254" y="108222"/>
                </a:lnTo>
                <a:lnTo>
                  <a:pt x="849069" y="109036"/>
                </a:lnTo>
                <a:lnTo>
                  <a:pt x="849898" y="109813"/>
                </a:lnTo>
                <a:lnTo>
                  <a:pt x="850740" y="110555"/>
                </a:lnTo>
                <a:lnTo>
                  <a:pt x="851596" y="111260"/>
                </a:lnTo>
                <a:lnTo>
                  <a:pt x="852465" y="111929"/>
                </a:lnTo>
                <a:lnTo>
                  <a:pt x="853348" y="112562"/>
                </a:lnTo>
                <a:lnTo>
                  <a:pt x="854243" y="113158"/>
                </a:lnTo>
                <a:lnTo>
                  <a:pt x="855153" y="113719"/>
                </a:lnTo>
                <a:lnTo>
                  <a:pt x="856075" y="114243"/>
                </a:lnTo>
                <a:lnTo>
                  <a:pt x="857011" y="114732"/>
                </a:lnTo>
                <a:lnTo>
                  <a:pt x="857961" y="115184"/>
                </a:lnTo>
                <a:lnTo>
                  <a:pt x="858924" y="115600"/>
                </a:lnTo>
                <a:lnTo>
                  <a:pt x="859900" y="115979"/>
                </a:lnTo>
                <a:lnTo>
                  <a:pt x="860890" y="116323"/>
                </a:lnTo>
                <a:lnTo>
                  <a:pt x="861893" y="116630"/>
                </a:lnTo>
                <a:lnTo>
                  <a:pt x="862909" y="116902"/>
                </a:lnTo>
                <a:lnTo>
                  <a:pt x="863939" y="117137"/>
                </a:lnTo>
                <a:lnTo>
                  <a:pt x="864982" y="117335"/>
                </a:lnTo>
                <a:lnTo>
                  <a:pt x="866039" y="117498"/>
                </a:lnTo>
                <a:lnTo>
                  <a:pt x="867109" y="117625"/>
                </a:lnTo>
                <a:lnTo>
                  <a:pt x="868193" y="117715"/>
                </a:lnTo>
                <a:lnTo>
                  <a:pt x="869289" y="117769"/>
                </a:lnTo>
                <a:lnTo>
                  <a:pt x="870400" y="117788"/>
                </a:lnTo>
                <a:lnTo>
                  <a:pt x="871422" y="117772"/>
                </a:lnTo>
                <a:lnTo>
                  <a:pt x="872429" y="117724"/>
                </a:lnTo>
                <a:lnTo>
                  <a:pt x="873422" y="117644"/>
                </a:lnTo>
                <a:lnTo>
                  <a:pt x="874400" y="117532"/>
                </a:lnTo>
                <a:lnTo>
                  <a:pt x="875365" y="117389"/>
                </a:lnTo>
                <a:lnTo>
                  <a:pt x="876315" y="117213"/>
                </a:lnTo>
                <a:lnTo>
                  <a:pt x="877250" y="117006"/>
                </a:lnTo>
                <a:lnTo>
                  <a:pt x="878171" y="116767"/>
                </a:lnTo>
                <a:lnTo>
                  <a:pt x="879078" y="116496"/>
                </a:lnTo>
                <a:lnTo>
                  <a:pt x="879970" y="116193"/>
                </a:lnTo>
                <a:lnTo>
                  <a:pt x="880848" y="115858"/>
                </a:lnTo>
                <a:lnTo>
                  <a:pt x="881711" y="115491"/>
                </a:lnTo>
                <a:lnTo>
                  <a:pt x="882561" y="115092"/>
                </a:lnTo>
                <a:lnTo>
                  <a:pt x="883395" y="114661"/>
                </a:lnTo>
                <a:lnTo>
                  <a:pt x="884216" y="114199"/>
                </a:lnTo>
                <a:lnTo>
                  <a:pt x="885022" y="113704"/>
                </a:lnTo>
                <a:lnTo>
                  <a:pt x="885813" y="113178"/>
                </a:lnTo>
                <a:lnTo>
                  <a:pt x="886590" y="112620"/>
                </a:lnTo>
                <a:lnTo>
                  <a:pt x="887353" y="112030"/>
                </a:lnTo>
                <a:lnTo>
                  <a:pt x="888102" y="111408"/>
                </a:lnTo>
                <a:lnTo>
                  <a:pt x="888836" y="110754"/>
                </a:lnTo>
                <a:lnTo>
                  <a:pt x="889555" y="110068"/>
                </a:lnTo>
                <a:lnTo>
                  <a:pt x="890261" y="109350"/>
                </a:lnTo>
                <a:lnTo>
                  <a:pt x="890952" y="108601"/>
                </a:lnTo>
                <a:lnTo>
                  <a:pt x="891624" y="107832"/>
                </a:lnTo>
                <a:lnTo>
                  <a:pt x="892274" y="107056"/>
                </a:lnTo>
                <a:lnTo>
                  <a:pt x="892901" y="106273"/>
                </a:lnTo>
                <a:lnTo>
                  <a:pt x="893506" y="105483"/>
                </a:lnTo>
                <a:lnTo>
                  <a:pt x="894088" y="104686"/>
                </a:lnTo>
                <a:lnTo>
                  <a:pt x="894648" y="103882"/>
                </a:lnTo>
                <a:lnTo>
                  <a:pt x="895185" y="103071"/>
                </a:lnTo>
                <a:lnTo>
                  <a:pt x="895699" y="102254"/>
                </a:lnTo>
                <a:lnTo>
                  <a:pt x="896191" y="101429"/>
                </a:lnTo>
                <a:lnTo>
                  <a:pt x="896661" y="100598"/>
                </a:lnTo>
                <a:lnTo>
                  <a:pt x="897107" y="99759"/>
                </a:lnTo>
                <a:lnTo>
                  <a:pt x="897531" y="98914"/>
                </a:lnTo>
                <a:lnTo>
                  <a:pt x="897933" y="98061"/>
                </a:lnTo>
                <a:lnTo>
                  <a:pt x="898312" y="97202"/>
                </a:lnTo>
                <a:lnTo>
                  <a:pt x="898669" y="96336"/>
                </a:lnTo>
                <a:lnTo>
                  <a:pt x="899003" y="95462"/>
                </a:lnTo>
                <a:lnTo>
                  <a:pt x="899314" y="94582"/>
                </a:lnTo>
                <a:lnTo>
                  <a:pt x="899603" y="93695"/>
                </a:lnTo>
                <a:lnTo>
                  <a:pt x="899869" y="92801"/>
                </a:lnTo>
                <a:lnTo>
                  <a:pt x="900113" y="91900"/>
                </a:lnTo>
                <a:lnTo>
                  <a:pt x="900334" y="90992"/>
                </a:lnTo>
                <a:lnTo>
                  <a:pt x="900533" y="90077"/>
                </a:lnTo>
                <a:lnTo>
                  <a:pt x="900709" y="89155"/>
                </a:lnTo>
                <a:lnTo>
                  <a:pt x="900862" y="88226"/>
                </a:lnTo>
                <a:lnTo>
                  <a:pt x="898344" y="86594"/>
                </a:lnTo>
                <a:lnTo>
                  <a:pt x="898036" y="87400"/>
                </a:lnTo>
                <a:lnTo>
                  <a:pt x="897722" y="88186"/>
                </a:lnTo>
                <a:lnTo>
                  <a:pt x="897403" y="88953"/>
                </a:lnTo>
                <a:lnTo>
                  <a:pt x="897077" y="89699"/>
                </a:lnTo>
                <a:lnTo>
                  <a:pt x="896745" y="90425"/>
                </a:lnTo>
                <a:lnTo>
                  <a:pt x="896407" y="91131"/>
                </a:lnTo>
                <a:lnTo>
                  <a:pt x="896063" y="91818"/>
                </a:lnTo>
                <a:lnTo>
                  <a:pt x="895713" y="92484"/>
                </a:lnTo>
                <a:lnTo>
                  <a:pt x="895357" y="93130"/>
                </a:lnTo>
                <a:lnTo>
                  <a:pt x="894994" y="93756"/>
                </a:lnTo>
                <a:lnTo>
                  <a:pt x="894626" y="94363"/>
                </a:lnTo>
                <a:lnTo>
                  <a:pt x="894252" y="94949"/>
                </a:lnTo>
                <a:lnTo>
                  <a:pt x="893871" y="95515"/>
                </a:lnTo>
                <a:lnTo>
                  <a:pt x="893485" y="96062"/>
                </a:lnTo>
                <a:lnTo>
                  <a:pt x="893092" y="96588"/>
                </a:lnTo>
                <a:lnTo>
                  <a:pt x="892694" y="97095"/>
                </a:lnTo>
                <a:lnTo>
                  <a:pt x="892289" y="97581"/>
                </a:lnTo>
                <a:lnTo>
                  <a:pt x="891878" y="98048"/>
                </a:lnTo>
                <a:lnTo>
                  <a:pt x="891461" y="98494"/>
                </a:lnTo>
                <a:lnTo>
                  <a:pt x="891039" y="98920"/>
                </a:lnTo>
                <a:lnTo>
                  <a:pt x="890610" y="99327"/>
                </a:lnTo>
                <a:lnTo>
                  <a:pt x="890175" y="99713"/>
                </a:lnTo>
                <a:lnTo>
                  <a:pt x="889734" y="100080"/>
                </a:lnTo>
                <a:lnTo>
                  <a:pt x="889286" y="100427"/>
                </a:lnTo>
                <a:lnTo>
                  <a:pt x="888833" y="100756"/>
                </a:lnTo>
                <a:lnTo>
                  <a:pt x="888373" y="101072"/>
                </a:lnTo>
                <a:lnTo>
                  <a:pt x="887906" y="101373"/>
                </a:lnTo>
                <a:lnTo>
                  <a:pt x="887433" y="101661"/>
                </a:lnTo>
                <a:lnTo>
                  <a:pt x="886953" y="101934"/>
                </a:lnTo>
                <a:lnTo>
                  <a:pt x="886466" y="102194"/>
                </a:lnTo>
                <a:lnTo>
                  <a:pt x="885973" y="102439"/>
                </a:lnTo>
                <a:lnTo>
                  <a:pt x="885473" y="102670"/>
                </a:lnTo>
                <a:lnTo>
                  <a:pt x="884966" y="102888"/>
                </a:lnTo>
                <a:lnTo>
                  <a:pt x="884453" y="103091"/>
                </a:lnTo>
                <a:lnTo>
                  <a:pt x="883934" y="103280"/>
                </a:lnTo>
                <a:lnTo>
                  <a:pt x="883407" y="103456"/>
                </a:lnTo>
                <a:lnTo>
                  <a:pt x="882874" y="103617"/>
                </a:lnTo>
                <a:lnTo>
                  <a:pt x="882334" y="103764"/>
                </a:lnTo>
                <a:lnTo>
                  <a:pt x="881788" y="103897"/>
                </a:lnTo>
                <a:lnTo>
                  <a:pt x="881235" y="104017"/>
                </a:lnTo>
                <a:lnTo>
                  <a:pt x="880676" y="104122"/>
                </a:lnTo>
                <a:lnTo>
                  <a:pt x="880110" y="104213"/>
                </a:lnTo>
                <a:lnTo>
                  <a:pt x="879537" y="104290"/>
                </a:lnTo>
                <a:lnTo>
                  <a:pt x="878957" y="104353"/>
                </a:lnTo>
                <a:lnTo>
                  <a:pt x="878371" y="104402"/>
                </a:lnTo>
                <a:lnTo>
                  <a:pt x="877779" y="104437"/>
                </a:lnTo>
                <a:lnTo>
                  <a:pt x="877179" y="104458"/>
                </a:lnTo>
                <a:lnTo>
                  <a:pt x="876573" y="104465"/>
                </a:lnTo>
                <a:lnTo>
                  <a:pt x="875665" y="104449"/>
                </a:lnTo>
                <a:lnTo>
                  <a:pt x="874765" y="104400"/>
                </a:lnTo>
                <a:lnTo>
                  <a:pt x="873876" y="104319"/>
                </a:lnTo>
                <a:lnTo>
                  <a:pt x="872997" y="104205"/>
                </a:lnTo>
                <a:lnTo>
                  <a:pt x="872127" y="104058"/>
                </a:lnTo>
                <a:lnTo>
                  <a:pt x="871268" y="103879"/>
                </a:lnTo>
                <a:lnTo>
                  <a:pt x="870418" y="103667"/>
                </a:lnTo>
                <a:lnTo>
                  <a:pt x="869578" y="103423"/>
                </a:lnTo>
                <a:lnTo>
                  <a:pt x="868748" y="103146"/>
                </a:lnTo>
                <a:lnTo>
                  <a:pt x="867928" y="102837"/>
                </a:lnTo>
                <a:lnTo>
                  <a:pt x="867118" y="102495"/>
                </a:lnTo>
                <a:lnTo>
                  <a:pt x="866318" y="102120"/>
                </a:lnTo>
                <a:lnTo>
                  <a:pt x="865527" y="101713"/>
                </a:lnTo>
                <a:lnTo>
                  <a:pt x="864747" y="101274"/>
                </a:lnTo>
                <a:lnTo>
                  <a:pt x="863976" y="100801"/>
                </a:lnTo>
                <a:lnTo>
                  <a:pt x="863215" y="100297"/>
                </a:lnTo>
                <a:lnTo>
                  <a:pt x="862464" y="99759"/>
                </a:lnTo>
                <a:lnTo>
                  <a:pt x="861723" y="99189"/>
                </a:lnTo>
                <a:lnTo>
                  <a:pt x="860992" y="98587"/>
                </a:lnTo>
                <a:lnTo>
                  <a:pt x="860270" y="97952"/>
                </a:lnTo>
                <a:lnTo>
                  <a:pt x="859559" y="97284"/>
                </a:lnTo>
                <a:lnTo>
                  <a:pt x="858857" y="96584"/>
                </a:lnTo>
                <a:lnTo>
                  <a:pt x="858166" y="95851"/>
                </a:lnTo>
                <a:lnTo>
                  <a:pt x="857484" y="95086"/>
                </a:lnTo>
                <a:lnTo>
                  <a:pt x="856821" y="94292"/>
                </a:lnTo>
                <a:lnTo>
                  <a:pt x="856187" y="93473"/>
                </a:lnTo>
                <a:lnTo>
                  <a:pt x="855581" y="92629"/>
                </a:lnTo>
                <a:lnTo>
                  <a:pt x="855004" y="91761"/>
                </a:lnTo>
                <a:lnTo>
                  <a:pt x="854455" y="90868"/>
                </a:lnTo>
                <a:lnTo>
                  <a:pt x="853935" y="89951"/>
                </a:lnTo>
                <a:lnTo>
                  <a:pt x="853443" y="89009"/>
                </a:lnTo>
                <a:lnTo>
                  <a:pt x="852980" y="88042"/>
                </a:lnTo>
                <a:lnTo>
                  <a:pt x="852545" y="87050"/>
                </a:lnTo>
                <a:lnTo>
                  <a:pt x="852139" y="86034"/>
                </a:lnTo>
                <a:lnTo>
                  <a:pt x="851761" y="84993"/>
                </a:lnTo>
                <a:lnTo>
                  <a:pt x="851412" y="83927"/>
                </a:lnTo>
                <a:lnTo>
                  <a:pt x="851091" y="82836"/>
                </a:lnTo>
                <a:lnTo>
                  <a:pt x="850798" y="81721"/>
                </a:lnTo>
                <a:lnTo>
                  <a:pt x="850535" y="80581"/>
                </a:lnTo>
                <a:lnTo>
                  <a:pt x="850299" y="79417"/>
                </a:lnTo>
                <a:lnTo>
                  <a:pt x="850092" y="78227"/>
                </a:lnTo>
                <a:lnTo>
                  <a:pt x="849914" y="77013"/>
                </a:lnTo>
                <a:lnTo>
                  <a:pt x="849764" y="75775"/>
                </a:lnTo>
                <a:lnTo>
                  <a:pt x="849643" y="74511"/>
                </a:lnTo>
                <a:lnTo>
                  <a:pt x="849550" y="73223"/>
                </a:lnTo>
                <a:lnTo>
                  <a:pt x="849485" y="71910"/>
                </a:lnTo>
                <a:lnTo>
                  <a:pt x="849449" y="70573"/>
                </a:lnTo>
                <a:lnTo>
                  <a:pt x="849442" y="69210"/>
                </a:lnTo>
                <a:lnTo>
                  <a:pt x="900862" y="69210"/>
                </a:lnTo>
                <a:lnTo>
                  <a:pt x="900848" y="68072"/>
                </a:lnTo>
                <a:lnTo>
                  <a:pt x="900806" y="66954"/>
                </a:lnTo>
                <a:lnTo>
                  <a:pt x="900736" y="65854"/>
                </a:lnTo>
                <a:close/>
                <a:moveTo>
                  <a:pt x="849863" y="61523"/>
                </a:moveTo>
                <a:lnTo>
                  <a:pt x="850006" y="60815"/>
                </a:lnTo>
                <a:lnTo>
                  <a:pt x="850165" y="60120"/>
                </a:lnTo>
                <a:lnTo>
                  <a:pt x="850340" y="59440"/>
                </a:lnTo>
                <a:lnTo>
                  <a:pt x="850529" y="58774"/>
                </a:lnTo>
                <a:lnTo>
                  <a:pt x="850734" y="58122"/>
                </a:lnTo>
                <a:lnTo>
                  <a:pt x="850955" y="57484"/>
                </a:lnTo>
                <a:lnTo>
                  <a:pt x="851191" y="56860"/>
                </a:lnTo>
                <a:lnTo>
                  <a:pt x="851442" y="56251"/>
                </a:lnTo>
                <a:lnTo>
                  <a:pt x="851709" y="55655"/>
                </a:lnTo>
                <a:lnTo>
                  <a:pt x="851991" y="55074"/>
                </a:lnTo>
                <a:lnTo>
                  <a:pt x="852288" y="54506"/>
                </a:lnTo>
                <a:lnTo>
                  <a:pt x="852601" y="53953"/>
                </a:lnTo>
                <a:lnTo>
                  <a:pt x="852929" y="53414"/>
                </a:lnTo>
                <a:lnTo>
                  <a:pt x="853272" y="52889"/>
                </a:lnTo>
                <a:lnTo>
                  <a:pt x="853631" y="52379"/>
                </a:lnTo>
                <a:lnTo>
                  <a:pt x="854005" y="51882"/>
                </a:lnTo>
                <a:lnTo>
                  <a:pt x="854395" y="51400"/>
                </a:lnTo>
                <a:lnTo>
                  <a:pt x="854800" y="50931"/>
                </a:lnTo>
                <a:lnTo>
                  <a:pt x="855220" y="50477"/>
                </a:lnTo>
                <a:lnTo>
                  <a:pt x="855656" y="50037"/>
                </a:lnTo>
                <a:lnTo>
                  <a:pt x="856102" y="49613"/>
                </a:lnTo>
                <a:lnTo>
                  <a:pt x="856553" y="49207"/>
                </a:lnTo>
                <a:lnTo>
                  <a:pt x="857008" y="48819"/>
                </a:lnTo>
                <a:lnTo>
                  <a:pt x="857469" y="48449"/>
                </a:lnTo>
                <a:lnTo>
                  <a:pt x="857935" y="48097"/>
                </a:lnTo>
                <a:lnTo>
                  <a:pt x="858405" y="47763"/>
                </a:lnTo>
                <a:lnTo>
                  <a:pt x="858881" y="47448"/>
                </a:lnTo>
                <a:lnTo>
                  <a:pt x="859361" y="47150"/>
                </a:lnTo>
                <a:lnTo>
                  <a:pt x="859846" y="46870"/>
                </a:lnTo>
                <a:lnTo>
                  <a:pt x="860337" y="46609"/>
                </a:lnTo>
                <a:lnTo>
                  <a:pt x="860832" y="46365"/>
                </a:lnTo>
                <a:lnTo>
                  <a:pt x="861332" y="46140"/>
                </a:lnTo>
                <a:lnTo>
                  <a:pt x="861837" y="45932"/>
                </a:lnTo>
                <a:lnTo>
                  <a:pt x="862347" y="45743"/>
                </a:lnTo>
                <a:lnTo>
                  <a:pt x="862862" y="45571"/>
                </a:lnTo>
                <a:lnTo>
                  <a:pt x="863382" y="45418"/>
                </a:lnTo>
                <a:lnTo>
                  <a:pt x="863907" y="45283"/>
                </a:lnTo>
                <a:lnTo>
                  <a:pt x="864437" y="45165"/>
                </a:lnTo>
                <a:lnTo>
                  <a:pt x="864971" y="45066"/>
                </a:lnTo>
                <a:lnTo>
                  <a:pt x="865511" y="44985"/>
                </a:lnTo>
                <a:lnTo>
                  <a:pt x="866056" y="44922"/>
                </a:lnTo>
                <a:lnTo>
                  <a:pt x="866605" y="44877"/>
                </a:lnTo>
                <a:lnTo>
                  <a:pt x="867160" y="44850"/>
                </a:lnTo>
                <a:lnTo>
                  <a:pt x="867719" y="44841"/>
                </a:lnTo>
                <a:lnTo>
                  <a:pt x="868084" y="44845"/>
                </a:lnTo>
                <a:lnTo>
                  <a:pt x="868448" y="44858"/>
                </a:lnTo>
                <a:lnTo>
                  <a:pt x="868810" y="44881"/>
                </a:lnTo>
                <a:lnTo>
                  <a:pt x="869171" y="44912"/>
                </a:lnTo>
                <a:lnTo>
                  <a:pt x="869531" y="44952"/>
                </a:lnTo>
                <a:lnTo>
                  <a:pt x="869890" y="45002"/>
                </a:lnTo>
                <a:lnTo>
                  <a:pt x="870247" y="45060"/>
                </a:lnTo>
                <a:lnTo>
                  <a:pt x="870603" y="45127"/>
                </a:lnTo>
                <a:lnTo>
                  <a:pt x="870958" y="45203"/>
                </a:lnTo>
                <a:lnTo>
                  <a:pt x="871311" y="45288"/>
                </a:lnTo>
                <a:lnTo>
                  <a:pt x="871663" y="45382"/>
                </a:lnTo>
                <a:lnTo>
                  <a:pt x="872014" y="45485"/>
                </a:lnTo>
                <a:lnTo>
                  <a:pt x="872364" y="45597"/>
                </a:lnTo>
                <a:lnTo>
                  <a:pt x="872712" y="45718"/>
                </a:lnTo>
                <a:lnTo>
                  <a:pt x="873059" y="45848"/>
                </a:lnTo>
                <a:lnTo>
                  <a:pt x="873405" y="45987"/>
                </a:lnTo>
                <a:lnTo>
                  <a:pt x="873750" y="46135"/>
                </a:lnTo>
                <a:lnTo>
                  <a:pt x="874093" y="46291"/>
                </a:lnTo>
                <a:lnTo>
                  <a:pt x="874435" y="46457"/>
                </a:lnTo>
                <a:lnTo>
                  <a:pt x="874776" y="46632"/>
                </a:lnTo>
                <a:lnTo>
                  <a:pt x="875116" y="46815"/>
                </a:lnTo>
                <a:lnTo>
                  <a:pt x="875454" y="47008"/>
                </a:lnTo>
                <a:lnTo>
                  <a:pt x="875791" y="47209"/>
                </a:lnTo>
                <a:lnTo>
                  <a:pt x="876127" y="47420"/>
                </a:lnTo>
                <a:lnTo>
                  <a:pt x="876458" y="47638"/>
                </a:lnTo>
                <a:lnTo>
                  <a:pt x="876783" y="47863"/>
                </a:lnTo>
                <a:lnTo>
                  <a:pt x="877101" y="48094"/>
                </a:lnTo>
                <a:lnTo>
                  <a:pt x="877412" y="48332"/>
                </a:lnTo>
                <a:lnTo>
                  <a:pt x="877716" y="48577"/>
                </a:lnTo>
                <a:lnTo>
                  <a:pt x="878013" y="48829"/>
                </a:lnTo>
                <a:lnTo>
                  <a:pt x="878303" y="49087"/>
                </a:lnTo>
                <a:lnTo>
                  <a:pt x="878586" y="49353"/>
                </a:lnTo>
                <a:lnTo>
                  <a:pt x="878863" y="49624"/>
                </a:lnTo>
                <a:lnTo>
                  <a:pt x="879132" y="49903"/>
                </a:lnTo>
                <a:lnTo>
                  <a:pt x="879395" y="50188"/>
                </a:lnTo>
                <a:lnTo>
                  <a:pt x="879650" y="50480"/>
                </a:lnTo>
                <a:lnTo>
                  <a:pt x="879899" y="50779"/>
                </a:lnTo>
                <a:lnTo>
                  <a:pt x="880141" y="51085"/>
                </a:lnTo>
                <a:lnTo>
                  <a:pt x="880376" y="51397"/>
                </a:lnTo>
                <a:lnTo>
                  <a:pt x="880603" y="51716"/>
                </a:lnTo>
                <a:lnTo>
                  <a:pt x="880825" y="52042"/>
                </a:lnTo>
                <a:lnTo>
                  <a:pt x="881039" y="52374"/>
                </a:lnTo>
                <a:lnTo>
                  <a:pt x="881246" y="52713"/>
                </a:lnTo>
                <a:lnTo>
                  <a:pt x="881446" y="53059"/>
                </a:lnTo>
                <a:lnTo>
                  <a:pt x="881640" y="53412"/>
                </a:lnTo>
                <a:lnTo>
                  <a:pt x="881826" y="53771"/>
                </a:lnTo>
                <a:lnTo>
                  <a:pt x="882006" y="54137"/>
                </a:lnTo>
                <a:lnTo>
                  <a:pt x="882179" y="54510"/>
                </a:lnTo>
                <a:lnTo>
                  <a:pt x="882285" y="54759"/>
                </a:lnTo>
                <a:lnTo>
                  <a:pt x="882389" y="55022"/>
                </a:lnTo>
                <a:lnTo>
                  <a:pt x="882489" y="55300"/>
                </a:lnTo>
                <a:lnTo>
                  <a:pt x="882587" y="55592"/>
                </a:lnTo>
                <a:lnTo>
                  <a:pt x="882681" y="55900"/>
                </a:lnTo>
                <a:lnTo>
                  <a:pt x="882773" y="56221"/>
                </a:lnTo>
                <a:lnTo>
                  <a:pt x="882861" y="56557"/>
                </a:lnTo>
                <a:lnTo>
                  <a:pt x="882946" y="56908"/>
                </a:lnTo>
                <a:lnTo>
                  <a:pt x="883028" y="57273"/>
                </a:lnTo>
                <a:lnTo>
                  <a:pt x="883106" y="57653"/>
                </a:lnTo>
                <a:lnTo>
                  <a:pt x="883182" y="58048"/>
                </a:lnTo>
                <a:lnTo>
                  <a:pt x="883255" y="58457"/>
                </a:lnTo>
                <a:lnTo>
                  <a:pt x="883324" y="58880"/>
                </a:lnTo>
                <a:lnTo>
                  <a:pt x="883391" y="59318"/>
                </a:lnTo>
                <a:lnTo>
                  <a:pt x="883454" y="59771"/>
                </a:lnTo>
                <a:lnTo>
                  <a:pt x="883514" y="60238"/>
                </a:lnTo>
                <a:lnTo>
                  <a:pt x="883571" y="60719"/>
                </a:lnTo>
                <a:lnTo>
                  <a:pt x="883625" y="61216"/>
                </a:lnTo>
                <a:lnTo>
                  <a:pt x="883676" y="61727"/>
                </a:lnTo>
                <a:lnTo>
                  <a:pt x="883724" y="62252"/>
                </a:lnTo>
                <a:lnTo>
                  <a:pt x="883769" y="62792"/>
                </a:lnTo>
                <a:lnTo>
                  <a:pt x="883810" y="63346"/>
                </a:lnTo>
                <a:lnTo>
                  <a:pt x="883849" y="63915"/>
                </a:lnTo>
                <a:lnTo>
                  <a:pt x="883884" y="64499"/>
                </a:lnTo>
                <a:lnTo>
                  <a:pt x="849442" y="64499"/>
                </a:lnTo>
                <a:lnTo>
                  <a:pt x="849524" y="63734"/>
                </a:lnTo>
                <a:lnTo>
                  <a:pt x="849621" y="62983"/>
                </a:lnTo>
                <a:lnTo>
                  <a:pt x="849734" y="62246"/>
                </a:lnTo>
                <a:lnTo>
                  <a:pt x="849863" y="61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B52AE-9010-460C-B5FA-B1213C5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922" y="1210023"/>
            <a:ext cx="1205002" cy="620014"/>
          </a:xfrm>
          <a:custGeom xmlns:a="http://schemas.openxmlformats.org/drawingml/2006/main">
            <a:pathLst>
              <a:path w="1205002" h="620014">
                <a:moveTo>
                  <a:pt x="1193990" y="85787"/>
                </a:moveTo>
                <a:lnTo>
                  <a:pt x="1195162" y="87220"/>
                </a:lnTo>
                <a:lnTo>
                  <a:pt x="1196725" y="88215"/>
                </a:lnTo>
                <a:lnTo>
                  <a:pt x="1198513" y="88688"/>
                </a:lnTo>
                <a:lnTo>
                  <a:pt x="1200360" y="88582"/>
                </a:lnTo>
                <a:lnTo>
                  <a:pt x="1202089" y="87919"/>
                </a:lnTo>
                <a:lnTo>
                  <a:pt x="1203522" y="86746"/>
                </a:lnTo>
                <a:lnTo>
                  <a:pt x="1204528" y="85183"/>
                </a:lnTo>
                <a:lnTo>
                  <a:pt x="1205002" y="83396"/>
                </a:lnTo>
                <a:lnTo>
                  <a:pt x="1204895" y="81548"/>
                </a:lnTo>
                <a:lnTo>
                  <a:pt x="1204220" y="79820"/>
                </a:lnTo>
                <a:lnTo>
                  <a:pt x="1157662" y="0"/>
                </a:lnTo>
                <a:lnTo>
                  <a:pt x="1111103" y="79820"/>
                </a:lnTo>
                <a:lnTo>
                  <a:pt x="1110440" y="81548"/>
                </a:lnTo>
                <a:lnTo>
                  <a:pt x="1110334" y="83396"/>
                </a:lnTo>
                <a:lnTo>
                  <a:pt x="1110807" y="85183"/>
                </a:lnTo>
                <a:lnTo>
                  <a:pt x="1111802" y="86746"/>
                </a:lnTo>
                <a:lnTo>
                  <a:pt x="1113235" y="87919"/>
                </a:lnTo>
                <a:lnTo>
                  <a:pt x="1114964" y="88582"/>
                </a:lnTo>
                <a:lnTo>
                  <a:pt x="1116811" y="88688"/>
                </a:lnTo>
                <a:lnTo>
                  <a:pt x="1118611" y="88215"/>
                </a:lnTo>
                <a:lnTo>
                  <a:pt x="1120162" y="87220"/>
                </a:lnTo>
                <a:lnTo>
                  <a:pt x="1121334" y="85787"/>
                </a:lnTo>
                <a:lnTo>
                  <a:pt x="1151741" y="33660"/>
                </a:lnTo>
                <a:lnTo>
                  <a:pt x="1151741" y="304382"/>
                </a:lnTo>
                <a:lnTo>
                  <a:pt x="41419" y="304382"/>
                </a:lnTo>
                <a:lnTo>
                  <a:pt x="41419" y="586365"/>
                </a:lnTo>
                <a:lnTo>
                  <a:pt x="11012" y="534238"/>
                </a:lnTo>
                <a:lnTo>
                  <a:pt x="9840" y="532805"/>
                </a:lnTo>
                <a:lnTo>
                  <a:pt x="8277" y="531799"/>
                </a:lnTo>
                <a:lnTo>
                  <a:pt x="6489" y="531325"/>
                </a:lnTo>
                <a:lnTo>
                  <a:pt x="4642" y="531432"/>
                </a:lnTo>
                <a:lnTo>
                  <a:pt x="2913" y="532107"/>
                </a:lnTo>
                <a:lnTo>
                  <a:pt x="1480" y="533279"/>
                </a:lnTo>
                <a:lnTo>
                  <a:pt x="474" y="534830"/>
                </a:lnTo>
                <a:lnTo>
                  <a:pt x="0" y="536630"/>
                </a:lnTo>
                <a:lnTo>
                  <a:pt x="107" y="538477"/>
                </a:lnTo>
                <a:lnTo>
                  <a:pt x="781" y="540206"/>
                </a:lnTo>
                <a:lnTo>
                  <a:pt x="47340" y="620014"/>
                </a:lnTo>
                <a:lnTo>
                  <a:pt x="93898" y="540206"/>
                </a:lnTo>
                <a:lnTo>
                  <a:pt x="94561" y="538477"/>
                </a:lnTo>
                <a:lnTo>
                  <a:pt x="94668" y="536630"/>
                </a:lnTo>
                <a:lnTo>
                  <a:pt x="94194" y="534830"/>
                </a:lnTo>
                <a:lnTo>
                  <a:pt x="93200" y="533279"/>
                </a:lnTo>
                <a:lnTo>
                  <a:pt x="91767" y="532107"/>
                </a:lnTo>
                <a:lnTo>
                  <a:pt x="90038" y="531432"/>
                </a:lnTo>
                <a:lnTo>
                  <a:pt x="88191" y="531325"/>
                </a:lnTo>
                <a:lnTo>
                  <a:pt x="86391" y="531799"/>
                </a:lnTo>
                <a:lnTo>
                  <a:pt x="84840" y="532805"/>
                </a:lnTo>
                <a:lnTo>
                  <a:pt x="83668" y="534238"/>
                </a:lnTo>
                <a:lnTo>
                  <a:pt x="53260" y="586365"/>
                </a:lnTo>
                <a:lnTo>
                  <a:pt x="53260" y="316223"/>
                </a:lnTo>
                <a:lnTo>
                  <a:pt x="1163582" y="316223"/>
                </a:lnTo>
                <a:lnTo>
                  <a:pt x="1163582" y="33660"/>
                </a:lnTo>
                <a:lnTo>
                  <a:pt x="1193990" y="85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⑥">
            <a:extLst xmlns:a="http://schemas.openxmlformats.org/drawingml/2006/main">
              <a:ext uri="{FF2B5EF4-FFF2-40B4-BE49-F238E27FC236}">
                <a16:creationId xmlns:a16="http://schemas.microsoft.com/office/drawing/2014/main" id="{5F3170CC-D76A-4B7F-8C84-2B0D0B5D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350" y="426063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4G/5G">
            <a:extLst xmlns:a="http://schemas.openxmlformats.org/drawingml/2006/main">
              <a:ext uri="{FF2B5EF4-FFF2-40B4-BE49-F238E27FC236}">
                <a16:creationId xmlns:a16="http://schemas.microsoft.com/office/drawing/2014/main" id="{A4D037D2-2D01-483E-9CFD-FA10632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840" y="432994"/>
            <a:ext cx="446734" cy="117950"/>
          </a:xfrm>
          <a:custGeom xmlns:a="http://schemas.openxmlformats.org/drawingml/2006/main">
            <a:pathLst>
              <a:path w="446734" h="117950">
                <a:moveTo>
                  <a:pt x="74815" y="74897"/>
                </a:moveTo>
                <a:lnTo>
                  <a:pt x="74815" y="86432"/>
                </a:lnTo>
                <a:lnTo>
                  <a:pt x="60031" y="86432"/>
                </a:lnTo>
                <a:lnTo>
                  <a:pt x="60031" y="115513"/>
                </a:lnTo>
                <a:lnTo>
                  <a:pt x="46628" y="115513"/>
                </a:lnTo>
                <a:lnTo>
                  <a:pt x="46628" y="86432"/>
                </a:lnTo>
                <a:lnTo>
                  <a:pt x="0" y="86432"/>
                </a:lnTo>
                <a:lnTo>
                  <a:pt x="0" y="76034"/>
                </a:lnTo>
                <a:lnTo>
                  <a:pt x="51095" y="3087"/>
                </a:lnTo>
                <a:lnTo>
                  <a:pt x="60031" y="3087"/>
                </a:lnTo>
                <a:lnTo>
                  <a:pt x="60031" y="74897"/>
                </a:lnTo>
                <a:lnTo>
                  <a:pt x="74815" y="74897"/>
                </a:lnTo>
                <a:moveTo>
                  <a:pt x="46628" y="74897"/>
                </a:moveTo>
                <a:lnTo>
                  <a:pt x="46628" y="20257"/>
                </a:lnTo>
                <a:lnTo>
                  <a:pt x="7961" y="74897"/>
                </a:lnTo>
                <a:lnTo>
                  <a:pt x="46628" y="74897"/>
                </a:lnTo>
                <a:close/>
                <a:moveTo>
                  <a:pt x="182397" y="2924"/>
                </a:moveTo>
                <a:lnTo>
                  <a:pt x="185240" y="37692"/>
                </a:lnTo>
                <a:lnTo>
                  <a:pt x="182397" y="37692"/>
                </a:lnTo>
                <a:cubicBezTo>
                  <a:pt x="179526" y="29076"/>
                  <a:pt x="175817" y="22587"/>
                  <a:pt x="171268" y="18224"/>
                </a:cubicBezTo>
                <a:cubicBezTo>
                  <a:pt x="164715" y="11923"/>
                  <a:pt x="156294" y="8773"/>
                  <a:pt x="146004" y="8773"/>
                </a:cubicBezTo>
                <a:cubicBezTo>
                  <a:pt x="131978" y="8773"/>
                  <a:pt x="121309" y="14307"/>
                  <a:pt x="113999" y="25375"/>
                </a:cubicBezTo>
                <a:cubicBezTo>
                  <a:pt x="107879" y="34713"/>
                  <a:pt x="104819" y="45834"/>
                  <a:pt x="104819" y="58736"/>
                </a:cubicBezTo>
                <a:cubicBezTo>
                  <a:pt x="104819" y="69210"/>
                  <a:pt x="106850" y="78766"/>
                  <a:pt x="110912" y="87404"/>
                </a:cubicBezTo>
                <a:cubicBezTo>
                  <a:pt x="114973" y="96042"/>
                  <a:pt x="120294" y="102372"/>
                  <a:pt x="126874" y="106395"/>
                </a:cubicBezTo>
                <a:cubicBezTo>
                  <a:pt x="133454" y="110416"/>
                  <a:pt x="140210" y="112426"/>
                  <a:pt x="147142" y="112426"/>
                </a:cubicBezTo>
                <a:cubicBezTo>
                  <a:pt x="151203" y="112426"/>
                  <a:pt x="155129" y="111913"/>
                  <a:pt x="158920" y="110888"/>
                </a:cubicBezTo>
                <a:cubicBezTo>
                  <a:pt x="162711" y="109861"/>
                  <a:pt x="166367" y="108347"/>
                  <a:pt x="169887" y="106346"/>
                </a:cubicBezTo>
                <a:lnTo>
                  <a:pt x="169887" y="74572"/>
                </a:lnTo>
                <a:cubicBezTo>
                  <a:pt x="169887" y="69048"/>
                  <a:pt x="169467" y="65433"/>
                  <a:pt x="168628" y="63727"/>
                </a:cubicBezTo>
                <a:cubicBezTo>
                  <a:pt x="167788" y="62021"/>
                  <a:pt x="166488" y="60722"/>
                  <a:pt x="164728" y="59828"/>
                </a:cubicBezTo>
                <a:cubicBezTo>
                  <a:pt x="162968" y="58934"/>
                  <a:pt x="159868" y="58488"/>
                  <a:pt x="155427" y="58488"/>
                </a:cubicBezTo>
                <a:lnTo>
                  <a:pt x="155427" y="55401"/>
                </a:lnTo>
                <a:lnTo>
                  <a:pt x="198074" y="55401"/>
                </a:lnTo>
                <a:lnTo>
                  <a:pt x="198074" y="58488"/>
                </a:lnTo>
                <a:lnTo>
                  <a:pt x="196044" y="58488"/>
                </a:lnTo>
                <a:cubicBezTo>
                  <a:pt x="191820" y="58488"/>
                  <a:pt x="188922" y="59896"/>
                  <a:pt x="187352" y="62712"/>
                </a:cubicBezTo>
                <a:cubicBezTo>
                  <a:pt x="186269" y="64715"/>
                  <a:pt x="185727" y="68669"/>
                  <a:pt x="185727" y="74572"/>
                </a:cubicBezTo>
                <a:lnTo>
                  <a:pt x="185727" y="108220"/>
                </a:lnTo>
                <a:cubicBezTo>
                  <a:pt x="179499" y="111571"/>
                  <a:pt x="173353" y="114030"/>
                  <a:pt x="167287" y="115597"/>
                </a:cubicBezTo>
                <a:cubicBezTo>
                  <a:pt x="161222" y="117166"/>
                  <a:pt x="154480" y="117950"/>
                  <a:pt x="147060" y="117950"/>
                </a:cubicBezTo>
                <a:cubicBezTo>
                  <a:pt x="125777" y="117950"/>
                  <a:pt x="109612" y="111136"/>
                  <a:pt x="98564" y="97507"/>
                </a:cubicBezTo>
                <a:cubicBezTo>
                  <a:pt x="90279" y="87287"/>
                  <a:pt x="86136" y="75498"/>
                  <a:pt x="86136" y="62141"/>
                </a:cubicBezTo>
                <a:cubicBezTo>
                  <a:pt x="86136" y="52460"/>
                  <a:pt x="88464" y="43186"/>
                  <a:pt x="93122" y="34318"/>
                </a:cubicBezTo>
                <a:cubicBezTo>
                  <a:pt x="98646" y="23772"/>
                  <a:pt x="106227" y="15659"/>
                  <a:pt x="115867" y="9981"/>
                </a:cubicBezTo>
                <a:cubicBezTo>
                  <a:pt x="123936" y="5277"/>
                  <a:pt x="133467" y="2924"/>
                  <a:pt x="144461" y="2924"/>
                </a:cubicBezTo>
                <a:cubicBezTo>
                  <a:pt x="148468" y="2924"/>
                  <a:pt x="152110" y="3249"/>
                  <a:pt x="155387" y="3899"/>
                </a:cubicBezTo>
                <a:cubicBezTo>
                  <a:pt x="158663" y="4549"/>
                  <a:pt x="163307" y="5984"/>
                  <a:pt x="169318" y="8205"/>
                </a:cubicBezTo>
                <a:cubicBezTo>
                  <a:pt x="172351" y="9342"/>
                  <a:pt x="174382" y="9910"/>
                  <a:pt x="175411" y="9910"/>
                </a:cubicBezTo>
                <a:cubicBezTo>
                  <a:pt x="176439" y="9910"/>
                  <a:pt x="177319" y="9437"/>
                  <a:pt x="178051" y="8489"/>
                </a:cubicBezTo>
                <a:cubicBezTo>
                  <a:pt x="178782" y="7541"/>
                  <a:pt x="179228" y="5686"/>
                  <a:pt x="179391" y="2924"/>
                </a:cubicBezTo>
                <a:lnTo>
                  <a:pt x="182397" y="2924"/>
                </a:lnTo>
                <a:close/>
                <a:moveTo>
                  <a:pt x="246508" y="0"/>
                </a:moveTo>
                <a:lnTo>
                  <a:pt x="206622" y="117788"/>
                </a:lnTo>
                <a:lnTo>
                  <a:pt x="200124" y="117788"/>
                </a:lnTo>
                <a:lnTo>
                  <a:pt x="240009" y="0"/>
                </a:lnTo>
                <a:lnTo>
                  <a:pt x="246508" y="0"/>
                </a:lnTo>
                <a:close/>
                <a:moveTo>
                  <a:pt x="318276" y="5361"/>
                </a:moveTo>
                <a:lnTo>
                  <a:pt x="311940" y="19171"/>
                </a:lnTo>
                <a:lnTo>
                  <a:pt x="278797" y="19171"/>
                </a:lnTo>
                <a:lnTo>
                  <a:pt x="271567" y="33773"/>
                </a:lnTo>
                <a:cubicBezTo>
                  <a:pt x="285918" y="35890"/>
                  <a:pt x="297291" y="41236"/>
                  <a:pt x="305685" y="49811"/>
                </a:cubicBezTo>
                <a:cubicBezTo>
                  <a:pt x="312887" y="57191"/>
                  <a:pt x="316489" y="65875"/>
                  <a:pt x="316489" y="75861"/>
                </a:cubicBezTo>
                <a:cubicBezTo>
                  <a:pt x="316489" y="81669"/>
                  <a:pt x="315311" y="87043"/>
                  <a:pt x="312955" y="91981"/>
                </a:cubicBezTo>
                <a:cubicBezTo>
                  <a:pt x="310599" y="96919"/>
                  <a:pt x="307634" y="101126"/>
                  <a:pt x="304060" y="104600"/>
                </a:cubicBezTo>
                <a:cubicBezTo>
                  <a:pt x="300486" y="108073"/>
                  <a:pt x="296505" y="110868"/>
                  <a:pt x="292119" y="112985"/>
                </a:cubicBezTo>
                <a:cubicBezTo>
                  <a:pt x="285891" y="115970"/>
                  <a:pt x="279501" y="117463"/>
                  <a:pt x="272948" y="117463"/>
                </a:cubicBezTo>
                <a:cubicBezTo>
                  <a:pt x="266341" y="117463"/>
                  <a:pt x="261535" y="116339"/>
                  <a:pt x="258529" y="114091"/>
                </a:cubicBezTo>
                <a:cubicBezTo>
                  <a:pt x="255524" y="111844"/>
                  <a:pt x="254021" y="109366"/>
                  <a:pt x="254021" y="106659"/>
                </a:cubicBezTo>
                <a:cubicBezTo>
                  <a:pt x="254021" y="105142"/>
                  <a:pt x="254644" y="103802"/>
                  <a:pt x="255889" y="102638"/>
                </a:cubicBezTo>
                <a:cubicBezTo>
                  <a:pt x="257135" y="101473"/>
                  <a:pt x="258705" y="100891"/>
                  <a:pt x="260601" y="100891"/>
                </a:cubicBezTo>
                <a:cubicBezTo>
                  <a:pt x="262009" y="100891"/>
                  <a:pt x="263241" y="101108"/>
                  <a:pt x="264297" y="101541"/>
                </a:cubicBezTo>
                <a:cubicBezTo>
                  <a:pt x="265353" y="101974"/>
                  <a:pt x="267153" y="103084"/>
                  <a:pt x="269699" y="104872"/>
                </a:cubicBezTo>
                <a:cubicBezTo>
                  <a:pt x="273760" y="107688"/>
                  <a:pt x="277876" y="109123"/>
                  <a:pt x="282046" y="109177"/>
                </a:cubicBezTo>
                <a:cubicBezTo>
                  <a:pt x="288382" y="109177"/>
                  <a:pt x="293947" y="106775"/>
                  <a:pt x="298739" y="101970"/>
                </a:cubicBezTo>
                <a:cubicBezTo>
                  <a:pt x="303532" y="97164"/>
                  <a:pt x="305928" y="91312"/>
                  <a:pt x="305928" y="84416"/>
                </a:cubicBezTo>
                <a:cubicBezTo>
                  <a:pt x="305928" y="77738"/>
                  <a:pt x="303789" y="71508"/>
                  <a:pt x="299511" y="65725"/>
                </a:cubicBezTo>
                <a:cubicBezTo>
                  <a:pt x="295233" y="59941"/>
                  <a:pt x="289330" y="55474"/>
                  <a:pt x="281802" y="52324"/>
                </a:cubicBezTo>
                <a:cubicBezTo>
                  <a:pt x="275899" y="49882"/>
                  <a:pt x="267857" y="48471"/>
                  <a:pt x="257676" y="48090"/>
                </a:cubicBezTo>
                <a:lnTo>
                  <a:pt x="278797" y="5361"/>
                </a:lnTo>
                <a:lnTo>
                  <a:pt x="318276" y="5361"/>
                </a:lnTo>
                <a:close/>
                <a:moveTo>
                  <a:pt x="431056" y="2924"/>
                </a:moveTo>
                <a:lnTo>
                  <a:pt x="433899" y="37692"/>
                </a:lnTo>
                <a:lnTo>
                  <a:pt x="431056" y="37692"/>
                </a:lnTo>
                <a:cubicBezTo>
                  <a:pt x="428186" y="29076"/>
                  <a:pt x="424476" y="22587"/>
                  <a:pt x="419927" y="18224"/>
                </a:cubicBezTo>
                <a:cubicBezTo>
                  <a:pt x="413375" y="11923"/>
                  <a:pt x="404953" y="8773"/>
                  <a:pt x="394664" y="8773"/>
                </a:cubicBezTo>
                <a:cubicBezTo>
                  <a:pt x="380638" y="8773"/>
                  <a:pt x="369969" y="14307"/>
                  <a:pt x="362658" y="25375"/>
                </a:cubicBezTo>
                <a:cubicBezTo>
                  <a:pt x="356539" y="34713"/>
                  <a:pt x="353479" y="45834"/>
                  <a:pt x="353479" y="58736"/>
                </a:cubicBezTo>
                <a:cubicBezTo>
                  <a:pt x="353479" y="69210"/>
                  <a:pt x="355510" y="78766"/>
                  <a:pt x="359571" y="87404"/>
                </a:cubicBezTo>
                <a:cubicBezTo>
                  <a:pt x="363633" y="96042"/>
                  <a:pt x="368954" y="102372"/>
                  <a:pt x="375534" y="106395"/>
                </a:cubicBezTo>
                <a:cubicBezTo>
                  <a:pt x="382113" y="110416"/>
                  <a:pt x="388869" y="112426"/>
                  <a:pt x="395801" y="112426"/>
                </a:cubicBezTo>
                <a:cubicBezTo>
                  <a:pt x="399863" y="112426"/>
                  <a:pt x="403789" y="111913"/>
                  <a:pt x="407580" y="110888"/>
                </a:cubicBezTo>
                <a:cubicBezTo>
                  <a:pt x="411371" y="109861"/>
                  <a:pt x="415026" y="108347"/>
                  <a:pt x="418546" y="106346"/>
                </a:cubicBezTo>
                <a:lnTo>
                  <a:pt x="418546" y="74572"/>
                </a:lnTo>
                <a:cubicBezTo>
                  <a:pt x="418546" y="69048"/>
                  <a:pt x="418127" y="65433"/>
                  <a:pt x="417287" y="63727"/>
                </a:cubicBezTo>
                <a:cubicBezTo>
                  <a:pt x="416448" y="62021"/>
                  <a:pt x="415148" y="60722"/>
                  <a:pt x="413388" y="59828"/>
                </a:cubicBezTo>
                <a:cubicBezTo>
                  <a:pt x="411628" y="58934"/>
                  <a:pt x="408528" y="58488"/>
                  <a:pt x="404087" y="58488"/>
                </a:cubicBezTo>
                <a:lnTo>
                  <a:pt x="404087" y="55401"/>
                </a:lnTo>
                <a:lnTo>
                  <a:pt x="446734" y="55401"/>
                </a:lnTo>
                <a:lnTo>
                  <a:pt x="446734" y="58488"/>
                </a:lnTo>
                <a:lnTo>
                  <a:pt x="444703" y="58488"/>
                </a:lnTo>
                <a:cubicBezTo>
                  <a:pt x="440479" y="58488"/>
                  <a:pt x="437582" y="59896"/>
                  <a:pt x="436011" y="62712"/>
                </a:cubicBezTo>
                <a:cubicBezTo>
                  <a:pt x="434928" y="64715"/>
                  <a:pt x="434387" y="68669"/>
                  <a:pt x="434387" y="74572"/>
                </a:cubicBezTo>
                <a:lnTo>
                  <a:pt x="434387" y="108220"/>
                </a:lnTo>
                <a:cubicBezTo>
                  <a:pt x="428159" y="111571"/>
                  <a:pt x="422012" y="114030"/>
                  <a:pt x="415947" y="115597"/>
                </a:cubicBezTo>
                <a:cubicBezTo>
                  <a:pt x="409882" y="117166"/>
                  <a:pt x="403139" y="117950"/>
                  <a:pt x="395720" y="117950"/>
                </a:cubicBezTo>
                <a:cubicBezTo>
                  <a:pt x="374437" y="117950"/>
                  <a:pt x="358272" y="111136"/>
                  <a:pt x="347224" y="97507"/>
                </a:cubicBezTo>
                <a:cubicBezTo>
                  <a:pt x="338938" y="87287"/>
                  <a:pt x="334795" y="75498"/>
                  <a:pt x="334795" y="62141"/>
                </a:cubicBezTo>
                <a:cubicBezTo>
                  <a:pt x="334795" y="52460"/>
                  <a:pt x="337124" y="43186"/>
                  <a:pt x="341781" y="34318"/>
                </a:cubicBezTo>
                <a:cubicBezTo>
                  <a:pt x="347305" y="23772"/>
                  <a:pt x="354887" y="15659"/>
                  <a:pt x="364527" y="9981"/>
                </a:cubicBezTo>
                <a:cubicBezTo>
                  <a:pt x="372596" y="5277"/>
                  <a:pt x="382127" y="2924"/>
                  <a:pt x="393120" y="2924"/>
                </a:cubicBezTo>
                <a:cubicBezTo>
                  <a:pt x="397128" y="2924"/>
                  <a:pt x="400770" y="3249"/>
                  <a:pt x="404046" y="3899"/>
                </a:cubicBezTo>
                <a:cubicBezTo>
                  <a:pt x="407323" y="4549"/>
                  <a:pt x="411966" y="5984"/>
                  <a:pt x="417978" y="8205"/>
                </a:cubicBezTo>
                <a:cubicBezTo>
                  <a:pt x="421010" y="9342"/>
                  <a:pt x="423041" y="9910"/>
                  <a:pt x="424070" y="9910"/>
                </a:cubicBezTo>
                <a:cubicBezTo>
                  <a:pt x="425099" y="9910"/>
                  <a:pt x="425979" y="9437"/>
                  <a:pt x="426710" y="8489"/>
                </a:cubicBezTo>
                <a:cubicBezTo>
                  <a:pt x="427441" y="7541"/>
                  <a:pt x="427888" y="5686"/>
                  <a:pt x="428051" y="2924"/>
                </a:cubicBezTo>
                <a:lnTo>
                  <a:pt x="431056" y="29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34B5C-2B5F-4EEA-80A5-A4DA6555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08" y="3777475"/>
            <a:ext cx="3503133" cy="664275"/>
          </a:xfrm>
          <a:custGeom xmlns:a="http://schemas.openxmlformats.org/drawingml/2006/main">
            <a:pathLst>
              <a:path w="3503133" h="664275">
                <a:moveTo>
                  <a:pt x="0" y="658355"/>
                </a:moveTo>
                <a:lnTo>
                  <a:pt x="0" y="610991"/>
                </a:lnTo>
                <a:lnTo>
                  <a:pt x="11841" y="610991"/>
                </a:lnTo>
                <a:lnTo>
                  <a:pt x="11841" y="658355"/>
                </a:lnTo>
                <a:lnTo>
                  <a:pt x="0" y="658355"/>
                </a:lnTo>
                <a:close/>
                <a:moveTo>
                  <a:pt x="0" y="575468"/>
                </a:moveTo>
                <a:lnTo>
                  <a:pt x="0" y="528105"/>
                </a:lnTo>
                <a:lnTo>
                  <a:pt x="11841" y="528105"/>
                </a:lnTo>
                <a:lnTo>
                  <a:pt x="11841" y="575468"/>
                </a:lnTo>
                <a:lnTo>
                  <a:pt x="0" y="575468"/>
                </a:lnTo>
                <a:close/>
                <a:moveTo>
                  <a:pt x="0" y="492582"/>
                </a:moveTo>
                <a:lnTo>
                  <a:pt x="0" y="445218"/>
                </a:lnTo>
                <a:lnTo>
                  <a:pt x="11841" y="445218"/>
                </a:lnTo>
                <a:lnTo>
                  <a:pt x="11841" y="492582"/>
                </a:lnTo>
                <a:lnTo>
                  <a:pt x="0" y="492582"/>
                </a:lnTo>
                <a:close/>
                <a:moveTo>
                  <a:pt x="0" y="409695"/>
                </a:moveTo>
                <a:lnTo>
                  <a:pt x="0" y="362332"/>
                </a:lnTo>
                <a:lnTo>
                  <a:pt x="11841" y="362332"/>
                </a:lnTo>
                <a:lnTo>
                  <a:pt x="11841" y="409695"/>
                </a:lnTo>
                <a:lnTo>
                  <a:pt x="0" y="409695"/>
                </a:lnTo>
                <a:close/>
                <a:moveTo>
                  <a:pt x="0" y="326809"/>
                </a:moveTo>
                <a:lnTo>
                  <a:pt x="0" y="279445"/>
                </a:lnTo>
                <a:lnTo>
                  <a:pt x="11841" y="279445"/>
                </a:lnTo>
                <a:lnTo>
                  <a:pt x="11841" y="326809"/>
                </a:lnTo>
                <a:lnTo>
                  <a:pt x="0" y="326809"/>
                </a:lnTo>
                <a:close/>
                <a:moveTo>
                  <a:pt x="0" y="243923"/>
                </a:moveTo>
                <a:lnTo>
                  <a:pt x="0" y="196559"/>
                </a:lnTo>
                <a:lnTo>
                  <a:pt x="11841" y="196559"/>
                </a:lnTo>
                <a:lnTo>
                  <a:pt x="11841" y="243923"/>
                </a:lnTo>
                <a:lnTo>
                  <a:pt x="0" y="243923"/>
                </a:lnTo>
                <a:close/>
                <a:moveTo>
                  <a:pt x="0" y="161036"/>
                </a:moveTo>
                <a:lnTo>
                  <a:pt x="0" y="113673"/>
                </a:lnTo>
                <a:lnTo>
                  <a:pt x="11841" y="113673"/>
                </a:lnTo>
                <a:lnTo>
                  <a:pt x="11841" y="161036"/>
                </a:lnTo>
                <a:lnTo>
                  <a:pt x="0" y="161036"/>
                </a:lnTo>
                <a:close/>
                <a:moveTo>
                  <a:pt x="0" y="78150"/>
                </a:moveTo>
                <a:lnTo>
                  <a:pt x="0" y="30786"/>
                </a:lnTo>
                <a:lnTo>
                  <a:pt x="11841" y="30786"/>
                </a:lnTo>
                <a:lnTo>
                  <a:pt x="11841" y="78150"/>
                </a:lnTo>
                <a:lnTo>
                  <a:pt x="0" y="78150"/>
                </a:lnTo>
                <a:close/>
                <a:moveTo>
                  <a:pt x="16577" y="0"/>
                </a:moveTo>
                <a:lnTo>
                  <a:pt x="63941" y="0"/>
                </a:lnTo>
                <a:lnTo>
                  <a:pt x="63941" y="11841"/>
                </a:lnTo>
                <a:lnTo>
                  <a:pt x="16577" y="11841"/>
                </a:lnTo>
                <a:lnTo>
                  <a:pt x="16577" y="0"/>
                </a:lnTo>
                <a:close/>
                <a:moveTo>
                  <a:pt x="99464" y="0"/>
                </a:moveTo>
                <a:lnTo>
                  <a:pt x="146827" y="0"/>
                </a:lnTo>
                <a:lnTo>
                  <a:pt x="146827" y="11841"/>
                </a:lnTo>
                <a:lnTo>
                  <a:pt x="99464" y="11841"/>
                </a:lnTo>
                <a:lnTo>
                  <a:pt x="99464" y="0"/>
                </a:lnTo>
                <a:close/>
                <a:moveTo>
                  <a:pt x="182350" y="0"/>
                </a:moveTo>
                <a:lnTo>
                  <a:pt x="229714" y="0"/>
                </a:lnTo>
                <a:lnTo>
                  <a:pt x="229714" y="11841"/>
                </a:lnTo>
                <a:lnTo>
                  <a:pt x="182350" y="11841"/>
                </a:lnTo>
                <a:lnTo>
                  <a:pt x="182350" y="0"/>
                </a:lnTo>
                <a:close/>
                <a:moveTo>
                  <a:pt x="265236" y="0"/>
                </a:moveTo>
                <a:lnTo>
                  <a:pt x="312600" y="0"/>
                </a:lnTo>
                <a:lnTo>
                  <a:pt x="312600" y="11841"/>
                </a:lnTo>
                <a:lnTo>
                  <a:pt x="265236" y="11841"/>
                </a:lnTo>
                <a:lnTo>
                  <a:pt x="265236" y="0"/>
                </a:lnTo>
                <a:close/>
                <a:moveTo>
                  <a:pt x="348123" y="0"/>
                </a:moveTo>
                <a:lnTo>
                  <a:pt x="395486" y="0"/>
                </a:lnTo>
                <a:lnTo>
                  <a:pt x="395486" y="11841"/>
                </a:lnTo>
                <a:lnTo>
                  <a:pt x="348123" y="11841"/>
                </a:lnTo>
                <a:lnTo>
                  <a:pt x="348123" y="0"/>
                </a:lnTo>
                <a:close/>
                <a:moveTo>
                  <a:pt x="431009" y="0"/>
                </a:moveTo>
                <a:lnTo>
                  <a:pt x="478373" y="0"/>
                </a:lnTo>
                <a:lnTo>
                  <a:pt x="478373" y="11841"/>
                </a:lnTo>
                <a:lnTo>
                  <a:pt x="431009" y="11841"/>
                </a:lnTo>
                <a:lnTo>
                  <a:pt x="431009" y="0"/>
                </a:lnTo>
                <a:close/>
                <a:moveTo>
                  <a:pt x="513895" y="0"/>
                </a:moveTo>
                <a:lnTo>
                  <a:pt x="561259" y="0"/>
                </a:lnTo>
                <a:lnTo>
                  <a:pt x="561259" y="11841"/>
                </a:lnTo>
                <a:lnTo>
                  <a:pt x="513895" y="11841"/>
                </a:lnTo>
                <a:lnTo>
                  <a:pt x="513895" y="0"/>
                </a:lnTo>
                <a:close/>
                <a:moveTo>
                  <a:pt x="596782" y="0"/>
                </a:moveTo>
                <a:lnTo>
                  <a:pt x="644145" y="0"/>
                </a:lnTo>
                <a:lnTo>
                  <a:pt x="644145" y="11841"/>
                </a:lnTo>
                <a:lnTo>
                  <a:pt x="596782" y="11841"/>
                </a:lnTo>
                <a:lnTo>
                  <a:pt x="596782" y="0"/>
                </a:lnTo>
                <a:close/>
                <a:moveTo>
                  <a:pt x="679668" y="0"/>
                </a:moveTo>
                <a:lnTo>
                  <a:pt x="727032" y="0"/>
                </a:lnTo>
                <a:lnTo>
                  <a:pt x="727032" y="11841"/>
                </a:lnTo>
                <a:lnTo>
                  <a:pt x="679668" y="11841"/>
                </a:lnTo>
                <a:lnTo>
                  <a:pt x="679668" y="0"/>
                </a:lnTo>
                <a:close/>
                <a:moveTo>
                  <a:pt x="762555" y="0"/>
                </a:moveTo>
                <a:lnTo>
                  <a:pt x="809918" y="0"/>
                </a:lnTo>
                <a:lnTo>
                  <a:pt x="809918" y="11841"/>
                </a:lnTo>
                <a:lnTo>
                  <a:pt x="762555" y="11841"/>
                </a:lnTo>
                <a:lnTo>
                  <a:pt x="762555" y="0"/>
                </a:lnTo>
                <a:close/>
                <a:moveTo>
                  <a:pt x="845441" y="0"/>
                </a:moveTo>
                <a:lnTo>
                  <a:pt x="892805" y="0"/>
                </a:lnTo>
                <a:lnTo>
                  <a:pt x="892805" y="11841"/>
                </a:lnTo>
                <a:lnTo>
                  <a:pt x="845441" y="11841"/>
                </a:lnTo>
                <a:lnTo>
                  <a:pt x="845441" y="0"/>
                </a:lnTo>
                <a:close/>
                <a:moveTo>
                  <a:pt x="928327" y="0"/>
                </a:moveTo>
                <a:lnTo>
                  <a:pt x="975691" y="0"/>
                </a:lnTo>
                <a:lnTo>
                  <a:pt x="975691" y="11841"/>
                </a:lnTo>
                <a:lnTo>
                  <a:pt x="928327" y="11841"/>
                </a:lnTo>
                <a:lnTo>
                  <a:pt x="928327" y="0"/>
                </a:lnTo>
                <a:close/>
                <a:moveTo>
                  <a:pt x="1011214" y="0"/>
                </a:moveTo>
                <a:lnTo>
                  <a:pt x="1058577" y="0"/>
                </a:lnTo>
                <a:lnTo>
                  <a:pt x="1058577" y="11841"/>
                </a:lnTo>
                <a:lnTo>
                  <a:pt x="1011214" y="11841"/>
                </a:lnTo>
                <a:lnTo>
                  <a:pt x="1011214" y="0"/>
                </a:lnTo>
                <a:close/>
                <a:moveTo>
                  <a:pt x="1094100" y="0"/>
                </a:moveTo>
                <a:lnTo>
                  <a:pt x="1141464" y="0"/>
                </a:lnTo>
                <a:lnTo>
                  <a:pt x="1141464" y="11841"/>
                </a:lnTo>
                <a:lnTo>
                  <a:pt x="1094100" y="11841"/>
                </a:lnTo>
                <a:lnTo>
                  <a:pt x="1094100" y="0"/>
                </a:lnTo>
                <a:close/>
                <a:moveTo>
                  <a:pt x="1176986" y="0"/>
                </a:moveTo>
                <a:lnTo>
                  <a:pt x="1224350" y="0"/>
                </a:lnTo>
                <a:lnTo>
                  <a:pt x="1224350" y="11841"/>
                </a:lnTo>
                <a:lnTo>
                  <a:pt x="1176986" y="11841"/>
                </a:lnTo>
                <a:lnTo>
                  <a:pt x="1176986" y="0"/>
                </a:lnTo>
                <a:close/>
                <a:moveTo>
                  <a:pt x="1259873" y="0"/>
                </a:moveTo>
                <a:lnTo>
                  <a:pt x="1307236" y="0"/>
                </a:lnTo>
                <a:lnTo>
                  <a:pt x="1307236" y="11841"/>
                </a:lnTo>
                <a:lnTo>
                  <a:pt x="1259873" y="11841"/>
                </a:lnTo>
                <a:lnTo>
                  <a:pt x="1259873" y="0"/>
                </a:lnTo>
                <a:close/>
                <a:moveTo>
                  <a:pt x="1342759" y="0"/>
                </a:moveTo>
                <a:lnTo>
                  <a:pt x="1390123" y="0"/>
                </a:lnTo>
                <a:lnTo>
                  <a:pt x="1390123" y="11841"/>
                </a:lnTo>
                <a:lnTo>
                  <a:pt x="1342759" y="11841"/>
                </a:lnTo>
                <a:lnTo>
                  <a:pt x="1342759" y="0"/>
                </a:lnTo>
                <a:close/>
                <a:moveTo>
                  <a:pt x="1425645" y="0"/>
                </a:moveTo>
                <a:lnTo>
                  <a:pt x="1473009" y="0"/>
                </a:lnTo>
                <a:lnTo>
                  <a:pt x="1473009" y="11841"/>
                </a:lnTo>
                <a:lnTo>
                  <a:pt x="1425645" y="11841"/>
                </a:lnTo>
                <a:lnTo>
                  <a:pt x="1425645" y="0"/>
                </a:lnTo>
                <a:close/>
                <a:moveTo>
                  <a:pt x="1508532" y="0"/>
                </a:moveTo>
                <a:lnTo>
                  <a:pt x="1555895" y="0"/>
                </a:lnTo>
                <a:lnTo>
                  <a:pt x="1555895" y="11841"/>
                </a:lnTo>
                <a:lnTo>
                  <a:pt x="1508532" y="11841"/>
                </a:lnTo>
                <a:lnTo>
                  <a:pt x="1508532" y="0"/>
                </a:lnTo>
                <a:close/>
                <a:moveTo>
                  <a:pt x="1591418" y="0"/>
                </a:moveTo>
                <a:lnTo>
                  <a:pt x="1638782" y="0"/>
                </a:lnTo>
                <a:lnTo>
                  <a:pt x="1638782" y="11841"/>
                </a:lnTo>
                <a:lnTo>
                  <a:pt x="1591418" y="11841"/>
                </a:lnTo>
                <a:lnTo>
                  <a:pt x="1591418" y="0"/>
                </a:lnTo>
                <a:close/>
                <a:moveTo>
                  <a:pt x="1674304" y="0"/>
                </a:moveTo>
                <a:lnTo>
                  <a:pt x="1721668" y="0"/>
                </a:lnTo>
                <a:lnTo>
                  <a:pt x="1721668" y="11841"/>
                </a:lnTo>
                <a:lnTo>
                  <a:pt x="1674304" y="11841"/>
                </a:lnTo>
                <a:lnTo>
                  <a:pt x="1674304" y="0"/>
                </a:lnTo>
                <a:close/>
                <a:moveTo>
                  <a:pt x="1757191" y="0"/>
                </a:moveTo>
                <a:lnTo>
                  <a:pt x="1804554" y="0"/>
                </a:lnTo>
                <a:lnTo>
                  <a:pt x="1804554" y="11841"/>
                </a:lnTo>
                <a:lnTo>
                  <a:pt x="1757191" y="11841"/>
                </a:lnTo>
                <a:lnTo>
                  <a:pt x="1757191" y="0"/>
                </a:lnTo>
                <a:close/>
                <a:moveTo>
                  <a:pt x="1840077" y="0"/>
                </a:moveTo>
                <a:lnTo>
                  <a:pt x="1887441" y="0"/>
                </a:lnTo>
                <a:lnTo>
                  <a:pt x="1887441" y="11841"/>
                </a:lnTo>
                <a:lnTo>
                  <a:pt x="1840077" y="11841"/>
                </a:lnTo>
                <a:lnTo>
                  <a:pt x="1840077" y="0"/>
                </a:lnTo>
                <a:close/>
                <a:moveTo>
                  <a:pt x="1922964" y="0"/>
                </a:moveTo>
                <a:lnTo>
                  <a:pt x="1970327" y="0"/>
                </a:lnTo>
                <a:lnTo>
                  <a:pt x="1970327" y="11841"/>
                </a:lnTo>
                <a:lnTo>
                  <a:pt x="1922964" y="11841"/>
                </a:lnTo>
                <a:lnTo>
                  <a:pt x="1922964" y="0"/>
                </a:lnTo>
                <a:close/>
                <a:moveTo>
                  <a:pt x="2005850" y="0"/>
                </a:moveTo>
                <a:lnTo>
                  <a:pt x="2053214" y="0"/>
                </a:lnTo>
                <a:lnTo>
                  <a:pt x="2053214" y="11841"/>
                </a:lnTo>
                <a:lnTo>
                  <a:pt x="2005850" y="11841"/>
                </a:lnTo>
                <a:lnTo>
                  <a:pt x="2005850" y="0"/>
                </a:lnTo>
                <a:close/>
                <a:moveTo>
                  <a:pt x="2088736" y="0"/>
                </a:moveTo>
                <a:lnTo>
                  <a:pt x="2136100" y="0"/>
                </a:lnTo>
                <a:lnTo>
                  <a:pt x="2136100" y="11841"/>
                </a:lnTo>
                <a:lnTo>
                  <a:pt x="2088736" y="11841"/>
                </a:lnTo>
                <a:lnTo>
                  <a:pt x="2088736" y="0"/>
                </a:lnTo>
                <a:close/>
                <a:moveTo>
                  <a:pt x="2171623" y="0"/>
                </a:moveTo>
                <a:lnTo>
                  <a:pt x="2218986" y="0"/>
                </a:lnTo>
                <a:lnTo>
                  <a:pt x="2218986" y="11841"/>
                </a:lnTo>
                <a:lnTo>
                  <a:pt x="2171623" y="11841"/>
                </a:lnTo>
                <a:lnTo>
                  <a:pt x="2171623" y="0"/>
                </a:lnTo>
                <a:close/>
                <a:moveTo>
                  <a:pt x="2254509" y="0"/>
                </a:moveTo>
                <a:lnTo>
                  <a:pt x="2301873" y="0"/>
                </a:lnTo>
                <a:lnTo>
                  <a:pt x="2301873" y="11841"/>
                </a:lnTo>
                <a:lnTo>
                  <a:pt x="2254509" y="11841"/>
                </a:lnTo>
                <a:lnTo>
                  <a:pt x="2254509" y="0"/>
                </a:lnTo>
                <a:close/>
                <a:moveTo>
                  <a:pt x="2337395" y="0"/>
                </a:moveTo>
                <a:lnTo>
                  <a:pt x="2384759" y="0"/>
                </a:lnTo>
                <a:lnTo>
                  <a:pt x="2384759" y="11841"/>
                </a:lnTo>
                <a:lnTo>
                  <a:pt x="2337395" y="11841"/>
                </a:lnTo>
                <a:lnTo>
                  <a:pt x="2337395" y="0"/>
                </a:lnTo>
                <a:close/>
                <a:moveTo>
                  <a:pt x="2420282" y="0"/>
                </a:moveTo>
                <a:lnTo>
                  <a:pt x="2467645" y="0"/>
                </a:lnTo>
                <a:lnTo>
                  <a:pt x="2467645" y="11841"/>
                </a:lnTo>
                <a:lnTo>
                  <a:pt x="2420282" y="11841"/>
                </a:lnTo>
                <a:lnTo>
                  <a:pt x="2420282" y="0"/>
                </a:lnTo>
                <a:close/>
                <a:moveTo>
                  <a:pt x="2503168" y="0"/>
                </a:moveTo>
                <a:lnTo>
                  <a:pt x="2550532" y="0"/>
                </a:lnTo>
                <a:lnTo>
                  <a:pt x="2550532" y="11841"/>
                </a:lnTo>
                <a:lnTo>
                  <a:pt x="2503168" y="11841"/>
                </a:lnTo>
                <a:lnTo>
                  <a:pt x="2503168" y="0"/>
                </a:lnTo>
                <a:close/>
                <a:moveTo>
                  <a:pt x="2586054" y="0"/>
                </a:moveTo>
                <a:lnTo>
                  <a:pt x="2633418" y="0"/>
                </a:lnTo>
                <a:lnTo>
                  <a:pt x="2633418" y="11841"/>
                </a:lnTo>
                <a:lnTo>
                  <a:pt x="2586054" y="11841"/>
                </a:lnTo>
                <a:lnTo>
                  <a:pt x="2586054" y="0"/>
                </a:lnTo>
                <a:close/>
                <a:moveTo>
                  <a:pt x="2668941" y="0"/>
                </a:moveTo>
                <a:lnTo>
                  <a:pt x="2716304" y="0"/>
                </a:lnTo>
                <a:lnTo>
                  <a:pt x="2716304" y="11841"/>
                </a:lnTo>
                <a:lnTo>
                  <a:pt x="2668941" y="11841"/>
                </a:lnTo>
                <a:lnTo>
                  <a:pt x="2668941" y="0"/>
                </a:lnTo>
                <a:close/>
                <a:moveTo>
                  <a:pt x="2751827" y="0"/>
                </a:moveTo>
                <a:lnTo>
                  <a:pt x="2799191" y="0"/>
                </a:lnTo>
                <a:lnTo>
                  <a:pt x="2799191" y="11841"/>
                </a:lnTo>
                <a:lnTo>
                  <a:pt x="2751827" y="11841"/>
                </a:lnTo>
                <a:lnTo>
                  <a:pt x="2751827" y="0"/>
                </a:lnTo>
                <a:close/>
                <a:moveTo>
                  <a:pt x="2834713" y="0"/>
                </a:moveTo>
                <a:lnTo>
                  <a:pt x="2882077" y="0"/>
                </a:lnTo>
                <a:lnTo>
                  <a:pt x="2882077" y="11841"/>
                </a:lnTo>
                <a:lnTo>
                  <a:pt x="2834713" y="11841"/>
                </a:lnTo>
                <a:lnTo>
                  <a:pt x="2834713" y="0"/>
                </a:lnTo>
                <a:close/>
                <a:moveTo>
                  <a:pt x="2917600" y="0"/>
                </a:moveTo>
                <a:lnTo>
                  <a:pt x="2964963" y="0"/>
                </a:lnTo>
                <a:lnTo>
                  <a:pt x="2964963" y="11841"/>
                </a:lnTo>
                <a:lnTo>
                  <a:pt x="2917600" y="11841"/>
                </a:lnTo>
                <a:lnTo>
                  <a:pt x="2917600" y="0"/>
                </a:lnTo>
                <a:close/>
                <a:moveTo>
                  <a:pt x="3000486" y="0"/>
                </a:moveTo>
                <a:lnTo>
                  <a:pt x="3047850" y="0"/>
                </a:lnTo>
                <a:lnTo>
                  <a:pt x="3047850" y="11841"/>
                </a:lnTo>
                <a:lnTo>
                  <a:pt x="3000486" y="11841"/>
                </a:lnTo>
                <a:lnTo>
                  <a:pt x="3000486" y="0"/>
                </a:lnTo>
                <a:close/>
                <a:moveTo>
                  <a:pt x="3083373" y="0"/>
                </a:moveTo>
                <a:lnTo>
                  <a:pt x="3130736" y="0"/>
                </a:lnTo>
                <a:lnTo>
                  <a:pt x="3130736" y="11841"/>
                </a:lnTo>
                <a:lnTo>
                  <a:pt x="3083373" y="11841"/>
                </a:lnTo>
                <a:lnTo>
                  <a:pt x="3083373" y="0"/>
                </a:lnTo>
                <a:close/>
                <a:moveTo>
                  <a:pt x="3166259" y="0"/>
                </a:moveTo>
                <a:lnTo>
                  <a:pt x="3213623" y="0"/>
                </a:lnTo>
                <a:lnTo>
                  <a:pt x="3213623" y="11841"/>
                </a:lnTo>
                <a:lnTo>
                  <a:pt x="3166259" y="11841"/>
                </a:lnTo>
                <a:lnTo>
                  <a:pt x="3166259" y="0"/>
                </a:lnTo>
                <a:close/>
                <a:moveTo>
                  <a:pt x="3249145" y="0"/>
                </a:moveTo>
                <a:lnTo>
                  <a:pt x="3296509" y="0"/>
                </a:lnTo>
                <a:lnTo>
                  <a:pt x="3296509" y="11841"/>
                </a:lnTo>
                <a:lnTo>
                  <a:pt x="3249145" y="11841"/>
                </a:lnTo>
                <a:lnTo>
                  <a:pt x="3249145" y="0"/>
                </a:lnTo>
                <a:close/>
                <a:moveTo>
                  <a:pt x="3332032" y="0"/>
                </a:moveTo>
                <a:lnTo>
                  <a:pt x="3379395" y="0"/>
                </a:lnTo>
                <a:lnTo>
                  <a:pt x="3379395" y="11841"/>
                </a:lnTo>
                <a:lnTo>
                  <a:pt x="3332032" y="11841"/>
                </a:lnTo>
                <a:lnTo>
                  <a:pt x="3332032" y="0"/>
                </a:lnTo>
                <a:close/>
                <a:moveTo>
                  <a:pt x="3414918" y="0"/>
                </a:moveTo>
                <a:lnTo>
                  <a:pt x="3462282" y="0"/>
                </a:lnTo>
                <a:lnTo>
                  <a:pt x="3462282" y="11841"/>
                </a:lnTo>
                <a:lnTo>
                  <a:pt x="3414918" y="11841"/>
                </a:lnTo>
                <a:lnTo>
                  <a:pt x="3414918" y="0"/>
                </a:lnTo>
                <a:close/>
                <a:moveTo>
                  <a:pt x="3503133" y="6512"/>
                </a:moveTo>
                <a:lnTo>
                  <a:pt x="3503133" y="53876"/>
                </a:lnTo>
                <a:lnTo>
                  <a:pt x="3491292" y="53876"/>
                </a:lnTo>
                <a:lnTo>
                  <a:pt x="3491292" y="6512"/>
                </a:lnTo>
                <a:lnTo>
                  <a:pt x="3503133" y="6512"/>
                </a:lnTo>
                <a:close/>
                <a:moveTo>
                  <a:pt x="3503133" y="89399"/>
                </a:moveTo>
                <a:lnTo>
                  <a:pt x="3503133" y="136762"/>
                </a:lnTo>
                <a:lnTo>
                  <a:pt x="3491292" y="136762"/>
                </a:lnTo>
                <a:lnTo>
                  <a:pt x="3491292" y="89399"/>
                </a:lnTo>
                <a:lnTo>
                  <a:pt x="3503133" y="89399"/>
                </a:lnTo>
                <a:close/>
                <a:moveTo>
                  <a:pt x="3503133" y="172285"/>
                </a:moveTo>
                <a:lnTo>
                  <a:pt x="3503133" y="219649"/>
                </a:lnTo>
                <a:lnTo>
                  <a:pt x="3491292" y="219649"/>
                </a:lnTo>
                <a:lnTo>
                  <a:pt x="3491292" y="172285"/>
                </a:lnTo>
                <a:lnTo>
                  <a:pt x="3503133" y="172285"/>
                </a:lnTo>
                <a:close/>
                <a:moveTo>
                  <a:pt x="3503133" y="255172"/>
                </a:moveTo>
                <a:lnTo>
                  <a:pt x="3503133" y="302535"/>
                </a:lnTo>
                <a:lnTo>
                  <a:pt x="3491292" y="302535"/>
                </a:lnTo>
                <a:lnTo>
                  <a:pt x="3491292" y="255172"/>
                </a:lnTo>
                <a:lnTo>
                  <a:pt x="3503133" y="255172"/>
                </a:lnTo>
                <a:close/>
                <a:moveTo>
                  <a:pt x="3503133" y="338058"/>
                </a:moveTo>
                <a:lnTo>
                  <a:pt x="3503133" y="385422"/>
                </a:lnTo>
                <a:lnTo>
                  <a:pt x="3491292" y="385422"/>
                </a:lnTo>
                <a:lnTo>
                  <a:pt x="3491292" y="338058"/>
                </a:lnTo>
                <a:lnTo>
                  <a:pt x="3503133" y="338058"/>
                </a:lnTo>
                <a:close/>
                <a:moveTo>
                  <a:pt x="3503133" y="420944"/>
                </a:moveTo>
                <a:lnTo>
                  <a:pt x="3503133" y="468308"/>
                </a:lnTo>
                <a:lnTo>
                  <a:pt x="3491292" y="468308"/>
                </a:lnTo>
                <a:lnTo>
                  <a:pt x="3491292" y="420944"/>
                </a:lnTo>
                <a:lnTo>
                  <a:pt x="3503133" y="420944"/>
                </a:lnTo>
                <a:close/>
                <a:moveTo>
                  <a:pt x="3503133" y="503831"/>
                </a:moveTo>
                <a:lnTo>
                  <a:pt x="3503133" y="551194"/>
                </a:lnTo>
                <a:lnTo>
                  <a:pt x="3491292" y="551194"/>
                </a:lnTo>
                <a:lnTo>
                  <a:pt x="3491292" y="503831"/>
                </a:lnTo>
                <a:lnTo>
                  <a:pt x="3503133" y="503831"/>
                </a:lnTo>
                <a:close/>
                <a:moveTo>
                  <a:pt x="3503133" y="586717"/>
                </a:moveTo>
                <a:lnTo>
                  <a:pt x="3503133" y="634081"/>
                </a:lnTo>
                <a:lnTo>
                  <a:pt x="3491292" y="634081"/>
                </a:lnTo>
                <a:lnTo>
                  <a:pt x="3491292" y="586717"/>
                </a:lnTo>
                <a:lnTo>
                  <a:pt x="3503133" y="586717"/>
                </a:lnTo>
                <a:close/>
                <a:moveTo>
                  <a:pt x="3485963" y="664275"/>
                </a:moveTo>
                <a:lnTo>
                  <a:pt x="3438600" y="664275"/>
                </a:lnTo>
                <a:lnTo>
                  <a:pt x="3438600" y="652434"/>
                </a:lnTo>
                <a:lnTo>
                  <a:pt x="3485963" y="652434"/>
                </a:lnTo>
                <a:lnTo>
                  <a:pt x="3485963" y="664275"/>
                </a:lnTo>
                <a:close/>
                <a:moveTo>
                  <a:pt x="3403077" y="664275"/>
                </a:moveTo>
                <a:lnTo>
                  <a:pt x="3355713" y="664275"/>
                </a:lnTo>
                <a:lnTo>
                  <a:pt x="3355713" y="652434"/>
                </a:lnTo>
                <a:lnTo>
                  <a:pt x="3403077" y="652434"/>
                </a:lnTo>
                <a:lnTo>
                  <a:pt x="3403077" y="664275"/>
                </a:lnTo>
                <a:close/>
                <a:moveTo>
                  <a:pt x="3320191" y="664275"/>
                </a:moveTo>
                <a:lnTo>
                  <a:pt x="3272827" y="664275"/>
                </a:lnTo>
                <a:lnTo>
                  <a:pt x="3272827" y="652434"/>
                </a:lnTo>
                <a:lnTo>
                  <a:pt x="3320191" y="652434"/>
                </a:lnTo>
                <a:lnTo>
                  <a:pt x="3320191" y="664275"/>
                </a:lnTo>
                <a:close/>
                <a:moveTo>
                  <a:pt x="3237304" y="664275"/>
                </a:moveTo>
                <a:lnTo>
                  <a:pt x="3189941" y="664275"/>
                </a:lnTo>
                <a:lnTo>
                  <a:pt x="3189941" y="652434"/>
                </a:lnTo>
                <a:lnTo>
                  <a:pt x="3237304" y="652434"/>
                </a:lnTo>
                <a:lnTo>
                  <a:pt x="3237304" y="664275"/>
                </a:lnTo>
                <a:close/>
                <a:moveTo>
                  <a:pt x="3154418" y="664275"/>
                </a:moveTo>
                <a:lnTo>
                  <a:pt x="3107054" y="664275"/>
                </a:lnTo>
                <a:lnTo>
                  <a:pt x="3107054" y="652434"/>
                </a:lnTo>
                <a:lnTo>
                  <a:pt x="3154418" y="652434"/>
                </a:lnTo>
                <a:lnTo>
                  <a:pt x="3154418" y="664275"/>
                </a:lnTo>
                <a:close/>
                <a:moveTo>
                  <a:pt x="3071532" y="664275"/>
                </a:moveTo>
                <a:lnTo>
                  <a:pt x="3024168" y="664275"/>
                </a:lnTo>
                <a:lnTo>
                  <a:pt x="3024168" y="652434"/>
                </a:lnTo>
                <a:lnTo>
                  <a:pt x="3071532" y="652434"/>
                </a:lnTo>
                <a:lnTo>
                  <a:pt x="3071532" y="664275"/>
                </a:lnTo>
                <a:close/>
                <a:moveTo>
                  <a:pt x="2988645" y="664275"/>
                </a:moveTo>
                <a:lnTo>
                  <a:pt x="2941282" y="664275"/>
                </a:lnTo>
                <a:lnTo>
                  <a:pt x="2941282" y="652434"/>
                </a:lnTo>
                <a:lnTo>
                  <a:pt x="2988645" y="652434"/>
                </a:lnTo>
                <a:lnTo>
                  <a:pt x="2988645" y="664275"/>
                </a:lnTo>
                <a:close/>
                <a:moveTo>
                  <a:pt x="2905759" y="664275"/>
                </a:moveTo>
                <a:lnTo>
                  <a:pt x="2858395" y="664275"/>
                </a:lnTo>
                <a:lnTo>
                  <a:pt x="2858395" y="652434"/>
                </a:lnTo>
                <a:lnTo>
                  <a:pt x="2905759" y="652434"/>
                </a:lnTo>
                <a:lnTo>
                  <a:pt x="2905759" y="664275"/>
                </a:lnTo>
                <a:close/>
                <a:moveTo>
                  <a:pt x="2822873" y="664275"/>
                </a:moveTo>
                <a:lnTo>
                  <a:pt x="2775509" y="664275"/>
                </a:lnTo>
                <a:lnTo>
                  <a:pt x="2775509" y="652434"/>
                </a:lnTo>
                <a:lnTo>
                  <a:pt x="2822873" y="652434"/>
                </a:lnTo>
                <a:lnTo>
                  <a:pt x="2822873" y="664275"/>
                </a:lnTo>
                <a:close/>
                <a:moveTo>
                  <a:pt x="2739986" y="664275"/>
                </a:moveTo>
                <a:lnTo>
                  <a:pt x="2692623" y="664275"/>
                </a:lnTo>
                <a:lnTo>
                  <a:pt x="2692623" y="652434"/>
                </a:lnTo>
                <a:lnTo>
                  <a:pt x="2739986" y="652434"/>
                </a:lnTo>
                <a:lnTo>
                  <a:pt x="2739986" y="664275"/>
                </a:lnTo>
                <a:close/>
                <a:moveTo>
                  <a:pt x="2657100" y="664275"/>
                </a:moveTo>
                <a:lnTo>
                  <a:pt x="2609736" y="664275"/>
                </a:lnTo>
                <a:lnTo>
                  <a:pt x="2609736" y="652434"/>
                </a:lnTo>
                <a:lnTo>
                  <a:pt x="2657100" y="652434"/>
                </a:lnTo>
                <a:lnTo>
                  <a:pt x="2657100" y="664275"/>
                </a:lnTo>
                <a:close/>
                <a:moveTo>
                  <a:pt x="2574214" y="664275"/>
                </a:moveTo>
                <a:lnTo>
                  <a:pt x="2526850" y="664275"/>
                </a:lnTo>
                <a:lnTo>
                  <a:pt x="2526850" y="652434"/>
                </a:lnTo>
                <a:lnTo>
                  <a:pt x="2574214" y="652434"/>
                </a:lnTo>
                <a:lnTo>
                  <a:pt x="2574214" y="664275"/>
                </a:lnTo>
                <a:close/>
                <a:moveTo>
                  <a:pt x="2491327" y="664275"/>
                </a:moveTo>
                <a:lnTo>
                  <a:pt x="2443964" y="664275"/>
                </a:lnTo>
                <a:lnTo>
                  <a:pt x="2443964" y="652434"/>
                </a:lnTo>
                <a:lnTo>
                  <a:pt x="2491327" y="652434"/>
                </a:lnTo>
                <a:lnTo>
                  <a:pt x="2491327" y="664275"/>
                </a:lnTo>
                <a:close/>
                <a:moveTo>
                  <a:pt x="2408441" y="664275"/>
                </a:moveTo>
                <a:lnTo>
                  <a:pt x="2361077" y="664275"/>
                </a:lnTo>
                <a:lnTo>
                  <a:pt x="2361077" y="652434"/>
                </a:lnTo>
                <a:lnTo>
                  <a:pt x="2408441" y="652434"/>
                </a:lnTo>
                <a:lnTo>
                  <a:pt x="2408441" y="664275"/>
                </a:lnTo>
                <a:close/>
                <a:moveTo>
                  <a:pt x="2325554" y="664275"/>
                </a:moveTo>
                <a:lnTo>
                  <a:pt x="2278191" y="664275"/>
                </a:lnTo>
                <a:lnTo>
                  <a:pt x="2278191" y="652434"/>
                </a:lnTo>
                <a:lnTo>
                  <a:pt x="2325554" y="652434"/>
                </a:lnTo>
                <a:lnTo>
                  <a:pt x="2325554" y="664275"/>
                </a:lnTo>
                <a:close/>
                <a:moveTo>
                  <a:pt x="2242668" y="664275"/>
                </a:moveTo>
                <a:lnTo>
                  <a:pt x="2195304" y="664275"/>
                </a:lnTo>
                <a:lnTo>
                  <a:pt x="2195304" y="652434"/>
                </a:lnTo>
                <a:lnTo>
                  <a:pt x="2242668" y="652434"/>
                </a:lnTo>
                <a:lnTo>
                  <a:pt x="2242668" y="664275"/>
                </a:lnTo>
                <a:close/>
                <a:moveTo>
                  <a:pt x="2159782" y="664275"/>
                </a:moveTo>
                <a:lnTo>
                  <a:pt x="2112418" y="664275"/>
                </a:lnTo>
                <a:lnTo>
                  <a:pt x="2112418" y="652434"/>
                </a:lnTo>
                <a:lnTo>
                  <a:pt x="2159782" y="652434"/>
                </a:lnTo>
                <a:lnTo>
                  <a:pt x="2159782" y="664275"/>
                </a:lnTo>
                <a:close/>
                <a:moveTo>
                  <a:pt x="2076895" y="664275"/>
                </a:moveTo>
                <a:lnTo>
                  <a:pt x="2029532" y="664275"/>
                </a:lnTo>
                <a:lnTo>
                  <a:pt x="2029532" y="652434"/>
                </a:lnTo>
                <a:lnTo>
                  <a:pt x="2076895" y="652434"/>
                </a:lnTo>
                <a:lnTo>
                  <a:pt x="2076895" y="664275"/>
                </a:lnTo>
                <a:close/>
                <a:moveTo>
                  <a:pt x="1994009" y="664275"/>
                </a:moveTo>
                <a:lnTo>
                  <a:pt x="1946645" y="664275"/>
                </a:lnTo>
                <a:lnTo>
                  <a:pt x="1946645" y="652434"/>
                </a:lnTo>
                <a:lnTo>
                  <a:pt x="1994009" y="652434"/>
                </a:lnTo>
                <a:lnTo>
                  <a:pt x="1994009" y="664275"/>
                </a:lnTo>
                <a:close/>
                <a:moveTo>
                  <a:pt x="1911123" y="664275"/>
                </a:moveTo>
                <a:lnTo>
                  <a:pt x="1863759" y="664275"/>
                </a:lnTo>
                <a:lnTo>
                  <a:pt x="1863759" y="652434"/>
                </a:lnTo>
                <a:lnTo>
                  <a:pt x="1911123" y="652434"/>
                </a:lnTo>
                <a:lnTo>
                  <a:pt x="1911123" y="664275"/>
                </a:lnTo>
                <a:close/>
                <a:moveTo>
                  <a:pt x="1828236" y="664275"/>
                </a:moveTo>
                <a:lnTo>
                  <a:pt x="1780873" y="664275"/>
                </a:lnTo>
                <a:lnTo>
                  <a:pt x="1780873" y="652434"/>
                </a:lnTo>
                <a:lnTo>
                  <a:pt x="1828236" y="652434"/>
                </a:lnTo>
                <a:lnTo>
                  <a:pt x="1828236" y="664275"/>
                </a:lnTo>
                <a:close/>
                <a:moveTo>
                  <a:pt x="1745350" y="664275"/>
                </a:moveTo>
                <a:lnTo>
                  <a:pt x="1697986" y="664275"/>
                </a:lnTo>
                <a:lnTo>
                  <a:pt x="1697986" y="652434"/>
                </a:lnTo>
                <a:lnTo>
                  <a:pt x="1745350" y="652434"/>
                </a:lnTo>
                <a:lnTo>
                  <a:pt x="1745350" y="664275"/>
                </a:lnTo>
                <a:close/>
                <a:moveTo>
                  <a:pt x="1662464" y="664275"/>
                </a:moveTo>
                <a:lnTo>
                  <a:pt x="1615100" y="664275"/>
                </a:lnTo>
                <a:lnTo>
                  <a:pt x="1615100" y="652434"/>
                </a:lnTo>
                <a:lnTo>
                  <a:pt x="1662464" y="652434"/>
                </a:lnTo>
                <a:lnTo>
                  <a:pt x="1662464" y="664275"/>
                </a:lnTo>
                <a:close/>
                <a:moveTo>
                  <a:pt x="1579577" y="664275"/>
                </a:moveTo>
                <a:lnTo>
                  <a:pt x="1532214" y="664275"/>
                </a:lnTo>
                <a:lnTo>
                  <a:pt x="1532214" y="652434"/>
                </a:lnTo>
                <a:lnTo>
                  <a:pt x="1579577" y="652434"/>
                </a:lnTo>
                <a:lnTo>
                  <a:pt x="1579577" y="664275"/>
                </a:lnTo>
                <a:close/>
                <a:moveTo>
                  <a:pt x="1496691" y="664275"/>
                </a:moveTo>
                <a:lnTo>
                  <a:pt x="1449327" y="664275"/>
                </a:lnTo>
                <a:lnTo>
                  <a:pt x="1449327" y="652434"/>
                </a:lnTo>
                <a:lnTo>
                  <a:pt x="1496691" y="652434"/>
                </a:lnTo>
                <a:lnTo>
                  <a:pt x="1496691" y="664275"/>
                </a:lnTo>
                <a:close/>
                <a:moveTo>
                  <a:pt x="1413804" y="664275"/>
                </a:moveTo>
                <a:lnTo>
                  <a:pt x="1366441" y="664275"/>
                </a:lnTo>
                <a:lnTo>
                  <a:pt x="1366441" y="652434"/>
                </a:lnTo>
                <a:lnTo>
                  <a:pt x="1413804" y="652434"/>
                </a:lnTo>
                <a:lnTo>
                  <a:pt x="1413804" y="664275"/>
                </a:lnTo>
                <a:close/>
                <a:moveTo>
                  <a:pt x="1330918" y="664275"/>
                </a:moveTo>
                <a:lnTo>
                  <a:pt x="1283554" y="664275"/>
                </a:lnTo>
                <a:lnTo>
                  <a:pt x="1283554" y="652434"/>
                </a:lnTo>
                <a:lnTo>
                  <a:pt x="1330918" y="652434"/>
                </a:lnTo>
                <a:lnTo>
                  <a:pt x="1330918" y="664275"/>
                </a:lnTo>
                <a:close/>
                <a:moveTo>
                  <a:pt x="1248032" y="664275"/>
                </a:moveTo>
                <a:lnTo>
                  <a:pt x="1200668" y="664275"/>
                </a:lnTo>
                <a:lnTo>
                  <a:pt x="1200668" y="652434"/>
                </a:lnTo>
                <a:lnTo>
                  <a:pt x="1248032" y="652434"/>
                </a:lnTo>
                <a:lnTo>
                  <a:pt x="1248032" y="664275"/>
                </a:lnTo>
                <a:close/>
                <a:moveTo>
                  <a:pt x="1165145" y="664275"/>
                </a:moveTo>
                <a:lnTo>
                  <a:pt x="1117782" y="664275"/>
                </a:lnTo>
                <a:lnTo>
                  <a:pt x="1117782" y="652434"/>
                </a:lnTo>
                <a:lnTo>
                  <a:pt x="1165145" y="652434"/>
                </a:lnTo>
                <a:lnTo>
                  <a:pt x="1165145" y="664275"/>
                </a:lnTo>
                <a:close/>
                <a:moveTo>
                  <a:pt x="1082259" y="664275"/>
                </a:moveTo>
                <a:lnTo>
                  <a:pt x="1034895" y="664275"/>
                </a:lnTo>
                <a:lnTo>
                  <a:pt x="1034895" y="652434"/>
                </a:lnTo>
                <a:lnTo>
                  <a:pt x="1082259" y="652434"/>
                </a:lnTo>
                <a:lnTo>
                  <a:pt x="1082259" y="664275"/>
                </a:lnTo>
                <a:close/>
                <a:moveTo>
                  <a:pt x="999373" y="664275"/>
                </a:moveTo>
                <a:lnTo>
                  <a:pt x="952009" y="664275"/>
                </a:lnTo>
                <a:lnTo>
                  <a:pt x="952009" y="652434"/>
                </a:lnTo>
                <a:lnTo>
                  <a:pt x="999373" y="652434"/>
                </a:lnTo>
                <a:lnTo>
                  <a:pt x="999373" y="664275"/>
                </a:lnTo>
                <a:close/>
                <a:moveTo>
                  <a:pt x="916486" y="664275"/>
                </a:moveTo>
                <a:lnTo>
                  <a:pt x="869123" y="664275"/>
                </a:lnTo>
                <a:lnTo>
                  <a:pt x="869123" y="652434"/>
                </a:lnTo>
                <a:lnTo>
                  <a:pt x="916486" y="652434"/>
                </a:lnTo>
                <a:lnTo>
                  <a:pt x="916486" y="664275"/>
                </a:lnTo>
                <a:close/>
                <a:moveTo>
                  <a:pt x="833600" y="664275"/>
                </a:moveTo>
                <a:lnTo>
                  <a:pt x="786236" y="664275"/>
                </a:lnTo>
                <a:lnTo>
                  <a:pt x="786236" y="652434"/>
                </a:lnTo>
                <a:lnTo>
                  <a:pt x="833600" y="652434"/>
                </a:lnTo>
                <a:lnTo>
                  <a:pt x="833600" y="664275"/>
                </a:lnTo>
                <a:close/>
                <a:moveTo>
                  <a:pt x="750714" y="664275"/>
                </a:moveTo>
                <a:lnTo>
                  <a:pt x="703350" y="664275"/>
                </a:lnTo>
                <a:lnTo>
                  <a:pt x="703350" y="652434"/>
                </a:lnTo>
                <a:lnTo>
                  <a:pt x="750714" y="652434"/>
                </a:lnTo>
                <a:lnTo>
                  <a:pt x="750714" y="664275"/>
                </a:lnTo>
                <a:close/>
                <a:moveTo>
                  <a:pt x="667827" y="664275"/>
                </a:moveTo>
                <a:lnTo>
                  <a:pt x="620464" y="664275"/>
                </a:lnTo>
                <a:lnTo>
                  <a:pt x="620464" y="652434"/>
                </a:lnTo>
                <a:lnTo>
                  <a:pt x="667827" y="652434"/>
                </a:lnTo>
                <a:lnTo>
                  <a:pt x="667827" y="664275"/>
                </a:lnTo>
                <a:close/>
                <a:moveTo>
                  <a:pt x="584941" y="664275"/>
                </a:moveTo>
                <a:lnTo>
                  <a:pt x="537577" y="664275"/>
                </a:lnTo>
                <a:lnTo>
                  <a:pt x="537577" y="652434"/>
                </a:lnTo>
                <a:lnTo>
                  <a:pt x="584941" y="652434"/>
                </a:lnTo>
                <a:lnTo>
                  <a:pt x="584941" y="664275"/>
                </a:lnTo>
                <a:close/>
                <a:moveTo>
                  <a:pt x="502055" y="664275"/>
                </a:moveTo>
                <a:lnTo>
                  <a:pt x="454691" y="664275"/>
                </a:lnTo>
                <a:lnTo>
                  <a:pt x="454691" y="652434"/>
                </a:lnTo>
                <a:lnTo>
                  <a:pt x="502055" y="652434"/>
                </a:lnTo>
                <a:lnTo>
                  <a:pt x="502055" y="664275"/>
                </a:lnTo>
                <a:close/>
                <a:moveTo>
                  <a:pt x="419168" y="664275"/>
                </a:moveTo>
                <a:lnTo>
                  <a:pt x="371805" y="664275"/>
                </a:lnTo>
                <a:lnTo>
                  <a:pt x="371805" y="652434"/>
                </a:lnTo>
                <a:lnTo>
                  <a:pt x="419168" y="652434"/>
                </a:lnTo>
                <a:lnTo>
                  <a:pt x="419168" y="664275"/>
                </a:lnTo>
                <a:close/>
                <a:moveTo>
                  <a:pt x="336282" y="664275"/>
                </a:moveTo>
                <a:lnTo>
                  <a:pt x="288918" y="664275"/>
                </a:lnTo>
                <a:lnTo>
                  <a:pt x="288918" y="652434"/>
                </a:lnTo>
                <a:lnTo>
                  <a:pt x="336282" y="652434"/>
                </a:lnTo>
                <a:lnTo>
                  <a:pt x="336282" y="664275"/>
                </a:lnTo>
                <a:close/>
                <a:moveTo>
                  <a:pt x="253395" y="664275"/>
                </a:moveTo>
                <a:lnTo>
                  <a:pt x="206032" y="664275"/>
                </a:lnTo>
                <a:lnTo>
                  <a:pt x="206032" y="652434"/>
                </a:lnTo>
                <a:lnTo>
                  <a:pt x="253395" y="652434"/>
                </a:lnTo>
                <a:lnTo>
                  <a:pt x="253395" y="664275"/>
                </a:lnTo>
                <a:close/>
                <a:moveTo>
                  <a:pt x="170509" y="664275"/>
                </a:moveTo>
                <a:lnTo>
                  <a:pt x="123145" y="664275"/>
                </a:lnTo>
                <a:lnTo>
                  <a:pt x="123145" y="652434"/>
                </a:lnTo>
                <a:lnTo>
                  <a:pt x="170509" y="652434"/>
                </a:lnTo>
                <a:lnTo>
                  <a:pt x="170509" y="664275"/>
                </a:lnTo>
                <a:close/>
                <a:moveTo>
                  <a:pt x="87623" y="664275"/>
                </a:moveTo>
                <a:lnTo>
                  <a:pt x="40259" y="664275"/>
                </a:lnTo>
                <a:lnTo>
                  <a:pt x="40259" y="652434"/>
                </a:lnTo>
                <a:lnTo>
                  <a:pt x="87623" y="652434"/>
                </a:lnTo>
                <a:lnTo>
                  <a:pt x="87623" y="6642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③">
            <a:extLst xmlns:a="http://schemas.openxmlformats.org/drawingml/2006/main">
              <a:ext uri="{FF2B5EF4-FFF2-40B4-BE49-F238E27FC236}">
                <a16:creationId xmlns:a16="http://schemas.microsoft.com/office/drawing/2014/main" id="{76A8F9D0-123B-45F0-89B3-5A870FE8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524" y="3859880"/>
            <a:ext cx="158046" cy="158046"/>
          </a:xfrm>
          <a:custGeom xmlns:a="http://schemas.openxmlformats.org/drawingml/2006/main">
            <a:pathLst>
              <a:path w="158046" h="158046">
                <a:moveTo>
                  <a:pt x="64550" y="80352"/>
                </a:moveTo>
                <a:lnTo>
                  <a:pt x="64550" y="75196"/>
                </a:lnTo>
                <a:lnTo>
                  <a:pt x="71703" y="75196"/>
                </a:lnTo>
                <a:cubicBezTo>
                  <a:pt x="89781" y="74419"/>
                  <a:pt x="99264" y="66822"/>
                  <a:pt x="100152" y="52403"/>
                </a:cubicBezTo>
                <a:cubicBezTo>
                  <a:pt x="100152" y="37209"/>
                  <a:pt x="92832" y="29390"/>
                  <a:pt x="78192" y="28947"/>
                </a:cubicBezTo>
                <a:cubicBezTo>
                  <a:pt x="69984" y="28947"/>
                  <a:pt x="63995" y="31941"/>
                  <a:pt x="60224" y="37931"/>
                </a:cubicBezTo>
                <a:cubicBezTo>
                  <a:pt x="58894" y="39151"/>
                  <a:pt x="58672" y="40980"/>
                  <a:pt x="59559" y="43419"/>
                </a:cubicBezTo>
                <a:cubicBezTo>
                  <a:pt x="60446" y="44639"/>
                  <a:pt x="60889" y="46137"/>
                  <a:pt x="60889" y="47912"/>
                </a:cubicBezTo>
                <a:cubicBezTo>
                  <a:pt x="60446" y="52016"/>
                  <a:pt x="58283" y="54290"/>
                  <a:pt x="54401" y="54733"/>
                </a:cubicBezTo>
                <a:cubicBezTo>
                  <a:pt x="49853" y="54733"/>
                  <a:pt x="47690" y="51794"/>
                  <a:pt x="47912" y="45914"/>
                </a:cubicBezTo>
                <a:cubicBezTo>
                  <a:pt x="51684" y="31607"/>
                  <a:pt x="61999" y="24454"/>
                  <a:pt x="78857" y="24454"/>
                </a:cubicBezTo>
                <a:cubicBezTo>
                  <a:pt x="99486" y="24454"/>
                  <a:pt x="110245" y="33548"/>
                  <a:pt x="111132" y="51738"/>
                </a:cubicBezTo>
                <a:cubicBezTo>
                  <a:pt x="111132" y="63606"/>
                  <a:pt x="102536" y="72257"/>
                  <a:pt x="85345" y="77692"/>
                </a:cubicBezTo>
                <a:cubicBezTo>
                  <a:pt x="104311" y="82571"/>
                  <a:pt x="113794" y="91998"/>
                  <a:pt x="113794" y="105973"/>
                </a:cubicBezTo>
                <a:cubicBezTo>
                  <a:pt x="112906" y="126158"/>
                  <a:pt x="100372" y="136250"/>
                  <a:pt x="76194" y="136250"/>
                </a:cubicBezTo>
                <a:cubicBezTo>
                  <a:pt x="56564" y="136250"/>
                  <a:pt x="45584" y="128154"/>
                  <a:pt x="43254" y="111962"/>
                </a:cubicBezTo>
                <a:cubicBezTo>
                  <a:pt x="43254" y="106194"/>
                  <a:pt x="45417" y="103310"/>
                  <a:pt x="49742" y="103310"/>
                </a:cubicBezTo>
                <a:cubicBezTo>
                  <a:pt x="54068" y="103310"/>
                  <a:pt x="56231" y="105307"/>
                  <a:pt x="56231" y="109301"/>
                </a:cubicBezTo>
                <a:cubicBezTo>
                  <a:pt x="56231" y="111075"/>
                  <a:pt x="56009" y="113015"/>
                  <a:pt x="55566" y="115122"/>
                </a:cubicBezTo>
                <a:cubicBezTo>
                  <a:pt x="54789" y="117341"/>
                  <a:pt x="54789" y="119060"/>
                  <a:pt x="55566" y="120280"/>
                </a:cubicBezTo>
                <a:cubicBezTo>
                  <a:pt x="59115" y="127600"/>
                  <a:pt x="65991" y="131482"/>
                  <a:pt x="76194" y="131927"/>
                </a:cubicBezTo>
                <a:cubicBezTo>
                  <a:pt x="93496" y="131039"/>
                  <a:pt x="102369" y="122387"/>
                  <a:pt x="102813" y="105973"/>
                </a:cubicBezTo>
                <a:cubicBezTo>
                  <a:pt x="102703" y="89004"/>
                  <a:pt x="92333" y="80464"/>
                  <a:pt x="71703" y="80352"/>
                </a:cubicBezTo>
                <a:lnTo>
                  <a:pt x="64550" y="80352"/>
                </a:ln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ECU">
            <a:extLst xmlns:a="http://schemas.openxmlformats.org/drawingml/2006/main">
              <a:ext uri="{FF2B5EF4-FFF2-40B4-BE49-F238E27FC236}">
                <a16:creationId xmlns:a16="http://schemas.microsoft.com/office/drawing/2014/main" id="{E5A4882F-ADC1-4DAA-87C0-87867B6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826" y="3869734"/>
            <a:ext cx="326897" cy="115026"/>
          </a:xfrm>
          <a:custGeom xmlns:a="http://schemas.openxmlformats.org/drawingml/2006/main">
            <a:pathLst>
              <a:path w="326897" h="115026">
                <a:moveTo>
                  <a:pt x="31356" y="8448"/>
                </a:moveTo>
                <a:lnTo>
                  <a:pt x="31356" y="51827"/>
                </a:lnTo>
                <a:lnTo>
                  <a:pt x="55563" y="51827"/>
                </a:lnTo>
                <a:cubicBezTo>
                  <a:pt x="61845" y="51827"/>
                  <a:pt x="66042" y="50874"/>
                  <a:pt x="68154" y="48968"/>
                </a:cubicBezTo>
                <a:cubicBezTo>
                  <a:pt x="70970" y="46465"/>
                  <a:pt x="72541" y="42057"/>
                  <a:pt x="72866" y="35742"/>
                </a:cubicBezTo>
                <a:lnTo>
                  <a:pt x="75871" y="35742"/>
                </a:lnTo>
                <a:lnTo>
                  <a:pt x="75871" y="74247"/>
                </a:lnTo>
                <a:lnTo>
                  <a:pt x="72866" y="74247"/>
                </a:lnTo>
                <a:cubicBezTo>
                  <a:pt x="72108" y="68885"/>
                  <a:pt x="71349" y="65447"/>
                  <a:pt x="70591" y="63930"/>
                </a:cubicBezTo>
                <a:cubicBezTo>
                  <a:pt x="69617" y="62035"/>
                  <a:pt x="68019" y="60546"/>
                  <a:pt x="65799" y="59462"/>
                </a:cubicBezTo>
                <a:cubicBezTo>
                  <a:pt x="63578" y="58379"/>
                  <a:pt x="60166" y="57838"/>
                  <a:pt x="55563" y="57838"/>
                </a:cubicBezTo>
                <a:lnTo>
                  <a:pt x="31356" y="57838"/>
                </a:lnTo>
                <a:lnTo>
                  <a:pt x="31356" y="94210"/>
                </a:lnTo>
                <a:cubicBezTo>
                  <a:pt x="31356" y="99092"/>
                  <a:pt x="31572" y="102062"/>
                  <a:pt x="32006" y="103120"/>
                </a:cubicBezTo>
                <a:cubicBezTo>
                  <a:pt x="32439" y="104178"/>
                  <a:pt x="33197" y="105019"/>
                  <a:pt x="34280" y="105643"/>
                </a:cubicBezTo>
                <a:cubicBezTo>
                  <a:pt x="35363" y="106266"/>
                  <a:pt x="37421" y="106577"/>
                  <a:pt x="40454" y="106577"/>
                </a:cubicBezTo>
                <a:lnTo>
                  <a:pt x="59137" y="106577"/>
                </a:lnTo>
                <a:cubicBezTo>
                  <a:pt x="65365" y="106577"/>
                  <a:pt x="69887" y="106144"/>
                  <a:pt x="72703" y="105278"/>
                </a:cubicBezTo>
                <a:cubicBezTo>
                  <a:pt x="75519" y="104411"/>
                  <a:pt x="78227" y="102705"/>
                  <a:pt x="80827" y="100160"/>
                </a:cubicBezTo>
                <a:cubicBezTo>
                  <a:pt x="84184" y="96802"/>
                  <a:pt x="87623" y="91739"/>
                  <a:pt x="91143" y="84970"/>
                </a:cubicBezTo>
                <a:lnTo>
                  <a:pt x="94393" y="84970"/>
                </a:lnTo>
                <a:lnTo>
                  <a:pt x="84888" y="112589"/>
                </a:lnTo>
                <a:lnTo>
                  <a:pt x="0" y="112589"/>
                </a:lnTo>
                <a:lnTo>
                  <a:pt x="0" y="109502"/>
                </a:lnTo>
                <a:lnTo>
                  <a:pt x="3899" y="109502"/>
                </a:lnTo>
                <a:cubicBezTo>
                  <a:pt x="6499" y="109502"/>
                  <a:pt x="8963" y="108879"/>
                  <a:pt x="11291" y="107633"/>
                </a:cubicBezTo>
                <a:cubicBezTo>
                  <a:pt x="13024" y="106767"/>
                  <a:pt x="14202" y="105467"/>
                  <a:pt x="14825" y="103734"/>
                </a:cubicBezTo>
                <a:cubicBezTo>
                  <a:pt x="15448" y="102001"/>
                  <a:pt x="15759" y="98454"/>
                  <a:pt x="15759" y="93093"/>
                </a:cubicBezTo>
                <a:lnTo>
                  <a:pt x="15759" y="21608"/>
                </a:lnTo>
                <a:cubicBezTo>
                  <a:pt x="15759" y="14657"/>
                  <a:pt x="15055" y="10374"/>
                  <a:pt x="13647" y="8758"/>
                </a:cubicBezTo>
                <a:cubicBezTo>
                  <a:pt x="11698" y="6602"/>
                  <a:pt x="8448" y="5524"/>
                  <a:pt x="3899" y="5524"/>
                </a:cubicBezTo>
                <a:lnTo>
                  <a:pt x="0" y="5524"/>
                </a:lnTo>
                <a:lnTo>
                  <a:pt x="0" y="2437"/>
                </a:lnTo>
                <a:lnTo>
                  <a:pt x="84888" y="2437"/>
                </a:lnTo>
                <a:lnTo>
                  <a:pt x="86107" y="26644"/>
                </a:lnTo>
                <a:lnTo>
                  <a:pt x="82939" y="26644"/>
                </a:lnTo>
                <a:cubicBezTo>
                  <a:pt x="81801" y="20824"/>
                  <a:pt x="80542" y="16826"/>
                  <a:pt x="79161" y="14650"/>
                </a:cubicBezTo>
                <a:cubicBezTo>
                  <a:pt x="77780" y="12473"/>
                  <a:pt x="75736" y="10814"/>
                  <a:pt x="73028" y="9672"/>
                </a:cubicBezTo>
                <a:cubicBezTo>
                  <a:pt x="70862" y="8856"/>
                  <a:pt x="67044" y="8448"/>
                  <a:pt x="61574" y="8448"/>
                </a:cubicBezTo>
                <a:lnTo>
                  <a:pt x="31356" y="8448"/>
                </a:lnTo>
                <a:close/>
                <a:moveTo>
                  <a:pt x="197988" y="0"/>
                </a:moveTo>
                <a:lnTo>
                  <a:pt x="200507" y="37530"/>
                </a:lnTo>
                <a:lnTo>
                  <a:pt x="197988" y="37530"/>
                </a:lnTo>
                <a:cubicBezTo>
                  <a:pt x="194631" y="26291"/>
                  <a:pt x="189838" y="18201"/>
                  <a:pt x="183610" y="13261"/>
                </a:cubicBezTo>
                <a:cubicBezTo>
                  <a:pt x="177382" y="8320"/>
                  <a:pt x="169909" y="5849"/>
                  <a:pt x="161190" y="5849"/>
                </a:cubicBezTo>
                <a:cubicBezTo>
                  <a:pt x="153879" y="5849"/>
                  <a:pt x="147272" y="7701"/>
                  <a:pt x="141369" y="11406"/>
                </a:cubicBezTo>
                <a:cubicBezTo>
                  <a:pt x="135466" y="15108"/>
                  <a:pt x="130822" y="21016"/>
                  <a:pt x="127438" y="29127"/>
                </a:cubicBezTo>
                <a:cubicBezTo>
                  <a:pt x="124053" y="37237"/>
                  <a:pt x="122361" y="47320"/>
                  <a:pt x="122361" y="59376"/>
                </a:cubicBezTo>
                <a:cubicBezTo>
                  <a:pt x="122361" y="69325"/>
                  <a:pt x="123958" y="77950"/>
                  <a:pt x="127153" y="85249"/>
                </a:cubicBezTo>
                <a:cubicBezTo>
                  <a:pt x="130348" y="92548"/>
                  <a:pt x="135155" y="98144"/>
                  <a:pt x="141572" y="102039"/>
                </a:cubicBezTo>
                <a:cubicBezTo>
                  <a:pt x="147990" y="105931"/>
                  <a:pt x="155314" y="107877"/>
                  <a:pt x="163546" y="107877"/>
                </a:cubicBezTo>
                <a:cubicBezTo>
                  <a:pt x="170694" y="107877"/>
                  <a:pt x="177003" y="106342"/>
                  <a:pt x="182473" y="103272"/>
                </a:cubicBezTo>
                <a:cubicBezTo>
                  <a:pt x="187943" y="100201"/>
                  <a:pt x="193954" y="94100"/>
                  <a:pt x="200507" y="84970"/>
                </a:cubicBezTo>
                <a:lnTo>
                  <a:pt x="203025" y="86594"/>
                </a:lnTo>
                <a:cubicBezTo>
                  <a:pt x="197501" y="96425"/>
                  <a:pt x="191056" y="103622"/>
                  <a:pt x="183691" y="108184"/>
                </a:cubicBezTo>
                <a:cubicBezTo>
                  <a:pt x="176326" y="112745"/>
                  <a:pt x="167580" y="115026"/>
                  <a:pt x="157453" y="115026"/>
                </a:cubicBezTo>
                <a:cubicBezTo>
                  <a:pt x="139203" y="115026"/>
                  <a:pt x="125068" y="108266"/>
                  <a:pt x="115050" y="94745"/>
                </a:cubicBezTo>
                <a:cubicBezTo>
                  <a:pt x="107576" y="84688"/>
                  <a:pt x="103840" y="72845"/>
                  <a:pt x="103840" y="59216"/>
                </a:cubicBezTo>
                <a:cubicBezTo>
                  <a:pt x="103840" y="48238"/>
                  <a:pt x="106304" y="38152"/>
                  <a:pt x="111232" y="28959"/>
                </a:cubicBezTo>
                <a:cubicBezTo>
                  <a:pt x="116160" y="19767"/>
                  <a:pt x="122943" y="12642"/>
                  <a:pt x="131581" y="7585"/>
                </a:cubicBezTo>
                <a:cubicBezTo>
                  <a:pt x="140218" y="2528"/>
                  <a:pt x="149655" y="0"/>
                  <a:pt x="159890" y="0"/>
                </a:cubicBezTo>
                <a:cubicBezTo>
                  <a:pt x="167851" y="0"/>
                  <a:pt x="175703" y="1950"/>
                  <a:pt x="183448" y="5849"/>
                </a:cubicBezTo>
                <a:cubicBezTo>
                  <a:pt x="185722" y="7040"/>
                  <a:pt x="187347" y="7636"/>
                  <a:pt x="188322" y="7636"/>
                </a:cubicBezTo>
                <a:cubicBezTo>
                  <a:pt x="189784" y="7636"/>
                  <a:pt x="191056" y="7121"/>
                  <a:pt x="192140" y="6092"/>
                </a:cubicBezTo>
                <a:cubicBezTo>
                  <a:pt x="193548" y="4630"/>
                  <a:pt x="194549" y="2599"/>
                  <a:pt x="195145" y="0"/>
                </a:cubicBezTo>
                <a:lnTo>
                  <a:pt x="197988" y="0"/>
                </a:lnTo>
                <a:close/>
                <a:moveTo>
                  <a:pt x="287905" y="5524"/>
                </a:moveTo>
                <a:lnTo>
                  <a:pt x="287905" y="2437"/>
                </a:lnTo>
                <a:lnTo>
                  <a:pt x="326897" y="2437"/>
                </a:lnTo>
                <a:lnTo>
                  <a:pt x="326897" y="5524"/>
                </a:lnTo>
                <a:lnTo>
                  <a:pt x="322754" y="5524"/>
                </a:lnTo>
                <a:cubicBezTo>
                  <a:pt x="318422" y="5524"/>
                  <a:pt x="315091" y="7330"/>
                  <a:pt x="312763" y="10941"/>
                </a:cubicBezTo>
                <a:cubicBezTo>
                  <a:pt x="311625" y="12611"/>
                  <a:pt x="311057" y="16492"/>
                  <a:pt x="311057" y="22583"/>
                </a:cubicBezTo>
                <a:lnTo>
                  <a:pt x="311057" y="67182"/>
                </a:lnTo>
                <a:cubicBezTo>
                  <a:pt x="311057" y="78211"/>
                  <a:pt x="309960" y="86767"/>
                  <a:pt x="307767" y="92849"/>
                </a:cubicBezTo>
                <a:cubicBezTo>
                  <a:pt x="305574" y="98930"/>
                  <a:pt x="301268" y="104146"/>
                  <a:pt x="294851" y="108499"/>
                </a:cubicBezTo>
                <a:cubicBezTo>
                  <a:pt x="288433" y="112850"/>
                  <a:pt x="279701" y="115026"/>
                  <a:pt x="268653" y="115026"/>
                </a:cubicBezTo>
                <a:cubicBezTo>
                  <a:pt x="256631" y="115026"/>
                  <a:pt x="247506" y="112945"/>
                  <a:pt x="241278" y="108783"/>
                </a:cubicBezTo>
                <a:cubicBezTo>
                  <a:pt x="235050" y="104620"/>
                  <a:pt x="230636" y="99024"/>
                  <a:pt x="228037" y="91996"/>
                </a:cubicBezTo>
                <a:cubicBezTo>
                  <a:pt x="226304" y="87185"/>
                  <a:pt x="225437" y="78156"/>
                  <a:pt x="225437" y="64910"/>
                </a:cubicBezTo>
                <a:lnTo>
                  <a:pt x="225437" y="21933"/>
                </a:lnTo>
                <a:cubicBezTo>
                  <a:pt x="225437" y="15197"/>
                  <a:pt x="224503" y="10779"/>
                  <a:pt x="222635" y="8677"/>
                </a:cubicBezTo>
                <a:cubicBezTo>
                  <a:pt x="220766" y="6575"/>
                  <a:pt x="217747" y="5524"/>
                  <a:pt x="213577" y="5524"/>
                </a:cubicBezTo>
                <a:lnTo>
                  <a:pt x="209435" y="5524"/>
                </a:lnTo>
                <a:lnTo>
                  <a:pt x="209435" y="2437"/>
                </a:lnTo>
                <a:lnTo>
                  <a:pt x="257037" y="2437"/>
                </a:lnTo>
                <a:lnTo>
                  <a:pt x="257037" y="5524"/>
                </a:lnTo>
                <a:lnTo>
                  <a:pt x="252813" y="5524"/>
                </a:lnTo>
                <a:cubicBezTo>
                  <a:pt x="248264" y="5524"/>
                  <a:pt x="245014" y="6952"/>
                  <a:pt x="243065" y="9809"/>
                </a:cubicBezTo>
                <a:cubicBezTo>
                  <a:pt x="241711" y="11748"/>
                  <a:pt x="241034" y="15790"/>
                  <a:pt x="241034" y="21933"/>
                </a:cubicBezTo>
                <a:lnTo>
                  <a:pt x="241034" y="69850"/>
                </a:lnTo>
                <a:cubicBezTo>
                  <a:pt x="241034" y="74122"/>
                  <a:pt x="241427" y="79014"/>
                  <a:pt x="242212" y="84528"/>
                </a:cubicBezTo>
                <a:cubicBezTo>
                  <a:pt x="242997" y="90040"/>
                  <a:pt x="244419" y="94337"/>
                  <a:pt x="246477" y="97418"/>
                </a:cubicBezTo>
                <a:cubicBezTo>
                  <a:pt x="248535" y="100499"/>
                  <a:pt x="251500" y="103039"/>
                  <a:pt x="255372" y="105039"/>
                </a:cubicBezTo>
                <a:cubicBezTo>
                  <a:pt x="259244" y="107039"/>
                  <a:pt x="263996" y="108040"/>
                  <a:pt x="269628" y="108040"/>
                </a:cubicBezTo>
                <a:cubicBezTo>
                  <a:pt x="276831" y="108040"/>
                  <a:pt x="283275" y="106472"/>
                  <a:pt x="288961" y="103338"/>
                </a:cubicBezTo>
                <a:cubicBezTo>
                  <a:pt x="294648" y="100202"/>
                  <a:pt x="298533" y="96189"/>
                  <a:pt x="300618" y="91298"/>
                </a:cubicBezTo>
                <a:cubicBezTo>
                  <a:pt x="302703" y="86405"/>
                  <a:pt x="303746" y="78121"/>
                  <a:pt x="303746" y="66446"/>
                </a:cubicBezTo>
                <a:lnTo>
                  <a:pt x="303746" y="21933"/>
                </a:lnTo>
                <a:cubicBezTo>
                  <a:pt x="303746" y="15089"/>
                  <a:pt x="302988" y="10805"/>
                  <a:pt x="301471" y="9080"/>
                </a:cubicBezTo>
                <a:cubicBezTo>
                  <a:pt x="299359" y="6709"/>
                  <a:pt x="296218" y="5524"/>
                  <a:pt x="292048" y="5524"/>
                </a:cubicBezTo>
                <a:lnTo>
                  <a:pt x="287905" y="5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e5e57d7fe41d3"/>
          <a:stretch xmlns:a="http://schemas.openxmlformats.org/drawingml/2006/main"/>
        </p:blipFill>
        <p:spPr>
          <a:xfrm xmlns:a="http://schemas.openxmlformats.org/drawingml/2006/main">
            <a:off x="2836235" y="4566707"/>
            <a:ext cx="341018" cy="341018"/>
          </a:xfrm>
          <a:prstGeom xmlns:a="http://schemas.openxmlformats.org/drawingml/2006/main" prst="rect">
            <a:avLst/>
          </a:prstGeom>
        </p:spPr>
      </p:pic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5B323-55B6-464E-80C2-BDAA9C4C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054" y="4079679"/>
            <a:ext cx="514061" cy="266503"/>
          </a:xfrm>
          <a:custGeom xmlns:a="http://schemas.openxmlformats.org/drawingml/2006/main">
            <a:pathLst>
              <a:path w="514061" h="266503">
                <a:moveTo>
                  <a:pt x="0" y="266503"/>
                </a:moveTo>
                <a:lnTo>
                  <a:pt x="514061" y="266503"/>
                </a:lnTo>
                <a:lnTo>
                  <a:pt x="514061" y="0"/>
                </a:lnTo>
                <a:lnTo>
                  <a:pt x="0" y="0"/>
                </a:lnTo>
                <a:lnTo>
                  <a:pt x="0" y="266503"/>
                </a:lnTo>
                <a:close/>
                <a:moveTo>
                  <a:pt x="502220" y="254662"/>
                </a:moveTo>
                <a:lnTo>
                  <a:pt x="11841" y="254662"/>
                </a:lnTo>
                <a:lnTo>
                  <a:pt x="11841" y="11841"/>
                </a:lnTo>
                <a:lnTo>
                  <a:pt x="502220" y="11841"/>
                </a:lnTo>
                <a:lnTo>
                  <a:pt x="502220" y="2546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EMS">
            <a:extLst xmlns:a="http://schemas.openxmlformats.org/drawingml/2006/main">
              <a:ext uri="{FF2B5EF4-FFF2-40B4-BE49-F238E27FC236}">
                <a16:creationId xmlns:a16="http://schemas.microsoft.com/office/drawing/2014/main" id="{ABAF0E19-9425-473E-B263-88AC87B7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904" y="4157729"/>
            <a:ext cx="328836" cy="115026"/>
          </a:xfrm>
          <a:custGeom xmlns:a="http://schemas.openxmlformats.org/drawingml/2006/main">
            <a:pathLst>
              <a:path w="328836" h="115026">
                <a:moveTo>
                  <a:pt x="31356" y="8448"/>
                </a:moveTo>
                <a:lnTo>
                  <a:pt x="31356" y="51827"/>
                </a:lnTo>
                <a:lnTo>
                  <a:pt x="55563" y="51827"/>
                </a:lnTo>
                <a:cubicBezTo>
                  <a:pt x="61845" y="51827"/>
                  <a:pt x="66042" y="50874"/>
                  <a:pt x="68154" y="48968"/>
                </a:cubicBezTo>
                <a:cubicBezTo>
                  <a:pt x="70970" y="46465"/>
                  <a:pt x="72541" y="42057"/>
                  <a:pt x="72866" y="35742"/>
                </a:cubicBezTo>
                <a:lnTo>
                  <a:pt x="75871" y="35742"/>
                </a:lnTo>
                <a:lnTo>
                  <a:pt x="75871" y="74247"/>
                </a:lnTo>
                <a:lnTo>
                  <a:pt x="72866" y="74247"/>
                </a:lnTo>
                <a:cubicBezTo>
                  <a:pt x="72108" y="68885"/>
                  <a:pt x="71349" y="65447"/>
                  <a:pt x="70591" y="63930"/>
                </a:cubicBezTo>
                <a:cubicBezTo>
                  <a:pt x="69617" y="62035"/>
                  <a:pt x="68019" y="60546"/>
                  <a:pt x="65799" y="59462"/>
                </a:cubicBezTo>
                <a:cubicBezTo>
                  <a:pt x="63578" y="58379"/>
                  <a:pt x="60166" y="57838"/>
                  <a:pt x="55563" y="57838"/>
                </a:cubicBezTo>
                <a:lnTo>
                  <a:pt x="31356" y="57838"/>
                </a:lnTo>
                <a:lnTo>
                  <a:pt x="31356" y="94210"/>
                </a:lnTo>
                <a:cubicBezTo>
                  <a:pt x="31356" y="99092"/>
                  <a:pt x="31572" y="102062"/>
                  <a:pt x="32006" y="103120"/>
                </a:cubicBezTo>
                <a:cubicBezTo>
                  <a:pt x="32439" y="104178"/>
                  <a:pt x="33197" y="105019"/>
                  <a:pt x="34280" y="105643"/>
                </a:cubicBezTo>
                <a:cubicBezTo>
                  <a:pt x="35363" y="106266"/>
                  <a:pt x="37421" y="106577"/>
                  <a:pt x="40454" y="106577"/>
                </a:cubicBezTo>
                <a:lnTo>
                  <a:pt x="59137" y="106577"/>
                </a:lnTo>
                <a:cubicBezTo>
                  <a:pt x="65365" y="106577"/>
                  <a:pt x="69887" y="106144"/>
                  <a:pt x="72703" y="105278"/>
                </a:cubicBezTo>
                <a:cubicBezTo>
                  <a:pt x="75519" y="104411"/>
                  <a:pt x="78227" y="102705"/>
                  <a:pt x="80827" y="100160"/>
                </a:cubicBezTo>
                <a:cubicBezTo>
                  <a:pt x="84184" y="96802"/>
                  <a:pt x="87623" y="91739"/>
                  <a:pt x="91143" y="84970"/>
                </a:cubicBezTo>
                <a:lnTo>
                  <a:pt x="94393" y="84970"/>
                </a:lnTo>
                <a:lnTo>
                  <a:pt x="84888" y="112589"/>
                </a:lnTo>
                <a:lnTo>
                  <a:pt x="0" y="112589"/>
                </a:lnTo>
                <a:lnTo>
                  <a:pt x="0" y="109502"/>
                </a:lnTo>
                <a:lnTo>
                  <a:pt x="3899" y="109502"/>
                </a:lnTo>
                <a:cubicBezTo>
                  <a:pt x="6499" y="109502"/>
                  <a:pt x="8963" y="108879"/>
                  <a:pt x="11291" y="107633"/>
                </a:cubicBezTo>
                <a:cubicBezTo>
                  <a:pt x="13024" y="106767"/>
                  <a:pt x="14202" y="105467"/>
                  <a:pt x="14825" y="103734"/>
                </a:cubicBezTo>
                <a:cubicBezTo>
                  <a:pt x="15448" y="102001"/>
                  <a:pt x="15759" y="98454"/>
                  <a:pt x="15759" y="93093"/>
                </a:cubicBezTo>
                <a:lnTo>
                  <a:pt x="15759" y="21608"/>
                </a:lnTo>
                <a:cubicBezTo>
                  <a:pt x="15759" y="14657"/>
                  <a:pt x="15055" y="10374"/>
                  <a:pt x="13647" y="8758"/>
                </a:cubicBezTo>
                <a:cubicBezTo>
                  <a:pt x="11698" y="6602"/>
                  <a:pt x="8448" y="5524"/>
                  <a:pt x="3899" y="5524"/>
                </a:cubicBezTo>
                <a:lnTo>
                  <a:pt x="0" y="5524"/>
                </a:lnTo>
                <a:lnTo>
                  <a:pt x="0" y="2437"/>
                </a:lnTo>
                <a:lnTo>
                  <a:pt x="84888" y="2437"/>
                </a:lnTo>
                <a:lnTo>
                  <a:pt x="86107" y="26644"/>
                </a:lnTo>
                <a:lnTo>
                  <a:pt x="82939" y="26644"/>
                </a:lnTo>
                <a:cubicBezTo>
                  <a:pt x="81801" y="20824"/>
                  <a:pt x="80542" y="16826"/>
                  <a:pt x="79161" y="14650"/>
                </a:cubicBezTo>
                <a:cubicBezTo>
                  <a:pt x="77780" y="12473"/>
                  <a:pt x="75736" y="10814"/>
                  <a:pt x="73028" y="9672"/>
                </a:cubicBezTo>
                <a:cubicBezTo>
                  <a:pt x="70862" y="8856"/>
                  <a:pt x="67044" y="8448"/>
                  <a:pt x="61574" y="8448"/>
                </a:cubicBezTo>
                <a:lnTo>
                  <a:pt x="31356" y="8448"/>
                </a:lnTo>
                <a:close/>
                <a:moveTo>
                  <a:pt x="165901" y="112589"/>
                </a:moveTo>
                <a:lnTo>
                  <a:pt x="123335" y="19902"/>
                </a:lnTo>
                <a:lnTo>
                  <a:pt x="123335" y="93418"/>
                </a:lnTo>
                <a:cubicBezTo>
                  <a:pt x="123335" y="100187"/>
                  <a:pt x="124066" y="104411"/>
                  <a:pt x="125529" y="106090"/>
                </a:cubicBezTo>
                <a:cubicBezTo>
                  <a:pt x="127532" y="108365"/>
                  <a:pt x="130700" y="109502"/>
                  <a:pt x="135033" y="109502"/>
                </a:cubicBezTo>
                <a:lnTo>
                  <a:pt x="138932" y="109502"/>
                </a:lnTo>
                <a:lnTo>
                  <a:pt x="138932" y="112589"/>
                </a:lnTo>
                <a:lnTo>
                  <a:pt x="100590" y="112589"/>
                </a:lnTo>
                <a:lnTo>
                  <a:pt x="100590" y="109502"/>
                </a:lnTo>
                <a:lnTo>
                  <a:pt x="104489" y="109502"/>
                </a:lnTo>
                <a:cubicBezTo>
                  <a:pt x="109147" y="109502"/>
                  <a:pt x="112450" y="108094"/>
                  <a:pt x="114400" y="105278"/>
                </a:cubicBezTo>
                <a:cubicBezTo>
                  <a:pt x="115591" y="103545"/>
                  <a:pt x="116187" y="99591"/>
                  <a:pt x="116187" y="93418"/>
                </a:cubicBezTo>
                <a:lnTo>
                  <a:pt x="116187" y="21608"/>
                </a:lnTo>
                <a:cubicBezTo>
                  <a:pt x="116187" y="16734"/>
                  <a:pt x="115645" y="13214"/>
                  <a:pt x="114562" y="11048"/>
                </a:cubicBezTo>
                <a:cubicBezTo>
                  <a:pt x="113804" y="9477"/>
                  <a:pt x="112410" y="8164"/>
                  <a:pt x="110379" y="7108"/>
                </a:cubicBezTo>
                <a:cubicBezTo>
                  <a:pt x="108348" y="6052"/>
                  <a:pt x="105085" y="5524"/>
                  <a:pt x="100590" y="5524"/>
                </a:cubicBezTo>
                <a:lnTo>
                  <a:pt x="100590" y="2437"/>
                </a:lnTo>
                <a:lnTo>
                  <a:pt x="131784" y="2437"/>
                </a:lnTo>
                <a:lnTo>
                  <a:pt x="171750" y="88607"/>
                </a:lnTo>
                <a:lnTo>
                  <a:pt x="211067" y="2437"/>
                </a:lnTo>
                <a:lnTo>
                  <a:pt x="242260" y="2437"/>
                </a:lnTo>
                <a:lnTo>
                  <a:pt x="242260" y="5524"/>
                </a:lnTo>
                <a:lnTo>
                  <a:pt x="238442" y="5524"/>
                </a:lnTo>
                <a:cubicBezTo>
                  <a:pt x="233731" y="5524"/>
                  <a:pt x="230400" y="6932"/>
                  <a:pt x="228451" y="9748"/>
                </a:cubicBezTo>
                <a:cubicBezTo>
                  <a:pt x="227259" y="11481"/>
                  <a:pt x="226663" y="15434"/>
                  <a:pt x="226663" y="21608"/>
                </a:cubicBezTo>
                <a:lnTo>
                  <a:pt x="226663" y="93418"/>
                </a:lnTo>
                <a:cubicBezTo>
                  <a:pt x="226663" y="100187"/>
                  <a:pt x="227422" y="104411"/>
                  <a:pt x="228938" y="106090"/>
                </a:cubicBezTo>
                <a:cubicBezTo>
                  <a:pt x="230942" y="108365"/>
                  <a:pt x="234110" y="109502"/>
                  <a:pt x="238442" y="109502"/>
                </a:cubicBezTo>
                <a:lnTo>
                  <a:pt x="242260" y="109502"/>
                </a:lnTo>
                <a:lnTo>
                  <a:pt x="242260" y="112589"/>
                </a:lnTo>
                <a:lnTo>
                  <a:pt x="195470" y="112589"/>
                </a:lnTo>
                <a:lnTo>
                  <a:pt x="195470" y="109502"/>
                </a:lnTo>
                <a:lnTo>
                  <a:pt x="199369" y="109502"/>
                </a:lnTo>
                <a:cubicBezTo>
                  <a:pt x="204081" y="109502"/>
                  <a:pt x="207384" y="108094"/>
                  <a:pt x="209280" y="105278"/>
                </a:cubicBezTo>
                <a:cubicBezTo>
                  <a:pt x="210471" y="103545"/>
                  <a:pt x="211067" y="99591"/>
                  <a:pt x="211067" y="93418"/>
                </a:cubicBezTo>
                <a:lnTo>
                  <a:pt x="211067" y="19902"/>
                </a:lnTo>
                <a:lnTo>
                  <a:pt x="168582" y="112589"/>
                </a:lnTo>
                <a:lnTo>
                  <a:pt x="165901" y="112589"/>
                </a:lnTo>
                <a:close/>
                <a:moveTo>
                  <a:pt x="321525" y="0"/>
                </a:moveTo>
                <a:lnTo>
                  <a:pt x="321525" y="38179"/>
                </a:lnTo>
                <a:lnTo>
                  <a:pt x="318519" y="38179"/>
                </a:lnTo>
                <a:cubicBezTo>
                  <a:pt x="317544" y="30850"/>
                  <a:pt x="315798" y="25014"/>
                  <a:pt x="313280" y="20671"/>
                </a:cubicBezTo>
                <a:cubicBezTo>
                  <a:pt x="310762" y="16327"/>
                  <a:pt x="307174" y="12879"/>
                  <a:pt x="302516" y="10327"/>
                </a:cubicBezTo>
                <a:cubicBezTo>
                  <a:pt x="297859" y="7775"/>
                  <a:pt x="293039" y="6499"/>
                  <a:pt x="288057" y="6499"/>
                </a:cubicBezTo>
                <a:cubicBezTo>
                  <a:pt x="282425" y="6499"/>
                  <a:pt x="277767" y="8216"/>
                  <a:pt x="274085" y="11649"/>
                </a:cubicBezTo>
                <a:cubicBezTo>
                  <a:pt x="270402" y="15083"/>
                  <a:pt x="268561" y="18989"/>
                  <a:pt x="268561" y="23367"/>
                </a:cubicBezTo>
                <a:cubicBezTo>
                  <a:pt x="268561" y="26720"/>
                  <a:pt x="269725" y="29775"/>
                  <a:pt x="272054" y="32534"/>
                </a:cubicBezTo>
                <a:cubicBezTo>
                  <a:pt x="275412" y="36589"/>
                  <a:pt x="283400" y="41995"/>
                  <a:pt x="296018" y="48752"/>
                </a:cubicBezTo>
                <a:cubicBezTo>
                  <a:pt x="306307" y="54268"/>
                  <a:pt x="313334" y="58499"/>
                  <a:pt x="317098" y="61448"/>
                </a:cubicBezTo>
                <a:cubicBezTo>
                  <a:pt x="320861" y="64394"/>
                  <a:pt x="323759" y="67868"/>
                  <a:pt x="325790" y="71871"/>
                </a:cubicBezTo>
                <a:cubicBezTo>
                  <a:pt x="327820" y="75871"/>
                  <a:pt x="328836" y="80063"/>
                  <a:pt x="328836" y="84444"/>
                </a:cubicBezTo>
                <a:cubicBezTo>
                  <a:pt x="328836" y="92772"/>
                  <a:pt x="325600" y="99951"/>
                  <a:pt x="319129" y="105981"/>
                </a:cubicBezTo>
                <a:cubicBezTo>
                  <a:pt x="312657" y="112011"/>
                  <a:pt x="304331" y="115026"/>
                  <a:pt x="294149" y="115026"/>
                </a:cubicBezTo>
                <a:cubicBezTo>
                  <a:pt x="290954" y="115026"/>
                  <a:pt x="287949" y="114779"/>
                  <a:pt x="285133" y="114284"/>
                </a:cubicBezTo>
                <a:cubicBezTo>
                  <a:pt x="283454" y="114010"/>
                  <a:pt x="279974" y="113009"/>
                  <a:pt x="274694" y="111281"/>
                </a:cubicBezTo>
                <a:cubicBezTo>
                  <a:pt x="269414" y="109553"/>
                  <a:pt x="266070" y="108689"/>
                  <a:pt x="264662" y="108689"/>
                </a:cubicBezTo>
                <a:cubicBezTo>
                  <a:pt x="263308" y="108689"/>
                  <a:pt x="262238" y="109101"/>
                  <a:pt x="261453" y="109923"/>
                </a:cubicBezTo>
                <a:cubicBezTo>
                  <a:pt x="260668" y="110746"/>
                  <a:pt x="260086" y="112446"/>
                  <a:pt x="259707" y="115026"/>
                </a:cubicBezTo>
                <a:lnTo>
                  <a:pt x="256701" y="115026"/>
                </a:lnTo>
                <a:lnTo>
                  <a:pt x="256701" y="77171"/>
                </a:lnTo>
                <a:lnTo>
                  <a:pt x="259707" y="77171"/>
                </a:lnTo>
                <a:cubicBezTo>
                  <a:pt x="261115" y="85098"/>
                  <a:pt x="263010" y="91030"/>
                  <a:pt x="265393" y="94966"/>
                </a:cubicBezTo>
                <a:cubicBezTo>
                  <a:pt x="267776" y="98903"/>
                  <a:pt x="271418" y="102174"/>
                  <a:pt x="276319" y="104780"/>
                </a:cubicBezTo>
                <a:cubicBezTo>
                  <a:pt x="281220" y="107386"/>
                  <a:pt x="286595" y="108689"/>
                  <a:pt x="292444" y="108689"/>
                </a:cubicBezTo>
                <a:cubicBezTo>
                  <a:pt x="299213" y="108689"/>
                  <a:pt x="304561" y="106902"/>
                  <a:pt x="308487" y="103326"/>
                </a:cubicBezTo>
                <a:cubicBezTo>
                  <a:pt x="312413" y="99750"/>
                  <a:pt x="314376" y="95524"/>
                  <a:pt x="314376" y="90648"/>
                </a:cubicBezTo>
                <a:cubicBezTo>
                  <a:pt x="314376" y="87939"/>
                  <a:pt x="313632" y="85203"/>
                  <a:pt x="312143" y="82441"/>
                </a:cubicBezTo>
                <a:cubicBezTo>
                  <a:pt x="310653" y="79678"/>
                  <a:pt x="308338" y="77103"/>
                  <a:pt x="305197" y="74719"/>
                </a:cubicBezTo>
                <a:cubicBezTo>
                  <a:pt x="303085" y="73094"/>
                  <a:pt x="297318" y="69662"/>
                  <a:pt x="287895" y="64423"/>
                </a:cubicBezTo>
                <a:cubicBezTo>
                  <a:pt x="278472" y="59181"/>
                  <a:pt x="271770" y="54992"/>
                  <a:pt x="267789" y="51854"/>
                </a:cubicBezTo>
                <a:cubicBezTo>
                  <a:pt x="263809" y="48717"/>
                  <a:pt x="260790" y="45254"/>
                  <a:pt x="258732" y="41467"/>
                </a:cubicBezTo>
                <a:cubicBezTo>
                  <a:pt x="256674" y="37679"/>
                  <a:pt x="255645" y="33514"/>
                  <a:pt x="255645" y="28970"/>
                </a:cubicBezTo>
                <a:cubicBezTo>
                  <a:pt x="255645" y="21071"/>
                  <a:pt x="258678" y="14269"/>
                  <a:pt x="264743" y="8562"/>
                </a:cubicBezTo>
                <a:cubicBezTo>
                  <a:pt x="270809" y="2854"/>
                  <a:pt x="278526" y="0"/>
                  <a:pt x="287895" y="0"/>
                </a:cubicBezTo>
                <a:cubicBezTo>
                  <a:pt x="293743" y="0"/>
                  <a:pt x="299944" y="1435"/>
                  <a:pt x="306497" y="4305"/>
                </a:cubicBezTo>
                <a:cubicBezTo>
                  <a:pt x="309530" y="5659"/>
                  <a:pt x="311669" y="6336"/>
                  <a:pt x="312914" y="6336"/>
                </a:cubicBezTo>
                <a:cubicBezTo>
                  <a:pt x="314322" y="6336"/>
                  <a:pt x="315473" y="5916"/>
                  <a:pt x="316367" y="5077"/>
                </a:cubicBezTo>
                <a:cubicBezTo>
                  <a:pt x="317260" y="4238"/>
                  <a:pt x="317978" y="2545"/>
                  <a:pt x="318519" y="0"/>
                </a:cubicBezTo>
                <a:lnTo>
                  <a:pt x="321525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12440-6E8E-4BD1-88F5-B177E2A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240" y="4340108"/>
            <a:ext cx="95888" cy="226161"/>
          </a:xfrm>
          <a:custGeom xmlns:a="http://schemas.openxmlformats.org/drawingml/2006/main">
            <a:pathLst>
              <a:path w="95888" h="226161">
                <a:moveTo>
                  <a:pt x="84840" y="86522"/>
                </a:moveTo>
                <a:lnTo>
                  <a:pt x="85977" y="87978"/>
                </a:lnTo>
                <a:lnTo>
                  <a:pt x="87516" y="89008"/>
                </a:lnTo>
                <a:lnTo>
                  <a:pt x="89292" y="89517"/>
                </a:lnTo>
                <a:lnTo>
                  <a:pt x="91151" y="89446"/>
                </a:lnTo>
                <a:lnTo>
                  <a:pt x="92880" y="88819"/>
                </a:lnTo>
                <a:lnTo>
                  <a:pt x="94348" y="87670"/>
                </a:lnTo>
                <a:lnTo>
                  <a:pt x="95379" y="86143"/>
                </a:lnTo>
                <a:lnTo>
                  <a:pt x="95888" y="84355"/>
                </a:lnTo>
                <a:lnTo>
                  <a:pt x="95817" y="82507"/>
                </a:lnTo>
                <a:lnTo>
                  <a:pt x="95189" y="80767"/>
                </a:lnTo>
                <a:lnTo>
                  <a:pt x="50312" y="0"/>
                </a:lnTo>
                <a:lnTo>
                  <a:pt x="2096" y="78813"/>
                </a:lnTo>
                <a:lnTo>
                  <a:pt x="1385" y="80530"/>
                </a:lnTo>
                <a:lnTo>
                  <a:pt x="1243" y="82377"/>
                </a:lnTo>
                <a:lnTo>
                  <a:pt x="1670" y="84177"/>
                </a:lnTo>
                <a:lnTo>
                  <a:pt x="2641" y="85752"/>
                </a:lnTo>
                <a:lnTo>
                  <a:pt x="4050" y="86960"/>
                </a:lnTo>
                <a:lnTo>
                  <a:pt x="5767" y="87658"/>
                </a:lnTo>
                <a:lnTo>
                  <a:pt x="7614" y="87812"/>
                </a:lnTo>
                <a:lnTo>
                  <a:pt x="9414" y="87374"/>
                </a:lnTo>
                <a:lnTo>
                  <a:pt x="10988" y="86403"/>
                </a:lnTo>
                <a:lnTo>
                  <a:pt x="12196" y="84994"/>
                </a:lnTo>
                <a:lnTo>
                  <a:pt x="43685" y="33527"/>
                </a:lnTo>
                <a:lnTo>
                  <a:pt x="40362" y="192395"/>
                </a:lnTo>
                <a:lnTo>
                  <a:pt x="11048" y="139640"/>
                </a:lnTo>
                <a:lnTo>
                  <a:pt x="9911" y="138183"/>
                </a:lnTo>
                <a:lnTo>
                  <a:pt x="8372" y="137141"/>
                </a:lnTo>
                <a:lnTo>
                  <a:pt x="6584" y="136632"/>
                </a:lnTo>
                <a:lnTo>
                  <a:pt x="4736" y="136703"/>
                </a:lnTo>
                <a:lnTo>
                  <a:pt x="2996" y="137331"/>
                </a:lnTo>
                <a:lnTo>
                  <a:pt x="1539" y="138479"/>
                </a:lnTo>
                <a:lnTo>
                  <a:pt x="509" y="140019"/>
                </a:lnTo>
                <a:lnTo>
                  <a:pt x="0" y="141795"/>
                </a:lnTo>
                <a:lnTo>
                  <a:pt x="59" y="143642"/>
                </a:lnTo>
                <a:lnTo>
                  <a:pt x="699" y="145383"/>
                </a:lnTo>
                <a:lnTo>
                  <a:pt x="45576" y="226161"/>
                </a:lnTo>
                <a:lnTo>
                  <a:pt x="93792" y="147336"/>
                </a:lnTo>
                <a:lnTo>
                  <a:pt x="94502" y="145619"/>
                </a:lnTo>
                <a:lnTo>
                  <a:pt x="94644" y="143772"/>
                </a:lnTo>
                <a:lnTo>
                  <a:pt x="94206" y="141972"/>
                </a:lnTo>
                <a:lnTo>
                  <a:pt x="93235" y="140398"/>
                </a:lnTo>
                <a:lnTo>
                  <a:pt x="91826" y="139202"/>
                </a:lnTo>
                <a:lnTo>
                  <a:pt x="90121" y="138491"/>
                </a:lnTo>
                <a:lnTo>
                  <a:pt x="88274" y="138349"/>
                </a:lnTo>
                <a:lnTo>
                  <a:pt x="86474" y="138775"/>
                </a:lnTo>
                <a:lnTo>
                  <a:pt x="84887" y="139746"/>
                </a:lnTo>
                <a:lnTo>
                  <a:pt x="83692" y="141155"/>
                </a:lnTo>
                <a:lnTo>
                  <a:pt x="52192" y="192650"/>
                </a:lnTo>
                <a:lnTo>
                  <a:pt x="55524" y="33764"/>
                </a:lnTo>
                <a:lnTo>
                  <a:pt x="84840" y="86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F53B6-BF06-46EE-B095-4829AECC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398" y="4079087"/>
            <a:ext cx="514061" cy="267095"/>
          </a:xfrm>
          <a:custGeom xmlns:a="http://schemas.openxmlformats.org/drawingml/2006/main">
            <a:pathLst>
              <a:path w="514061" h="267095">
                <a:moveTo>
                  <a:pt x="0" y="267095"/>
                </a:moveTo>
                <a:lnTo>
                  <a:pt x="514061" y="267095"/>
                </a:lnTo>
                <a:lnTo>
                  <a:pt x="514061" y="0"/>
                </a:lnTo>
                <a:lnTo>
                  <a:pt x="0" y="0"/>
                </a:lnTo>
                <a:lnTo>
                  <a:pt x="0" y="267095"/>
                </a:lnTo>
                <a:close/>
                <a:moveTo>
                  <a:pt x="502220" y="255254"/>
                </a:moveTo>
                <a:lnTo>
                  <a:pt x="11841" y="255254"/>
                </a:lnTo>
                <a:lnTo>
                  <a:pt x="11841" y="11841"/>
                </a:lnTo>
                <a:lnTo>
                  <a:pt x="502220" y="11841"/>
                </a:lnTo>
                <a:lnTo>
                  <a:pt x="502220" y="255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TCU">
            <a:extLst xmlns:a="http://schemas.openxmlformats.org/drawingml/2006/main">
              <a:ext uri="{FF2B5EF4-FFF2-40B4-BE49-F238E27FC236}">
                <a16:creationId xmlns:a16="http://schemas.microsoft.com/office/drawing/2014/main" id="{79344F31-A0CC-4875-B32B-53586F3A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610" y="4157137"/>
            <a:ext cx="325272" cy="115026"/>
          </a:xfrm>
          <a:custGeom xmlns:a="http://schemas.openxmlformats.org/drawingml/2006/main">
            <a:pathLst>
              <a:path w="325272" h="115026">
                <a:moveTo>
                  <a:pt x="91224" y="2437"/>
                </a:moveTo>
                <a:lnTo>
                  <a:pt x="92443" y="28350"/>
                </a:lnTo>
                <a:lnTo>
                  <a:pt x="89356" y="28350"/>
                </a:lnTo>
                <a:cubicBezTo>
                  <a:pt x="88760" y="23801"/>
                  <a:pt x="87948" y="20552"/>
                  <a:pt x="86919" y="18602"/>
                </a:cubicBezTo>
                <a:cubicBezTo>
                  <a:pt x="85240" y="15461"/>
                  <a:pt x="83006" y="13146"/>
                  <a:pt x="80217" y="11657"/>
                </a:cubicBezTo>
                <a:cubicBezTo>
                  <a:pt x="77428" y="10168"/>
                  <a:pt x="73759" y="9423"/>
                  <a:pt x="69210" y="9423"/>
                </a:cubicBezTo>
                <a:lnTo>
                  <a:pt x="53695" y="9423"/>
                </a:lnTo>
                <a:lnTo>
                  <a:pt x="53695" y="93418"/>
                </a:lnTo>
                <a:cubicBezTo>
                  <a:pt x="53695" y="100187"/>
                  <a:pt x="54426" y="104411"/>
                  <a:pt x="55888" y="106090"/>
                </a:cubicBezTo>
                <a:cubicBezTo>
                  <a:pt x="57946" y="108365"/>
                  <a:pt x="61114" y="109502"/>
                  <a:pt x="65392" y="109502"/>
                </a:cubicBezTo>
                <a:lnTo>
                  <a:pt x="69210" y="109502"/>
                </a:lnTo>
                <a:lnTo>
                  <a:pt x="69210" y="112589"/>
                </a:lnTo>
                <a:lnTo>
                  <a:pt x="22501" y="112589"/>
                </a:lnTo>
                <a:lnTo>
                  <a:pt x="22501" y="109502"/>
                </a:lnTo>
                <a:lnTo>
                  <a:pt x="26401" y="109502"/>
                </a:lnTo>
                <a:cubicBezTo>
                  <a:pt x="31058" y="109502"/>
                  <a:pt x="34361" y="108094"/>
                  <a:pt x="36311" y="105278"/>
                </a:cubicBezTo>
                <a:cubicBezTo>
                  <a:pt x="37502" y="103545"/>
                  <a:pt x="38098" y="99591"/>
                  <a:pt x="38098" y="93418"/>
                </a:cubicBezTo>
                <a:lnTo>
                  <a:pt x="38098" y="9423"/>
                </a:lnTo>
                <a:lnTo>
                  <a:pt x="24857" y="9423"/>
                </a:lnTo>
                <a:cubicBezTo>
                  <a:pt x="19712" y="9423"/>
                  <a:pt x="16057" y="9802"/>
                  <a:pt x="13891" y="10560"/>
                </a:cubicBezTo>
                <a:cubicBezTo>
                  <a:pt x="11075" y="11589"/>
                  <a:pt x="8665" y="13566"/>
                  <a:pt x="6661" y="16490"/>
                </a:cubicBezTo>
                <a:cubicBezTo>
                  <a:pt x="4657" y="19415"/>
                  <a:pt x="3466" y="23368"/>
                  <a:pt x="3087" y="28350"/>
                </a:cubicBezTo>
                <a:lnTo>
                  <a:pt x="0" y="28350"/>
                </a:lnTo>
                <a:lnTo>
                  <a:pt x="1300" y="2437"/>
                </a:lnTo>
                <a:lnTo>
                  <a:pt x="91224" y="2437"/>
                </a:lnTo>
                <a:close/>
                <a:moveTo>
                  <a:pt x="196363" y="0"/>
                </a:moveTo>
                <a:lnTo>
                  <a:pt x="198882" y="37530"/>
                </a:lnTo>
                <a:lnTo>
                  <a:pt x="196363" y="37530"/>
                </a:lnTo>
                <a:cubicBezTo>
                  <a:pt x="193006" y="26291"/>
                  <a:pt x="188213" y="18201"/>
                  <a:pt x="181985" y="13261"/>
                </a:cubicBezTo>
                <a:cubicBezTo>
                  <a:pt x="175757" y="8320"/>
                  <a:pt x="168284" y="5849"/>
                  <a:pt x="159565" y="5849"/>
                </a:cubicBezTo>
                <a:cubicBezTo>
                  <a:pt x="152254" y="5849"/>
                  <a:pt x="145647" y="7701"/>
                  <a:pt x="139744" y="11406"/>
                </a:cubicBezTo>
                <a:cubicBezTo>
                  <a:pt x="133841" y="15108"/>
                  <a:pt x="129197" y="21016"/>
                  <a:pt x="125813" y="29127"/>
                </a:cubicBezTo>
                <a:cubicBezTo>
                  <a:pt x="122428" y="37237"/>
                  <a:pt x="120736" y="47320"/>
                  <a:pt x="120736" y="59376"/>
                </a:cubicBezTo>
                <a:cubicBezTo>
                  <a:pt x="120736" y="69325"/>
                  <a:pt x="122333" y="77950"/>
                  <a:pt x="125528" y="85249"/>
                </a:cubicBezTo>
                <a:cubicBezTo>
                  <a:pt x="128723" y="92548"/>
                  <a:pt x="133530" y="98144"/>
                  <a:pt x="139947" y="102039"/>
                </a:cubicBezTo>
                <a:cubicBezTo>
                  <a:pt x="146365" y="105931"/>
                  <a:pt x="153689" y="107877"/>
                  <a:pt x="161921" y="107877"/>
                </a:cubicBezTo>
                <a:cubicBezTo>
                  <a:pt x="169069" y="107877"/>
                  <a:pt x="175378" y="106342"/>
                  <a:pt x="180848" y="103272"/>
                </a:cubicBezTo>
                <a:cubicBezTo>
                  <a:pt x="186318" y="100201"/>
                  <a:pt x="192329" y="94100"/>
                  <a:pt x="198882" y="84970"/>
                </a:cubicBezTo>
                <a:lnTo>
                  <a:pt x="201400" y="86594"/>
                </a:lnTo>
                <a:cubicBezTo>
                  <a:pt x="195876" y="96425"/>
                  <a:pt x="189431" y="103622"/>
                  <a:pt x="182066" y="108184"/>
                </a:cubicBezTo>
                <a:cubicBezTo>
                  <a:pt x="174701" y="112745"/>
                  <a:pt x="165955" y="115026"/>
                  <a:pt x="155828" y="115026"/>
                </a:cubicBezTo>
                <a:cubicBezTo>
                  <a:pt x="137578" y="115026"/>
                  <a:pt x="123443" y="108266"/>
                  <a:pt x="113425" y="94745"/>
                </a:cubicBezTo>
                <a:cubicBezTo>
                  <a:pt x="105951" y="84688"/>
                  <a:pt x="102215" y="72845"/>
                  <a:pt x="102215" y="59216"/>
                </a:cubicBezTo>
                <a:cubicBezTo>
                  <a:pt x="102215" y="48238"/>
                  <a:pt x="104679" y="38152"/>
                  <a:pt x="109607" y="28959"/>
                </a:cubicBezTo>
                <a:cubicBezTo>
                  <a:pt x="114535" y="19767"/>
                  <a:pt x="121318" y="12642"/>
                  <a:pt x="129956" y="7585"/>
                </a:cubicBezTo>
                <a:cubicBezTo>
                  <a:pt x="138593" y="2528"/>
                  <a:pt x="148030" y="0"/>
                  <a:pt x="158265" y="0"/>
                </a:cubicBezTo>
                <a:cubicBezTo>
                  <a:pt x="166226" y="0"/>
                  <a:pt x="174078" y="1950"/>
                  <a:pt x="181823" y="5849"/>
                </a:cubicBezTo>
                <a:cubicBezTo>
                  <a:pt x="184097" y="7040"/>
                  <a:pt x="185722" y="7636"/>
                  <a:pt x="186697" y="7636"/>
                </a:cubicBezTo>
                <a:cubicBezTo>
                  <a:pt x="188159" y="7636"/>
                  <a:pt x="189431" y="7121"/>
                  <a:pt x="190515" y="6092"/>
                </a:cubicBezTo>
                <a:cubicBezTo>
                  <a:pt x="191923" y="4630"/>
                  <a:pt x="192924" y="2599"/>
                  <a:pt x="193520" y="0"/>
                </a:cubicBezTo>
                <a:lnTo>
                  <a:pt x="196363" y="0"/>
                </a:lnTo>
                <a:close/>
                <a:moveTo>
                  <a:pt x="286280" y="5524"/>
                </a:moveTo>
                <a:lnTo>
                  <a:pt x="286280" y="2437"/>
                </a:lnTo>
                <a:lnTo>
                  <a:pt x="325272" y="2437"/>
                </a:lnTo>
                <a:lnTo>
                  <a:pt x="325272" y="5524"/>
                </a:lnTo>
                <a:lnTo>
                  <a:pt x="321129" y="5524"/>
                </a:lnTo>
                <a:cubicBezTo>
                  <a:pt x="316797" y="5524"/>
                  <a:pt x="313466" y="7330"/>
                  <a:pt x="311137" y="10941"/>
                </a:cubicBezTo>
                <a:cubicBezTo>
                  <a:pt x="310000" y="12611"/>
                  <a:pt x="309432" y="16492"/>
                  <a:pt x="309432" y="22583"/>
                </a:cubicBezTo>
                <a:lnTo>
                  <a:pt x="309432" y="67182"/>
                </a:lnTo>
                <a:cubicBezTo>
                  <a:pt x="309432" y="78211"/>
                  <a:pt x="308335" y="86767"/>
                  <a:pt x="306142" y="92849"/>
                </a:cubicBezTo>
                <a:cubicBezTo>
                  <a:pt x="303948" y="98930"/>
                  <a:pt x="299643" y="104146"/>
                  <a:pt x="293226" y="108499"/>
                </a:cubicBezTo>
                <a:cubicBezTo>
                  <a:pt x="286808" y="112850"/>
                  <a:pt x="278076" y="115026"/>
                  <a:pt x="267028" y="115026"/>
                </a:cubicBezTo>
                <a:cubicBezTo>
                  <a:pt x="255006" y="115026"/>
                  <a:pt x="245880" y="112945"/>
                  <a:pt x="239653" y="108783"/>
                </a:cubicBezTo>
                <a:cubicBezTo>
                  <a:pt x="233425" y="104620"/>
                  <a:pt x="229011" y="99024"/>
                  <a:pt x="226412" y="91996"/>
                </a:cubicBezTo>
                <a:cubicBezTo>
                  <a:pt x="224679" y="87185"/>
                  <a:pt x="223812" y="78156"/>
                  <a:pt x="223812" y="64910"/>
                </a:cubicBezTo>
                <a:lnTo>
                  <a:pt x="223812" y="21933"/>
                </a:lnTo>
                <a:cubicBezTo>
                  <a:pt x="223812" y="15197"/>
                  <a:pt x="222878" y="10779"/>
                  <a:pt x="221010" y="8677"/>
                </a:cubicBezTo>
                <a:cubicBezTo>
                  <a:pt x="219141" y="6575"/>
                  <a:pt x="216122" y="5524"/>
                  <a:pt x="211952" y="5524"/>
                </a:cubicBezTo>
                <a:lnTo>
                  <a:pt x="207809" y="5524"/>
                </a:lnTo>
                <a:lnTo>
                  <a:pt x="207809" y="2437"/>
                </a:lnTo>
                <a:lnTo>
                  <a:pt x="255412" y="2437"/>
                </a:lnTo>
                <a:lnTo>
                  <a:pt x="255412" y="5524"/>
                </a:lnTo>
                <a:lnTo>
                  <a:pt x="251188" y="5524"/>
                </a:lnTo>
                <a:cubicBezTo>
                  <a:pt x="246639" y="5524"/>
                  <a:pt x="243389" y="6952"/>
                  <a:pt x="241440" y="9809"/>
                </a:cubicBezTo>
                <a:cubicBezTo>
                  <a:pt x="240086" y="11748"/>
                  <a:pt x="239409" y="15790"/>
                  <a:pt x="239409" y="21933"/>
                </a:cubicBezTo>
                <a:lnTo>
                  <a:pt x="239409" y="69850"/>
                </a:lnTo>
                <a:cubicBezTo>
                  <a:pt x="239409" y="74122"/>
                  <a:pt x="239801" y="79014"/>
                  <a:pt x="240587" y="84528"/>
                </a:cubicBezTo>
                <a:cubicBezTo>
                  <a:pt x="241372" y="90040"/>
                  <a:pt x="242794" y="94337"/>
                  <a:pt x="244851" y="97418"/>
                </a:cubicBezTo>
                <a:cubicBezTo>
                  <a:pt x="246909" y="100499"/>
                  <a:pt x="249874" y="103039"/>
                  <a:pt x="253746" y="105039"/>
                </a:cubicBezTo>
                <a:cubicBezTo>
                  <a:pt x="257619" y="107039"/>
                  <a:pt x="262371" y="108040"/>
                  <a:pt x="268003" y="108040"/>
                </a:cubicBezTo>
                <a:cubicBezTo>
                  <a:pt x="275205" y="108040"/>
                  <a:pt x="281650" y="106472"/>
                  <a:pt x="287336" y="103338"/>
                </a:cubicBezTo>
                <a:cubicBezTo>
                  <a:pt x="293022" y="100202"/>
                  <a:pt x="296908" y="96189"/>
                  <a:pt x="298993" y="91298"/>
                </a:cubicBezTo>
                <a:cubicBezTo>
                  <a:pt x="301078" y="86405"/>
                  <a:pt x="302121" y="78121"/>
                  <a:pt x="302121" y="66446"/>
                </a:cubicBezTo>
                <a:lnTo>
                  <a:pt x="302121" y="21933"/>
                </a:lnTo>
                <a:cubicBezTo>
                  <a:pt x="302121" y="15089"/>
                  <a:pt x="301362" y="10805"/>
                  <a:pt x="299846" y="9080"/>
                </a:cubicBezTo>
                <a:cubicBezTo>
                  <a:pt x="297734" y="6709"/>
                  <a:pt x="294593" y="5524"/>
                  <a:pt x="290423" y="5524"/>
                </a:cubicBezTo>
                <a:lnTo>
                  <a:pt x="286280" y="5524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561cbd5a74b75"/>
          <a:stretch xmlns:a="http://schemas.openxmlformats.org/drawingml/2006/main"/>
        </p:blipFill>
        <p:spPr>
          <a:xfrm xmlns:a="http://schemas.openxmlformats.org/drawingml/2006/main">
            <a:off x="3394653" y="4553919"/>
            <a:ext cx="341018" cy="341018"/>
          </a:xfrm>
          <a:prstGeom xmlns:a="http://schemas.openxmlformats.org/drawingml/2006/main" prst="rect">
            <a:avLst/>
          </a:prstGeom>
        </p:spPr>
      </p:pic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A543D-3051-4F6C-AB72-87F9D43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148" y="4340108"/>
            <a:ext cx="94668" cy="213728"/>
          </a:xfrm>
          <a:custGeom xmlns:a="http://schemas.openxmlformats.org/drawingml/2006/main">
            <a:pathLst>
              <a:path w="94668" h="213728">
                <a:moveTo>
                  <a:pt x="84828" y="87208"/>
                </a:moveTo>
                <a:lnTo>
                  <a:pt x="86391" y="88215"/>
                </a:lnTo>
                <a:lnTo>
                  <a:pt x="88179" y="88677"/>
                </a:lnTo>
                <a:lnTo>
                  <a:pt x="90026" y="88582"/>
                </a:lnTo>
                <a:lnTo>
                  <a:pt x="91755" y="87907"/>
                </a:lnTo>
                <a:lnTo>
                  <a:pt x="93188" y="86735"/>
                </a:lnTo>
                <a:lnTo>
                  <a:pt x="94194" y="85172"/>
                </a:lnTo>
                <a:lnTo>
                  <a:pt x="94668" y="83384"/>
                </a:lnTo>
                <a:lnTo>
                  <a:pt x="94561" y="81536"/>
                </a:lnTo>
                <a:lnTo>
                  <a:pt x="93887" y="79808"/>
                </a:lnTo>
                <a:lnTo>
                  <a:pt x="47328" y="0"/>
                </a:lnTo>
                <a:lnTo>
                  <a:pt x="770" y="79808"/>
                </a:lnTo>
                <a:lnTo>
                  <a:pt x="107" y="81536"/>
                </a:lnTo>
                <a:lnTo>
                  <a:pt x="0" y="83384"/>
                </a:lnTo>
                <a:lnTo>
                  <a:pt x="474" y="85172"/>
                </a:lnTo>
                <a:lnTo>
                  <a:pt x="1468" y="86735"/>
                </a:lnTo>
                <a:lnTo>
                  <a:pt x="2901" y="87907"/>
                </a:lnTo>
                <a:lnTo>
                  <a:pt x="4630" y="88582"/>
                </a:lnTo>
                <a:lnTo>
                  <a:pt x="6477" y="88677"/>
                </a:lnTo>
                <a:lnTo>
                  <a:pt x="8277" y="88215"/>
                </a:lnTo>
                <a:lnTo>
                  <a:pt x="9828" y="87208"/>
                </a:lnTo>
                <a:lnTo>
                  <a:pt x="11000" y="85776"/>
                </a:lnTo>
                <a:lnTo>
                  <a:pt x="41408" y="33648"/>
                </a:lnTo>
                <a:lnTo>
                  <a:pt x="41408" y="180068"/>
                </a:lnTo>
                <a:lnTo>
                  <a:pt x="11000" y="127941"/>
                </a:lnTo>
                <a:lnTo>
                  <a:pt x="9828" y="126508"/>
                </a:lnTo>
                <a:lnTo>
                  <a:pt x="8277" y="125514"/>
                </a:lnTo>
                <a:lnTo>
                  <a:pt x="6477" y="125040"/>
                </a:lnTo>
                <a:lnTo>
                  <a:pt x="4630" y="125147"/>
                </a:lnTo>
                <a:lnTo>
                  <a:pt x="2901" y="125810"/>
                </a:lnTo>
                <a:lnTo>
                  <a:pt x="1468" y="126982"/>
                </a:lnTo>
                <a:lnTo>
                  <a:pt x="474" y="128545"/>
                </a:lnTo>
                <a:lnTo>
                  <a:pt x="0" y="130333"/>
                </a:lnTo>
                <a:lnTo>
                  <a:pt x="107" y="132180"/>
                </a:lnTo>
                <a:lnTo>
                  <a:pt x="770" y="133909"/>
                </a:lnTo>
                <a:lnTo>
                  <a:pt x="47328" y="213728"/>
                </a:lnTo>
                <a:lnTo>
                  <a:pt x="93887" y="133909"/>
                </a:lnTo>
                <a:lnTo>
                  <a:pt x="94561" y="132180"/>
                </a:lnTo>
                <a:lnTo>
                  <a:pt x="94668" y="130333"/>
                </a:lnTo>
                <a:lnTo>
                  <a:pt x="94194" y="128545"/>
                </a:lnTo>
                <a:lnTo>
                  <a:pt x="93188" y="126982"/>
                </a:lnTo>
                <a:lnTo>
                  <a:pt x="91755" y="125810"/>
                </a:lnTo>
                <a:lnTo>
                  <a:pt x="90026" y="125147"/>
                </a:lnTo>
                <a:lnTo>
                  <a:pt x="88179" y="125040"/>
                </a:lnTo>
                <a:lnTo>
                  <a:pt x="86391" y="125514"/>
                </a:lnTo>
                <a:lnTo>
                  <a:pt x="84828" y="126508"/>
                </a:lnTo>
                <a:lnTo>
                  <a:pt x="83656" y="127941"/>
                </a:lnTo>
                <a:lnTo>
                  <a:pt x="53249" y="180068"/>
                </a:lnTo>
                <a:lnTo>
                  <a:pt x="53249" y="33648"/>
                </a:lnTo>
                <a:lnTo>
                  <a:pt x="83656" y="85776"/>
                </a:lnTo>
                <a:lnTo>
                  <a:pt x="84828" y="87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FD235-D483-4663-958C-EFD18D50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730" y="4079087"/>
            <a:ext cx="514061" cy="266503"/>
          </a:xfrm>
          <a:custGeom xmlns:a="http://schemas.openxmlformats.org/drawingml/2006/main">
            <a:pathLst>
              <a:path w="514061" h="266503">
                <a:moveTo>
                  <a:pt x="0" y="266503"/>
                </a:moveTo>
                <a:lnTo>
                  <a:pt x="514061" y="266503"/>
                </a:lnTo>
                <a:lnTo>
                  <a:pt x="514061" y="0"/>
                </a:lnTo>
                <a:lnTo>
                  <a:pt x="0" y="0"/>
                </a:lnTo>
                <a:lnTo>
                  <a:pt x="0" y="266503"/>
                </a:lnTo>
                <a:close/>
                <a:moveTo>
                  <a:pt x="502220" y="254662"/>
                </a:moveTo>
                <a:lnTo>
                  <a:pt x="11841" y="254662"/>
                </a:lnTo>
                <a:lnTo>
                  <a:pt x="11841" y="11841"/>
                </a:lnTo>
                <a:lnTo>
                  <a:pt x="502220" y="11841"/>
                </a:lnTo>
                <a:lnTo>
                  <a:pt x="502220" y="2546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ESP">
            <a:extLst xmlns:a="http://schemas.openxmlformats.org/drawingml/2006/main">
              <a:ext uri="{FF2B5EF4-FFF2-40B4-BE49-F238E27FC236}">
                <a16:creationId xmlns:a16="http://schemas.microsoft.com/office/drawing/2014/main" id="{F3546F00-8858-47C0-9D88-C3489CA8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815" y="4157137"/>
            <a:ext cx="276862" cy="115026"/>
          </a:xfrm>
          <a:custGeom xmlns:a="http://schemas.openxmlformats.org/drawingml/2006/main">
            <a:pathLst>
              <a:path w="276862" h="115026">
                <a:moveTo>
                  <a:pt x="31356" y="8448"/>
                </a:moveTo>
                <a:lnTo>
                  <a:pt x="31356" y="51827"/>
                </a:lnTo>
                <a:lnTo>
                  <a:pt x="55563" y="51827"/>
                </a:lnTo>
                <a:cubicBezTo>
                  <a:pt x="61845" y="51827"/>
                  <a:pt x="66042" y="50874"/>
                  <a:pt x="68154" y="48968"/>
                </a:cubicBezTo>
                <a:cubicBezTo>
                  <a:pt x="70970" y="46465"/>
                  <a:pt x="72541" y="42057"/>
                  <a:pt x="72866" y="35742"/>
                </a:cubicBezTo>
                <a:lnTo>
                  <a:pt x="75871" y="35742"/>
                </a:lnTo>
                <a:lnTo>
                  <a:pt x="75871" y="74247"/>
                </a:lnTo>
                <a:lnTo>
                  <a:pt x="72866" y="74247"/>
                </a:lnTo>
                <a:cubicBezTo>
                  <a:pt x="72108" y="68885"/>
                  <a:pt x="71349" y="65447"/>
                  <a:pt x="70591" y="63930"/>
                </a:cubicBezTo>
                <a:cubicBezTo>
                  <a:pt x="69617" y="62035"/>
                  <a:pt x="68019" y="60546"/>
                  <a:pt x="65799" y="59462"/>
                </a:cubicBezTo>
                <a:cubicBezTo>
                  <a:pt x="63578" y="58379"/>
                  <a:pt x="60166" y="57838"/>
                  <a:pt x="55563" y="57838"/>
                </a:cubicBezTo>
                <a:lnTo>
                  <a:pt x="31356" y="57838"/>
                </a:lnTo>
                <a:lnTo>
                  <a:pt x="31356" y="94210"/>
                </a:lnTo>
                <a:cubicBezTo>
                  <a:pt x="31356" y="99092"/>
                  <a:pt x="31572" y="102062"/>
                  <a:pt x="32006" y="103120"/>
                </a:cubicBezTo>
                <a:cubicBezTo>
                  <a:pt x="32439" y="104178"/>
                  <a:pt x="33197" y="105019"/>
                  <a:pt x="34280" y="105643"/>
                </a:cubicBezTo>
                <a:cubicBezTo>
                  <a:pt x="35363" y="106266"/>
                  <a:pt x="37421" y="106577"/>
                  <a:pt x="40454" y="106577"/>
                </a:cubicBezTo>
                <a:lnTo>
                  <a:pt x="59137" y="106577"/>
                </a:lnTo>
                <a:cubicBezTo>
                  <a:pt x="65365" y="106577"/>
                  <a:pt x="69887" y="106144"/>
                  <a:pt x="72703" y="105278"/>
                </a:cubicBezTo>
                <a:cubicBezTo>
                  <a:pt x="75519" y="104411"/>
                  <a:pt x="78227" y="102705"/>
                  <a:pt x="80827" y="100160"/>
                </a:cubicBezTo>
                <a:cubicBezTo>
                  <a:pt x="84184" y="96802"/>
                  <a:pt x="87623" y="91739"/>
                  <a:pt x="91143" y="84970"/>
                </a:cubicBezTo>
                <a:lnTo>
                  <a:pt x="94393" y="84970"/>
                </a:lnTo>
                <a:lnTo>
                  <a:pt x="84888" y="112589"/>
                </a:lnTo>
                <a:lnTo>
                  <a:pt x="0" y="112589"/>
                </a:lnTo>
                <a:lnTo>
                  <a:pt x="0" y="109502"/>
                </a:lnTo>
                <a:lnTo>
                  <a:pt x="3899" y="109502"/>
                </a:lnTo>
                <a:cubicBezTo>
                  <a:pt x="6499" y="109502"/>
                  <a:pt x="8963" y="108879"/>
                  <a:pt x="11291" y="107633"/>
                </a:cubicBezTo>
                <a:cubicBezTo>
                  <a:pt x="13024" y="106767"/>
                  <a:pt x="14202" y="105467"/>
                  <a:pt x="14825" y="103734"/>
                </a:cubicBezTo>
                <a:cubicBezTo>
                  <a:pt x="15448" y="102001"/>
                  <a:pt x="15759" y="98454"/>
                  <a:pt x="15759" y="93093"/>
                </a:cubicBezTo>
                <a:lnTo>
                  <a:pt x="15759" y="21608"/>
                </a:lnTo>
                <a:cubicBezTo>
                  <a:pt x="15759" y="14657"/>
                  <a:pt x="15055" y="10374"/>
                  <a:pt x="13647" y="8758"/>
                </a:cubicBezTo>
                <a:cubicBezTo>
                  <a:pt x="11698" y="6602"/>
                  <a:pt x="8448" y="5524"/>
                  <a:pt x="3899" y="5524"/>
                </a:cubicBezTo>
                <a:lnTo>
                  <a:pt x="0" y="5524"/>
                </a:lnTo>
                <a:lnTo>
                  <a:pt x="0" y="2437"/>
                </a:lnTo>
                <a:lnTo>
                  <a:pt x="84888" y="2437"/>
                </a:lnTo>
                <a:lnTo>
                  <a:pt x="86107" y="26644"/>
                </a:lnTo>
                <a:lnTo>
                  <a:pt x="82939" y="26644"/>
                </a:lnTo>
                <a:cubicBezTo>
                  <a:pt x="81801" y="20824"/>
                  <a:pt x="80542" y="16826"/>
                  <a:pt x="79161" y="14650"/>
                </a:cubicBezTo>
                <a:cubicBezTo>
                  <a:pt x="77780" y="12473"/>
                  <a:pt x="75736" y="10814"/>
                  <a:pt x="73028" y="9672"/>
                </a:cubicBezTo>
                <a:cubicBezTo>
                  <a:pt x="70862" y="8856"/>
                  <a:pt x="67044" y="8448"/>
                  <a:pt x="61574" y="8448"/>
                </a:cubicBezTo>
                <a:lnTo>
                  <a:pt x="31356" y="8448"/>
                </a:lnTo>
                <a:close/>
                <a:moveTo>
                  <a:pt x="174105" y="0"/>
                </a:moveTo>
                <a:lnTo>
                  <a:pt x="174105" y="38179"/>
                </a:lnTo>
                <a:lnTo>
                  <a:pt x="171100" y="38179"/>
                </a:lnTo>
                <a:cubicBezTo>
                  <a:pt x="170125" y="30850"/>
                  <a:pt x="168378" y="25014"/>
                  <a:pt x="165860" y="20671"/>
                </a:cubicBezTo>
                <a:cubicBezTo>
                  <a:pt x="163342" y="16327"/>
                  <a:pt x="159754" y="12879"/>
                  <a:pt x="155097" y="10327"/>
                </a:cubicBezTo>
                <a:cubicBezTo>
                  <a:pt x="150440" y="7775"/>
                  <a:pt x="145620" y="6499"/>
                  <a:pt x="140637" y="6499"/>
                </a:cubicBezTo>
                <a:cubicBezTo>
                  <a:pt x="135005" y="6499"/>
                  <a:pt x="130348" y="8216"/>
                  <a:pt x="126665" y="11649"/>
                </a:cubicBezTo>
                <a:cubicBezTo>
                  <a:pt x="122983" y="15083"/>
                  <a:pt x="121142" y="18989"/>
                  <a:pt x="121142" y="23367"/>
                </a:cubicBezTo>
                <a:cubicBezTo>
                  <a:pt x="121142" y="26720"/>
                  <a:pt x="122306" y="29775"/>
                  <a:pt x="124635" y="32534"/>
                </a:cubicBezTo>
                <a:cubicBezTo>
                  <a:pt x="127992" y="36589"/>
                  <a:pt x="135980" y="41995"/>
                  <a:pt x="148598" y="48752"/>
                </a:cubicBezTo>
                <a:cubicBezTo>
                  <a:pt x="158888" y="54268"/>
                  <a:pt x="165914" y="58499"/>
                  <a:pt x="169678" y="61448"/>
                </a:cubicBezTo>
                <a:cubicBezTo>
                  <a:pt x="173442" y="64394"/>
                  <a:pt x="176339" y="67868"/>
                  <a:pt x="178370" y="71871"/>
                </a:cubicBezTo>
                <a:cubicBezTo>
                  <a:pt x="180401" y="75871"/>
                  <a:pt x="181416" y="80063"/>
                  <a:pt x="181416" y="84444"/>
                </a:cubicBezTo>
                <a:cubicBezTo>
                  <a:pt x="181416" y="92772"/>
                  <a:pt x="178181" y="99951"/>
                  <a:pt x="171709" y="105981"/>
                </a:cubicBezTo>
                <a:cubicBezTo>
                  <a:pt x="165237" y="112011"/>
                  <a:pt x="156911" y="115026"/>
                  <a:pt x="146730" y="115026"/>
                </a:cubicBezTo>
                <a:cubicBezTo>
                  <a:pt x="143535" y="115026"/>
                  <a:pt x="140529" y="114779"/>
                  <a:pt x="137713" y="114284"/>
                </a:cubicBezTo>
                <a:cubicBezTo>
                  <a:pt x="136034" y="114010"/>
                  <a:pt x="132555" y="113009"/>
                  <a:pt x="127275" y="111281"/>
                </a:cubicBezTo>
                <a:cubicBezTo>
                  <a:pt x="121994" y="109553"/>
                  <a:pt x="118650" y="108689"/>
                  <a:pt x="117242" y="108689"/>
                </a:cubicBezTo>
                <a:cubicBezTo>
                  <a:pt x="115888" y="108689"/>
                  <a:pt x="114819" y="109101"/>
                  <a:pt x="114034" y="109923"/>
                </a:cubicBezTo>
                <a:cubicBezTo>
                  <a:pt x="113248" y="110746"/>
                  <a:pt x="112666" y="112446"/>
                  <a:pt x="112287" y="115026"/>
                </a:cubicBezTo>
                <a:lnTo>
                  <a:pt x="109282" y="115026"/>
                </a:lnTo>
                <a:lnTo>
                  <a:pt x="109282" y="77171"/>
                </a:lnTo>
                <a:lnTo>
                  <a:pt x="112287" y="77171"/>
                </a:lnTo>
                <a:cubicBezTo>
                  <a:pt x="113695" y="85098"/>
                  <a:pt x="115591" y="91030"/>
                  <a:pt x="117973" y="94966"/>
                </a:cubicBezTo>
                <a:cubicBezTo>
                  <a:pt x="120356" y="98903"/>
                  <a:pt x="123998" y="102174"/>
                  <a:pt x="128899" y="104780"/>
                </a:cubicBezTo>
                <a:cubicBezTo>
                  <a:pt x="133800" y="107386"/>
                  <a:pt x="139175" y="108689"/>
                  <a:pt x="145024" y="108689"/>
                </a:cubicBezTo>
                <a:cubicBezTo>
                  <a:pt x="151793" y="108689"/>
                  <a:pt x="157141" y="106902"/>
                  <a:pt x="161067" y="103326"/>
                </a:cubicBezTo>
                <a:cubicBezTo>
                  <a:pt x="164994" y="99750"/>
                  <a:pt x="166957" y="95524"/>
                  <a:pt x="166957" y="90648"/>
                </a:cubicBezTo>
                <a:cubicBezTo>
                  <a:pt x="166957" y="87939"/>
                  <a:pt x="166212" y="85203"/>
                  <a:pt x="164723" y="82441"/>
                </a:cubicBezTo>
                <a:cubicBezTo>
                  <a:pt x="163234" y="79678"/>
                  <a:pt x="160919" y="77103"/>
                  <a:pt x="157778" y="74719"/>
                </a:cubicBezTo>
                <a:cubicBezTo>
                  <a:pt x="155665" y="73094"/>
                  <a:pt x="149898" y="69662"/>
                  <a:pt x="140475" y="64423"/>
                </a:cubicBezTo>
                <a:cubicBezTo>
                  <a:pt x="131052" y="59181"/>
                  <a:pt x="124350" y="54992"/>
                  <a:pt x="120370" y="51854"/>
                </a:cubicBezTo>
                <a:cubicBezTo>
                  <a:pt x="116389" y="48717"/>
                  <a:pt x="113370" y="45254"/>
                  <a:pt x="111312" y="41467"/>
                </a:cubicBezTo>
                <a:cubicBezTo>
                  <a:pt x="109254" y="37679"/>
                  <a:pt x="108226" y="33514"/>
                  <a:pt x="108226" y="28970"/>
                </a:cubicBezTo>
                <a:cubicBezTo>
                  <a:pt x="108226" y="21071"/>
                  <a:pt x="111258" y="14269"/>
                  <a:pt x="117324" y="8562"/>
                </a:cubicBezTo>
                <a:cubicBezTo>
                  <a:pt x="123389" y="2854"/>
                  <a:pt x="131106" y="0"/>
                  <a:pt x="140475" y="0"/>
                </a:cubicBezTo>
                <a:cubicBezTo>
                  <a:pt x="146324" y="0"/>
                  <a:pt x="152524" y="1435"/>
                  <a:pt x="159077" y="4305"/>
                </a:cubicBezTo>
                <a:cubicBezTo>
                  <a:pt x="162110" y="5659"/>
                  <a:pt x="164249" y="6336"/>
                  <a:pt x="165495" y="6336"/>
                </a:cubicBezTo>
                <a:cubicBezTo>
                  <a:pt x="166903" y="6336"/>
                  <a:pt x="168053" y="5916"/>
                  <a:pt x="168947" y="5077"/>
                </a:cubicBezTo>
                <a:cubicBezTo>
                  <a:pt x="169841" y="4238"/>
                  <a:pt x="170558" y="2545"/>
                  <a:pt x="171100" y="0"/>
                </a:cubicBezTo>
                <a:lnTo>
                  <a:pt x="174105" y="0"/>
                </a:lnTo>
                <a:close/>
                <a:moveTo>
                  <a:pt x="224304" y="61052"/>
                </a:moveTo>
                <a:lnTo>
                  <a:pt x="224304" y="93093"/>
                </a:lnTo>
                <a:cubicBezTo>
                  <a:pt x="224304" y="99991"/>
                  <a:pt x="225062" y="104275"/>
                  <a:pt x="226579" y="105945"/>
                </a:cubicBezTo>
                <a:cubicBezTo>
                  <a:pt x="228637" y="108316"/>
                  <a:pt x="231751" y="109502"/>
                  <a:pt x="235920" y="109502"/>
                </a:cubicBezTo>
                <a:lnTo>
                  <a:pt x="240145" y="109502"/>
                </a:lnTo>
                <a:lnTo>
                  <a:pt x="240145" y="112589"/>
                </a:lnTo>
                <a:lnTo>
                  <a:pt x="192948" y="112589"/>
                </a:lnTo>
                <a:lnTo>
                  <a:pt x="192948" y="109502"/>
                </a:lnTo>
                <a:lnTo>
                  <a:pt x="197091" y="109502"/>
                </a:lnTo>
                <a:cubicBezTo>
                  <a:pt x="201749" y="109502"/>
                  <a:pt x="205079" y="107993"/>
                  <a:pt x="207083" y="104976"/>
                </a:cubicBezTo>
                <a:cubicBezTo>
                  <a:pt x="208166" y="103305"/>
                  <a:pt x="208707" y="99344"/>
                  <a:pt x="208707" y="93093"/>
                </a:cubicBezTo>
                <a:lnTo>
                  <a:pt x="208707" y="21933"/>
                </a:lnTo>
                <a:cubicBezTo>
                  <a:pt x="208707" y="15035"/>
                  <a:pt x="207976" y="10751"/>
                  <a:pt x="206514" y="9080"/>
                </a:cubicBezTo>
                <a:cubicBezTo>
                  <a:pt x="204402" y="6709"/>
                  <a:pt x="201261" y="5524"/>
                  <a:pt x="197091" y="5524"/>
                </a:cubicBezTo>
                <a:lnTo>
                  <a:pt x="192948" y="5524"/>
                </a:lnTo>
                <a:lnTo>
                  <a:pt x="192948" y="2437"/>
                </a:lnTo>
                <a:lnTo>
                  <a:pt x="233321" y="2437"/>
                </a:lnTo>
                <a:cubicBezTo>
                  <a:pt x="243177" y="2437"/>
                  <a:pt x="250949" y="3454"/>
                  <a:pt x="256635" y="5488"/>
                </a:cubicBezTo>
                <a:cubicBezTo>
                  <a:pt x="262321" y="7521"/>
                  <a:pt x="267114" y="10950"/>
                  <a:pt x="271013" y="15777"/>
                </a:cubicBezTo>
                <a:cubicBezTo>
                  <a:pt x="274912" y="20604"/>
                  <a:pt x="276862" y="26324"/>
                  <a:pt x="276862" y="32940"/>
                </a:cubicBezTo>
                <a:cubicBezTo>
                  <a:pt x="276862" y="41942"/>
                  <a:pt x="273897" y="49263"/>
                  <a:pt x="267967" y="54903"/>
                </a:cubicBezTo>
                <a:cubicBezTo>
                  <a:pt x="262037" y="60542"/>
                  <a:pt x="253656" y="63362"/>
                  <a:pt x="242825" y="63362"/>
                </a:cubicBezTo>
                <a:cubicBezTo>
                  <a:pt x="240172" y="63362"/>
                  <a:pt x="237301" y="63169"/>
                  <a:pt x="234215" y="62785"/>
                </a:cubicBezTo>
                <a:cubicBezTo>
                  <a:pt x="231128" y="62399"/>
                  <a:pt x="227824" y="61822"/>
                  <a:pt x="224304" y="61052"/>
                </a:cubicBezTo>
                <a:moveTo>
                  <a:pt x="224304" y="56378"/>
                </a:moveTo>
                <a:cubicBezTo>
                  <a:pt x="227174" y="56920"/>
                  <a:pt x="229720" y="57326"/>
                  <a:pt x="231940" y="57597"/>
                </a:cubicBezTo>
                <a:cubicBezTo>
                  <a:pt x="234160" y="57866"/>
                  <a:pt x="236056" y="58000"/>
                  <a:pt x="237626" y="58000"/>
                </a:cubicBezTo>
                <a:cubicBezTo>
                  <a:pt x="243259" y="58000"/>
                  <a:pt x="248119" y="55825"/>
                  <a:pt x="252208" y="51474"/>
                </a:cubicBezTo>
                <a:cubicBezTo>
                  <a:pt x="256296" y="47121"/>
                  <a:pt x="258341" y="41484"/>
                  <a:pt x="258341" y="34562"/>
                </a:cubicBezTo>
                <a:cubicBezTo>
                  <a:pt x="258341" y="29805"/>
                  <a:pt x="257366" y="25385"/>
                  <a:pt x="255416" y="21303"/>
                </a:cubicBezTo>
                <a:cubicBezTo>
                  <a:pt x="253467" y="17221"/>
                  <a:pt x="250705" y="14167"/>
                  <a:pt x="247131" y="12139"/>
                </a:cubicBezTo>
                <a:cubicBezTo>
                  <a:pt x="243556" y="10112"/>
                  <a:pt x="239495" y="9098"/>
                  <a:pt x="234946" y="9098"/>
                </a:cubicBezTo>
                <a:cubicBezTo>
                  <a:pt x="232184" y="9098"/>
                  <a:pt x="228637" y="9612"/>
                  <a:pt x="224304" y="10639"/>
                </a:cubicBezTo>
                <a:lnTo>
                  <a:pt x="224304" y="56378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3fae5cb4a4f46"/>
          <a:stretch xmlns:a="http://schemas.openxmlformats.org/drawingml/2006/main"/>
        </p:blipFill>
        <p:spPr>
          <a:xfrm xmlns:a="http://schemas.openxmlformats.org/drawingml/2006/main">
            <a:off x="3947387" y="4552498"/>
            <a:ext cx="341018" cy="341018"/>
          </a:xfrm>
          <a:prstGeom xmlns:a="http://schemas.openxmlformats.org/drawingml/2006/main" prst="rect">
            <a:avLst/>
          </a:prstGeom>
        </p:spPr>
      </p:pic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1CFDC-E9E7-48F7-A105-5F5E7B33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074" y="4079087"/>
            <a:ext cx="352374" cy="259399"/>
          </a:xfrm>
          <a:custGeom xmlns:a="http://schemas.openxmlformats.org/drawingml/2006/main">
            <a:pathLst>
              <a:path w="352374" h="259399">
                <a:moveTo>
                  <a:pt x="0" y="259399"/>
                </a:moveTo>
                <a:lnTo>
                  <a:pt x="352374" y="259399"/>
                </a:lnTo>
                <a:lnTo>
                  <a:pt x="352374" y="0"/>
                </a:lnTo>
                <a:lnTo>
                  <a:pt x="0" y="0"/>
                </a:lnTo>
                <a:lnTo>
                  <a:pt x="0" y="259399"/>
                </a:lnTo>
                <a:close/>
                <a:moveTo>
                  <a:pt x="340533" y="247558"/>
                </a:moveTo>
                <a:lnTo>
                  <a:pt x="11841" y="247558"/>
                </a:lnTo>
                <a:lnTo>
                  <a:pt x="11841" y="11841"/>
                </a:lnTo>
                <a:lnTo>
                  <a:pt x="340533" y="11841"/>
                </a:lnTo>
                <a:lnTo>
                  <a:pt x="340533" y="247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...">
            <a:extLst xmlns:a="http://schemas.openxmlformats.org/drawingml/2006/main">
              <a:ext uri="{FF2B5EF4-FFF2-40B4-BE49-F238E27FC236}">
                <a16:creationId xmlns:a16="http://schemas.microsoft.com/office/drawing/2014/main" id="{C9DA2173-7689-4965-9471-09F291AB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525" y="4250414"/>
            <a:ext cx="100920" cy="18034"/>
          </a:xfrm>
          <a:custGeom xmlns:a="http://schemas.openxmlformats.org/drawingml/2006/main">
            <a:pathLst>
              <a:path w="100920" h="18034">
                <a:moveTo>
                  <a:pt x="9017" y="0"/>
                </a:moveTo>
                <a:cubicBezTo>
                  <a:pt x="11562" y="0"/>
                  <a:pt x="13701" y="880"/>
                  <a:pt x="15434" y="2640"/>
                </a:cubicBezTo>
                <a:cubicBezTo>
                  <a:pt x="17167" y="4400"/>
                  <a:pt x="18034" y="6526"/>
                  <a:pt x="18034" y="9017"/>
                </a:cubicBezTo>
                <a:cubicBezTo>
                  <a:pt x="18034" y="11508"/>
                  <a:pt x="17154" y="13634"/>
                  <a:pt x="15394" y="15394"/>
                </a:cubicBezTo>
                <a:cubicBezTo>
                  <a:pt x="13634" y="17154"/>
                  <a:pt x="11508" y="18034"/>
                  <a:pt x="9017" y="18034"/>
                </a:cubicBezTo>
                <a:cubicBezTo>
                  <a:pt x="6526" y="18034"/>
                  <a:pt x="4400" y="17154"/>
                  <a:pt x="2640" y="15394"/>
                </a:cubicBezTo>
                <a:cubicBezTo>
                  <a:pt x="880" y="13634"/>
                  <a:pt x="0" y="11508"/>
                  <a:pt x="0" y="9017"/>
                </a:cubicBezTo>
                <a:cubicBezTo>
                  <a:pt x="0" y="6472"/>
                  <a:pt x="880" y="4332"/>
                  <a:pt x="2640" y="2599"/>
                </a:cubicBezTo>
                <a:cubicBezTo>
                  <a:pt x="4400" y="866"/>
                  <a:pt x="6526" y="0"/>
                  <a:pt x="9017" y="0"/>
                </a:cubicBezTo>
                <a:close/>
                <a:moveTo>
                  <a:pt x="50461" y="0"/>
                </a:moveTo>
                <a:cubicBezTo>
                  <a:pt x="53006" y="0"/>
                  <a:pt x="55145" y="880"/>
                  <a:pt x="56878" y="2640"/>
                </a:cubicBezTo>
                <a:cubicBezTo>
                  <a:pt x="58611" y="4400"/>
                  <a:pt x="59477" y="6526"/>
                  <a:pt x="59477" y="9017"/>
                </a:cubicBezTo>
                <a:cubicBezTo>
                  <a:pt x="59477" y="11508"/>
                  <a:pt x="58597" y="13634"/>
                  <a:pt x="56837" y="15394"/>
                </a:cubicBezTo>
                <a:cubicBezTo>
                  <a:pt x="55077" y="17154"/>
                  <a:pt x="52952" y="18034"/>
                  <a:pt x="50461" y="18034"/>
                </a:cubicBezTo>
                <a:cubicBezTo>
                  <a:pt x="47969" y="18034"/>
                  <a:pt x="45844" y="17154"/>
                  <a:pt x="44084" y="15394"/>
                </a:cubicBezTo>
                <a:cubicBezTo>
                  <a:pt x="42324" y="13634"/>
                  <a:pt x="41444" y="11508"/>
                  <a:pt x="41444" y="9017"/>
                </a:cubicBezTo>
                <a:cubicBezTo>
                  <a:pt x="41444" y="6472"/>
                  <a:pt x="42324" y="4332"/>
                  <a:pt x="44084" y="2599"/>
                </a:cubicBezTo>
                <a:cubicBezTo>
                  <a:pt x="45844" y="866"/>
                  <a:pt x="47969" y="0"/>
                  <a:pt x="50461" y="0"/>
                </a:cubicBezTo>
                <a:close/>
                <a:moveTo>
                  <a:pt x="91903" y="0"/>
                </a:moveTo>
                <a:cubicBezTo>
                  <a:pt x="94449" y="0"/>
                  <a:pt x="96588" y="880"/>
                  <a:pt x="98321" y="2640"/>
                </a:cubicBezTo>
                <a:cubicBezTo>
                  <a:pt x="100054" y="4400"/>
                  <a:pt x="100920" y="6526"/>
                  <a:pt x="100920" y="9017"/>
                </a:cubicBezTo>
                <a:cubicBezTo>
                  <a:pt x="100920" y="11508"/>
                  <a:pt x="100040" y="13634"/>
                  <a:pt x="98280" y="15394"/>
                </a:cubicBezTo>
                <a:cubicBezTo>
                  <a:pt x="96520" y="17154"/>
                  <a:pt x="94395" y="18034"/>
                  <a:pt x="91903" y="18034"/>
                </a:cubicBezTo>
                <a:cubicBezTo>
                  <a:pt x="89412" y="18034"/>
                  <a:pt x="87287" y="17154"/>
                  <a:pt x="85527" y="15394"/>
                </a:cubicBezTo>
                <a:cubicBezTo>
                  <a:pt x="83767" y="13634"/>
                  <a:pt x="82887" y="11508"/>
                  <a:pt x="82887" y="9017"/>
                </a:cubicBezTo>
                <a:cubicBezTo>
                  <a:pt x="82887" y="6472"/>
                  <a:pt x="83767" y="4332"/>
                  <a:pt x="85527" y="2599"/>
                </a:cubicBezTo>
                <a:cubicBezTo>
                  <a:pt x="87287" y="866"/>
                  <a:pt x="89412" y="0"/>
                  <a:pt x="9190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ee56825454f15"/>
          <a:stretch xmlns:a="http://schemas.openxmlformats.org/drawingml/2006/main"/>
        </p:blipFill>
        <p:spPr>
          <a:xfrm xmlns:a="http://schemas.openxmlformats.org/drawingml/2006/main">
            <a:off x="5501861" y="4097807"/>
            <a:ext cx="242975" cy="242975"/>
          </a:xfrm>
          <a:prstGeom xmlns:a="http://schemas.openxmlformats.org/drawingml/2006/main" prst="rect">
            <a:avLst/>
          </a:prstGeom>
        </p:spPr>
      </p:pic>
      <p:sp>
        <p:nvSpPr>
          <p:cNvPr id="58" name="Text ⑦">
            <a:extLst xmlns:a="http://schemas.openxmlformats.org/drawingml/2006/main">
              <a:ext uri="{FF2B5EF4-FFF2-40B4-BE49-F238E27FC236}">
                <a16:creationId xmlns:a16="http://schemas.microsoft.com/office/drawing/2014/main" id="{BC02107D-FCCE-4F0B-99BD-C3EE6A21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714" y="4020277"/>
            <a:ext cx="158046" cy="158046"/>
          </a:xfrm>
          <a:custGeom xmlns:a="http://schemas.openxmlformats.org/drawingml/2006/main">
            <a:pathLst>
              <a:path w="158046" h="158046">
                <a:moveTo>
                  <a:pt x="65382" y="35103"/>
                </a:moveTo>
                <a:cubicBezTo>
                  <a:pt x="59615" y="35103"/>
                  <a:pt x="54734" y="41812"/>
                  <a:pt x="50740" y="55231"/>
                </a:cubicBezTo>
                <a:lnTo>
                  <a:pt x="46749" y="54566"/>
                </a:lnTo>
                <a:lnTo>
                  <a:pt x="49577" y="27282"/>
                </a:lnTo>
                <a:lnTo>
                  <a:pt x="117120" y="27282"/>
                </a:lnTo>
                <a:cubicBezTo>
                  <a:pt x="115678" y="30609"/>
                  <a:pt x="111962" y="38428"/>
                  <a:pt x="105973" y="50740"/>
                </a:cubicBezTo>
                <a:cubicBezTo>
                  <a:pt x="97989" y="66711"/>
                  <a:pt x="92277" y="78800"/>
                  <a:pt x="88838" y="87008"/>
                </a:cubicBezTo>
                <a:cubicBezTo>
                  <a:pt x="81851" y="106418"/>
                  <a:pt x="78357" y="119838"/>
                  <a:pt x="78357" y="127269"/>
                </a:cubicBezTo>
                <a:cubicBezTo>
                  <a:pt x="78357" y="134145"/>
                  <a:pt x="76194" y="137583"/>
                  <a:pt x="71868" y="137583"/>
                </a:cubicBezTo>
                <a:cubicBezTo>
                  <a:pt x="67988" y="137583"/>
                  <a:pt x="66047" y="134367"/>
                  <a:pt x="66047" y="127934"/>
                </a:cubicBezTo>
                <a:cubicBezTo>
                  <a:pt x="66047" y="125050"/>
                  <a:pt x="69540" y="115345"/>
                  <a:pt x="76526" y="98820"/>
                </a:cubicBezTo>
                <a:cubicBezTo>
                  <a:pt x="84734" y="81851"/>
                  <a:pt x="92055" y="67543"/>
                  <a:pt x="98487" y="55898"/>
                </a:cubicBezTo>
                <a:cubicBezTo>
                  <a:pt x="104145" y="45362"/>
                  <a:pt x="107639" y="38430"/>
                  <a:pt x="108969" y="35103"/>
                </a:cubicBezTo>
                <a:lnTo>
                  <a:pt x="65382" y="35103"/>
                </a:ln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Radio">
            <a:extLst xmlns:a="http://schemas.openxmlformats.org/drawingml/2006/main">
              <a:ext uri="{FF2B5EF4-FFF2-40B4-BE49-F238E27FC236}">
                <a16:creationId xmlns:a16="http://schemas.microsoft.com/office/drawing/2014/main" id="{7FB65FF6-AC90-447B-A1FD-4F882A11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447" y="4027207"/>
            <a:ext cx="387764" cy="117788"/>
          </a:xfrm>
          <a:custGeom xmlns:a="http://schemas.openxmlformats.org/drawingml/2006/main">
            <a:pathLst>
              <a:path w="387764" h="117788">
                <a:moveTo>
                  <a:pt x="109583" y="115513"/>
                </a:moveTo>
                <a:lnTo>
                  <a:pt x="80177" y="115513"/>
                </a:lnTo>
                <a:lnTo>
                  <a:pt x="42891" y="64011"/>
                </a:lnTo>
                <a:cubicBezTo>
                  <a:pt x="40129" y="64120"/>
                  <a:pt x="37882" y="64174"/>
                  <a:pt x="36149" y="64174"/>
                </a:cubicBezTo>
                <a:cubicBezTo>
                  <a:pt x="35445" y="64174"/>
                  <a:pt x="34686" y="64160"/>
                  <a:pt x="33874" y="64133"/>
                </a:cubicBezTo>
                <a:cubicBezTo>
                  <a:pt x="33062" y="64106"/>
                  <a:pt x="32222" y="64066"/>
                  <a:pt x="31356" y="64011"/>
                </a:cubicBezTo>
                <a:lnTo>
                  <a:pt x="31356" y="96017"/>
                </a:lnTo>
                <a:cubicBezTo>
                  <a:pt x="31356" y="102915"/>
                  <a:pt x="32114" y="107199"/>
                  <a:pt x="33630" y="108870"/>
                </a:cubicBezTo>
                <a:cubicBezTo>
                  <a:pt x="35688" y="111241"/>
                  <a:pt x="38775" y="112426"/>
                  <a:pt x="42891" y="112426"/>
                </a:cubicBezTo>
                <a:lnTo>
                  <a:pt x="47196" y="112426"/>
                </a:lnTo>
                <a:lnTo>
                  <a:pt x="47196" y="115513"/>
                </a:lnTo>
                <a:lnTo>
                  <a:pt x="0" y="115513"/>
                </a:lnTo>
                <a:lnTo>
                  <a:pt x="0" y="112426"/>
                </a:lnTo>
                <a:lnTo>
                  <a:pt x="4143" y="112426"/>
                </a:lnTo>
                <a:cubicBezTo>
                  <a:pt x="8800" y="112426"/>
                  <a:pt x="12131" y="110917"/>
                  <a:pt x="14135" y="107900"/>
                </a:cubicBezTo>
                <a:cubicBezTo>
                  <a:pt x="15272" y="106230"/>
                  <a:pt x="15840" y="102269"/>
                  <a:pt x="15840" y="96017"/>
                </a:cubicBezTo>
                <a:lnTo>
                  <a:pt x="15840" y="24857"/>
                </a:lnTo>
                <a:cubicBezTo>
                  <a:pt x="15840" y="17959"/>
                  <a:pt x="15082" y="13675"/>
                  <a:pt x="13566" y="12005"/>
                </a:cubicBezTo>
                <a:cubicBezTo>
                  <a:pt x="11454" y="9634"/>
                  <a:pt x="8313" y="8448"/>
                  <a:pt x="4143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0129" y="5361"/>
                </a:lnTo>
                <a:cubicBezTo>
                  <a:pt x="51827" y="5361"/>
                  <a:pt x="60451" y="6213"/>
                  <a:pt x="66002" y="7918"/>
                </a:cubicBezTo>
                <a:cubicBezTo>
                  <a:pt x="71553" y="9622"/>
                  <a:pt x="76264" y="12760"/>
                  <a:pt x="80136" y="17333"/>
                </a:cubicBezTo>
                <a:cubicBezTo>
                  <a:pt x="84008" y="21904"/>
                  <a:pt x="85944" y="27354"/>
                  <a:pt x="85944" y="33684"/>
                </a:cubicBezTo>
                <a:cubicBezTo>
                  <a:pt x="85944" y="40448"/>
                  <a:pt x="83737" y="46319"/>
                  <a:pt x="79324" y="51296"/>
                </a:cubicBezTo>
                <a:cubicBezTo>
                  <a:pt x="74910" y="56273"/>
                  <a:pt x="68073" y="59790"/>
                  <a:pt x="58813" y="61846"/>
                </a:cubicBezTo>
                <a:lnTo>
                  <a:pt x="81558" y="93418"/>
                </a:lnTo>
                <a:cubicBezTo>
                  <a:pt x="86757" y="100675"/>
                  <a:pt x="91224" y="105494"/>
                  <a:pt x="94961" y="107877"/>
                </a:cubicBezTo>
                <a:cubicBezTo>
                  <a:pt x="98698" y="110260"/>
                  <a:pt x="103572" y="111776"/>
                  <a:pt x="109583" y="112426"/>
                </a:cubicBezTo>
                <a:lnTo>
                  <a:pt x="109583" y="115513"/>
                </a:lnTo>
                <a:moveTo>
                  <a:pt x="31356" y="58813"/>
                </a:moveTo>
                <a:cubicBezTo>
                  <a:pt x="32385" y="58813"/>
                  <a:pt x="33278" y="58826"/>
                  <a:pt x="34037" y="58853"/>
                </a:cubicBezTo>
                <a:cubicBezTo>
                  <a:pt x="34795" y="58880"/>
                  <a:pt x="35417" y="58894"/>
                  <a:pt x="35905" y="58894"/>
                </a:cubicBezTo>
                <a:cubicBezTo>
                  <a:pt x="46411" y="58894"/>
                  <a:pt x="54331" y="56623"/>
                  <a:pt x="59665" y="52083"/>
                </a:cubicBezTo>
                <a:cubicBezTo>
                  <a:pt x="65000" y="47541"/>
                  <a:pt x="67667" y="41755"/>
                  <a:pt x="67667" y="34727"/>
                </a:cubicBezTo>
                <a:cubicBezTo>
                  <a:pt x="67667" y="27861"/>
                  <a:pt x="65514" y="22280"/>
                  <a:pt x="61209" y="17983"/>
                </a:cubicBezTo>
                <a:cubicBezTo>
                  <a:pt x="56904" y="13684"/>
                  <a:pt x="51204" y="11535"/>
                  <a:pt x="44109" y="11535"/>
                </a:cubicBezTo>
                <a:cubicBezTo>
                  <a:pt x="40968" y="11535"/>
                  <a:pt x="36717" y="12077"/>
                  <a:pt x="31356" y="13160"/>
                </a:cubicBezTo>
                <a:lnTo>
                  <a:pt x="31356" y="58813"/>
                </a:lnTo>
                <a:close/>
                <a:moveTo>
                  <a:pt x="155228" y="104877"/>
                </a:moveTo>
                <a:cubicBezTo>
                  <a:pt x="147592" y="110778"/>
                  <a:pt x="142800" y="114188"/>
                  <a:pt x="140850" y="115107"/>
                </a:cubicBezTo>
                <a:cubicBezTo>
                  <a:pt x="137926" y="116461"/>
                  <a:pt x="134812" y="117138"/>
                  <a:pt x="131508" y="117138"/>
                </a:cubicBezTo>
                <a:cubicBezTo>
                  <a:pt x="126364" y="117138"/>
                  <a:pt x="122126" y="115378"/>
                  <a:pt x="118795" y="111858"/>
                </a:cubicBezTo>
                <a:cubicBezTo>
                  <a:pt x="115465" y="108337"/>
                  <a:pt x="113800" y="103707"/>
                  <a:pt x="113800" y="97967"/>
                </a:cubicBezTo>
                <a:cubicBezTo>
                  <a:pt x="113800" y="94338"/>
                  <a:pt x="114612" y="91197"/>
                  <a:pt x="116237" y="88544"/>
                </a:cubicBezTo>
                <a:cubicBezTo>
                  <a:pt x="118457" y="84861"/>
                  <a:pt x="122315" y="81395"/>
                  <a:pt x="127812" y="78146"/>
                </a:cubicBezTo>
                <a:cubicBezTo>
                  <a:pt x="133309" y="74897"/>
                  <a:pt x="142448" y="70943"/>
                  <a:pt x="155228" y="66286"/>
                </a:cubicBezTo>
                <a:lnTo>
                  <a:pt x="155228" y="63372"/>
                </a:lnTo>
                <a:cubicBezTo>
                  <a:pt x="155228" y="55980"/>
                  <a:pt x="154050" y="50908"/>
                  <a:pt x="151695" y="48156"/>
                </a:cubicBezTo>
                <a:cubicBezTo>
                  <a:pt x="149339" y="45404"/>
                  <a:pt x="145914" y="44028"/>
                  <a:pt x="141419" y="44028"/>
                </a:cubicBezTo>
                <a:cubicBezTo>
                  <a:pt x="138007" y="44028"/>
                  <a:pt x="135299" y="44949"/>
                  <a:pt x="133295" y="46790"/>
                </a:cubicBezTo>
                <a:cubicBezTo>
                  <a:pt x="131238" y="48631"/>
                  <a:pt x="130209" y="50743"/>
                  <a:pt x="130209" y="53126"/>
                </a:cubicBezTo>
                <a:lnTo>
                  <a:pt x="130371" y="57838"/>
                </a:lnTo>
                <a:cubicBezTo>
                  <a:pt x="130371" y="60329"/>
                  <a:pt x="129735" y="62251"/>
                  <a:pt x="128462" y="63605"/>
                </a:cubicBezTo>
                <a:cubicBezTo>
                  <a:pt x="127189" y="64959"/>
                  <a:pt x="125524" y="65636"/>
                  <a:pt x="123466" y="65636"/>
                </a:cubicBezTo>
                <a:cubicBezTo>
                  <a:pt x="121463" y="65636"/>
                  <a:pt x="119824" y="64930"/>
                  <a:pt x="118552" y="63519"/>
                </a:cubicBezTo>
                <a:cubicBezTo>
                  <a:pt x="117279" y="62106"/>
                  <a:pt x="116643" y="60177"/>
                  <a:pt x="116643" y="57734"/>
                </a:cubicBezTo>
                <a:cubicBezTo>
                  <a:pt x="116643" y="53061"/>
                  <a:pt x="119026" y="48769"/>
                  <a:pt x="123791" y="44858"/>
                </a:cubicBezTo>
                <a:cubicBezTo>
                  <a:pt x="128557" y="40947"/>
                  <a:pt x="135245" y="38992"/>
                  <a:pt x="143856" y="38992"/>
                </a:cubicBezTo>
                <a:cubicBezTo>
                  <a:pt x="150463" y="38992"/>
                  <a:pt x="155878" y="40100"/>
                  <a:pt x="160102" y="42317"/>
                </a:cubicBezTo>
                <a:cubicBezTo>
                  <a:pt x="163297" y="43994"/>
                  <a:pt x="165653" y="46618"/>
                  <a:pt x="167169" y="50189"/>
                </a:cubicBezTo>
                <a:cubicBezTo>
                  <a:pt x="168144" y="52514"/>
                  <a:pt x="168632" y="57274"/>
                  <a:pt x="168632" y="64468"/>
                </a:cubicBezTo>
                <a:lnTo>
                  <a:pt x="168632" y="89701"/>
                </a:lnTo>
                <a:cubicBezTo>
                  <a:pt x="168632" y="96787"/>
                  <a:pt x="168767" y="101128"/>
                  <a:pt x="169038" y="102724"/>
                </a:cubicBezTo>
                <a:cubicBezTo>
                  <a:pt x="169309" y="104320"/>
                  <a:pt x="169755" y="105389"/>
                  <a:pt x="170378" y="105930"/>
                </a:cubicBezTo>
                <a:cubicBezTo>
                  <a:pt x="171001" y="106470"/>
                  <a:pt x="171719" y="106740"/>
                  <a:pt x="172531" y="106740"/>
                </a:cubicBezTo>
                <a:cubicBezTo>
                  <a:pt x="173397" y="106740"/>
                  <a:pt x="174156" y="106550"/>
                  <a:pt x="174805" y="106171"/>
                </a:cubicBezTo>
                <a:cubicBezTo>
                  <a:pt x="175943" y="105467"/>
                  <a:pt x="178136" y="103491"/>
                  <a:pt x="181385" y="100241"/>
                </a:cubicBezTo>
                <a:lnTo>
                  <a:pt x="181385" y="104790"/>
                </a:lnTo>
                <a:cubicBezTo>
                  <a:pt x="175320" y="112914"/>
                  <a:pt x="169525" y="116975"/>
                  <a:pt x="164001" y="116975"/>
                </a:cubicBezTo>
                <a:cubicBezTo>
                  <a:pt x="161348" y="116975"/>
                  <a:pt x="159236" y="116061"/>
                  <a:pt x="157665" y="114234"/>
                </a:cubicBezTo>
                <a:cubicBezTo>
                  <a:pt x="156095" y="112404"/>
                  <a:pt x="155282" y="109285"/>
                  <a:pt x="155228" y="104877"/>
                </a:cubicBezTo>
                <a:moveTo>
                  <a:pt x="155228" y="99609"/>
                </a:moveTo>
                <a:lnTo>
                  <a:pt x="155228" y="71322"/>
                </a:lnTo>
                <a:cubicBezTo>
                  <a:pt x="147051" y="74565"/>
                  <a:pt x="141771" y="76861"/>
                  <a:pt x="139388" y="78212"/>
                </a:cubicBezTo>
                <a:cubicBezTo>
                  <a:pt x="135110" y="80590"/>
                  <a:pt x="132050" y="83076"/>
                  <a:pt x="130209" y="85670"/>
                </a:cubicBezTo>
                <a:cubicBezTo>
                  <a:pt x="128367" y="88263"/>
                  <a:pt x="127447" y="91099"/>
                  <a:pt x="127447" y="94179"/>
                </a:cubicBezTo>
                <a:cubicBezTo>
                  <a:pt x="127447" y="98070"/>
                  <a:pt x="128611" y="101299"/>
                  <a:pt x="130940" y="103866"/>
                </a:cubicBezTo>
                <a:cubicBezTo>
                  <a:pt x="133268" y="106432"/>
                  <a:pt x="135949" y="107715"/>
                  <a:pt x="138982" y="107715"/>
                </a:cubicBezTo>
                <a:cubicBezTo>
                  <a:pt x="143098" y="107715"/>
                  <a:pt x="148513" y="105013"/>
                  <a:pt x="155228" y="99609"/>
                </a:cubicBezTo>
                <a:close/>
                <a:moveTo>
                  <a:pt x="239039" y="107151"/>
                </a:moveTo>
                <a:cubicBezTo>
                  <a:pt x="235411" y="110940"/>
                  <a:pt x="231864" y="113661"/>
                  <a:pt x="228398" y="115312"/>
                </a:cubicBezTo>
                <a:cubicBezTo>
                  <a:pt x="224932" y="116963"/>
                  <a:pt x="221195" y="117788"/>
                  <a:pt x="217188" y="117788"/>
                </a:cubicBezTo>
                <a:cubicBezTo>
                  <a:pt x="209064" y="117788"/>
                  <a:pt x="201970" y="114397"/>
                  <a:pt x="195905" y="107616"/>
                </a:cubicBezTo>
                <a:cubicBezTo>
                  <a:pt x="189839" y="100833"/>
                  <a:pt x="186807" y="92117"/>
                  <a:pt x="186807" y="81469"/>
                </a:cubicBezTo>
                <a:cubicBezTo>
                  <a:pt x="186807" y="70822"/>
                  <a:pt x="190164" y="61081"/>
                  <a:pt x="196879" y="52245"/>
                </a:cubicBezTo>
                <a:cubicBezTo>
                  <a:pt x="203595" y="43410"/>
                  <a:pt x="212232" y="38992"/>
                  <a:pt x="222793" y="38992"/>
                </a:cubicBezTo>
                <a:cubicBezTo>
                  <a:pt x="229345" y="38992"/>
                  <a:pt x="234761" y="41076"/>
                  <a:pt x="239039" y="45244"/>
                </a:cubicBezTo>
                <a:lnTo>
                  <a:pt x="239039" y="31356"/>
                </a:lnTo>
                <a:cubicBezTo>
                  <a:pt x="239039" y="22889"/>
                  <a:pt x="238836" y="17685"/>
                  <a:pt x="238430" y="15744"/>
                </a:cubicBezTo>
                <a:cubicBezTo>
                  <a:pt x="238024" y="13803"/>
                  <a:pt x="237388" y="12481"/>
                  <a:pt x="236521" y="11779"/>
                </a:cubicBezTo>
                <a:cubicBezTo>
                  <a:pt x="235655" y="11075"/>
                  <a:pt x="234571" y="10723"/>
                  <a:pt x="233272" y="10723"/>
                </a:cubicBezTo>
                <a:cubicBezTo>
                  <a:pt x="231864" y="10723"/>
                  <a:pt x="229995" y="11156"/>
                  <a:pt x="227667" y="12022"/>
                </a:cubicBezTo>
                <a:lnTo>
                  <a:pt x="226611" y="9098"/>
                </a:lnTo>
                <a:lnTo>
                  <a:pt x="248787" y="0"/>
                </a:lnTo>
                <a:lnTo>
                  <a:pt x="252443" y="0"/>
                </a:lnTo>
                <a:lnTo>
                  <a:pt x="252443" y="86107"/>
                </a:lnTo>
                <a:cubicBezTo>
                  <a:pt x="252443" y="94790"/>
                  <a:pt x="252646" y="100089"/>
                  <a:pt x="253052" y="102003"/>
                </a:cubicBezTo>
                <a:cubicBezTo>
                  <a:pt x="253458" y="103917"/>
                  <a:pt x="254108" y="105253"/>
                  <a:pt x="255001" y="106011"/>
                </a:cubicBezTo>
                <a:cubicBezTo>
                  <a:pt x="255895" y="106768"/>
                  <a:pt x="256938" y="107146"/>
                  <a:pt x="258129" y="107146"/>
                </a:cubicBezTo>
                <a:cubicBezTo>
                  <a:pt x="259591" y="107146"/>
                  <a:pt x="261541" y="106686"/>
                  <a:pt x="263978" y="105765"/>
                </a:cubicBezTo>
                <a:lnTo>
                  <a:pt x="264871" y="108689"/>
                </a:lnTo>
                <a:lnTo>
                  <a:pt x="242776" y="117788"/>
                </a:lnTo>
                <a:lnTo>
                  <a:pt x="239039" y="117788"/>
                </a:lnTo>
                <a:lnTo>
                  <a:pt x="239039" y="107151"/>
                </a:lnTo>
                <a:moveTo>
                  <a:pt x="239039" y="101478"/>
                </a:moveTo>
                <a:lnTo>
                  <a:pt x="239039" y="63232"/>
                </a:lnTo>
                <a:cubicBezTo>
                  <a:pt x="238714" y="59558"/>
                  <a:pt x="237740" y="56209"/>
                  <a:pt x="236115" y="53185"/>
                </a:cubicBezTo>
                <a:cubicBezTo>
                  <a:pt x="234490" y="50159"/>
                  <a:pt x="232338" y="47877"/>
                  <a:pt x="229657" y="46338"/>
                </a:cubicBezTo>
                <a:cubicBezTo>
                  <a:pt x="226976" y="44798"/>
                  <a:pt x="224363" y="44028"/>
                  <a:pt x="221818" y="44028"/>
                </a:cubicBezTo>
                <a:cubicBezTo>
                  <a:pt x="217052" y="44028"/>
                  <a:pt x="212801" y="46162"/>
                  <a:pt x="209064" y="50430"/>
                </a:cubicBezTo>
                <a:cubicBezTo>
                  <a:pt x="204136" y="56047"/>
                  <a:pt x="201672" y="64258"/>
                  <a:pt x="201672" y="75062"/>
                </a:cubicBezTo>
                <a:cubicBezTo>
                  <a:pt x="201672" y="85974"/>
                  <a:pt x="204055" y="94334"/>
                  <a:pt x="208821" y="100142"/>
                </a:cubicBezTo>
                <a:cubicBezTo>
                  <a:pt x="213586" y="105949"/>
                  <a:pt x="218894" y="108852"/>
                  <a:pt x="224742" y="108852"/>
                </a:cubicBezTo>
                <a:cubicBezTo>
                  <a:pt x="229670" y="108852"/>
                  <a:pt x="234436" y="106394"/>
                  <a:pt x="239039" y="101478"/>
                </a:cubicBezTo>
                <a:close/>
                <a:moveTo>
                  <a:pt x="288296" y="0"/>
                </a:moveTo>
                <a:cubicBezTo>
                  <a:pt x="290570" y="0"/>
                  <a:pt x="292506" y="803"/>
                  <a:pt x="294104" y="2409"/>
                </a:cubicBezTo>
                <a:cubicBezTo>
                  <a:pt x="295701" y="4013"/>
                  <a:pt x="296500" y="5959"/>
                  <a:pt x="296500" y="8245"/>
                </a:cubicBezTo>
                <a:cubicBezTo>
                  <a:pt x="296500" y="10531"/>
                  <a:pt x="295701" y="12491"/>
                  <a:pt x="294104" y="14124"/>
                </a:cubicBezTo>
                <a:cubicBezTo>
                  <a:pt x="292506" y="15756"/>
                  <a:pt x="290570" y="16571"/>
                  <a:pt x="288296" y="16571"/>
                </a:cubicBezTo>
                <a:cubicBezTo>
                  <a:pt x="286021" y="16571"/>
                  <a:pt x="284071" y="15756"/>
                  <a:pt x="282447" y="14124"/>
                </a:cubicBezTo>
                <a:cubicBezTo>
                  <a:pt x="280822" y="12491"/>
                  <a:pt x="280010" y="10531"/>
                  <a:pt x="280010" y="8245"/>
                </a:cubicBezTo>
                <a:cubicBezTo>
                  <a:pt x="280010" y="5959"/>
                  <a:pt x="280809" y="4013"/>
                  <a:pt x="282406" y="2409"/>
                </a:cubicBezTo>
                <a:cubicBezTo>
                  <a:pt x="284004" y="803"/>
                  <a:pt x="285967" y="0"/>
                  <a:pt x="288296" y="0"/>
                </a:cubicBezTo>
                <a:moveTo>
                  <a:pt x="295038" y="38992"/>
                </a:moveTo>
                <a:lnTo>
                  <a:pt x="295038" y="98617"/>
                </a:lnTo>
                <a:cubicBezTo>
                  <a:pt x="295038" y="103301"/>
                  <a:pt x="295376" y="106420"/>
                  <a:pt x="296053" y="107974"/>
                </a:cubicBezTo>
                <a:cubicBezTo>
                  <a:pt x="296730" y="109526"/>
                  <a:pt x="297732" y="110683"/>
                  <a:pt x="299059" y="111446"/>
                </a:cubicBezTo>
                <a:cubicBezTo>
                  <a:pt x="300386" y="112208"/>
                  <a:pt x="302809" y="112589"/>
                  <a:pt x="306329" y="112589"/>
                </a:cubicBezTo>
                <a:lnTo>
                  <a:pt x="306329" y="115513"/>
                </a:lnTo>
                <a:lnTo>
                  <a:pt x="270181" y="115513"/>
                </a:lnTo>
                <a:lnTo>
                  <a:pt x="270181" y="112589"/>
                </a:lnTo>
                <a:cubicBezTo>
                  <a:pt x="273809" y="112589"/>
                  <a:pt x="276246" y="112235"/>
                  <a:pt x="277492" y="111528"/>
                </a:cubicBezTo>
                <a:cubicBezTo>
                  <a:pt x="278737" y="110818"/>
                  <a:pt x="279725" y="109647"/>
                  <a:pt x="280457" y="108014"/>
                </a:cubicBezTo>
                <a:cubicBezTo>
                  <a:pt x="281188" y="106379"/>
                  <a:pt x="281553" y="103247"/>
                  <a:pt x="281553" y="98617"/>
                </a:cubicBezTo>
                <a:lnTo>
                  <a:pt x="281553" y="70185"/>
                </a:lnTo>
                <a:cubicBezTo>
                  <a:pt x="281553" y="62082"/>
                  <a:pt x="281309" y="56834"/>
                  <a:pt x="280822" y="54441"/>
                </a:cubicBezTo>
                <a:cubicBezTo>
                  <a:pt x="280443" y="52700"/>
                  <a:pt x="279847" y="51491"/>
                  <a:pt x="279035" y="50814"/>
                </a:cubicBezTo>
                <a:cubicBezTo>
                  <a:pt x="278223" y="50135"/>
                  <a:pt x="277112" y="49796"/>
                  <a:pt x="275704" y="49796"/>
                </a:cubicBezTo>
                <a:cubicBezTo>
                  <a:pt x="274188" y="49796"/>
                  <a:pt x="272347" y="50202"/>
                  <a:pt x="270181" y="51014"/>
                </a:cubicBezTo>
                <a:lnTo>
                  <a:pt x="269043" y="48090"/>
                </a:lnTo>
                <a:lnTo>
                  <a:pt x="291464" y="38992"/>
                </a:lnTo>
                <a:lnTo>
                  <a:pt x="295038" y="38992"/>
                </a:lnTo>
                <a:close/>
                <a:moveTo>
                  <a:pt x="351940" y="38992"/>
                </a:moveTo>
                <a:cubicBezTo>
                  <a:pt x="363205" y="38992"/>
                  <a:pt x="372249" y="43266"/>
                  <a:pt x="379072" y="51814"/>
                </a:cubicBezTo>
                <a:cubicBezTo>
                  <a:pt x="384867" y="59116"/>
                  <a:pt x="387764" y="67502"/>
                  <a:pt x="387764" y="76971"/>
                </a:cubicBezTo>
                <a:cubicBezTo>
                  <a:pt x="387764" y="83625"/>
                  <a:pt x="386166" y="90360"/>
                  <a:pt x="382971" y="97177"/>
                </a:cubicBezTo>
                <a:cubicBezTo>
                  <a:pt x="379776" y="103992"/>
                  <a:pt x="375376" y="109131"/>
                  <a:pt x="369771" y="112594"/>
                </a:cubicBezTo>
                <a:cubicBezTo>
                  <a:pt x="364166" y="116056"/>
                  <a:pt x="357924" y="117788"/>
                  <a:pt x="351047" y="117788"/>
                </a:cubicBezTo>
                <a:cubicBezTo>
                  <a:pt x="339837" y="117788"/>
                  <a:pt x="330928" y="113324"/>
                  <a:pt x="324321" y="104397"/>
                </a:cubicBezTo>
                <a:cubicBezTo>
                  <a:pt x="318743" y="96878"/>
                  <a:pt x="315954" y="88439"/>
                  <a:pt x="315954" y="79080"/>
                </a:cubicBezTo>
                <a:cubicBezTo>
                  <a:pt x="315954" y="72263"/>
                  <a:pt x="317647" y="65487"/>
                  <a:pt x="321031" y="58752"/>
                </a:cubicBezTo>
                <a:cubicBezTo>
                  <a:pt x="324416" y="52016"/>
                  <a:pt x="328870" y="47039"/>
                  <a:pt x="334394" y="43820"/>
                </a:cubicBezTo>
                <a:cubicBezTo>
                  <a:pt x="339918" y="40601"/>
                  <a:pt x="345767" y="38992"/>
                  <a:pt x="351940" y="38992"/>
                </a:cubicBezTo>
                <a:moveTo>
                  <a:pt x="349422" y="44353"/>
                </a:moveTo>
                <a:cubicBezTo>
                  <a:pt x="346552" y="44353"/>
                  <a:pt x="343668" y="45204"/>
                  <a:pt x="340771" y="46904"/>
                </a:cubicBezTo>
                <a:cubicBezTo>
                  <a:pt x="337874" y="48603"/>
                  <a:pt x="335531" y="51585"/>
                  <a:pt x="333744" y="55848"/>
                </a:cubicBezTo>
                <a:cubicBezTo>
                  <a:pt x="331957" y="60111"/>
                  <a:pt x="331064" y="65587"/>
                  <a:pt x="331064" y="72277"/>
                </a:cubicBezTo>
                <a:cubicBezTo>
                  <a:pt x="331064" y="83069"/>
                  <a:pt x="333216" y="92378"/>
                  <a:pt x="337522" y="100203"/>
                </a:cubicBezTo>
                <a:cubicBezTo>
                  <a:pt x="341827" y="108027"/>
                  <a:pt x="347500" y="111939"/>
                  <a:pt x="354540" y="111939"/>
                </a:cubicBezTo>
                <a:cubicBezTo>
                  <a:pt x="359793" y="111939"/>
                  <a:pt x="364125" y="109780"/>
                  <a:pt x="367537" y="105463"/>
                </a:cubicBezTo>
                <a:cubicBezTo>
                  <a:pt x="370949" y="101146"/>
                  <a:pt x="372655" y="93727"/>
                  <a:pt x="372655" y="83205"/>
                </a:cubicBezTo>
                <a:cubicBezTo>
                  <a:pt x="372655" y="70039"/>
                  <a:pt x="369812" y="59678"/>
                  <a:pt x="364125" y="52124"/>
                </a:cubicBezTo>
                <a:cubicBezTo>
                  <a:pt x="360280" y="46943"/>
                  <a:pt x="355379" y="44353"/>
                  <a:pt x="349422" y="443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4ba96c98d4782"/>
          <a:stretch xmlns:a="http://schemas.openxmlformats.org/drawingml/2006/main"/>
        </p:blipFill>
        <p:spPr>
          <a:xfrm xmlns:a="http://schemas.openxmlformats.org/drawingml/2006/main">
            <a:off x="4407761" y="4548352"/>
            <a:ext cx="380804" cy="345047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D35D9-C28D-4268-B1BA-4FFDD17A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30" y="468628"/>
            <a:ext cx="1204623" cy="451825"/>
          </a:xfrm>
          <a:custGeom xmlns:a="http://schemas.openxmlformats.org/drawingml/2006/main">
            <a:pathLst>
              <a:path w="1204623" h="451825">
                <a:moveTo>
                  <a:pt x="0" y="451825"/>
                </a:moveTo>
                <a:lnTo>
                  <a:pt x="1204623" y="451825"/>
                </a:lnTo>
                <a:lnTo>
                  <a:pt x="1204623" y="0"/>
                </a:lnTo>
                <a:lnTo>
                  <a:pt x="0" y="0"/>
                </a:lnTo>
                <a:lnTo>
                  <a:pt x="0" y="451825"/>
                </a:lnTo>
                <a:close/>
                <a:moveTo>
                  <a:pt x="1192782" y="439984"/>
                </a:moveTo>
                <a:lnTo>
                  <a:pt x="11841" y="439984"/>
                </a:lnTo>
                <a:lnTo>
                  <a:pt x="11841" y="11841"/>
                </a:lnTo>
                <a:lnTo>
                  <a:pt x="1192782" y="11841"/>
                </a:lnTo>
                <a:lnTo>
                  <a:pt x="1192782" y="439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Hardware">
            <a:extLst xmlns:a="http://schemas.openxmlformats.org/drawingml/2006/main">
              <a:ext uri="{FF2B5EF4-FFF2-40B4-BE49-F238E27FC236}">
                <a16:creationId xmlns:a16="http://schemas.microsoft.com/office/drawing/2014/main" id="{B50728E2-0BAD-48F7-AD4B-2676C5EA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13" y="635521"/>
            <a:ext cx="645307" cy="117788"/>
          </a:xfrm>
          <a:custGeom xmlns:a="http://schemas.openxmlformats.org/drawingml/2006/main">
            <a:pathLst>
              <a:path w="645307" h="117788">
                <a:moveTo>
                  <a:pt x="31356" y="56376"/>
                </a:moveTo>
                <a:lnTo>
                  <a:pt x="82533" y="56376"/>
                </a:lnTo>
                <a:lnTo>
                  <a:pt x="82533" y="24857"/>
                </a:lnTo>
                <a:cubicBezTo>
                  <a:pt x="82533" y="19281"/>
                  <a:pt x="82181" y="15608"/>
                  <a:pt x="81476" y="13837"/>
                </a:cubicBezTo>
                <a:cubicBezTo>
                  <a:pt x="80935" y="12497"/>
                  <a:pt x="79798" y="11344"/>
                  <a:pt x="78065" y="10377"/>
                </a:cubicBezTo>
                <a:cubicBezTo>
                  <a:pt x="75736" y="9091"/>
                  <a:pt x="73272" y="8448"/>
                  <a:pt x="70673" y="8448"/>
                </a:cubicBezTo>
                <a:lnTo>
                  <a:pt x="66773" y="8448"/>
                </a:lnTo>
                <a:lnTo>
                  <a:pt x="66773" y="5361"/>
                </a:lnTo>
                <a:lnTo>
                  <a:pt x="113888" y="5361"/>
                </a:lnTo>
                <a:lnTo>
                  <a:pt x="113888" y="8448"/>
                </a:lnTo>
                <a:lnTo>
                  <a:pt x="109989" y="8448"/>
                </a:lnTo>
                <a:cubicBezTo>
                  <a:pt x="107390" y="8448"/>
                  <a:pt x="104926" y="9065"/>
                  <a:pt x="102597" y="10299"/>
                </a:cubicBezTo>
                <a:cubicBezTo>
                  <a:pt x="100864" y="11157"/>
                  <a:pt x="99686" y="12457"/>
                  <a:pt x="99063" y="14201"/>
                </a:cubicBezTo>
                <a:cubicBezTo>
                  <a:pt x="98441" y="15942"/>
                  <a:pt x="98129" y="19494"/>
                  <a:pt x="98129" y="24857"/>
                </a:cubicBezTo>
                <a:lnTo>
                  <a:pt x="98129" y="96017"/>
                </a:lnTo>
                <a:cubicBezTo>
                  <a:pt x="98129" y="101568"/>
                  <a:pt x="98481" y="105233"/>
                  <a:pt x="99185" y="107012"/>
                </a:cubicBezTo>
                <a:cubicBezTo>
                  <a:pt x="99727" y="108359"/>
                  <a:pt x="100837" y="109517"/>
                  <a:pt x="102516" y="110487"/>
                </a:cubicBezTo>
                <a:cubicBezTo>
                  <a:pt x="104899" y="111780"/>
                  <a:pt x="107390" y="112426"/>
                  <a:pt x="109989" y="112426"/>
                </a:cubicBezTo>
                <a:lnTo>
                  <a:pt x="113888" y="112426"/>
                </a:lnTo>
                <a:lnTo>
                  <a:pt x="113888" y="115513"/>
                </a:lnTo>
                <a:lnTo>
                  <a:pt x="66773" y="115513"/>
                </a:lnTo>
                <a:lnTo>
                  <a:pt x="66773" y="112426"/>
                </a:lnTo>
                <a:lnTo>
                  <a:pt x="70673" y="112426"/>
                </a:lnTo>
                <a:cubicBezTo>
                  <a:pt x="75167" y="112426"/>
                  <a:pt x="78444" y="111106"/>
                  <a:pt x="80502" y="108466"/>
                </a:cubicBezTo>
                <a:cubicBezTo>
                  <a:pt x="81856" y="106742"/>
                  <a:pt x="82533" y="102592"/>
                  <a:pt x="82533" y="96017"/>
                </a:cubicBezTo>
                <a:lnTo>
                  <a:pt x="82533" y="62387"/>
                </a:lnTo>
                <a:lnTo>
                  <a:pt x="31356" y="62387"/>
                </a:lnTo>
                <a:lnTo>
                  <a:pt x="31356" y="96017"/>
                </a:lnTo>
                <a:cubicBezTo>
                  <a:pt x="31356" y="101568"/>
                  <a:pt x="31708" y="105233"/>
                  <a:pt x="32412" y="107012"/>
                </a:cubicBezTo>
                <a:cubicBezTo>
                  <a:pt x="32953" y="108359"/>
                  <a:pt x="34091" y="109517"/>
                  <a:pt x="35824" y="110487"/>
                </a:cubicBezTo>
                <a:cubicBezTo>
                  <a:pt x="38152" y="111780"/>
                  <a:pt x="40616" y="112426"/>
                  <a:pt x="43216" y="112426"/>
                </a:cubicBezTo>
                <a:lnTo>
                  <a:pt x="47196" y="112426"/>
                </a:lnTo>
                <a:lnTo>
                  <a:pt x="47196" y="115513"/>
                </a:lnTo>
                <a:lnTo>
                  <a:pt x="0" y="115513"/>
                </a:lnTo>
                <a:lnTo>
                  <a:pt x="0" y="112426"/>
                </a:lnTo>
                <a:lnTo>
                  <a:pt x="3899" y="112426"/>
                </a:lnTo>
                <a:cubicBezTo>
                  <a:pt x="8448" y="112426"/>
                  <a:pt x="11752" y="111106"/>
                  <a:pt x="13810" y="108466"/>
                </a:cubicBezTo>
                <a:cubicBezTo>
                  <a:pt x="15109" y="106742"/>
                  <a:pt x="15759" y="102592"/>
                  <a:pt x="15759" y="96017"/>
                </a:cubicBezTo>
                <a:lnTo>
                  <a:pt x="15759" y="24857"/>
                </a:lnTo>
                <a:cubicBezTo>
                  <a:pt x="15759" y="19281"/>
                  <a:pt x="15407" y="15608"/>
                  <a:pt x="14703" y="13837"/>
                </a:cubicBezTo>
                <a:cubicBezTo>
                  <a:pt x="14162" y="12497"/>
                  <a:pt x="13051" y="11344"/>
                  <a:pt x="11373" y="10377"/>
                </a:cubicBezTo>
                <a:cubicBezTo>
                  <a:pt x="8990" y="9091"/>
                  <a:pt x="6499" y="8448"/>
                  <a:pt x="3899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7196" y="5361"/>
                </a:lnTo>
                <a:lnTo>
                  <a:pt x="47196" y="8448"/>
                </a:lnTo>
                <a:lnTo>
                  <a:pt x="43216" y="8448"/>
                </a:lnTo>
                <a:cubicBezTo>
                  <a:pt x="40616" y="8448"/>
                  <a:pt x="38152" y="9065"/>
                  <a:pt x="35824" y="10299"/>
                </a:cubicBezTo>
                <a:cubicBezTo>
                  <a:pt x="34145" y="11157"/>
                  <a:pt x="32981" y="12457"/>
                  <a:pt x="32331" y="14201"/>
                </a:cubicBezTo>
                <a:cubicBezTo>
                  <a:pt x="31681" y="15942"/>
                  <a:pt x="31356" y="19494"/>
                  <a:pt x="31356" y="24857"/>
                </a:cubicBezTo>
                <a:lnTo>
                  <a:pt x="31356" y="56376"/>
                </a:lnTo>
                <a:close/>
                <a:moveTo>
                  <a:pt x="164109" y="104877"/>
                </a:moveTo>
                <a:cubicBezTo>
                  <a:pt x="156473" y="110778"/>
                  <a:pt x="151680" y="114188"/>
                  <a:pt x="149731" y="115107"/>
                </a:cubicBezTo>
                <a:cubicBezTo>
                  <a:pt x="146806" y="116461"/>
                  <a:pt x="143692" y="117138"/>
                  <a:pt x="140389" y="117138"/>
                </a:cubicBezTo>
                <a:cubicBezTo>
                  <a:pt x="135244" y="117138"/>
                  <a:pt x="131006" y="115378"/>
                  <a:pt x="127676" y="111858"/>
                </a:cubicBezTo>
                <a:cubicBezTo>
                  <a:pt x="124345" y="108337"/>
                  <a:pt x="122680" y="103707"/>
                  <a:pt x="122680" y="97967"/>
                </a:cubicBezTo>
                <a:cubicBezTo>
                  <a:pt x="122680" y="94338"/>
                  <a:pt x="123492" y="91197"/>
                  <a:pt x="125117" y="88544"/>
                </a:cubicBezTo>
                <a:cubicBezTo>
                  <a:pt x="127337" y="84861"/>
                  <a:pt x="131196" y="81395"/>
                  <a:pt x="136693" y="78146"/>
                </a:cubicBezTo>
                <a:cubicBezTo>
                  <a:pt x="142190" y="74897"/>
                  <a:pt x="151328" y="70943"/>
                  <a:pt x="164109" y="66286"/>
                </a:cubicBezTo>
                <a:lnTo>
                  <a:pt x="164109" y="63372"/>
                </a:lnTo>
                <a:cubicBezTo>
                  <a:pt x="164109" y="55980"/>
                  <a:pt x="162931" y="50908"/>
                  <a:pt x="160575" y="48156"/>
                </a:cubicBezTo>
                <a:cubicBezTo>
                  <a:pt x="158219" y="45404"/>
                  <a:pt x="154794" y="44028"/>
                  <a:pt x="150299" y="44028"/>
                </a:cubicBezTo>
                <a:cubicBezTo>
                  <a:pt x="146888" y="44028"/>
                  <a:pt x="144180" y="44949"/>
                  <a:pt x="142176" y="46790"/>
                </a:cubicBezTo>
                <a:cubicBezTo>
                  <a:pt x="140118" y="48631"/>
                  <a:pt x="139089" y="50743"/>
                  <a:pt x="139089" y="53126"/>
                </a:cubicBezTo>
                <a:lnTo>
                  <a:pt x="139252" y="57838"/>
                </a:lnTo>
                <a:cubicBezTo>
                  <a:pt x="139252" y="60329"/>
                  <a:pt x="138615" y="62251"/>
                  <a:pt x="137343" y="63605"/>
                </a:cubicBezTo>
                <a:cubicBezTo>
                  <a:pt x="136070" y="64959"/>
                  <a:pt x="134405" y="65636"/>
                  <a:pt x="132347" y="65636"/>
                </a:cubicBezTo>
                <a:cubicBezTo>
                  <a:pt x="130343" y="65636"/>
                  <a:pt x="128705" y="64930"/>
                  <a:pt x="127432" y="63519"/>
                </a:cubicBezTo>
                <a:cubicBezTo>
                  <a:pt x="126160" y="62106"/>
                  <a:pt x="125523" y="60177"/>
                  <a:pt x="125523" y="57734"/>
                </a:cubicBezTo>
                <a:cubicBezTo>
                  <a:pt x="125523" y="53061"/>
                  <a:pt x="127906" y="48769"/>
                  <a:pt x="132672" y="44858"/>
                </a:cubicBezTo>
                <a:cubicBezTo>
                  <a:pt x="137437" y="40947"/>
                  <a:pt x="144126" y="38992"/>
                  <a:pt x="152736" y="38992"/>
                </a:cubicBezTo>
                <a:cubicBezTo>
                  <a:pt x="159343" y="38992"/>
                  <a:pt x="164759" y="40100"/>
                  <a:pt x="168983" y="42317"/>
                </a:cubicBezTo>
                <a:cubicBezTo>
                  <a:pt x="172178" y="43994"/>
                  <a:pt x="174534" y="46618"/>
                  <a:pt x="176050" y="50189"/>
                </a:cubicBezTo>
                <a:cubicBezTo>
                  <a:pt x="177025" y="52514"/>
                  <a:pt x="177512" y="57274"/>
                  <a:pt x="177512" y="64468"/>
                </a:cubicBezTo>
                <a:lnTo>
                  <a:pt x="177512" y="89701"/>
                </a:lnTo>
                <a:cubicBezTo>
                  <a:pt x="177512" y="96787"/>
                  <a:pt x="177648" y="101128"/>
                  <a:pt x="177918" y="102724"/>
                </a:cubicBezTo>
                <a:cubicBezTo>
                  <a:pt x="178189" y="104320"/>
                  <a:pt x="178636" y="105389"/>
                  <a:pt x="179259" y="105930"/>
                </a:cubicBezTo>
                <a:cubicBezTo>
                  <a:pt x="179882" y="106470"/>
                  <a:pt x="180599" y="106740"/>
                  <a:pt x="181411" y="106740"/>
                </a:cubicBezTo>
                <a:cubicBezTo>
                  <a:pt x="182278" y="106740"/>
                  <a:pt x="183036" y="106550"/>
                  <a:pt x="183686" y="106171"/>
                </a:cubicBezTo>
                <a:cubicBezTo>
                  <a:pt x="184823" y="105467"/>
                  <a:pt x="187017" y="103491"/>
                  <a:pt x="190266" y="100241"/>
                </a:cubicBezTo>
                <a:lnTo>
                  <a:pt x="190266" y="104790"/>
                </a:lnTo>
                <a:cubicBezTo>
                  <a:pt x="184200" y="112914"/>
                  <a:pt x="178406" y="116975"/>
                  <a:pt x="172882" y="116975"/>
                </a:cubicBezTo>
                <a:cubicBezTo>
                  <a:pt x="170228" y="116975"/>
                  <a:pt x="168116" y="116061"/>
                  <a:pt x="166546" y="114234"/>
                </a:cubicBezTo>
                <a:cubicBezTo>
                  <a:pt x="164975" y="112404"/>
                  <a:pt x="164163" y="109285"/>
                  <a:pt x="164109" y="104877"/>
                </a:cubicBezTo>
                <a:moveTo>
                  <a:pt x="164109" y="99609"/>
                </a:moveTo>
                <a:lnTo>
                  <a:pt x="164109" y="71322"/>
                </a:lnTo>
                <a:cubicBezTo>
                  <a:pt x="155931" y="74565"/>
                  <a:pt x="150651" y="76861"/>
                  <a:pt x="148268" y="78212"/>
                </a:cubicBezTo>
                <a:cubicBezTo>
                  <a:pt x="143990" y="80590"/>
                  <a:pt x="140930" y="83076"/>
                  <a:pt x="139089" y="85670"/>
                </a:cubicBezTo>
                <a:cubicBezTo>
                  <a:pt x="137248" y="88263"/>
                  <a:pt x="136327" y="91099"/>
                  <a:pt x="136327" y="94179"/>
                </a:cubicBezTo>
                <a:cubicBezTo>
                  <a:pt x="136327" y="98070"/>
                  <a:pt x="137492" y="101299"/>
                  <a:pt x="139820" y="103866"/>
                </a:cubicBezTo>
                <a:cubicBezTo>
                  <a:pt x="142149" y="106432"/>
                  <a:pt x="144830" y="107715"/>
                  <a:pt x="147862" y="107715"/>
                </a:cubicBezTo>
                <a:cubicBezTo>
                  <a:pt x="151978" y="107715"/>
                  <a:pt x="157394" y="105013"/>
                  <a:pt x="164109" y="99609"/>
                </a:cubicBezTo>
                <a:close/>
                <a:moveTo>
                  <a:pt x="217133" y="38992"/>
                </a:moveTo>
                <a:lnTo>
                  <a:pt x="217133" y="55726"/>
                </a:lnTo>
                <a:cubicBezTo>
                  <a:pt x="223361" y="44570"/>
                  <a:pt x="229751" y="38992"/>
                  <a:pt x="236304" y="38992"/>
                </a:cubicBezTo>
                <a:cubicBezTo>
                  <a:pt x="239282" y="38992"/>
                  <a:pt x="241746" y="39899"/>
                  <a:pt x="243696" y="41713"/>
                </a:cubicBezTo>
                <a:cubicBezTo>
                  <a:pt x="245646" y="43527"/>
                  <a:pt x="246620" y="45626"/>
                  <a:pt x="246620" y="48009"/>
                </a:cubicBezTo>
                <a:cubicBezTo>
                  <a:pt x="246620" y="50121"/>
                  <a:pt x="245916" y="51908"/>
                  <a:pt x="244508" y="53370"/>
                </a:cubicBezTo>
                <a:cubicBezTo>
                  <a:pt x="243100" y="54832"/>
                  <a:pt x="241421" y="55563"/>
                  <a:pt x="239472" y="55563"/>
                </a:cubicBezTo>
                <a:cubicBezTo>
                  <a:pt x="237576" y="55563"/>
                  <a:pt x="235451" y="54643"/>
                  <a:pt x="233095" y="52801"/>
                </a:cubicBezTo>
                <a:cubicBezTo>
                  <a:pt x="230739" y="50960"/>
                  <a:pt x="228993" y="50039"/>
                  <a:pt x="227856" y="50039"/>
                </a:cubicBezTo>
                <a:cubicBezTo>
                  <a:pt x="226881" y="50039"/>
                  <a:pt x="225825" y="50577"/>
                  <a:pt x="224688" y="51651"/>
                </a:cubicBezTo>
                <a:cubicBezTo>
                  <a:pt x="222251" y="53856"/>
                  <a:pt x="219732" y="57486"/>
                  <a:pt x="217133" y="62539"/>
                </a:cubicBezTo>
                <a:lnTo>
                  <a:pt x="217133" y="98129"/>
                </a:lnTo>
                <a:cubicBezTo>
                  <a:pt x="217133" y="102248"/>
                  <a:pt x="217647" y="105364"/>
                  <a:pt x="218676" y="107476"/>
                </a:cubicBezTo>
                <a:cubicBezTo>
                  <a:pt x="219380" y="108940"/>
                  <a:pt x="220626" y="110158"/>
                  <a:pt x="222413" y="111132"/>
                </a:cubicBezTo>
                <a:cubicBezTo>
                  <a:pt x="224200" y="112103"/>
                  <a:pt x="226773" y="112589"/>
                  <a:pt x="230130" y="112589"/>
                </a:cubicBezTo>
                <a:lnTo>
                  <a:pt x="230130" y="115513"/>
                </a:lnTo>
                <a:lnTo>
                  <a:pt x="192032" y="115513"/>
                </a:lnTo>
                <a:lnTo>
                  <a:pt x="192032" y="112589"/>
                </a:lnTo>
                <a:cubicBezTo>
                  <a:pt x="195823" y="112589"/>
                  <a:pt x="198639" y="111986"/>
                  <a:pt x="200480" y="110781"/>
                </a:cubicBezTo>
                <a:cubicBezTo>
                  <a:pt x="201834" y="109905"/>
                  <a:pt x="202782" y="108508"/>
                  <a:pt x="203323" y="106590"/>
                </a:cubicBezTo>
                <a:cubicBezTo>
                  <a:pt x="203594" y="105658"/>
                  <a:pt x="203729" y="103000"/>
                  <a:pt x="203729" y="98617"/>
                </a:cubicBezTo>
                <a:lnTo>
                  <a:pt x="203729" y="70023"/>
                </a:lnTo>
                <a:cubicBezTo>
                  <a:pt x="203729" y="61358"/>
                  <a:pt x="203553" y="56200"/>
                  <a:pt x="203201" y="54548"/>
                </a:cubicBezTo>
                <a:cubicBezTo>
                  <a:pt x="202849" y="52896"/>
                  <a:pt x="202200" y="51691"/>
                  <a:pt x="201252" y="50933"/>
                </a:cubicBezTo>
                <a:cubicBezTo>
                  <a:pt x="200304" y="50175"/>
                  <a:pt x="199126" y="49796"/>
                  <a:pt x="197718" y="49796"/>
                </a:cubicBezTo>
                <a:cubicBezTo>
                  <a:pt x="196039" y="49796"/>
                  <a:pt x="194144" y="50202"/>
                  <a:pt x="192032" y="51014"/>
                </a:cubicBezTo>
                <a:lnTo>
                  <a:pt x="191220" y="48090"/>
                </a:lnTo>
                <a:lnTo>
                  <a:pt x="213721" y="38992"/>
                </a:lnTo>
                <a:lnTo>
                  <a:pt x="217133" y="38992"/>
                </a:lnTo>
                <a:close/>
                <a:moveTo>
                  <a:pt x="302980" y="107151"/>
                </a:moveTo>
                <a:cubicBezTo>
                  <a:pt x="299352" y="110940"/>
                  <a:pt x="295805" y="113661"/>
                  <a:pt x="292339" y="115312"/>
                </a:cubicBezTo>
                <a:cubicBezTo>
                  <a:pt x="288873" y="116963"/>
                  <a:pt x="285136" y="117788"/>
                  <a:pt x="281129" y="117788"/>
                </a:cubicBezTo>
                <a:cubicBezTo>
                  <a:pt x="273005" y="117788"/>
                  <a:pt x="265911" y="114397"/>
                  <a:pt x="259846" y="107616"/>
                </a:cubicBezTo>
                <a:cubicBezTo>
                  <a:pt x="253780" y="100833"/>
                  <a:pt x="250748" y="92117"/>
                  <a:pt x="250748" y="81469"/>
                </a:cubicBezTo>
                <a:cubicBezTo>
                  <a:pt x="250748" y="70822"/>
                  <a:pt x="254105" y="61081"/>
                  <a:pt x="260821" y="52245"/>
                </a:cubicBezTo>
                <a:cubicBezTo>
                  <a:pt x="267536" y="43410"/>
                  <a:pt x="276174" y="38992"/>
                  <a:pt x="286734" y="38992"/>
                </a:cubicBezTo>
                <a:cubicBezTo>
                  <a:pt x="293287" y="38992"/>
                  <a:pt x="298702" y="41076"/>
                  <a:pt x="302980" y="45244"/>
                </a:cubicBezTo>
                <a:lnTo>
                  <a:pt x="302980" y="31356"/>
                </a:lnTo>
                <a:cubicBezTo>
                  <a:pt x="302980" y="22889"/>
                  <a:pt x="302777" y="17685"/>
                  <a:pt x="302371" y="15744"/>
                </a:cubicBezTo>
                <a:cubicBezTo>
                  <a:pt x="301965" y="13803"/>
                  <a:pt x="301329" y="12481"/>
                  <a:pt x="300462" y="11779"/>
                </a:cubicBezTo>
                <a:cubicBezTo>
                  <a:pt x="299596" y="11075"/>
                  <a:pt x="298513" y="10723"/>
                  <a:pt x="297213" y="10723"/>
                </a:cubicBezTo>
                <a:cubicBezTo>
                  <a:pt x="295805" y="10723"/>
                  <a:pt x="293936" y="11156"/>
                  <a:pt x="291608" y="12022"/>
                </a:cubicBezTo>
                <a:lnTo>
                  <a:pt x="290552" y="9098"/>
                </a:lnTo>
                <a:lnTo>
                  <a:pt x="312728" y="0"/>
                </a:lnTo>
                <a:lnTo>
                  <a:pt x="316384" y="0"/>
                </a:lnTo>
                <a:lnTo>
                  <a:pt x="316384" y="86107"/>
                </a:lnTo>
                <a:cubicBezTo>
                  <a:pt x="316384" y="94790"/>
                  <a:pt x="316587" y="100089"/>
                  <a:pt x="316993" y="102003"/>
                </a:cubicBezTo>
                <a:cubicBezTo>
                  <a:pt x="317399" y="103917"/>
                  <a:pt x="318049" y="105253"/>
                  <a:pt x="318943" y="106011"/>
                </a:cubicBezTo>
                <a:cubicBezTo>
                  <a:pt x="319836" y="106768"/>
                  <a:pt x="320879" y="107146"/>
                  <a:pt x="322070" y="107146"/>
                </a:cubicBezTo>
                <a:cubicBezTo>
                  <a:pt x="323532" y="107146"/>
                  <a:pt x="325482" y="106686"/>
                  <a:pt x="327919" y="105765"/>
                </a:cubicBezTo>
                <a:lnTo>
                  <a:pt x="328812" y="108689"/>
                </a:lnTo>
                <a:lnTo>
                  <a:pt x="306717" y="117788"/>
                </a:lnTo>
                <a:lnTo>
                  <a:pt x="302980" y="117788"/>
                </a:lnTo>
                <a:lnTo>
                  <a:pt x="302980" y="107151"/>
                </a:lnTo>
                <a:moveTo>
                  <a:pt x="302980" y="101478"/>
                </a:moveTo>
                <a:lnTo>
                  <a:pt x="302980" y="63232"/>
                </a:lnTo>
                <a:cubicBezTo>
                  <a:pt x="302655" y="59558"/>
                  <a:pt x="301681" y="56209"/>
                  <a:pt x="300056" y="53185"/>
                </a:cubicBezTo>
                <a:cubicBezTo>
                  <a:pt x="298431" y="50159"/>
                  <a:pt x="296279" y="47877"/>
                  <a:pt x="293598" y="46338"/>
                </a:cubicBezTo>
                <a:cubicBezTo>
                  <a:pt x="290917" y="44798"/>
                  <a:pt x="288304" y="44028"/>
                  <a:pt x="285759" y="44028"/>
                </a:cubicBezTo>
                <a:cubicBezTo>
                  <a:pt x="280993" y="44028"/>
                  <a:pt x="276742" y="46162"/>
                  <a:pt x="273005" y="50430"/>
                </a:cubicBezTo>
                <a:cubicBezTo>
                  <a:pt x="268077" y="56047"/>
                  <a:pt x="265613" y="64258"/>
                  <a:pt x="265613" y="75062"/>
                </a:cubicBezTo>
                <a:cubicBezTo>
                  <a:pt x="265613" y="85974"/>
                  <a:pt x="267996" y="94334"/>
                  <a:pt x="272762" y="100142"/>
                </a:cubicBezTo>
                <a:cubicBezTo>
                  <a:pt x="277527" y="105949"/>
                  <a:pt x="282835" y="108852"/>
                  <a:pt x="288683" y="108852"/>
                </a:cubicBezTo>
                <a:cubicBezTo>
                  <a:pt x="293611" y="108852"/>
                  <a:pt x="298377" y="106394"/>
                  <a:pt x="302980" y="101478"/>
                </a:cubicBezTo>
                <a:close/>
                <a:moveTo>
                  <a:pt x="329166" y="41104"/>
                </a:moveTo>
                <a:lnTo>
                  <a:pt x="360360" y="41104"/>
                </a:lnTo>
                <a:lnTo>
                  <a:pt x="360360" y="44028"/>
                </a:lnTo>
                <a:cubicBezTo>
                  <a:pt x="357489" y="44246"/>
                  <a:pt x="355608" y="44765"/>
                  <a:pt x="354714" y="45584"/>
                </a:cubicBezTo>
                <a:cubicBezTo>
                  <a:pt x="353820" y="46402"/>
                  <a:pt x="353374" y="47574"/>
                  <a:pt x="353374" y="49100"/>
                </a:cubicBezTo>
                <a:cubicBezTo>
                  <a:pt x="353374" y="50792"/>
                  <a:pt x="353834" y="52839"/>
                  <a:pt x="354755" y="55238"/>
                </a:cubicBezTo>
                <a:lnTo>
                  <a:pt x="370676" y="97957"/>
                </a:lnTo>
                <a:lnTo>
                  <a:pt x="386679" y="63113"/>
                </a:lnTo>
                <a:lnTo>
                  <a:pt x="382455" y="52233"/>
                </a:lnTo>
                <a:cubicBezTo>
                  <a:pt x="381155" y="48951"/>
                  <a:pt x="379449" y="46681"/>
                  <a:pt x="377337" y="45422"/>
                </a:cubicBezTo>
                <a:cubicBezTo>
                  <a:pt x="376146" y="44657"/>
                  <a:pt x="373926" y="44192"/>
                  <a:pt x="370676" y="44028"/>
                </a:cubicBezTo>
                <a:lnTo>
                  <a:pt x="370676" y="41104"/>
                </a:lnTo>
                <a:lnTo>
                  <a:pt x="406094" y="41104"/>
                </a:lnTo>
                <a:lnTo>
                  <a:pt x="406094" y="44028"/>
                </a:lnTo>
                <a:cubicBezTo>
                  <a:pt x="402195" y="44192"/>
                  <a:pt x="399433" y="44905"/>
                  <a:pt x="397808" y="46166"/>
                </a:cubicBezTo>
                <a:cubicBezTo>
                  <a:pt x="396725" y="47044"/>
                  <a:pt x="396183" y="48443"/>
                  <a:pt x="396183" y="50362"/>
                </a:cubicBezTo>
                <a:cubicBezTo>
                  <a:pt x="396183" y="51445"/>
                  <a:pt x="396400" y="52556"/>
                  <a:pt x="396833" y="53695"/>
                </a:cubicBezTo>
                <a:lnTo>
                  <a:pt x="413730" y="96469"/>
                </a:lnTo>
                <a:lnTo>
                  <a:pt x="429408" y="55238"/>
                </a:lnTo>
                <a:cubicBezTo>
                  <a:pt x="430491" y="52292"/>
                  <a:pt x="431032" y="49946"/>
                  <a:pt x="431032" y="48202"/>
                </a:cubicBezTo>
                <a:cubicBezTo>
                  <a:pt x="431032" y="47164"/>
                  <a:pt x="430504" y="46237"/>
                  <a:pt x="429448" y="45419"/>
                </a:cubicBezTo>
                <a:cubicBezTo>
                  <a:pt x="428392" y="44600"/>
                  <a:pt x="426321" y="44136"/>
                  <a:pt x="423234" y="44028"/>
                </a:cubicBezTo>
                <a:lnTo>
                  <a:pt x="423234" y="41104"/>
                </a:lnTo>
                <a:lnTo>
                  <a:pt x="446710" y="41104"/>
                </a:lnTo>
                <a:lnTo>
                  <a:pt x="446710" y="44028"/>
                </a:lnTo>
                <a:cubicBezTo>
                  <a:pt x="441999" y="44736"/>
                  <a:pt x="438533" y="47945"/>
                  <a:pt x="436312" y="53657"/>
                </a:cubicBezTo>
                <a:lnTo>
                  <a:pt x="411455" y="117788"/>
                </a:lnTo>
                <a:lnTo>
                  <a:pt x="408125" y="117788"/>
                </a:lnTo>
                <a:lnTo>
                  <a:pt x="389522" y="70353"/>
                </a:lnTo>
                <a:lnTo>
                  <a:pt x="367833" y="117788"/>
                </a:lnTo>
                <a:lnTo>
                  <a:pt x="364827" y="117788"/>
                </a:lnTo>
                <a:lnTo>
                  <a:pt x="340945" y="55238"/>
                </a:lnTo>
                <a:cubicBezTo>
                  <a:pt x="339375" y="51256"/>
                  <a:pt x="337831" y="48570"/>
                  <a:pt x="336315" y="47178"/>
                </a:cubicBezTo>
                <a:cubicBezTo>
                  <a:pt x="334798" y="45787"/>
                  <a:pt x="332416" y="44737"/>
                  <a:pt x="329166" y="44028"/>
                </a:cubicBezTo>
                <a:lnTo>
                  <a:pt x="329166" y="41104"/>
                </a:lnTo>
                <a:close/>
                <a:moveTo>
                  <a:pt x="495062" y="104877"/>
                </a:moveTo>
                <a:cubicBezTo>
                  <a:pt x="487426" y="110778"/>
                  <a:pt x="482634" y="114188"/>
                  <a:pt x="480684" y="115107"/>
                </a:cubicBezTo>
                <a:cubicBezTo>
                  <a:pt x="477760" y="116461"/>
                  <a:pt x="474646" y="117138"/>
                  <a:pt x="471342" y="117138"/>
                </a:cubicBezTo>
                <a:cubicBezTo>
                  <a:pt x="466198" y="117138"/>
                  <a:pt x="461960" y="115378"/>
                  <a:pt x="458629" y="111858"/>
                </a:cubicBezTo>
                <a:cubicBezTo>
                  <a:pt x="455299" y="108337"/>
                  <a:pt x="453634" y="103707"/>
                  <a:pt x="453634" y="97967"/>
                </a:cubicBezTo>
                <a:cubicBezTo>
                  <a:pt x="453634" y="94338"/>
                  <a:pt x="454446" y="91197"/>
                  <a:pt x="456070" y="88544"/>
                </a:cubicBezTo>
                <a:cubicBezTo>
                  <a:pt x="458291" y="84861"/>
                  <a:pt x="462149" y="81395"/>
                  <a:pt x="467646" y="78146"/>
                </a:cubicBezTo>
                <a:cubicBezTo>
                  <a:pt x="473143" y="74897"/>
                  <a:pt x="482282" y="70943"/>
                  <a:pt x="495062" y="66286"/>
                </a:cubicBezTo>
                <a:lnTo>
                  <a:pt x="495062" y="63372"/>
                </a:lnTo>
                <a:cubicBezTo>
                  <a:pt x="495062" y="55980"/>
                  <a:pt x="493884" y="50908"/>
                  <a:pt x="491529" y="48156"/>
                </a:cubicBezTo>
                <a:cubicBezTo>
                  <a:pt x="489173" y="45404"/>
                  <a:pt x="485748" y="44028"/>
                  <a:pt x="481253" y="44028"/>
                </a:cubicBezTo>
                <a:cubicBezTo>
                  <a:pt x="477841" y="44028"/>
                  <a:pt x="475133" y="44949"/>
                  <a:pt x="473129" y="46790"/>
                </a:cubicBezTo>
                <a:cubicBezTo>
                  <a:pt x="471071" y="48631"/>
                  <a:pt x="470043" y="50743"/>
                  <a:pt x="470043" y="53126"/>
                </a:cubicBezTo>
                <a:lnTo>
                  <a:pt x="470205" y="57838"/>
                </a:lnTo>
                <a:cubicBezTo>
                  <a:pt x="470205" y="60329"/>
                  <a:pt x="469569" y="62251"/>
                  <a:pt x="468296" y="63605"/>
                </a:cubicBezTo>
                <a:cubicBezTo>
                  <a:pt x="467023" y="64959"/>
                  <a:pt x="465358" y="65636"/>
                  <a:pt x="463300" y="65636"/>
                </a:cubicBezTo>
                <a:cubicBezTo>
                  <a:pt x="461296" y="65636"/>
                  <a:pt x="459658" y="64930"/>
                  <a:pt x="458386" y="63519"/>
                </a:cubicBezTo>
                <a:cubicBezTo>
                  <a:pt x="457113" y="62106"/>
                  <a:pt x="456477" y="60177"/>
                  <a:pt x="456477" y="57734"/>
                </a:cubicBezTo>
                <a:cubicBezTo>
                  <a:pt x="456477" y="53061"/>
                  <a:pt x="458859" y="48769"/>
                  <a:pt x="463625" y="44858"/>
                </a:cubicBezTo>
                <a:cubicBezTo>
                  <a:pt x="468391" y="40947"/>
                  <a:pt x="475079" y="38992"/>
                  <a:pt x="483690" y="38992"/>
                </a:cubicBezTo>
                <a:cubicBezTo>
                  <a:pt x="490297" y="38992"/>
                  <a:pt x="495712" y="40100"/>
                  <a:pt x="499936" y="42317"/>
                </a:cubicBezTo>
                <a:cubicBezTo>
                  <a:pt x="503131" y="43994"/>
                  <a:pt x="505487" y="46618"/>
                  <a:pt x="507003" y="50189"/>
                </a:cubicBezTo>
                <a:cubicBezTo>
                  <a:pt x="507978" y="52514"/>
                  <a:pt x="508466" y="57274"/>
                  <a:pt x="508466" y="64468"/>
                </a:cubicBezTo>
                <a:lnTo>
                  <a:pt x="508466" y="89701"/>
                </a:lnTo>
                <a:cubicBezTo>
                  <a:pt x="508466" y="96787"/>
                  <a:pt x="508601" y="101128"/>
                  <a:pt x="508872" y="102724"/>
                </a:cubicBezTo>
                <a:cubicBezTo>
                  <a:pt x="509143" y="104320"/>
                  <a:pt x="509589" y="105389"/>
                  <a:pt x="510212" y="105930"/>
                </a:cubicBezTo>
                <a:cubicBezTo>
                  <a:pt x="510835" y="106470"/>
                  <a:pt x="511552" y="106740"/>
                  <a:pt x="512365" y="106740"/>
                </a:cubicBezTo>
                <a:cubicBezTo>
                  <a:pt x="513231" y="106740"/>
                  <a:pt x="513989" y="106550"/>
                  <a:pt x="514639" y="106171"/>
                </a:cubicBezTo>
                <a:cubicBezTo>
                  <a:pt x="515777" y="105467"/>
                  <a:pt x="517970" y="103491"/>
                  <a:pt x="521219" y="100241"/>
                </a:cubicBezTo>
                <a:lnTo>
                  <a:pt x="521219" y="104790"/>
                </a:lnTo>
                <a:cubicBezTo>
                  <a:pt x="515154" y="112914"/>
                  <a:pt x="509359" y="116975"/>
                  <a:pt x="503835" y="116975"/>
                </a:cubicBezTo>
                <a:cubicBezTo>
                  <a:pt x="501182" y="116975"/>
                  <a:pt x="499070" y="116061"/>
                  <a:pt x="497499" y="114234"/>
                </a:cubicBezTo>
                <a:cubicBezTo>
                  <a:pt x="495929" y="112404"/>
                  <a:pt x="495116" y="109285"/>
                  <a:pt x="495062" y="104877"/>
                </a:cubicBezTo>
                <a:moveTo>
                  <a:pt x="495062" y="99609"/>
                </a:moveTo>
                <a:lnTo>
                  <a:pt x="495062" y="71322"/>
                </a:lnTo>
                <a:cubicBezTo>
                  <a:pt x="486885" y="74565"/>
                  <a:pt x="481605" y="76861"/>
                  <a:pt x="479222" y="78212"/>
                </a:cubicBezTo>
                <a:cubicBezTo>
                  <a:pt x="474944" y="80590"/>
                  <a:pt x="471884" y="83076"/>
                  <a:pt x="470043" y="85670"/>
                </a:cubicBezTo>
                <a:cubicBezTo>
                  <a:pt x="468201" y="88263"/>
                  <a:pt x="467281" y="91099"/>
                  <a:pt x="467281" y="94179"/>
                </a:cubicBezTo>
                <a:cubicBezTo>
                  <a:pt x="467281" y="98070"/>
                  <a:pt x="468445" y="101299"/>
                  <a:pt x="470774" y="103866"/>
                </a:cubicBezTo>
                <a:cubicBezTo>
                  <a:pt x="473102" y="106432"/>
                  <a:pt x="475783" y="107715"/>
                  <a:pt x="478816" y="107715"/>
                </a:cubicBezTo>
                <a:cubicBezTo>
                  <a:pt x="482931" y="107715"/>
                  <a:pt x="488347" y="105013"/>
                  <a:pt x="495062" y="99609"/>
                </a:cubicBezTo>
                <a:close/>
                <a:moveTo>
                  <a:pt x="548087" y="38992"/>
                </a:moveTo>
                <a:lnTo>
                  <a:pt x="548087" y="55726"/>
                </a:lnTo>
                <a:cubicBezTo>
                  <a:pt x="554314" y="44570"/>
                  <a:pt x="560705" y="38992"/>
                  <a:pt x="567257" y="38992"/>
                </a:cubicBezTo>
                <a:cubicBezTo>
                  <a:pt x="570236" y="38992"/>
                  <a:pt x="572700" y="39899"/>
                  <a:pt x="574650" y="41713"/>
                </a:cubicBezTo>
                <a:cubicBezTo>
                  <a:pt x="576599" y="43527"/>
                  <a:pt x="577574" y="45626"/>
                  <a:pt x="577574" y="48009"/>
                </a:cubicBezTo>
                <a:cubicBezTo>
                  <a:pt x="577574" y="50121"/>
                  <a:pt x="576870" y="51908"/>
                  <a:pt x="575462" y="53370"/>
                </a:cubicBezTo>
                <a:cubicBezTo>
                  <a:pt x="574054" y="54832"/>
                  <a:pt x="572375" y="55563"/>
                  <a:pt x="570426" y="55563"/>
                </a:cubicBezTo>
                <a:cubicBezTo>
                  <a:pt x="568530" y="55563"/>
                  <a:pt x="566405" y="54643"/>
                  <a:pt x="564049" y="52801"/>
                </a:cubicBezTo>
                <a:cubicBezTo>
                  <a:pt x="561693" y="50960"/>
                  <a:pt x="559947" y="50039"/>
                  <a:pt x="558809" y="50039"/>
                </a:cubicBezTo>
                <a:cubicBezTo>
                  <a:pt x="557834" y="50039"/>
                  <a:pt x="556778" y="50577"/>
                  <a:pt x="555641" y="51651"/>
                </a:cubicBezTo>
                <a:cubicBezTo>
                  <a:pt x="553204" y="53856"/>
                  <a:pt x="550686" y="57486"/>
                  <a:pt x="548087" y="62539"/>
                </a:cubicBezTo>
                <a:lnTo>
                  <a:pt x="548087" y="98129"/>
                </a:lnTo>
                <a:cubicBezTo>
                  <a:pt x="548087" y="102248"/>
                  <a:pt x="548601" y="105364"/>
                  <a:pt x="549630" y="107476"/>
                </a:cubicBezTo>
                <a:cubicBezTo>
                  <a:pt x="550334" y="108940"/>
                  <a:pt x="551580" y="110158"/>
                  <a:pt x="553367" y="111132"/>
                </a:cubicBezTo>
                <a:cubicBezTo>
                  <a:pt x="555154" y="112103"/>
                  <a:pt x="557726" y="112589"/>
                  <a:pt x="561084" y="112589"/>
                </a:cubicBezTo>
                <a:lnTo>
                  <a:pt x="561084" y="115513"/>
                </a:lnTo>
                <a:lnTo>
                  <a:pt x="522986" y="115513"/>
                </a:lnTo>
                <a:lnTo>
                  <a:pt x="522986" y="112589"/>
                </a:lnTo>
                <a:cubicBezTo>
                  <a:pt x="526776" y="112589"/>
                  <a:pt x="529593" y="111986"/>
                  <a:pt x="531434" y="110781"/>
                </a:cubicBezTo>
                <a:cubicBezTo>
                  <a:pt x="532788" y="109905"/>
                  <a:pt x="533735" y="108508"/>
                  <a:pt x="534277" y="106590"/>
                </a:cubicBezTo>
                <a:cubicBezTo>
                  <a:pt x="534548" y="105658"/>
                  <a:pt x="534683" y="103000"/>
                  <a:pt x="534683" y="98617"/>
                </a:cubicBezTo>
                <a:lnTo>
                  <a:pt x="534683" y="70023"/>
                </a:lnTo>
                <a:cubicBezTo>
                  <a:pt x="534683" y="61358"/>
                  <a:pt x="534507" y="56200"/>
                  <a:pt x="534155" y="54548"/>
                </a:cubicBezTo>
                <a:cubicBezTo>
                  <a:pt x="533803" y="52896"/>
                  <a:pt x="533153" y="51691"/>
                  <a:pt x="532206" y="50933"/>
                </a:cubicBezTo>
                <a:cubicBezTo>
                  <a:pt x="531258" y="50175"/>
                  <a:pt x="530080" y="49796"/>
                  <a:pt x="528672" y="49796"/>
                </a:cubicBezTo>
                <a:cubicBezTo>
                  <a:pt x="526993" y="49796"/>
                  <a:pt x="525098" y="50202"/>
                  <a:pt x="522986" y="51014"/>
                </a:cubicBezTo>
                <a:lnTo>
                  <a:pt x="522173" y="48090"/>
                </a:lnTo>
                <a:lnTo>
                  <a:pt x="544675" y="38992"/>
                </a:lnTo>
                <a:lnTo>
                  <a:pt x="548087" y="38992"/>
                </a:lnTo>
                <a:close/>
                <a:moveTo>
                  <a:pt x="593886" y="69210"/>
                </a:moveTo>
                <a:cubicBezTo>
                  <a:pt x="593832" y="80207"/>
                  <a:pt x="596513" y="88832"/>
                  <a:pt x="601928" y="95086"/>
                </a:cubicBezTo>
                <a:cubicBezTo>
                  <a:pt x="607344" y="101339"/>
                  <a:pt x="613707" y="104465"/>
                  <a:pt x="621018" y="104465"/>
                </a:cubicBezTo>
                <a:cubicBezTo>
                  <a:pt x="625892" y="104465"/>
                  <a:pt x="630130" y="103119"/>
                  <a:pt x="633731" y="100427"/>
                </a:cubicBezTo>
                <a:cubicBezTo>
                  <a:pt x="637332" y="97734"/>
                  <a:pt x="640351" y="93123"/>
                  <a:pt x="642788" y="86594"/>
                </a:cubicBezTo>
                <a:lnTo>
                  <a:pt x="645307" y="88226"/>
                </a:lnTo>
                <a:cubicBezTo>
                  <a:pt x="644169" y="95685"/>
                  <a:pt x="640866" y="102476"/>
                  <a:pt x="635396" y="108601"/>
                </a:cubicBezTo>
                <a:cubicBezTo>
                  <a:pt x="629927" y="114725"/>
                  <a:pt x="623076" y="117788"/>
                  <a:pt x="614844" y="117788"/>
                </a:cubicBezTo>
                <a:cubicBezTo>
                  <a:pt x="605909" y="117788"/>
                  <a:pt x="598259" y="114316"/>
                  <a:pt x="591896" y="107372"/>
                </a:cubicBezTo>
                <a:cubicBezTo>
                  <a:pt x="585533" y="100427"/>
                  <a:pt x="582351" y="91090"/>
                  <a:pt x="582351" y="79362"/>
                </a:cubicBezTo>
                <a:cubicBezTo>
                  <a:pt x="582351" y="66663"/>
                  <a:pt x="585614" y="56760"/>
                  <a:pt x="592140" y="49654"/>
                </a:cubicBezTo>
                <a:cubicBezTo>
                  <a:pt x="598666" y="42546"/>
                  <a:pt x="606856" y="38992"/>
                  <a:pt x="616713" y="38992"/>
                </a:cubicBezTo>
                <a:cubicBezTo>
                  <a:pt x="625053" y="38992"/>
                  <a:pt x="631903" y="41733"/>
                  <a:pt x="637265" y="47217"/>
                </a:cubicBezTo>
                <a:cubicBezTo>
                  <a:pt x="642626" y="52698"/>
                  <a:pt x="645307" y="60029"/>
                  <a:pt x="645307" y="69210"/>
                </a:cubicBezTo>
                <a:lnTo>
                  <a:pt x="593886" y="69210"/>
                </a:lnTo>
                <a:moveTo>
                  <a:pt x="593886" y="64499"/>
                </a:moveTo>
                <a:lnTo>
                  <a:pt x="628329" y="64499"/>
                </a:lnTo>
                <a:cubicBezTo>
                  <a:pt x="628058" y="59772"/>
                  <a:pt x="627490" y="56442"/>
                  <a:pt x="626623" y="54510"/>
                </a:cubicBezTo>
                <a:cubicBezTo>
                  <a:pt x="625269" y="51501"/>
                  <a:pt x="623252" y="49137"/>
                  <a:pt x="620571" y="47420"/>
                </a:cubicBezTo>
                <a:cubicBezTo>
                  <a:pt x="617891" y="45700"/>
                  <a:pt x="615088" y="44841"/>
                  <a:pt x="612164" y="44841"/>
                </a:cubicBezTo>
                <a:cubicBezTo>
                  <a:pt x="607669" y="44841"/>
                  <a:pt x="603648" y="46573"/>
                  <a:pt x="600101" y="50037"/>
                </a:cubicBezTo>
                <a:cubicBezTo>
                  <a:pt x="596553" y="53501"/>
                  <a:pt x="594482" y="58322"/>
                  <a:pt x="593886" y="644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72b85797841f1"/>
          <a:stretch xmlns:a="http://schemas.openxmlformats.org/drawingml/2006/main"/>
        </p:blipFill>
        <p:spPr>
          <a:xfrm xmlns:a="http://schemas.openxmlformats.org/drawingml/2006/main">
            <a:off x="2197069" y="474489"/>
            <a:ext cx="576402" cy="453270"/>
          </a:xfrm>
          <a:prstGeom xmlns:a="http://schemas.openxmlformats.org/drawingml/2006/main" prst="rect">
            <a:avLst/>
          </a:prstGeom>
        </p:spPr>
      </p:pic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B3161-E276-46F8-97DA-13CC87AE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450" y="77191"/>
            <a:ext cx="1329580" cy="1138752"/>
          </a:xfrm>
          <a:custGeom xmlns:a="http://schemas.openxmlformats.org/drawingml/2006/main">
            <a:pathLst>
              <a:path w="1329580" h="1138752">
                <a:moveTo>
                  <a:pt x="39418" y="11841"/>
                </a:moveTo>
                <a:lnTo>
                  <a:pt x="86782" y="11841"/>
                </a:lnTo>
                <a:lnTo>
                  <a:pt x="86782" y="0"/>
                </a:lnTo>
                <a:lnTo>
                  <a:pt x="39418" y="0"/>
                </a:lnTo>
                <a:lnTo>
                  <a:pt x="39418" y="11841"/>
                </a:lnTo>
                <a:close/>
                <a:moveTo>
                  <a:pt x="169668" y="11841"/>
                </a:moveTo>
                <a:lnTo>
                  <a:pt x="169668" y="0"/>
                </a:lnTo>
                <a:lnTo>
                  <a:pt x="122305" y="0"/>
                </a:lnTo>
                <a:lnTo>
                  <a:pt x="122305" y="11841"/>
                </a:lnTo>
                <a:lnTo>
                  <a:pt x="169668" y="11841"/>
                </a:lnTo>
                <a:close/>
                <a:moveTo>
                  <a:pt x="252555" y="11841"/>
                </a:moveTo>
                <a:lnTo>
                  <a:pt x="252555" y="0"/>
                </a:lnTo>
                <a:lnTo>
                  <a:pt x="205191" y="0"/>
                </a:lnTo>
                <a:lnTo>
                  <a:pt x="205191" y="11841"/>
                </a:lnTo>
                <a:lnTo>
                  <a:pt x="252555" y="11841"/>
                </a:lnTo>
                <a:close/>
                <a:moveTo>
                  <a:pt x="335441" y="11841"/>
                </a:moveTo>
                <a:lnTo>
                  <a:pt x="335441" y="0"/>
                </a:lnTo>
                <a:lnTo>
                  <a:pt x="288077" y="0"/>
                </a:lnTo>
                <a:lnTo>
                  <a:pt x="288077" y="11841"/>
                </a:lnTo>
                <a:lnTo>
                  <a:pt x="335441" y="11841"/>
                </a:lnTo>
                <a:close/>
                <a:moveTo>
                  <a:pt x="11841" y="7945"/>
                </a:moveTo>
                <a:lnTo>
                  <a:pt x="0" y="7945"/>
                </a:lnTo>
                <a:lnTo>
                  <a:pt x="0" y="55309"/>
                </a:lnTo>
                <a:lnTo>
                  <a:pt x="11841" y="55309"/>
                </a:lnTo>
                <a:lnTo>
                  <a:pt x="11841" y="7945"/>
                </a:lnTo>
                <a:close/>
                <a:moveTo>
                  <a:pt x="11841" y="90832"/>
                </a:moveTo>
                <a:lnTo>
                  <a:pt x="0" y="90832"/>
                </a:lnTo>
                <a:lnTo>
                  <a:pt x="0" y="138195"/>
                </a:lnTo>
                <a:lnTo>
                  <a:pt x="11841" y="138195"/>
                </a:lnTo>
                <a:lnTo>
                  <a:pt x="11841" y="90832"/>
                </a:lnTo>
                <a:close/>
                <a:moveTo>
                  <a:pt x="11841" y="173718"/>
                </a:moveTo>
                <a:lnTo>
                  <a:pt x="0" y="173718"/>
                </a:lnTo>
                <a:lnTo>
                  <a:pt x="0" y="221082"/>
                </a:lnTo>
                <a:lnTo>
                  <a:pt x="11841" y="221082"/>
                </a:lnTo>
                <a:lnTo>
                  <a:pt x="11841" y="173718"/>
                </a:lnTo>
                <a:close/>
                <a:moveTo>
                  <a:pt x="11841" y="256604"/>
                </a:moveTo>
                <a:lnTo>
                  <a:pt x="0" y="256604"/>
                </a:lnTo>
                <a:lnTo>
                  <a:pt x="0" y="303968"/>
                </a:lnTo>
                <a:lnTo>
                  <a:pt x="11841" y="303968"/>
                </a:lnTo>
                <a:lnTo>
                  <a:pt x="11841" y="256604"/>
                </a:lnTo>
                <a:close/>
                <a:moveTo>
                  <a:pt x="11841" y="339491"/>
                </a:moveTo>
                <a:lnTo>
                  <a:pt x="0" y="339491"/>
                </a:lnTo>
                <a:lnTo>
                  <a:pt x="0" y="386854"/>
                </a:lnTo>
                <a:lnTo>
                  <a:pt x="11841" y="386854"/>
                </a:lnTo>
                <a:lnTo>
                  <a:pt x="11841" y="339491"/>
                </a:lnTo>
                <a:close/>
                <a:moveTo>
                  <a:pt x="11841" y="422377"/>
                </a:moveTo>
                <a:lnTo>
                  <a:pt x="0" y="422377"/>
                </a:lnTo>
                <a:lnTo>
                  <a:pt x="0" y="469741"/>
                </a:lnTo>
                <a:lnTo>
                  <a:pt x="11841" y="469741"/>
                </a:lnTo>
                <a:lnTo>
                  <a:pt x="11841" y="422377"/>
                </a:lnTo>
                <a:close/>
                <a:moveTo>
                  <a:pt x="11841" y="505263"/>
                </a:moveTo>
                <a:lnTo>
                  <a:pt x="0" y="505263"/>
                </a:lnTo>
                <a:lnTo>
                  <a:pt x="0" y="552627"/>
                </a:lnTo>
                <a:lnTo>
                  <a:pt x="11841" y="552627"/>
                </a:lnTo>
                <a:lnTo>
                  <a:pt x="11841" y="505263"/>
                </a:lnTo>
                <a:close/>
                <a:moveTo>
                  <a:pt x="11841" y="588150"/>
                </a:moveTo>
                <a:lnTo>
                  <a:pt x="0" y="588150"/>
                </a:lnTo>
                <a:lnTo>
                  <a:pt x="0" y="635513"/>
                </a:lnTo>
                <a:lnTo>
                  <a:pt x="11841" y="635513"/>
                </a:lnTo>
                <a:lnTo>
                  <a:pt x="11841" y="588150"/>
                </a:lnTo>
                <a:close/>
                <a:moveTo>
                  <a:pt x="11841" y="671036"/>
                </a:moveTo>
                <a:lnTo>
                  <a:pt x="0" y="671036"/>
                </a:lnTo>
                <a:lnTo>
                  <a:pt x="0" y="718400"/>
                </a:lnTo>
                <a:lnTo>
                  <a:pt x="11841" y="718400"/>
                </a:lnTo>
                <a:lnTo>
                  <a:pt x="11841" y="671036"/>
                </a:lnTo>
                <a:close/>
                <a:moveTo>
                  <a:pt x="11841" y="753922"/>
                </a:moveTo>
                <a:lnTo>
                  <a:pt x="0" y="753922"/>
                </a:lnTo>
                <a:lnTo>
                  <a:pt x="0" y="801286"/>
                </a:lnTo>
                <a:lnTo>
                  <a:pt x="11841" y="801286"/>
                </a:lnTo>
                <a:lnTo>
                  <a:pt x="11841" y="753922"/>
                </a:lnTo>
                <a:close/>
                <a:moveTo>
                  <a:pt x="11841" y="836809"/>
                </a:moveTo>
                <a:lnTo>
                  <a:pt x="0" y="836809"/>
                </a:lnTo>
                <a:lnTo>
                  <a:pt x="0" y="884172"/>
                </a:lnTo>
                <a:lnTo>
                  <a:pt x="11841" y="884172"/>
                </a:lnTo>
                <a:lnTo>
                  <a:pt x="11841" y="836809"/>
                </a:lnTo>
                <a:close/>
                <a:moveTo>
                  <a:pt x="11841" y="967059"/>
                </a:moveTo>
                <a:lnTo>
                  <a:pt x="11841" y="919695"/>
                </a:lnTo>
                <a:lnTo>
                  <a:pt x="0" y="919695"/>
                </a:lnTo>
                <a:lnTo>
                  <a:pt x="0" y="967059"/>
                </a:lnTo>
                <a:lnTo>
                  <a:pt x="11841" y="967059"/>
                </a:lnTo>
                <a:close/>
                <a:moveTo>
                  <a:pt x="11841" y="1002582"/>
                </a:moveTo>
                <a:lnTo>
                  <a:pt x="0" y="1002582"/>
                </a:lnTo>
                <a:lnTo>
                  <a:pt x="0" y="1049945"/>
                </a:lnTo>
                <a:lnTo>
                  <a:pt x="11841" y="1049945"/>
                </a:lnTo>
                <a:lnTo>
                  <a:pt x="11841" y="1002582"/>
                </a:lnTo>
                <a:close/>
                <a:moveTo>
                  <a:pt x="11841" y="1085468"/>
                </a:moveTo>
                <a:lnTo>
                  <a:pt x="0" y="1085468"/>
                </a:lnTo>
                <a:lnTo>
                  <a:pt x="0" y="1132832"/>
                </a:lnTo>
                <a:lnTo>
                  <a:pt x="11841" y="1132832"/>
                </a:lnTo>
                <a:lnTo>
                  <a:pt x="11841" y="1085468"/>
                </a:lnTo>
                <a:close/>
                <a:moveTo>
                  <a:pt x="40460" y="1126911"/>
                </a:moveTo>
                <a:lnTo>
                  <a:pt x="40460" y="1138752"/>
                </a:lnTo>
                <a:lnTo>
                  <a:pt x="87824" y="1138752"/>
                </a:lnTo>
                <a:lnTo>
                  <a:pt x="87824" y="1126911"/>
                </a:lnTo>
                <a:lnTo>
                  <a:pt x="40460" y="1126911"/>
                </a:lnTo>
                <a:close/>
                <a:moveTo>
                  <a:pt x="123347" y="1126911"/>
                </a:moveTo>
                <a:lnTo>
                  <a:pt x="123347" y="1138752"/>
                </a:lnTo>
                <a:lnTo>
                  <a:pt x="170710" y="1138752"/>
                </a:lnTo>
                <a:lnTo>
                  <a:pt x="170710" y="1126911"/>
                </a:lnTo>
                <a:lnTo>
                  <a:pt x="123347" y="1126911"/>
                </a:lnTo>
                <a:close/>
                <a:moveTo>
                  <a:pt x="206233" y="1126911"/>
                </a:moveTo>
                <a:lnTo>
                  <a:pt x="206233" y="1138752"/>
                </a:lnTo>
                <a:lnTo>
                  <a:pt x="253597" y="1138752"/>
                </a:lnTo>
                <a:lnTo>
                  <a:pt x="253597" y="1126911"/>
                </a:lnTo>
                <a:lnTo>
                  <a:pt x="206233" y="1126911"/>
                </a:lnTo>
                <a:close/>
                <a:moveTo>
                  <a:pt x="418327" y="11841"/>
                </a:moveTo>
                <a:lnTo>
                  <a:pt x="418327" y="0"/>
                </a:lnTo>
                <a:lnTo>
                  <a:pt x="370964" y="0"/>
                </a:lnTo>
                <a:lnTo>
                  <a:pt x="370964" y="11841"/>
                </a:lnTo>
                <a:lnTo>
                  <a:pt x="418327" y="11841"/>
                </a:lnTo>
                <a:close/>
                <a:moveTo>
                  <a:pt x="501214" y="11841"/>
                </a:moveTo>
                <a:lnTo>
                  <a:pt x="501214" y="0"/>
                </a:lnTo>
                <a:lnTo>
                  <a:pt x="453850" y="0"/>
                </a:lnTo>
                <a:lnTo>
                  <a:pt x="453850" y="11841"/>
                </a:lnTo>
                <a:lnTo>
                  <a:pt x="501214" y="11841"/>
                </a:lnTo>
                <a:close/>
                <a:moveTo>
                  <a:pt x="584100" y="11841"/>
                </a:moveTo>
                <a:lnTo>
                  <a:pt x="584100" y="0"/>
                </a:lnTo>
                <a:lnTo>
                  <a:pt x="536737" y="0"/>
                </a:lnTo>
                <a:lnTo>
                  <a:pt x="536737" y="11841"/>
                </a:lnTo>
                <a:lnTo>
                  <a:pt x="584100" y="11841"/>
                </a:lnTo>
                <a:close/>
                <a:moveTo>
                  <a:pt x="666987" y="11841"/>
                </a:moveTo>
                <a:lnTo>
                  <a:pt x="666987" y="0"/>
                </a:lnTo>
                <a:lnTo>
                  <a:pt x="619623" y="0"/>
                </a:lnTo>
                <a:lnTo>
                  <a:pt x="619623" y="11841"/>
                </a:lnTo>
                <a:lnTo>
                  <a:pt x="666987" y="11841"/>
                </a:lnTo>
                <a:close/>
                <a:moveTo>
                  <a:pt x="749873" y="11841"/>
                </a:moveTo>
                <a:lnTo>
                  <a:pt x="749873" y="0"/>
                </a:lnTo>
                <a:lnTo>
                  <a:pt x="702509" y="0"/>
                </a:lnTo>
                <a:lnTo>
                  <a:pt x="702509" y="11841"/>
                </a:lnTo>
                <a:lnTo>
                  <a:pt x="749873" y="11841"/>
                </a:lnTo>
                <a:close/>
                <a:moveTo>
                  <a:pt x="832759" y="11841"/>
                </a:moveTo>
                <a:lnTo>
                  <a:pt x="832759" y="0"/>
                </a:lnTo>
                <a:lnTo>
                  <a:pt x="785396" y="0"/>
                </a:lnTo>
                <a:lnTo>
                  <a:pt x="785396" y="11841"/>
                </a:lnTo>
                <a:lnTo>
                  <a:pt x="832759" y="11841"/>
                </a:lnTo>
                <a:close/>
                <a:moveTo>
                  <a:pt x="915646" y="11841"/>
                </a:moveTo>
                <a:lnTo>
                  <a:pt x="915646" y="0"/>
                </a:lnTo>
                <a:lnTo>
                  <a:pt x="868282" y="0"/>
                </a:lnTo>
                <a:lnTo>
                  <a:pt x="868282" y="11841"/>
                </a:lnTo>
                <a:lnTo>
                  <a:pt x="915646" y="11841"/>
                </a:lnTo>
                <a:close/>
                <a:moveTo>
                  <a:pt x="998532" y="11841"/>
                </a:moveTo>
                <a:lnTo>
                  <a:pt x="998532" y="0"/>
                </a:lnTo>
                <a:lnTo>
                  <a:pt x="951168" y="0"/>
                </a:lnTo>
                <a:lnTo>
                  <a:pt x="951168" y="11841"/>
                </a:lnTo>
                <a:lnTo>
                  <a:pt x="998532" y="11841"/>
                </a:lnTo>
                <a:close/>
                <a:moveTo>
                  <a:pt x="1081418" y="11841"/>
                </a:moveTo>
                <a:lnTo>
                  <a:pt x="1081418" y="0"/>
                </a:lnTo>
                <a:lnTo>
                  <a:pt x="1034055" y="0"/>
                </a:lnTo>
                <a:lnTo>
                  <a:pt x="1034055" y="11841"/>
                </a:lnTo>
                <a:lnTo>
                  <a:pt x="1081418" y="11841"/>
                </a:lnTo>
                <a:close/>
                <a:moveTo>
                  <a:pt x="1116941" y="11841"/>
                </a:moveTo>
                <a:lnTo>
                  <a:pt x="1164305" y="11841"/>
                </a:lnTo>
                <a:lnTo>
                  <a:pt x="1164305" y="0"/>
                </a:lnTo>
                <a:lnTo>
                  <a:pt x="1116941" y="0"/>
                </a:lnTo>
                <a:lnTo>
                  <a:pt x="1116941" y="11841"/>
                </a:lnTo>
                <a:close/>
                <a:moveTo>
                  <a:pt x="289119" y="1126911"/>
                </a:moveTo>
                <a:lnTo>
                  <a:pt x="289119" y="1138752"/>
                </a:lnTo>
                <a:lnTo>
                  <a:pt x="336483" y="1138752"/>
                </a:lnTo>
                <a:lnTo>
                  <a:pt x="336483" y="1126911"/>
                </a:lnTo>
                <a:lnTo>
                  <a:pt x="289119" y="1126911"/>
                </a:lnTo>
                <a:close/>
                <a:moveTo>
                  <a:pt x="372006" y="1126911"/>
                </a:moveTo>
                <a:lnTo>
                  <a:pt x="372006" y="1138752"/>
                </a:lnTo>
                <a:lnTo>
                  <a:pt x="419369" y="1138752"/>
                </a:lnTo>
                <a:lnTo>
                  <a:pt x="419369" y="1126911"/>
                </a:lnTo>
                <a:lnTo>
                  <a:pt x="372006" y="1126911"/>
                </a:lnTo>
                <a:close/>
                <a:moveTo>
                  <a:pt x="454892" y="1126911"/>
                </a:moveTo>
                <a:lnTo>
                  <a:pt x="454892" y="1138752"/>
                </a:lnTo>
                <a:lnTo>
                  <a:pt x="502256" y="1138752"/>
                </a:lnTo>
                <a:lnTo>
                  <a:pt x="502256" y="1126911"/>
                </a:lnTo>
                <a:lnTo>
                  <a:pt x="454892" y="1126911"/>
                </a:lnTo>
                <a:close/>
                <a:moveTo>
                  <a:pt x="537779" y="1126911"/>
                </a:moveTo>
                <a:lnTo>
                  <a:pt x="537779" y="1138752"/>
                </a:lnTo>
                <a:lnTo>
                  <a:pt x="585142" y="1138752"/>
                </a:lnTo>
                <a:lnTo>
                  <a:pt x="585142" y="1126911"/>
                </a:lnTo>
                <a:lnTo>
                  <a:pt x="537779" y="1126911"/>
                </a:lnTo>
                <a:close/>
                <a:moveTo>
                  <a:pt x="620665" y="1126911"/>
                </a:moveTo>
                <a:lnTo>
                  <a:pt x="620665" y="1138752"/>
                </a:lnTo>
                <a:lnTo>
                  <a:pt x="668029" y="1138752"/>
                </a:lnTo>
                <a:lnTo>
                  <a:pt x="668029" y="1126911"/>
                </a:lnTo>
                <a:lnTo>
                  <a:pt x="620665" y="1126911"/>
                </a:lnTo>
                <a:close/>
                <a:moveTo>
                  <a:pt x="703551" y="1126911"/>
                </a:moveTo>
                <a:lnTo>
                  <a:pt x="703551" y="1138752"/>
                </a:lnTo>
                <a:lnTo>
                  <a:pt x="750915" y="1138752"/>
                </a:lnTo>
                <a:lnTo>
                  <a:pt x="750915" y="1126911"/>
                </a:lnTo>
                <a:lnTo>
                  <a:pt x="703551" y="1126911"/>
                </a:lnTo>
                <a:close/>
                <a:moveTo>
                  <a:pt x="786438" y="1126911"/>
                </a:moveTo>
                <a:lnTo>
                  <a:pt x="786438" y="1138752"/>
                </a:lnTo>
                <a:lnTo>
                  <a:pt x="833801" y="1138752"/>
                </a:lnTo>
                <a:lnTo>
                  <a:pt x="833801" y="1126911"/>
                </a:lnTo>
                <a:lnTo>
                  <a:pt x="786438" y="1126911"/>
                </a:lnTo>
                <a:close/>
                <a:moveTo>
                  <a:pt x="869324" y="1126911"/>
                </a:moveTo>
                <a:lnTo>
                  <a:pt x="869324" y="1138752"/>
                </a:lnTo>
                <a:lnTo>
                  <a:pt x="916688" y="1138752"/>
                </a:lnTo>
                <a:lnTo>
                  <a:pt x="916688" y="1126911"/>
                </a:lnTo>
                <a:lnTo>
                  <a:pt x="869324" y="1126911"/>
                </a:lnTo>
                <a:close/>
                <a:moveTo>
                  <a:pt x="952210" y="1126911"/>
                </a:moveTo>
                <a:lnTo>
                  <a:pt x="952210" y="1138752"/>
                </a:lnTo>
                <a:lnTo>
                  <a:pt x="999574" y="1138752"/>
                </a:lnTo>
                <a:lnTo>
                  <a:pt x="999574" y="1126911"/>
                </a:lnTo>
                <a:lnTo>
                  <a:pt x="952210" y="1126911"/>
                </a:lnTo>
                <a:close/>
                <a:moveTo>
                  <a:pt x="1035097" y="1126911"/>
                </a:moveTo>
                <a:lnTo>
                  <a:pt x="1035097" y="1138752"/>
                </a:lnTo>
                <a:lnTo>
                  <a:pt x="1082460" y="1138752"/>
                </a:lnTo>
                <a:lnTo>
                  <a:pt x="1082460" y="1126911"/>
                </a:lnTo>
                <a:lnTo>
                  <a:pt x="1035097" y="1126911"/>
                </a:lnTo>
                <a:close/>
                <a:moveTo>
                  <a:pt x="1117983" y="1126911"/>
                </a:moveTo>
                <a:lnTo>
                  <a:pt x="1117983" y="1138752"/>
                </a:lnTo>
                <a:lnTo>
                  <a:pt x="1165347" y="1138752"/>
                </a:lnTo>
                <a:lnTo>
                  <a:pt x="1165347" y="1126911"/>
                </a:lnTo>
                <a:lnTo>
                  <a:pt x="1117983" y="1126911"/>
                </a:lnTo>
                <a:close/>
                <a:moveTo>
                  <a:pt x="1247191" y="11841"/>
                </a:moveTo>
                <a:lnTo>
                  <a:pt x="1247191" y="0"/>
                </a:lnTo>
                <a:lnTo>
                  <a:pt x="1199827" y="0"/>
                </a:lnTo>
                <a:lnTo>
                  <a:pt x="1199827" y="11841"/>
                </a:lnTo>
                <a:lnTo>
                  <a:pt x="1247191" y="11841"/>
                </a:lnTo>
                <a:close/>
                <a:moveTo>
                  <a:pt x="1317739" y="11841"/>
                </a:moveTo>
                <a:lnTo>
                  <a:pt x="1317739" y="12338"/>
                </a:lnTo>
                <a:lnTo>
                  <a:pt x="1329580" y="12338"/>
                </a:lnTo>
                <a:lnTo>
                  <a:pt x="1329580" y="0"/>
                </a:lnTo>
                <a:lnTo>
                  <a:pt x="1282714" y="0"/>
                </a:lnTo>
                <a:lnTo>
                  <a:pt x="1282714" y="11841"/>
                </a:lnTo>
                <a:lnTo>
                  <a:pt x="1317739" y="11841"/>
                </a:lnTo>
                <a:close/>
                <a:moveTo>
                  <a:pt x="1317739" y="95225"/>
                </a:moveTo>
                <a:lnTo>
                  <a:pt x="1329580" y="95225"/>
                </a:lnTo>
                <a:lnTo>
                  <a:pt x="1329580" y="47861"/>
                </a:lnTo>
                <a:lnTo>
                  <a:pt x="1317739" y="47861"/>
                </a:lnTo>
                <a:lnTo>
                  <a:pt x="1317739" y="95225"/>
                </a:lnTo>
                <a:close/>
                <a:moveTo>
                  <a:pt x="1317739" y="178111"/>
                </a:moveTo>
                <a:lnTo>
                  <a:pt x="1329580" y="178111"/>
                </a:lnTo>
                <a:lnTo>
                  <a:pt x="1329580" y="130747"/>
                </a:lnTo>
                <a:lnTo>
                  <a:pt x="1317739" y="130747"/>
                </a:lnTo>
                <a:lnTo>
                  <a:pt x="1317739" y="178111"/>
                </a:lnTo>
                <a:close/>
                <a:moveTo>
                  <a:pt x="1317739" y="260997"/>
                </a:moveTo>
                <a:lnTo>
                  <a:pt x="1329580" y="260997"/>
                </a:lnTo>
                <a:lnTo>
                  <a:pt x="1329580" y="213634"/>
                </a:lnTo>
                <a:lnTo>
                  <a:pt x="1317739" y="213634"/>
                </a:lnTo>
                <a:lnTo>
                  <a:pt x="1317739" y="260997"/>
                </a:lnTo>
                <a:close/>
                <a:moveTo>
                  <a:pt x="1317739" y="343884"/>
                </a:moveTo>
                <a:lnTo>
                  <a:pt x="1329580" y="343884"/>
                </a:lnTo>
                <a:lnTo>
                  <a:pt x="1329580" y="296520"/>
                </a:lnTo>
                <a:lnTo>
                  <a:pt x="1317739" y="296520"/>
                </a:lnTo>
                <a:lnTo>
                  <a:pt x="1317739" y="343884"/>
                </a:lnTo>
                <a:close/>
                <a:moveTo>
                  <a:pt x="1317739" y="426770"/>
                </a:moveTo>
                <a:lnTo>
                  <a:pt x="1329580" y="426770"/>
                </a:lnTo>
                <a:lnTo>
                  <a:pt x="1329580" y="379406"/>
                </a:lnTo>
                <a:lnTo>
                  <a:pt x="1317739" y="379406"/>
                </a:lnTo>
                <a:lnTo>
                  <a:pt x="1317739" y="426770"/>
                </a:lnTo>
                <a:close/>
                <a:moveTo>
                  <a:pt x="1317739" y="509656"/>
                </a:moveTo>
                <a:lnTo>
                  <a:pt x="1329580" y="509656"/>
                </a:lnTo>
                <a:lnTo>
                  <a:pt x="1329580" y="462293"/>
                </a:lnTo>
                <a:lnTo>
                  <a:pt x="1317739" y="462293"/>
                </a:lnTo>
                <a:lnTo>
                  <a:pt x="1317739" y="509656"/>
                </a:lnTo>
                <a:close/>
                <a:moveTo>
                  <a:pt x="1317739" y="592543"/>
                </a:moveTo>
                <a:lnTo>
                  <a:pt x="1329580" y="592543"/>
                </a:lnTo>
                <a:lnTo>
                  <a:pt x="1329580" y="545179"/>
                </a:lnTo>
                <a:lnTo>
                  <a:pt x="1317739" y="545179"/>
                </a:lnTo>
                <a:lnTo>
                  <a:pt x="1317739" y="592543"/>
                </a:lnTo>
                <a:close/>
                <a:moveTo>
                  <a:pt x="1317739" y="675429"/>
                </a:moveTo>
                <a:lnTo>
                  <a:pt x="1329580" y="675429"/>
                </a:lnTo>
                <a:lnTo>
                  <a:pt x="1329580" y="628065"/>
                </a:lnTo>
                <a:lnTo>
                  <a:pt x="1317739" y="628065"/>
                </a:lnTo>
                <a:lnTo>
                  <a:pt x="1317739" y="675429"/>
                </a:lnTo>
                <a:close/>
                <a:moveTo>
                  <a:pt x="1317739" y="758315"/>
                </a:moveTo>
                <a:lnTo>
                  <a:pt x="1329580" y="758315"/>
                </a:lnTo>
                <a:lnTo>
                  <a:pt x="1329580" y="710952"/>
                </a:lnTo>
                <a:lnTo>
                  <a:pt x="1317739" y="710952"/>
                </a:lnTo>
                <a:lnTo>
                  <a:pt x="1317739" y="758315"/>
                </a:lnTo>
                <a:close/>
                <a:moveTo>
                  <a:pt x="1317739" y="841202"/>
                </a:moveTo>
                <a:lnTo>
                  <a:pt x="1329580" y="841202"/>
                </a:lnTo>
                <a:lnTo>
                  <a:pt x="1329580" y="793838"/>
                </a:lnTo>
                <a:lnTo>
                  <a:pt x="1317739" y="793838"/>
                </a:lnTo>
                <a:lnTo>
                  <a:pt x="1317739" y="841202"/>
                </a:lnTo>
                <a:close/>
                <a:moveTo>
                  <a:pt x="1317739" y="924088"/>
                </a:moveTo>
                <a:lnTo>
                  <a:pt x="1329580" y="924088"/>
                </a:lnTo>
                <a:lnTo>
                  <a:pt x="1329580" y="876725"/>
                </a:lnTo>
                <a:lnTo>
                  <a:pt x="1317739" y="876725"/>
                </a:lnTo>
                <a:lnTo>
                  <a:pt x="1317739" y="924088"/>
                </a:lnTo>
                <a:close/>
                <a:moveTo>
                  <a:pt x="1317739" y="1006975"/>
                </a:moveTo>
                <a:lnTo>
                  <a:pt x="1329580" y="1006975"/>
                </a:lnTo>
                <a:lnTo>
                  <a:pt x="1329580" y="959611"/>
                </a:lnTo>
                <a:lnTo>
                  <a:pt x="1317739" y="959611"/>
                </a:lnTo>
                <a:lnTo>
                  <a:pt x="1317739" y="1006975"/>
                </a:lnTo>
                <a:close/>
                <a:moveTo>
                  <a:pt x="1317739" y="1089861"/>
                </a:moveTo>
                <a:lnTo>
                  <a:pt x="1329580" y="1089861"/>
                </a:lnTo>
                <a:lnTo>
                  <a:pt x="1329580" y="1042497"/>
                </a:lnTo>
                <a:lnTo>
                  <a:pt x="1317739" y="1042497"/>
                </a:lnTo>
                <a:lnTo>
                  <a:pt x="1317739" y="1089861"/>
                </a:lnTo>
                <a:close/>
                <a:moveTo>
                  <a:pt x="1317739" y="1126911"/>
                </a:moveTo>
                <a:lnTo>
                  <a:pt x="1283756" y="1126911"/>
                </a:lnTo>
                <a:lnTo>
                  <a:pt x="1283756" y="1138752"/>
                </a:lnTo>
                <a:lnTo>
                  <a:pt x="1329580" y="1138752"/>
                </a:lnTo>
                <a:lnTo>
                  <a:pt x="1329580" y="1125384"/>
                </a:lnTo>
                <a:lnTo>
                  <a:pt x="1317739" y="1125384"/>
                </a:lnTo>
                <a:lnTo>
                  <a:pt x="1317739" y="1126911"/>
                </a:lnTo>
                <a:close/>
                <a:moveTo>
                  <a:pt x="1200869" y="1126911"/>
                </a:moveTo>
                <a:lnTo>
                  <a:pt x="1200869" y="1138752"/>
                </a:lnTo>
                <a:lnTo>
                  <a:pt x="1248233" y="1138752"/>
                </a:lnTo>
                <a:lnTo>
                  <a:pt x="1248233" y="1126911"/>
                </a:lnTo>
                <a:lnTo>
                  <a:pt x="1200869" y="1126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②">
            <a:extLst xmlns:a="http://schemas.openxmlformats.org/drawingml/2006/main">
              <a:ext uri="{FF2B5EF4-FFF2-40B4-BE49-F238E27FC236}">
                <a16:creationId xmlns:a16="http://schemas.microsoft.com/office/drawing/2014/main" id="{1554B722-576D-40B6-8B40-2FF7A0B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876" y="1002076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5290" y="101980"/>
                </a:moveTo>
                <a:lnTo>
                  <a:pt x="110631" y="133755"/>
                </a:lnTo>
                <a:lnTo>
                  <a:pt x="43754" y="133755"/>
                </a:lnTo>
                <a:cubicBezTo>
                  <a:pt x="43754" y="118118"/>
                  <a:pt x="56120" y="101482"/>
                  <a:pt x="80852" y="83847"/>
                </a:cubicBezTo>
                <a:cubicBezTo>
                  <a:pt x="94051" y="74753"/>
                  <a:pt x="100484" y="65214"/>
                  <a:pt x="100152" y="55231"/>
                </a:cubicBezTo>
                <a:cubicBezTo>
                  <a:pt x="99486" y="38485"/>
                  <a:pt x="92165" y="30167"/>
                  <a:pt x="78192" y="30277"/>
                </a:cubicBezTo>
                <a:cubicBezTo>
                  <a:pt x="65215" y="30167"/>
                  <a:pt x="57617" y="35214"/>
                  <a:pt x="55398" y="45417"/>
                </a:cubicBezTo>
                <a:cubicBezTo>
                  <a:pt x="55398" y="48079"/>
                  <a:pt x="55842" y="50242"/>
                  <a:pt x="56731" y="51905"/>
                </a:cubicBezTo>
                <a:cubicBezTo>
                  <a:pt x="58061" y="53679"/>
                  <a:pt x="58726" y="55675"/>
                  <a:pt x="58726" y="57894"/>
                </a:cubicBezTo>
                <a:cubicBezTo>
                  <a:pt x="58726" y="62996"/>
                  <a:pt x="56563" y="65547"/>
                  <a:pt x="52238" y="65547"/>
                </a:cubicBezTo>
                <a:cubicBezTo>
                  <a:pt x="47912" y="65547"/>
                  <a:pt x="45528" y="61887"/>
                  <a:pt x="45084" y="54566"/>
                </a:cubicBezTo>
                <a:cubicBezTo>
                  <a:pt x="47858" y="35379"/>
                  <a:pt x="58894" y="25730"/>
                  <a:pt x="78192" y="25619"/>
                </a:cubicBezTo>
                <a:cubicBezTo>
                  <a:pt x="99265" y="25619"/>
                  <a:pt x="110245" y="35489"/>
                  <a:pt x="111132" y="55231"/>
                </a:cubicBezTo>
                <a:cubicBezTo>
                  <a:pt x="111132" y="70648"/>
                  <a:pt x="100817" y="84068"/>
                  <a:pt x="80187" y="95492"/>
                </a:cubicBezTo>
                <a:cubicBezTo>
                  <a:pt x="62443" y="105807"/>
                  <a:pt x="52461" y="115789"/>
                  <a:pt x="50242" y="125439"/>
                </a:cubicBezTo>
                <a:lnTo>
                  <a:pt x="89836" y="125439"/>
                </a:lnTo>
                <a:cubicBezTo>
                  <a:pt x="95715" y="125439"/>
                  <a:pt x="100818" y="122333"/>
                  <a:pt x="105143" y="116122"/>
                </a:cubicBezTo>
                <a:cubicBezTo>
                  <a:pt x="107694" y="112350"/>
                  <a:pt x="109967" y="107414"/>
                  <a:pt x="111964" y="101315"/>
                </a:cubicBezTo>
                <a:lnTo>
                  <a:pt x="115290" y="101980"/>
                </a:ln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Cloudplatf">
            <a:extLst xmlns:a="http://schemas.openxmlformats.org/drawingml/2006/main">
              <a:ext uri="{FF2B5EF4-FFF2-40B4-BE49-F238E27FC236}">
                <a16:creationId xmlns:a16="http://schemas.microsoft.com/office/drawing/2014/main" id="{E34D4990-3704-4477-815E-35607316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778" y="1009007"/>
            <a:ext cx="761939" cy="151093"/>
          </a:xfrm>
          <a:custGeom xmlns:a="http://schemas.openxmlformats.org/drawingml/2006/main">
            <a:pathLst>
              <a:path w="761939" h="151093">
                <a:moveTo>
                  <a:pt x="94149" y="2924"/>
                </a:moveTo>
                <a:lnTo>
                  <a:pt x="96667" y="40454"/>
                </a:lnTo>
                <a:lnTo>
                  <a:pt x="94149" y="40454"/>
                </a:lnTo>
                <a:cubicBezTo>
                  <a:pt x="90791" y="29215"/>
                  <a:pt x="85998" y="21126"/>
                  <a:pt x="79771" y="16186"/>
                </a:cubicBezTo>
                <a:cubicBezTo>
                  <a:pt x="73543" y="11244"/>
                  <a:pt x="66069" y="8773"/>
                  <a:pt x="57350" y="8773"/>
                </a:cubicBezTo>
                <a:cubicBezTo>
                  <a:pt x="50039" y="8773"/>
                  <a:pt x="43432" y="10625"/>
                  <a:pt x="37530" y="14330"/>
                </a:cubicBezTo>
                <a:cubicBezTo>
                  <a:pt x="31627" y="18033"/>
                  <a:pt x="26983" y="23940"/>
                  <a:pt x="23598" y="32051"/>
                </a:cubicBezTo>
                <a:cubicBezTo>
                  <a:pt x="20213" y="40161"/>
                  <a:pt x="18521" y="50244"/>
                  <a:pt x="18521" y="62300"/>
                </a:cubicBezTo>
                <a:cubicBezTo>
                  <a:pt x="18521" y="72250"/>
                  <a:pt x="20119" y="80874"/>
                  <a:pt x="23314" y="88173"/>
                </a:cubicBezTo>
                <a:cubicBezTo>
                  <a:pt x="26509" y="95472"/>
                  <a:pt x="31315" y="101069"/>
                  <a:pt x="37733" y="104963"/>
                </a:cubicBezTo>
                <a:cubicBezTo>
                  <a:pt x="44150" y="108855"/>
                  <a:pt x="51475" y="110802"/>
                  <a:pt x="59706" y="110802"/>
                </a:cubicBezTo>
                <a:cubicBezTo>
                  <a:pt x="66855" y="110802"/>
                  <a:pt x="73164" y="109267"/>
                  <a:pt x="78633" y="106197"/>
                </a:cubicBezTo>
                <a:cubicBezTo>
                  <a:pt x="84103" y="103125"/>
                  <a:pt x="90114" y="97024"/>
                  <a:pt x="96667" y="87894"/>
                </a:cubicBezTo>
                <a:lnTo>
                  <a:pt x="99185" y="89519"/>
                </a:lnTo>
                <a:cubicBezTo>
                  <a:pt x="93661" y="99349"/>
                  <a:pt x="87217" y="106546"/>
                  <a:pt x="79852" y="111109"/>
                </a:cubicBezTo>
                <a:cubicBezTo>
                  <a:pt x="72487" y="115670"/>
                  <a:pt x="63741" y="117950"/>
                  <a:pt x="53614" y="117950"/>
                </a:cubicBezTo>
                <a:cubicBezTo>
                  <a:pt x="35363" y="117950"/>
                  <a:pt x="21229" y="111190"/>
                  <a:pt x="11210" y="97670"/>
                </a:cubicBezTo>
                <a:cubicBezTo>
                  <a:pt x="3737" y="87612"/>
                  <a:pt x="0" y="75769"/>
                  <a:pt x="0" y="62141"/>
                </a:cubicBezTo>
                <a:cubicBezTo>
                  <a:pt x="0" y="51162"/>
                  <a:pt x="2464" y="41077"/>
                  <a:pt x="7392" y="31884"/>
                </a:cubicBezTo>
                <a:cubicBezTo>
                  <a:pt x="12320" y="22691"/>
                  <a:pt x="19103" y="15566"/>
                  <a:pt x="27741" y="10509"/>
                </a:cubicBezTo>
                <a:cubicBezTo>
                  <a:pt x="36379" y="5453"/>
                  <a:pt x="45815" y="2924"/>
                  <a:pt x="56051" y="2924"/>
                </a:cubicBezTo>
                <a:cubicBezTo>
                  <a:pt x="64011" y="2924"/>
                  <a:pt x="71864" y="4874"/>
                  <a:pt x="79608" y="8773"/>
                </a:cubicBezTo>
                <a:cubicBezTo>
                  <a:pt x="81883" y="9965"/>
                  <a:pt x="83507" y="10560"/>
                  <a:pt x="84482" y="10560"/>
                </a:cubicBezTo>
                <a:cubicBezTo>
                  <a:pt x="85944" y="10560"/>
                  <a:pt x="87217" y="10046"/>
                  <a:pt x="88300" y="9017"/>
                </a:cubicBezTo>
                <a:cubicBezTo>
                  <a:pt x="89708" y="7555"/>
                  <a:pt x="90710" y="5524"/>
                  <a:pt x="91306" y="2924"/>
                </a:cubicBezTo>
                <a:lnTo>
                  <a:pt x="94149" y="2924"/>
                </a:lnTo>
                <a:close/>
                <a:moveTo>
                  <a:pt x="135489" y="0"/>
                </a:moveTo>
                <a:lnTo>
                  <a:pt x="135489" y="98617"/>
                </a:lnTo>
                <a:cubicBezTo>
                  <a:pt x="135489" y="103301"/>
                  <a:pt x="135827" y="106407"/>
                  <a:pt x="136504" y="107933"/>
                </a:cubicBezTo>
                <a:cubicBezTo>
                  <a:pt x="137181" y="109458"/>
                  <a:pt x="138224" y="110615"/>
                  <a:pt x="139632" y="111406"/>
                </a:cubicBezTo>
                <a:cubicBezTo>
                  <a:pt x="141040" y="112194"/>
                  <a:pt x="143666" y="112589"/>
                  <a:pt x="147511" y="112589"/>
                </a:cubicBezTo>
                <a:lnTo>
                  <a:pt x="147511" y="115513"/>
                </a:lnTo>
                <a:lnTo>
                  <a:pt x="111038" y="115513"/>
                </a:lnTo>
                <a:lnTo>
                  <a:pt x="111038" y="112589"/>
                </a:lnTo>
                <a:cubicBezTo>
                  <a:pt x="114449" y="112589"/>
                  <a:pt x="116778" y="112235"/>
                  <a:pt x="118024" y="111528"/>
                </a:cubicBezTo>
                <a:cubicBezTo>
                  <a:pt x="119269" y="110818"/>
                  <a:pt x="120244" y="109647"/>
                  <a:pt x="120948" y="108014"/>
                </a:cubicBezTo>
                <a:cubicBezTo>
                  <a:pt x="121652" y="106379"/>
                  <a:pt x="122004" y="103247"/>
                  <a:pt x="122004" y="98617"/>
                </a:cubicBezTo>
                <a:lnTo>
                  <a:pt x="122004" y="31193"/>
                </a:lnTo>
                <a:cubicBezTo>
                  <a:pt x="122004" y="22799"/>
                  <a:pt x="121815" y="17641"/>
                  <a:pt x="121435" y="15719"/>
                </a:cubicBezTo>
                <a:cubicBezTo>
                  <a:pt x="121056" y="13796"/>
                  <a:pt x="120447" y="12483"/>
                  <a:pt x="119608" y="11779"/>
                </a:cubicBezTo>
                <a:cubicBezTo>
                  <a:pt x="118768" y="11075"/>
                  <a:pt x="117699" y="10723"/>
                  <a:pt x="116399" y="10723"/>
                </a:cubicBezTo>
                <a:cubicBezTo>
                  <a:pt x="114991" y="10723"/>
                  <a:pt x="113204" y="11156"/>
                  <a:pt x="111038" y="12022"/>
                </a:cubicBezTo>
                <a:lnTo>
                  <a:pt x="109657" y="9098"/>
                </a:lnTo>
                <a:lnTo>
                  <a:pt x="131833" y="0"/>
                </a:lnTo>
                <a:lnTo>
                  <a:pt x="135489" y="0"/>
                </a:lnTo>
                <a:close/>
                <a:moveTo>
                  <a:pt x="192472" y="38992"/>
                </a:moveTo>
                <a:cubicBezTo>
                  <a:pt x="203736" y="38992"/>
                  <a:pt x="212780" y="43266"/>
                  <a:pt x="219604" y="51814"/>
                </a:cubicBezTo>
                <a:cubicBezTo>
                  <a:pt x="225399" y="59116"/>
                  <a:pt x="228296" y="67502"/>
                  <a:pt x="228296" y="76971"/>
                </a:cubicBezTo>
                <a:cubicBezTo>
                  <a:pt x="228296" y="83625"/>
                  <a:pt x="226698" y="90360"/>
                  <a:pt x="223503" y="97177"/>
                </a:cubicBezTo>
                <a:cubicBezTo>
                  <a:pt x="220308" y="103992"/>
                  <a:pt x="215908" y="109131"/>
                  <a:pt x="210303" y="112594"/>
                </a:cubicBezTo>
                <a:cubicBezTo>
                  <a:pt x="204698" y="116056"/>
                  <a:pt x="198456" y="117788"/>
                  <a:pt x="191579" y="117788"/>
                </a:cubicBezTo>
                <a:cubicBezTo>
                  <a:pt x="180368" y="117788"/>
                  <a:pt x="171460" y="113324"/>
                  <a:pt x="164853" y="104397"/>
                </a:cubicBezTo>
                <a:cubicBezTo>
                  <a:pt x="159275" y="96878"/>
                  <a:pt x="156486" y="88439"/>
                  <a:pt x="156486" y="79080"/>
                </a:cubicBezTo>
                <a:cubicBezTo>
                  <a:pt x="156486" y="72263"/>
                  <a:pt x="158178" y="65487"/>
                  <a:pt x="161563" y="58752"/>
                </a:cubicBezTo>
                <a:cubicBezTo>
                  <a:pt x="164948" y="52016"/>
                  <a:pt x="169402" y="47039"/>
                  <a:pt x="174926" y="43820"/>
                </a:cubicBezTo>
                <a:cubicBezTo>
                  <a:pt x="180450" y="40601"/>
                  <a:pt x="186298" y="38992"/>
                  <a:pt x="192472" y="38992"/>
                </a:cubicBezTo>
                <a:moveTo>
                  <a:pt x="189954" y="44353"/>
                </a:moveTo>
                <a:cubicBezTo>
                  <a:pt x="187084" y="44353"/>
                  <a:pt x="184200" y="45204"/>
                  <a:pt x="181303" y="46904"/>
                </a:cubicBezTo>
                <a:cubicBezTo>
                  <a:pt x="178405" y="48603"/>
                  <a:pt x="176063" y="51585"/>
                  <a:pt x="174276" y="55848"/>
                </a:cubicBezTo>
                <a:cubicBezTo>
                  <a:pt x="172489" y="60111"/>
                  <a:pt x="171595" y="65587"/>
                  <a:pt x="171595" y="72277"/>
                </a:cubicBezTo>
                <a:cubicBezTo>
                  <a:pt x="171595" y="83069"/>
                  <a:pt x="173748" y="92378"/>
                  <a:pt x="178053" y="100203"/>
                </a:cubicBezTo>
                <a:cubicBezTo>
                  <a:pt x="182359" y="108027"/>
                  <a:pt x="188031" y="111939"/>
                  <a:pt x="195072" y="111939"/>
                </a:cubicBezTo>
                <a:cubicBezTo>
                  <a:pt x="200325" y="111939"/>
                  <a:pt x="204657" y="109780"/>
                  <a:pt x="208069" y="105463"/>
                </a:cubicBezTo>
                <a:cubicBezTo>
                  <a:pt x="211481" y="101146"/>
                  <a:pt x="213187" y="93727"/>
                  <a:pt x="213187" y="83205"/>
                </a:cubicBezTo>
                <a:cubicBezTo>
                  <a:pt x="213187" y="70039"/>
                  <a:pt x="210343" y="59678"/>
                  <a:pt x="204657" y="52124"/>
                </a:cubicBezTo>
                <a:cubicBezTo>
                  <a:pt x="200812" y="46943"/>
                  <a:pt x="195911" y="44353"/>
                  <a:pt x="189954" y="44353"/>
                </a:cubicBezTo>
                <a:close/>
                <a:moveTo>
                  <a:pt x="304196" y="41104"/>
                </a:moveTo>
                <a:lnTo>
                  <a:pt x="304196" y="86432"/>
                </a:lnTo>
                <a:cubicBezTo>
                  <a:pt x="304196" y="94936"/>
                  <a:pt x="304399" y="100137"/>
                  <a:pt x="304805" y="102036"/>
                </a:cubicBezTo>
                <a:cubicBezTo>
                  <a:pt x="305212" y="103933"/>
                  <a:pt x="305861" y="105259"/>
                  <a:pt x="306755" y="106014"/>
                </a:cubicBezTo>
                <a:cubicBezTo>
                  <a:pt x="307649" y="106769"/>
                  <a:pt x="308691" y="107146"/>
                  <a:pt x="309882" y="107146"/>
                </a:cubicBezTo>
                <a:cubicBezTo>
                  <a:pt x="311561" y="107146"/>
                  <a:pt x="313457" y="106686"/>
                  <a:pt x="315569" y="105765"/>
                </a:cubicBezTo>
                <a:lnTo>
                  <a:pt x="316706" y="108689"/>
                </a:lnTo>
                <a:lnTo>
                  <a:pt x="294448" y="117788"/>
                </a:lnTo>
                <a:lnTo>
                  <a:pt x="290793" y="117788"/>
                </a:lnTo>
                <a:lnTo>
                  <a:pt x="290793" y="102102"/>
                </a:lnTo>
                <a:cubicBezTo>
                  <a:pt x="284402" y="109002"/>
                  <a:pt x="279528" y="113341"/>
                  <a:pt x="276171" y="115120"/>
                </a:cubicBezTo>
                <a:cubicBezTo>
                  <a:pt x="272813" y="116898"/>
                  <a:pt x="269266" y="117788"/>
                  <a:pt x="265529" y="117788"/>
                </a:cubicBezTo>
                <a:cubicBezTo>
                  <a:pt x="261359" y="117788"/>
                  <a:pt x="257744" y="116583"/>
                  <a:pt x="254685" y="114173"/>
                </a:cubicBezTo>
                <a:cubicBezTo>
                  <a:pt x="251625" y="111763"/>
                  <a:pt x="249499" y="108662"/>
                  <a:pt x="248308" y="104872"/>
                </a:cubicBezTo>
                <a:cubicBezTo>
                  <a:pt x="247117" y="101081"/>
                  <a:pt x="246521" y="95719"/>
                  <a:pt x="246521" y="88787"/>
                </a:cubicBezTo>
                <a:lnTo>
                  <a:pt x="246521" y="55563"/>
                </a:lnTo>
                <a:cubicBezTo>
                  <a:pt x="246521" y="52018"/>
                  <a:pt x="246142" y="49564"/>
                  <a:pt x="245384" y="48202"/>
                </a:cubicBezTo>
                <a:cubicBezTo>
                  <a:pt x="244625" y="46837"/>
                  <a:pt x="243502" y="45787"/>
                  <a:pt x="242012" y="45051"/>
                </a:cubicBezTo>
                <a:cubicBezTo>
                  <a:pt x="240523" y="44315"/>
                  <a:pt x="237829" y="43974"/>
                  <a:pt x="233930" y="44028"/>
                </a:cubicBezTo>
                <a:lnTo>
                  <a:pt x="233930" y="41104"/>
                </a:lnTo>
                <a:lnTo>
                  <a:pt x="260005" y="41104"/>
                </a:lnTo>
                <a:lnTo>
                  <a:pt x="260005" y="90960"/>
                </a:lnTo>
                <a:cubicBezTo>
                  <a:pt x="260005" y="97901"/>
                  <a:pt x="261210" y="102456"/>
                  <a:pt x="263620" y="104625"/>
                </a:cubicBezTo>
                <a:cubicBezTo>
                  <a:pt x="266030" y="106793"/>
                  <a:pt x="268941" y="107877"/>
                  <a:pt x="272353" y="107877"/>
                </a:cubicBezTo>
                <a:cubicBezTo>
                  <a:pt x="274682" y="107877"/>
                  <a:pt x="277322" y="107145"/>
                  <a:pt x="280273" y="105681"/>
                </a:cubicBezTo>
                <a:cubicBezTo>
                  <a:pt x="283225" y="104217"/>
                  <a:pt x="286731" y="101425"/>
                  <a:pt x="290793" y="97304"/>
                </a:cubicBezTo>
                <a:lnTo>
                  <a:pt x="290793" y="55238"/>
                </a:lnTo>
                <a:cubicBezTo>
                  <a:pt x="290793" y="50921"/>
                  <a:pt x="290021" y="48001"/>
                  <a:pt x="288478" y="46478"/>
                </a:cubicBezTo>
                <a:cubicBezTo>
                  <a:pt x="286934" y="44955"/>
                  <a:pt x="283725" y="44138"/>
                  <a:pt x="278851" y="44028"/>
                </a:cubicBezTo>
                <a:lnTo>
                  <a:pt x="278851" y="41104"/>
                </a:lnTo>
                <a:lnTo>
                  <a:pt x="304196" y="41104"/>
                </a:lnTo>
                <a:close/>
                <a:moveTo>
                  <a:pt x="374410" y="107151"/>
                </a:moveTo>
                <a:cubicBezTo>
                  <a:pt x="370782" y="110940"/>
                  <a:pt x="367234" y="113661"/>
                  <a:pt x="363768" y="115312"/>
                </a:cubicBezTo>
                <a:cubicBezTo>
                  <a:pt x="360302" y="116963"/>
                  <a:pt x="356566" y="117788"/>
                  <a:pt x="352558" y="117788"/>
                </a:cubicBezTo>
                <a:cubicBezTo>
                  <a:pt x="344435" y="117788"/>
                  <a:pt x="337341" y="114397"/>
                  <a:pt x="331275" y="107616"/>
                </a:cubicBezTo>
                <a:cubicBezTo>
                  <a:pt x="325210" y="100833"/>
                  <a:pt x="322177" y="92117"/>
                  <a:pt x="322177" y="81469"/>
                </a:cubicBezTo>
                <a:cubicBezTo>
                  <a:pt x="322177" y="70822"/>
                  <a:pt x="325535" y="61081"/>
                  <a:pt x="332250" y="52245"/>
                </a:cubicBezTo>
                <a:cubicBezTo>
                  <a:pt x="338965" y="43410"/>
                  <a:pt x="347603" y="38992"/>
                  <a:pt x="358163" y="38992"/>
                </a:cubicBezTo>
                <a:cubicBezTo>
                  <a:pt x="364716" y="38992"/>
                  <a:pt x="370132" y="41076"/>
                  <a:pt x="374410" y="45244"/>
                </a:cubicBezTo>
                <a:lnTo>
                  <a:pt x="374410" y="31356"/>
                </a:lnTo>
                <a:cubicBezTo>
                  <a:pt x="374410" y="22889"/>
                  <a:pt x="374207" y="17685"/>
                  <a:pt x="373801" y="15744"/>
                </a:cubicBezTo>
                <a:cubicBezTo>
                  <a:pt x="373394" y="13803"/>
                  <a:pt x="372758" y="12481"/>
                  <a:pt x="371892" y="11779"/>
                </a:cubicBezTo>
                <a:cubicBezTo>
                  <a:pt x="371025" y="11075"/>
                  <a:pt x="369942" y="10723"/>
                  <a:pt x="368642" y="10723"/>
                </a:cubicBezTo>
                <a:cubicBezTo>
                  <a:pt x="367234" y="10723"/>
                  <a:pt x="365366" y="11156"/>
                  <a:pt x="363037" y="12022"/>
                </a:cubicBezTo>
                <a:lnTo>
                  <a:pt x="361981" y="9098"/>
                </a:lnTo>
                <a:lnTo>
                  <a:pt x="384158" y="0"/>
                </a:lnTo>
                <a:lnTo>
                  <a:pt x="387813" y="0"/>
                </a:lnTo>
                <a:lnTo>
                  <a:pt x="387813" y="86107"/>
                </a:lnTo>
                <a:cubicBezTo>
                  <a:pt x="387813" y="94790"/>
                  <a:pt x="388016" y="100089"/>
                  <a:pt x="388423" y="102003"/>
                </a:cubicBezTo>
                <a:cubicBezTo>
                  <a:pt x="388829" y="103917"/>
                  <a:pt x="389479" y="105253"/>
                  <a:pt x="390372" y="106011"/>
                </a:cubicBezTo>
                <a:cubicBezTo>
                  <a:pt x="391266" y="106768"/>
                  <a:pt x="392308" y="107146"/>
                  <a:pt x="393500" y="107146"/>
                </a:cubicBezTo>
                <a:cubicBezTo>
                  <a:pt x="394962" y="107146"/>
                  <a:pt x="396911" y="106686"/>
                  <a:pt x="399348" y="105765"/>
                </a:cubicBezTo>
                <a:lnTo>
                  <a:pt x="400242" y="108689"/>
                </a:lnTo>
                <a:lnTo>
                  <a:pt x="378147" y="117788"/>
                </a:lnTo>
                <a:lnTo>
                  <a:pt x="374410" y="117788"/>
                </a:lnTo>
                <a:lnTo>
                  <a:pt x="374410" y="107151"/>
                </a:lnTo>
                <a:moveTo>
                  <a:pt x="374410" y="101478"/>
                </a:moveTo>
                <a:lnTo>
                  <a:pt x="374410" y="63232"/>
                </a:lnTo>
                <a:cubicBezTo>
                  <a:pt x="374085" y="59558"/>
                  <a:pt x="373110" y="56209"/>
                  <a:pt x="371486" y="53185"/>
                </a:cubicBezTo>
                <a:cubicBezTo>
                  <a:pt x="369861" y="50159"/>
                  <a:pt x="367708" y="47877"/>
                  <a:pt x="365028" y="46338"/>
                </a:cubicBezTo>
                <a:cubicBezTo>
                  <a:pt x="362347" y="44798"/>
                  <a:pt x="359734" y="44028"/>
                  <a:pt x="357189" y="44028"/>
                </a:cubicBezTo>
                <a:cubicBezTo>
                  <a:pt x="352423" y="44028"/>
                  <a:pt x="348172" y="46162"/>
                  <a:pt x="344435" y="50430"/>
                </a:cubicBezTo>
                <a:cubicBezTo>
                  <a:pt x="339507" y="56047"/>
                  <a:pt x="337043" y="64258"/>
                  <a:pt x="337043" y="75062"/>
                </a:cubicBezTo>
                <a:cubicBezTo>
                  <a:pt x="337043" y="85974"/>
                  <a:pt x="339426" y="94334"/>
                  <a:pt x="344191" y="100142"/>
                </a:cubicBezTo>
                <a:cubicBezTo>
                  <a:pt x="348957" y="105949"/>
                  <a:pt x="354264" y="108852"/>
                  <a:pt x="360113" y="108852"/>
                </a:cubicBezTo>
                <a:cubicBezTo>
                  <a:pt x="365041" y="108852"/>
                  <a:pt x="369807" y="106394"/>
                  <a:pt x="374410" y="101478"/>
                </a:cubicBezTo>
                <a:close/>
                <a:moveTo>
                  <a:pt x="440820" y="48252"/>
                </a:moveTo>
                <a:lnTo>
                  <a:pt x="463728" y="39154"/>
                </a:lnTo>
                <a:lnTo>
                  <a:pt x="466815" y="39154"/>
                </a:lnTo>
                <a:lnTo>
                  <a:pt x="466815" y="56619"/>
                </a:lnTo>
                <a:cubicBezTo>
                  <a:pt x="470660" y="50097"/>
                  <a:pt x="474519" y="45528"/>
                  <a:pt x="478391" y="42914"/>
                </a:cubicBezTo>
                <a:cubicBezTo>
                  <a:pt x="482263" y="40299"/>
                  <a:pt x="486338" y="38992"/>
                  <a:pt x="490616" y="38992"/>
                </a:cubicBezTo>
                <a:cubicBezTo>
                  <a:pt x="498090" y="38992"/>
                  <a:pt x="504317" y="41913"/>
                  <a:pt x="509300" y="47755"/>
                </a:cubicBezTo>
                <a:cubicBezTo>
                  <a:pt x="515419" y="54896"/>
                  <a:pt x="518479" y="64202"/>
                  <a:pt x="518479" y="75671"/>
                </a:cubicBezTo>
                <a:cubicBezTo>
                  <a:pt x="518479" y="88492"/>
                  <a:pt x="514796" y="99096"/>
                  <a:pt x="507431" y="107481"/>
                </a:cubicBezTo>
                <a:cubicBezTo>
                  <a:pt x="501366" y="114352"/>
                  <a:pt x="493730" y="117788"/>
                  <a:pt x="484524" y="117788"/>
                </a:cubicBezTo>
                <a:cubicBezTo>
                  <a:pt x="480516" y="117788"/>
                  <a:pt x="477050" y="117219"/>
                  <a:pt x="474126" y="116082"/>
                </a:cubicBezTo>
                <a:cubicBezTo>
                  <a:pt x="471960" y="115269"/>
                  <a:pt x="469523" y="113645"/>
                  <a:pt x="466815" y="111208"/>
                </a:cubicBezTo>
                <a:lnTo>
                  <a:pt x="466815" y="133872"/>
                </a:lnTo>
                <a:cubicBezTo>
                  <a:pt x="466815" y="138991"/>
                  <a:pt x="467126" y="142245"/>
                  <a:pt x="467749" y="143635"/>
                </a:cubicBezTo>
                <a:cubicBezTo>
                  <a:pt x="468372" y="145024"/>
                  <a:pt x="469455" y="146127"/>
                  <a:pt x="470998" y="146943"/>
                </a:cubicBezTo>
                <a:cubicBezTo>
                  <a:pt x="472542" y="147760"/>
                  <a:pt x="475344" y="148169"/>
                  <a:pt x="479406" y="148169"/>
                </a:cubicBezTo>
                <a:lnTo>
                  <a:pt x="479406" y="151093"/>
                </a:lnTo>
                <a:lnTo>
                  <a:pt x="440414" y="151093"/>
                </a:lnTo>
                <a:lnTo>
                  <a:pt x="440414" y="148169"/>
                </a:lnTo>
                <a:lnTo>
                  <a:pt x="442445" y="148169"/>
                </a:lnTo>
                <a:cubicBezTo>
                  <a:pt x="445424" y="148223"/>
                  <a:pt x="447969" y="147651"/>
                  <a:pt x="450081" y="146453"/>
                </a:cubicBezTo>
                <a:cubicBezTo>
                  <a:pt x="451110" y="145853"/>
                  <a:pt x="451909" y="144887"/>
                  <a:pt x="452477" y="143554"/>
                </a:cubicBezTo>
                <a:cubicBezTo>
                  <a:pt x="453046" y="142220"/>
                  <a:pt x="453330" y="138830"/>
                  <a:pt x="453330" y="133384"/>
                </a:cubicBezTo>
                <a:lnTo>
                  <a:pt x="453330" y="62874"/>
                </a:lnTo>
                <a:cubicBezTo>
                  <a:pt x="453330" y="58022"/>
                  <a:pt x="453114" y="54942"/>
                  <a:pt x="452680" y="53634"/>
                </a:cubicBezTo>
                <a:cubicBezTo>
                  <a:pt x="452247" y="52324"/>
                  <a:pt x="451557" y="51343"/>
                  <a:pt x="450609" y="50692"/>
                </a:cubicBezTo>
                <a:cubicBezTo>
                  <a:pt x="449661" y="50040"/>
                  <a:pt x="448375" y="49714"/>
                  <a:pt x="446750" y="49714"/>
                </a:cubicBezTo>
                <a:cubicBezTo>
                  <a:pt x="445451" y="49714"/>
                  <a:pt x="443799" y="50094"/>
                  <a:pt x="441795" y="50852"/>
                </a:cubicBezTo>
                <a:lnTo>
                  <a:pt x="440820" y="48252"/>
                </a:lnTo>
                <a:moveTo>
                  <a:pt x="466815" y="61412"/>
                </a:moveTo>
                <a:lnTo>
                  <a:pt x="466815" y="89194"/>
                </a:lnTo>
                <a:cubicBezTo>
                  <a:pt x="466815" y="95205"/>
                  <a:pt x="467059" y="99158"/>
                  <a:pt x="467546" y="101054"/>
                </a:cubicBezTo>
                <a:cubicBezTo>
                  <a:pt x="468304" y="104195"/>
                  <a:pt x="470159" y="106957"/>
                  <a:pt x="473110" y="109339"/>
                </a:cubicBezTo>
                <a:cubicBezTo>
                  <a:pt x="476062" y="111722"/>
                  <a:pt x="479785" y="112914"/>
                  <a:pt x="484280" y="112914"/>
                </a:cubicBezTo>
                <a:cubicBezTo>
                  <a:pt x="489696" y="112914"/>
                  <a:pt x="494082" y="110802"/>
                  <a:pt x="497440" y="106577"/>
                </a:cubicBezTo>
                <a:cubicBezTo>
                  <a:pt x="501826" y="101054"/>
                  <a:pt x="504020" y="93282"/>
                  <a:pt x="504020" y="83264"/>
                </a:cubicBezTo>
                <a:cubicBezTo>
                  <a:pt x="504020" y="71891"/>
                  <a:pt x="501528" y="63145"/>
                  <a:pt x="496546" y="57025"/>
                </a:cubicBezTo>
                <a:cubicBezTo>
                  <a:pt x="493080" y="52801"/>
                  <a:pt x="488964" y="50689"/>
                  <a:pt x="484199" y="50689"/>
                </a:cubicBezTo>
                <a:cubicBezTo>
                  <a:pt x="481599" y="50689"/>
                  <a:pt x="479027" y="51339"/>
                  <a:pt x="476482" y="52639"/>
                </a:cubicBezTo>
                <a:cubicBezTo>
                  <a:pt x="474532" y="53614"/>
                  <a:pt x="471310" y="56538"/>
                  <a:pt x="466815" y="61412"/>
                </a:cubicBezTo>
                <a:close/>
                <a:moveTo>
                  <a:pt x="554657" y="0"/>
                </a:moveTo>
                <a:lnTo>
                  <a:pt x="554657" y="98617"/>
                </a:lnTo>
                <a:cubicBezTo>
                  <a:pt x="554657" y="103301"/>
                  <a:pt x="554995" y="106407"/>
                  <a:pt x="555672" y="107933"/>
                </a:cubicBezTo>
                <a:cubicBezTo>
                  <a:pt x="556349" y="109458"/>
                  <a:pt x="557392" y="110615"/>
                  <a:pt x="558800" y="111406"/>
                </a:cubicBezTo>
                <a:cubicBezTo>
                  <a:pt x="560208" y="112194"/>
                  <a:pt x="562834" y="112589"/>
                  <a:pt x="566679" y="112589"/>
                </a:cubicBezTo>
                <a:lnTo>
                  <a:pt x="566679" y="115513"/>
                </a:lnTo>
                <a:lnTo>
                  <a:pt x="530206" y="115513"/>
                </a:lnTo>
                <a:lnTo>
                  <a:pt x="530206" y="112589"/>
                </a:lnTo>
                <a:cubicBezTo>
                  <a:pt x="533618" y="112589"/>
                  <a:pt x="535946" y="112235"/>
                  <a:pt x="537192" y="111528"/>
                </a:cubicBezTo>
                <a:cubicBezTo>
                  <a:pt x="538437" y="110818"/>
                  <a:pt x="539412" y="109647"/>
                  <a:pt x="540116" y="108014"/>
                </a:cubicBezTo>
                <a:cubicBezTo>
                  <a:pt x="540820" y="106379"/>
                  <a:pt x="541172" y="103247"/>
                  <a:pt x="541172" y="98617"/>
                </a:cubicBezTo>
                <a:lnTo>
                  <a:pt x="541172" y="31193"/>
                </a:lnTo>
                <a:cubicBezTo>
                  <a:pt x="541172" y="22799"/>
                  <a:pt x="540983" y="17641"/>
                  <a:pt x="540604" y="15719"/>
                </a:cubicBezTo>
                <a:cubicBezTo>
                  <a:pt x="540224" y="13796"/>
                  <a:pt x="539615" y="12483"/>
                  <a:pt x="538776" y="11779"/>
                </a:cubicBezTo>
                <a:cubicBezTo>
                  <a:pt x="537936" y="11075"/>
                  <a:pt x="536867" y="10723"/>
                  <a:pt x="535567" y="10723"/>
                </a:cubicBezTo>
                <a:cubicBezTo>
                  <a:pt x="534159" y="10723"/>
                  <a:pt x="532372" y="11156"/>
                  <a:pt x="530206" y="12022"/>
                </a:cubicBezTo>
                <a:lnTo>
                  <a:pt x="528825" y="9098"/>
                </a:lnTo>
                <a:lnTo>
                  <a:pt x="551001" y="0"/>
                </a:lnTo>
                <a:lnTo>
                  <a:pt x="554657" y="0"/>
                </a:lnTo>
                <a:close/>
                <a:moveTo>
                  <a:pt x="617407" y="104877"/>
                </a:moveTo>
                <a:cubicBezTo>
                  <a:pt x="609772" y="110778"/>
                  <a:pt x="604979" y="114188"/>
                  <a:pt x="603029" y="115107"/>
                </a:cubicBezTo>
                <a:cubicBezTo>
                  <a:pt x="600105" y="116461"/>
                  <a:pt x="596991" y="117138"/>
                  <a:pt x="593688" y="117138"/>
                </a:cubicBezTo>
                <a:cubicBezTo>
                  <a:pt x="588543" y="117138"/>
                  <a:pt x="584305" y="115378"/>
                  <a:pt x="580975" y="111858"/>
                </a:cubicBezTo>
                <a:cubicBezTo>
                  <a:pt x="577644" y="108337"/>
                  <a:pt x="575979" y="103707"/>
                  <a:pt x="575979" y="97967"/>
                </a:cubicBezTo>
                <a:cubicBezTo>
                  <a:pt x="575979" y="94338"/>
                  <a:pt x="576791" y="91197"/>
                  <a:pt x="578416" y="88544"/>
                </a:cubicBezTo>
                <a:cubicBezTo>
                  <a:pt x="580636" y="84861"/>
                  <a:pt x="584495" y="81395"/>
                  <a:pt x="589991" y="78146"/>
                </a:cubicBezTo>
                <a:cubicBezTo>
                  <a:pt x="595488" y="74897"/>
                  <a:pt x="604627" y="70943"/>
                  <a:pt x="617407" y="66286"/>
                </a:cubicBezTo>
                <a:lnTo>
                  <a:pt x="617407" y="63372"/>
                </a:lnTo>
                <a:cubicBezTo>
                  <a:pt x="617407" y="55980"/>
                  <a:pt x="616230" y="50908"/>
                  <a:pt x="613874" y="48156"/>
                </a:cubicBezTo>
                <a:cubicBezTo>
                  <a:pt x="611518" y="45404"/>
                  <a:pt x="608093" y="44028"/>
                  <a:pt x="603598" y="44028"/>
                </a:cubicBezTo>
                <a:cubicBezTo>
                  <a:pt x="600186" y="44028"/>
                  <a:pt x="597478" y="44949"/>
                  <a:pt x="595475" y="46790"/>
                </a:cubicBezTo>
                <a:cubicBezTo>
                  <a:pt x="593417" y="48631"/>
                  <a:pt x="592388" y="50743"/>
                  <a:pt x="592388" y="53126"/>
                </a:cubicBezTo>
                <a:lnTo>
                  <a:pt x="592550" y="57838"/>
                </a:lnTo>
                <a:cubicBezTo>
                  <a:pt x="592550" y="60329"/>
                  <a:pt x="591914" y="62251"/>
                  <a:pt x="590641" y="63605"/>
                </a:cubicBezTo>
                <a:cubicBezTo>
                  <a:pt x="589369" y="64959"/>
                  <a:pt x="587703" y="65636"/>
                  <a:pt x="585645" y="65636"/>
                </a:cubicBezTo>
                <a:cubicBezTo>
                  <a:pt x="583642" y="65636"/>
                  <a:pt x="582004" y="64930"/>
                  <a:pt x="580731" y="63519"/>
                </a:cubicBezTo>
                <a:cubicBezTo>
                  <a:pt x="579458" y="62106"/>
                  <a:pt x="578822" y="60177"/>
                  <a:pt x="578822" y="57734"/>
                </a:cubicBezTo>
                <a:cubicBezTo>
                  <a:pt x="578822" y="53061"/>
                  <a:pt x="581205" y="48769"/>
                  <a:pt x="585970" y="44858"/>
                </a:cubicBezTo>
                <a:cubicBezTo>
                  <a:pt x="590736" y="40947"/>
                  <a:pt x="597424" y="38992"/>
                  <a:pt x="606035" y="38992"/>
                </a:cubicBezTo>
                <a:cubicBezTo>
                  <a:pt x="612642" y="38992"/>
                  <a:pt x="618057" y="40100"/>
                  <a:pt x="622281" y="42317"/>
                </a:cubicBezTo>
                <a:cubicBezTo>
                  <a:pt x="625477" y="43994"/>
                  <a:pt x="627832" y="46618"/>
                  <a:pt x="629349" y="50189"/>
                </a:cubicBezTo>
                <a:cubicBezTo>
                  <a:pt x="630324" y="52514"/>
                  <a:pt x="630811" y="57274"/>
                  <a:pt x="630811" y="64468"/>
                </a:cubicBezTo>
                <a:lnTo>
                  <a:pt x="630811" y="89701"/>
                </a:lnTo>
                <a:cubicBezTo>
                  <a:pt x="630811" y="96787"/>
                  <a:pt x="630946" y="101128"/>
                  <a:pt x="631217" y="102724"/>
                </a:cubicBezTo>
                <a:cubicBezTo>
                  <a:pt x="631488" y="104320"/>
                  <a:pt x="631935" y="105389"/>
                  <a:pt x="632557" y="105930"/>
                </a:cubicBezTo>
                <a:cubicBezTo>
                  <a:pt x="633180" y="106470"/>
                  <a:pt x="633898" y="106740"/>
                  <a:pt x="634710" y="106740"/>
                </a:cubicBezTo>
                <a:cubicBezTo>
                  <a:pt x="635577" y="106740"/>
                  <a:pt x="636335" y="106550"/>
                  <a:pt x="636985" y="106171"/>
                </a:cubicBezTo>
                <a:cubicBezTo>
                  <a:pt x="638122" y="105467"/>
                  <a:pt x="640315" y="103491"/>
                  <a:pt x="643564" y="100241"/>
                </a:cubicBezTo>
                <a:lnTo>
                  <a:pt x="643564" y="104790"/>
                </a:lnTo>
                <a:cubicBezTo>
                  <a:pt x="637499" y="112914"/>
                  <a:pt x="631704" y="116975"/>
                  <a:pt x="626181" y="116975"/>
                </a:cubicBezTo>
                <a:cubicBezTo>
                  <a:pt x="623527" y="116975"/>
                  <a:pt x="621415" y="116061"/>
                  <a:pt x="619844" y="114234"/>
                </a:cubicBezTo>
                <a:cubicBezTo>
                  <a:pt x="618274" y="112404"/>
                  <a:pt x="617462" y="109285"/>
                  <a:pt x="617407" y="104877"/>
                </a:cubicBezTo>
                <a:moveTo>
                  <a:pt x="617407" y="99609"/>
                </a:moveTo>
                <a:lnTo>
                  <a:pt x="617407" y="71322"/>
                </a:lnTo>
                <a:cubicBezTo>
                  <a:pt x="609230" y="74565"/>
                  <a:pt x="603950" y="76861"/>
                  <a:pt x="601567" y="78212"/>
                </a:cubicBezTo>
                <a:cubicBezTo>
                  <a:pt x="597289" y="80590"/>
                  <a:pt x="594229" y="83076"/>
                  <a:pt x="592388" y="85670"/>
                </a:cubicBezTo>
                <a:cubicBezTo>
                  <a:pt x="590547" y="88263"/>
                  <a:pt x="589626" y="91099"/>
                  <a:pt x="589626" y="94179"/>
                </a:cubicBezTo>
                <a:cubicBezTo>
                  <a:pt x="589626" y="98070"/>
                  <a:pt x="590790" y="101299"/>
                  <a:pt x="593119" y="103866"/>
                </a:cubicBezTo>
                <a:cubicBezTo>
                  <a:pt x="595448" y="106432"/>
                  <a:pt x="598128" y="107715"/>
                  <a:pt x="601161" y="107715"/>
                </a:cubicBezTo>
                <a:cubicBezTo>
                  <a:pt x="605277" y="107715"/>
                  <a:pt x="610692" y="105013"/>
                  <a:pt x="617407" y="99609"/>
                </a:cubicBezTo>
                <a:close/>
                <a:moveTo>
                  <a:pt x="670269" y="16571"/>
                </a:moveTo>
                <a:lnTo>
                  <a:pt x="670269" y="41104"/>
                </a:lnTo>
                <a:lnTo>
                  <a:pt x="687653" y="41104"/>
                </a:lnTo>
                <a:lnTo>
                  <a:pt x="687653" y="46628"/>
                </a:lnTo>
                <a:lnTo>
                  <a:pt x="670269" y="46790"/>
                </a:lnTo>
                <a:lnTo>
                  <a:pt x="670269" y="95108"/>
                </a:lnTo>
                <a:cubicBezTo>
                  <a:pt x="670269" y="99933"/>
                  <a:pt x="670960" y="103187"/>
                  <a:pt x="672341" y="104869"/>
                </a:cubicBezTo>
                <a:cubicBezTo>
                  <a:pt x="673722" y="106550"/>
                  <a:pt x="675495" y="107390"/>
                  <a:pt x="677662" y="107390"/>
                </a:cubicBezTo>
                <a:cubicBezTo>
                  <a:pt x="679449" y="107390"/>
                  <a:pt x="681182" y="106828"/>
                  <a:pt x="682860" y="105704"/>
                </a:cubicBezTo>
                <a:cubicBezTo>
                  <a:pt x="684539" y="104580"/>
                  <a:pt x="685839" y="102922"/>
                  <a:pt x="686760" y="100729"/>
                </a:cubicBezTo>
                <a:lnTo>
                  <a:pt x="689928" y="100729"/>
                </a:lnTo>
                <a:cubicBezTo>
                  <a:pt x="688032" y="106063"/>
                  <a:pt x="685352" y="110077"/>
                  <a:pt x="681886" y="112771"/>
                </a:cubicBezTo>
                <a:cubicBezTo>
                  <a:pt x="678420" y="115466"/>
                  <a:pt x="674845" y="116813"/>
                  <a:pt x="671163" y="116813"/>
                </a:cubicBezTo>
                <a:cubicBezTo>
                  <a:pt x="668672" y="116813"/>
                  <a:pt x="666235" y="116120"/>
                  <a:pt x="663852" y="114734"/>
                </a:cubicBezTo>
                <a:cubicBezTo>
                  <a:pt x="661469" y="113348"/>
                  <a:pt x="659709" y="111364"/>
                  <a:pt x="658572" y="108783"/>
                </a:cubicBezTo>
                <a:cubicBezTo>
                  <a:pt x="657435" y="106203"/>
                  <a:pt x="656866" y="102222"/>
                  <a:pt x="656866" y="96842"/>
                </a:cubicBezTo>
                <a:lnTo>
                  <a:pt x="656866" y="46628"/>
                </a:lnTo>
                <a:lnTo>
                  <a:pt x="645087" y="46628"/>
                </a:lnTo>
                <a:lnTo>
                  <a:pt x="645087" y="44023"/>
                </a:lnTo>
                <a:cubicBezTo>
                  <a:pt x="648066" y="42838"/>
                  <a:pt x="651112" y="40833"/>
                  <a:pt x="654226" y="38007"/>
                </a:cubicBezTo>
                <a:cubicBezTo>
                  <a:pt x="657340" y="35181"/>
                  <a:pt x="660115" y="31812"/>
                  <a:pt x="662552" y="27901"/>
                </a:cubicBezTo>
                <a:cubicBezTo>
                  <a:pt x="663798" y="25836"/>
                  <a:pt x="665531" y="22060"/>
                  <a:pt x="667751" y="16571"/>
                </a:cubicBezTo>
                <a:lnTo>
                  <a:pt x="670269" y="16571"/>
                </a:lnTo>
                <a:close/>
                <a:moveTo>
                  <a:pt x="723922" y="46953"/>
                </a:moveTo>
                <a:lnTo>
                  <a:pt x="723922" y="95855"/>
                </a:lnTo>
                <a:cubicBezTo>
                  <a:pt x="723922" y="102787"/>
                  <a:pt x="724680" y="107173"/>
                  <a:pt x="726197" y="109014"/>
                </a:cubicBezTo>
                <a:cubicBezTo>
                  <a:pt x="728201" y="111397"/>
                  <a:pt x="730881" y="112589"/>
                  <a:pt x="734239" y="112589"/>
                </a:cubicBezTo>
                <a:lnTo>
                  <a:pt x="740981" y="112589"/>
                </a:lnTo>
                <a:lnTo>
                  <a:pt x="740981" y="115513"/>
                </a:lnTo>
                <a:lnTo>
                  <a:pt x="696547" y="115513"/>
                </a:lnTo>
                <a:lnTo>
                  <a:pt x="696547" y="112589"/>
                </a:lnTo>
                <a:lnTo>
                  <a:pt x="699877" y="112589"/>
                </a:lnTo>
                <a:cubicBezTo>
                  <a:pt x="702044" y="112589"/>
                  <a:pt x="704020" y="112047"/>
                  <a:pt x="705807" y="110964"/>
                </a:cubicBezTo>
                <a:cubicBezTo>
                  <a:pt x="707594" y="109881"/>
                  <a:pt x="708826" y="108419"/>
                  <a:pt x="709503" y="106577"/>
                </a:cubicBezTo>
                <a:cubicBezTo>
                  <a:pt x="710180" y="104736"/>
                  <a:pt x="710519" y="101162"/>
                  <a:pt x="710519" y="95855"/>
                </a:cubicBezTo>
                <a:lnTo>
                  <a:pt x="710519" y="46953"/>
                </a:lnTo>
                <a:lnTo>
                  <a:pt x="696059" y="46953"/>
                </a:lnTo>
                <a:lnTo>
                  <a:pt x="696059" y="41104"/>
                </a:lnTo>
                <a:lnTo>
                  <a:pt x="710519" y="41104"/>
                </a:lnTo>
                <a:lnTo>
                  <a:pt x="710519" y="36210"/>
                </a:lnTo>
                <a:cubicBezTo>
                  <a:pt x="710519" y="28761"/>
                  <a:pt x="711710" y="22455"/>
                  <a:pt x="714093" y="17290"/>
                </a:cubicBezTo>
                <a:cubicBezTo>
                  <a:pt x="716476" y="12125"/>
                  <a:pt x="720118" y="7952"/>
                  <a:pt x="725019" y="4772"/>
                </a:cubicBezTo>
                <a:cubicBezTo>
                  <a:pt x="729920" y="1591"/>
                  <a:pt x="735430" y="0"/>
                  <a:pt x="741550" y="0"/>
                </a:cubicBezTo>
                <a:cubicBezTo>
                  <a:pt x="747236" y="0"/>
                  <a:pt x="752462" y="1841"/>
                  <a:pt x="757228" y="5524"/>
                </a:cubicBezTo>
                <a:cubicBezTo>
                  <a:pt x="760369" y="7961"/>
                  <a:pt x="761939" y="10696"/>
                  <a:pt x="761939" y="13728"/>
                </a:cubicBezTo>
                <a:cubicBezTo>
                  <a:pt x="761939" y="15353"/>
                  <a:pt x="761235" y="16883"/>
                  <a:pt x="759827" y="18318"/>
                </a:cubicBezTo>
                <a:cubicBezTo>
                  <a:pt x="758419" y="19753"/>
                  <a:pt x="756903" y="20471"/>
                  <a:pt x="755278" y="20471"/>
                </a:cubicBezTo>
                <a:cubicBezTo>
                  <a:pt x="754033" y="20471"/>
                  <a:pt x="752719" y="20024"/>
                  <a:pt x="751338" y="19130"/>
                </a:cubicBezTo>
                <a:cubicBezTo>
                  <a:pt x="749957" y="18237"/>
                  <a:pt x="748265" y="16314"/>
                  <a:pt x="746261" y="13363"/>
                </a:cubicBezTo>
                <a:cubicBezTo>
                  <a:pt x="744258" y="10411"/>
                  <a:pt x="742416" y="8421"/>
                  <a:pt x="740737" y="7392"/>
                </a:cubicBezTo>
                <a:cubicBezTo>
                  <a:pt x="739059" y="6363"/>
                  <a:pt x="737190" y="5849"/>
                  <a:pt x="735132" y="5849"/>
                </a:cubicBezTo>
                <a:cubicBezTo>
                  <a:pt x="732641" y="5849"/>
                  <a:pt x="730529" y="6516"/>
                  <a:pt x="728796" y="7849"/>
                </a:cubicBezTo>
                <a:cubicBezTo>
                  <a:pt x="727063" y="9181"/>
                  <a:pt x="725818" y="11248"/>
                  <a:pt x="725060" y="14051"/>
                </a:cubicBezTo>
                <a:cubicBezTo>
                  <a:pt x="724301" y="16853"/>
                  <a:pt x="723922" y="24075"/>
                  <a:pt x="723922" y="35717"/>
                </a:cubicBezTo>
                <a:lnTo>
                  <a:pt x="723922" y="41104"/>
                </a:lnTo>
                <a:lnTo>
                  <a:pt x="743093" y="41104"/>
                </a:lnTo>
                <a:lnTo>
                  <a:pt x="743093" y="46953"/>
                </a:lnTo>
                <a:lnTo>
                  <a:pt x="723922" y="469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orm">
            <a:extLst xmlns:a="http://schemas.openxmlformats.org/drawingml/2006/main">
              <a:ext uri="{FF2B5EF4-FFF2-40B4-BE49-F238E27FC236}">
                <a16:creationId xmlns:a16="http://schemas.microsoft.com/office/drawing/2014/main" id="{DA97B5D7-5EBC-4940-852E-3B2E7BCE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85" y="1047998"/>
            <a:ext cx="261014" cy="78796"/>
          </a:xfrm>
          <a:custGeom xmlns:a="http://schemas.openxmlformats.org/drawingml/2006/main">
            <a:pathLst>
              <a:path w="261014" h="78796">
                <a:moveTo>
                  <a:pt x="133738" y="9017"/>
                </a:moveTo>
                <a:lnTo>
                  <a:pt x="133733" y="8720"/>
                </a:lnTo>
                <a:lnTo>
                  <a:pt x="133718" y="8427"/>
                </a:lnTo>
                <a:lnTo>
                  <a:pt x="133692" y="8137"/>
                </a:lnTo>
                <a:lnTo>
                  <a:pt x="133657" y="7849"/>
                </a:lnTo>
                <a:lnTo>
                  <a:pt x="133611" y="7565"/>
                </a:lnTo>
                <a:lnTo>
                  <a:pt x="133555" y="7283"/>
                </a:lnTo>
                <a:lnTo>
                  <a:pt x="133489" y="7004"/>
                </a:lnTo>
                <a:lnTo>
                  <a:pt x="133413" y="6729"/>
                </a:lnTo>
                <a:lnTo>
                  <a:pt x="133327" y="6456"/>
                </a:lnTo>
                <a:lnTo>
                  <a:pt x="133230" y="6186"/>
                </a:lnTo>
                <a:lnTo>
                  <a:pt x="133124" y="5920"/>
                </a:lnTo>
                <a:lnTo>
                  <a:pt x="133007" y="5656"/>
                </a:lnTo>
                <a:lnTo>
                  <a:pt x="132880" y="5395"/>
                </a:lnTo>
                <a:lnTo>
                  <a:pt x="132743" y="5137"/>
                </a:lnTo>
                <a:lnTo>
                  <a:pt x="132596" y="4882"/>
                </a:lnTo>
                <a:lnTo>
                  <a:pt x="132438" y="4630"/>
                </a:lnTo>
                <a:lnTo>
                  <a:pt x="132271" y="4381"/>
                </a:lnTo>
                <a:lnTo>
                  <a:pt x="132093" y="4135"/>
                </a:lnTo>
                <a:lnTo>
                  <a:pt x="131905" y="3892"/>
                </a:lnTo>
                <a:lnTo>
                  <a:pt x="131707" y="3652"/>
                </a:lnTo>
                <a:lnTo>
                  <a:pt x="131499" y="3415"/>
                </a:lnTo>
                <a:lnTo>
                  <a:pt x="131281" y="3181"/>
                </a:lnTo>
                <a:lnTo>
                  <a:pt x="131052" y="2950"/>
                </a:lnTo>
                <a:lnTo>
                  <a:pt x="130814" y="2721"/>
                </a:lnTo>
                <a:lnTo>
                  <a:pt x="130567" y="2499"/>
                </a:lnTo>
                <a:lnTo>
                  <a:pt x="130316" y="2287"/>
                </a:lnTo>
                <a:lnTo>
                  <a:pt x="130058" y="2083"/>
                </a:lnTo>
                <a:lnTo>
                  <a:pt x="129796" y="1890"/>
                </a:lnTo>
                <a:lnTo>
                  <a:pt x="129528" y="1706"/>
                </a:lnTo>
                <a:lnTo>
                  <a:pt x="129255" y="1531"/>
                </a:lnTo>
                <a:lnTo>
                  <a:pt x="128977" y="1365"/>
                </a:lnTo>
                <a:lnTo>
                  <a:pt x="128693" y="1209"/>
                </a:lnTo>
                <a:lnTo>
                  <a:pt x="128403" y="1063"/>
                </a:lnTo>
                <a:lnTo>
                  <a:pt x="128109" y="926"/>
                </a:lnTo>
                <a:lnTo>
                  <a:pt x="127809" y="798"/>
                </a:lnTo>
                <a:lnTo>
                  <a:pt x="127503" y="680"/>
                </a:lnTo>
                <a:lnTo>
                  <a:pt x="127193" y="572"/>
                </a:lnTo>
                <a:lnTo>
                  <a:pt x="126877" y="472"/>
                </a:lnTo>
                <a:lnTo>
                  <a:pt x="126555" y="383"/>
                </a:lnTo>
                <a:lnTo>
                  <a:pt x="126229" y="302"/>
                </a:lnTo>
                <a:lnTo>
                  <a:pt x="125896" y="231"/>
                </a:lnTo>
                <a:lnTo>
                  <a:pt x="125559" y="170"/>
                </a:lnTo>
                <a:lnTo>
                  <a:pt x="125216" y="118"/>
                </a:lnTo>
                <a:lnTo>
                  <a:pt x="124868" y="76"/>
                </a:lnTo>
                <a:lnTo>
                  <a:pt x="124514" y="43"/>
                </a:lnTo>
                <a:lnTo>
                  <a:pt x="124155" y="19"/>
                </a:lnTo>
                <a:lnTo>
                  <a:pt x="123791" y="5"/>
                </a:lnTo>
                <a:lnTo>
                  <a:pt x="123422" y="0"/>
                </a:lnTo>
                <a:lnTo>
                  <a:pt x="122603" y="29"/>
                </a:lnTo>
                <a:lnTo>
                  <a:pt x="121787" y="116"/>
                </a:lnTo>
                <a:lnTo>
                  <a:pt x="120972" y="261"/>
                </a:lnTo>
                <a:lnTo>
                  <a:pt x="120159" y="465"/>
                </a:lnTo>
                <a:lnTo>
                  <a:pt x="119347" y="726"/>
                </a:lnTo>
                <a:lnTo>
                  <a:pt x="118537" y="1046"/>
                </a:lnTo>
                <a:lnTo>
                  <a:pt x="117729" y="1424"/>
                </a:lnTo>
                <a:lnTo>
                  <a:pt x="116923" y="1859"/>
                </a:lnTo>
                <a:lnTo>
                  <a:pt x="116118" y="2353"/>
                </a:lnTo>
                <a:lnTo>
                  <a:pt x="115315" y="2905"/>
                </a:lnTo>
                <a:lnTo>
                  <a:pt x="114514" y="3515"/>
                </a:lnTo>
                <a:lnTo>
                  <a:pt x="113714" y="4183"/>
                </a:lnTo>
                <a:lnTo>
                  <a:pt x="112916" y="4910"/>
                </a:lnTo>
                <a:lnTo>
                  <a:pt x="112120" y="5694"/>
                </a:lnTo>
                <a:lnTo>
                  <a:pt x="111325" y="6537"/>
                </a:lnTo>
                <a:lnTo>
                  <a:pt x="110533" y="7437"/>
                </a:lnTo>
                <a:lnTo>
                  <a:pt x="109741" y="8396"/>
                </a:lnTo>
                <a:lnTo>
                  <a:pt x="108952" y="9413"/>
                </a:lnTo>
                <a:lnTo>
                  <a:pt x="108164" y="10488"/>
                </a:lnTo>
                <a:lnTo>
                  <a:pt x="107378" y="11621"/>
                </a:lnTo>
                <a:lnTo>
                  <a:pt x="106594" y="12812"/>
                </a:lnTo>
                <a:lnTo>
                  <a:pt x="105811" y="14061"/>
                </a:lnTo>
                <a:lnTo>
                  <a:pt x="105030" y="15369"/>
                </a:lnTo>
                <a:lnTo>
                  <a:pt x="104251" y="16734"/>
                </a:lnTo>
                <a:lnTo>
                  <a:pt x="104251" y="0"/>
                </a:lnTo>
                <a:lnTo>
                  <a:pt x="100839" y="0"/>
                </a:lnTo>
                <a:lnTo>
                  <a:pt x="78337" y="9098"/>
                </a:lnTo>
                <a:lnTo>
                  <a:pt x="79150" y="12022"/>
                </a:lnTo>
                <a:lnTo>
                  <a:pt x="79413" y="11923"/>
                </a:lnTo>
                <a:lnTo>
                  <a:pt x="79673" y="11828"/>
                </a:lnTo>
                <a:lnTo>
                  <a:pt x="79932" y="11737"/>
                </a:lnTo>
                <a:lnTo>
                  <a:pt x="80188" y="11650"/>
                </a:lnTo>
                <a:lnTo>
                  <a:pt x="80441" y="11568"/>
                </a:lnTo>
                <a:lnTo>
                  <a:pt x="80693" y="11489"/>
                </a:lnTo>
                <a:lnTo>
                  <a:pt x="80942" y="11415"/>
                </a:lnTo>
                <a:lnTo>
                  <a:pt x="81189" y="11346"/>
                </a:lnTo>
                <a:lnTo>
                  <a:pt x="81434" y="11280"/>
                </a:lnTo>
                <a:lnTo>
                  <a:pt x="81677" y="11219"/>
                </a:lnTo>
                <a:lnTo>
                  <a:pt x="81917" y="11161"/>
                </a:lnTo>
                <a:lnTo>
                  <a:pt x="82155" y="11109"/>
                </a:lnTo>
                <a:lnTo>
                  <a:pt x="82391" y="11060"/>
                </a:lnTo>
                <a:lnTo>
                  <a:pt x="82625" y="11016"/>
                </a:lnTo>
                <a:lnTo>
                  <a:pt x="82856" y="10975"/>
                </a:lnTo>
                <a:lnTo>
                  <a:pt x="83085" y="10939"/>
                </a:lnTo>
                <a:lnTo>
                  <a:pt x="83312" y="10908"/>
                </a:lnTo>
                <a:lnTo>
                  <a:pt x="83536" y="10880"/>
                </a:lnTo>
                <a:lnTo>
                  <a:pt x="83758" y="10857"/>
                </a:lnTo>
                <a:lnTo>
                  <a:pt x="83978" y="10838"/>
                </a:lnTo>
                <a:lnTo>
                  <a:pt x="84196" y="10823"/>
                </a:lnTo>
                <a:lnTo>
                  <a:pt x="84412" y="10812"/>
                </a:lnTo>
                <a:lnTo>
                  <a:pt x="84625" y="10806"/>
                </a:lnTo>
                <a:lnTo>
                  <a:pt x="84836" y="10804"/>
                </a:lnTo>
                <a:lnTo>
                  <a:pt x="85011" y="10806"/>
                </a:lnTo>
                <a:lnTo>
                  <a:pt x="85183" y="10812"/>
                </a:lnTo>
                <a:lnTo>
                  <a:pt x="85353" y="10822"/>
                </a:lnTo>
                <a:lnTo>
                  <a:pt x="85521" y="10836"/>
                </a:lnTo>
                <a:lnTo>
                  <a:pt x="85686" y="10853"/>
                </a:lnTo>
                <a:lnTo>
                  <a:pt x="85849" y="10875"/>
                </a:lnTo>
                <a:lnTo>
                  <a:pt x="86009" y="10901"/>
                </a:lnTo>
                <a:lnTo>
                  <a:pt x="86167" y="10930"/>
                </a:lnTo>
                <a:lnTo>
                  <a:pt x="86323" y="10964"/>
                </a:lnTo>
                <a:lnTo>
                  <a:pt x="86476" y="11001"/>
                </a:lnTo>
                <a:lnTo>
                  <a:pt x="86627" y="11043"/>
                </a:lnTo>
                <a:lnTo>
                  <a:pt x="86775" y="11088"/>
                </a:lnTo>
                <a:lnTo>
                  <a:pt x="86921" y="11138"/>
                </a:lnTo>
                <a:lnTo>
                  <a:pt x="87065" y="11191"/>
                </a:lnTo>
                <a:lnTo>
                  <a:pt x="87206" y="11248"/>
                </a:lnTo>
                <a:lnTo>
                  <a:pt x="87345" y="11309"/>
                </a:lnTo>
                <a:lnTo>
                  <a:pt x="87482" y="11375"/>
                </a:lnTo>
                <a:lnTo>
                  <a:pt x="87616" y="11444"/>
                </a:lnTo>
                <a:lnTo>
                  <a:pt x="87747" y="11517"/>
                </a:lnTo>
                <a:lnTo>
                  <a:pt x="87877" y="11594"/>
                </a:lnTo>
                <a:lnTo>
                  <a:pt x="88003" y="11675"/>
                </a:lnTo>
                <a:lnTo>
                  <a:pt x="88128" y="11760"/>
                </a:lnTo>
                <a:lnTo>
                  <a:pt x="88250" y="11848"/>
                </a:lnTo>
                <a:lnTo>
                  <a:pt x="88370" y="11941"/>
                </a:lnTo>
                <a:lnTo>
                  <a:pt x="88486" y="12038"/>
                </a:lnTo>
                <a:lnTo>
                  <a:pt x="88600" y="12140"/>
                </a:lnTo>
                <a:lnTo>
                  <a:pt x="88711" y="12246"/>
                </a:lnTo>
                <a:lnTo>
                  <a:pt x="88819" y="12358"/>
                </a:lnTo>
                <a:lnTo>
                  <a:pt x="88923" y="12473"/>
                </a:lnTo>
                <a:lnTo>
                  <a:pt x="89025" y="12594"/>
                </a:lnTo>
                <a:lnTo>
                  <a:pt x="89123" y="12719"/>
                </a:lnTo>
                <a:lnTo>
                  <a:pt x="89218" y="12848"/>
                </a:lnTo>
                <a:lnTo>
                  <a:pt x="89310" y="12983"/>
                </a:lnTo>
                <a:lnTo>
                  <a:pt x="89399" y="13122"/>
                </a:lnTo>
                <a:lnTo>
                  <a:pt x="89485" y="13265"/>
                </a:lnTo>
                <a:lnTo>
                  <a:pt x="89568" y="13414"/>
                </a:lnTo>
                <a:lnTo>
                  <a:pt x="89647" y="13567"/>
                </a:lnTo>
                <a:lnTo>
                  <a:pt x="89724" y="13724"/>
                </a:lnTo>
                <a:lnTo>
                  <a:pt x="89797" y="13886"/>
                </a:lnTo>
                <a:lnTo>
                  <a:pt x="89868" y="14053"/>
                </a:lnTo>
                <a:lnTo>
                  <a:pt x="89935" y="14225"/>
                </a:lnTo>
                <a:lnTo>
                  <a:pt x="89999" y="14401"/>
                </a:lnTo>
                <a:lnTo>
                  <a:pt x="90060" y="14582"/>
                </a:lnTo>
                <a:lnTo>
                  <a:pt x="90118" y="14767"/>
                </a:lnTo>
                <a:lnTo>
                  <a:pt x="90173" y="14958"/>
                </a:lnTo>
                <a:lnTo>
                  <a:pt x="90225" y="15152"/>
                </a:lnTo>
                <a:lnTo>
                  <a:pt x="90274" y="15352"/>
                </a:lnTo>
                <a:lnTo>
                  <a:pt x="90319" y="15556"/>
                </a:lnTo>
                <a:lnTo>
                  <a:pt x="90362" y="15781"/>
                </a:lnTo>
                <a:lnTo>
                  <a:pt x="90403" y="16042"/>
                </a:lnTo>
                <a:lnTo>
                  <a:pt x="90443" y="16340"/>
                </a:lnTo>
                <a:lnTo>
                  <a:pt x="90480" y="16674"/>
                </a:lnTo>
                <a:lnTo>
                  <a:pt x="90516" y="17045"/>
                </a:lnTo>
                <a:lnTo>
                  <a:pt x="90550" y="17452"/>
                </a:lnTo>
                <a:lnTo>
                  <a:pt x="90582" y="17896"/>
                </a:lnTo>
                <a:lnTo>
                  <a:pt x="90613" y="18377"/>
                </a:lnTo>
                <a:lnTo>
                  <a:pt x="90641" y="18894"/>
                </a:lnTo>
                <a:lnTo>
                  <a:pt x="90668" y="19447"/>
                </a:lnTo>
                <a:lnTo>
                  <a:pt x="90692" y="20037"/>
                </a:lnTo>
                <a:lnTo>
                  <a:pt x="90715" y="20664"/>
                </a:lnTo>
                <a:lnTo>
                  <a:pt x="90736" y="21327"/>
                </a:lnTo>
                <a:lnTo>
                  <a:pt x="90756" y="22026"/>
                </a:lnTo>
                <a:lnTo>
                  <a:pt x="90773" y="22762"/>
                </a:lnTo>
                <a:lnTo>
                  <a:pt x="90789" y="23535"/>
                </a:lnTo>
                <a:lnTo>
                  <a:pt x="90802" y="24344"/>
                </a:lnTo>
                <a:lnTo>
                  <a:pt x="90814" y="25190"/>
                </a:lnTo>
                <a:lnTo>
                  <a:pt x="90824" y="26072"/>
                </a:lnTo>
                <a:lnTo>
                  <a:pt x="90833" y="26991"/>
                </a:lnTo>
                <a:lnTo>
                  <a:pt x="90839" y="27946"/>
                </a:lnTo>
                <a:lnTo>
                  <a:pt x="90844" y="28938"/>
                </a:lnTo>
                <a:lnTo>
                  <a:pt x="90846" y="29966"/>
                </a:lnTo>
                <a:lnTo>
                  <a:pt x="90847" y="31031"/>
                </a:lnTo>
                <a:lnTo>
                  <a:pt x="90847" y="59625"/>
                </a:lnTo>
                <a:lnTo>
                  <a:pt x="90846" y="60164"/>
                </a:lnTo>
                <a:lnTo>
                  <a:pt x="90844" y="60685"/>
                </a:lnTo>
                <a:lnTo>
                  <a:pt x="90841" y="61188"/>
                </a:lnTo>
                <a:lnTo>
                  <a:pt x="90836" y="61673"/>
                </a:lnTo>
                <a:lnTo>
                  <a:pt x="90830" y="62140"/>
                </a:lnTo>
                <a:lnTo>
                  <a:pt x="90822" y="62589"/>
                </a:lnTo>
                <a:lnTo>
                  <a:pt x="90813" y="63020"/>
                </a:lnTo>
                <a:lnTo>
                  <a:pt x="90802" y="63433"/>
                </a:lnTo>
                <a:lnTo>
                  <a:pt x="90790" y="63828"/>
                </a:lnTo>
                <a:lnTo>
                  <a:pt x="90777" y="64205"/>
                </a:lnTo>
                <a:lnTo>
                  <a:pt x="90762" y="64564"/>
                </a:lnTo>
                <a:lnTo>
                  <a:pt x="90746" y="64906"/>
                </a:lnTo>
                <a:lnTo>
                  <a:pt x="90728" y="65229"/>
                </a:lnTo>
                <a:lnTo>
                  <a:pt x="90709" y="65534"/>
                </a:lnTo>
                <a:lnTo>
                  <a:pt x="90689" y="65821"/>
                </a:lnTo>
                <a:lnTo>
                  <a:pt x="90667" y="66091"/>
                </a:lnTo>
                <a:lnTo>
                  <a:pt x="90643" y="66342"/>
                </a:lnTo>
                <a:lnTo>
                  <a:pt x="90619" y="66576"/>
                </a:lnTo>
                <a:lnTo>
                  <a:pt x="90593" y="66791"/>
                </a:lnTo>
                <a:lnTo>
                  <a:pt x="90565" y="66988"/>
                </a:lnTo>
                <a:lnTo>
                  <a:pt x="90536" y="67168"/>
                </a:lnTo>
                <a:lnTo>
                  <a:pt x="90506" y="67329"/>
                </a:lnTo>
                <a:lnTo>
                  <a:pt x="90474" y="67473"/>
                </a:lnTo>
                <a:lnTo>
                  <a:pt x="90441" y="67598"/>
                </a:lnTo>
                <a:lnTo>
                  <a:pt x="90371" y="67835"/>
                </a:lnTo>
                <a:lnTo>
                  <a:pt x="90297" y="68067"/>
                </a:lnTo>
                <a:lnTo>
                  <a:pt x="90219" y="68293"/>
                </a:lnTo>
                <a:lnTo>
                  <a:pt x="90136" y="68514"/>
                </a:lnTo>
                <a:lnTo>
                  <a:pt x="90050" y="68729"/>
                </a:lnTo>
                <a:lnTo>
                  <a:pt x="89959" y="68939"/>
                </a:lnTo>
                <a:lnTo>
                  <a:pt x="89863" y="69143"/>
                </a:lnTo>
                <a:lnTo>
                  <a:pt x="89764" y="69342"/>
                </a:lnTo>
                <a:lnTo>
                  <a:pt x="89660" y="69536"/>
                </a:lnTo>
                <a:lnTo>
                  <a:pt x="89553" y="69724"/>
                </a:lnTo>
                <a:lnTo>
                  <a:pt x="89440" y="69907"/>
                </a:lnTo>
                <a:lnTo>
                  <a:pt x="89324" y="70084"/>
                </a:lnTo>
                <a:lnTo>
                  <a:pt x="89203" y="70256"/>
                </a:lnTo>
                <a:lnTo>
                  <a:pt x="89079" y="70423"/>
                </a:lnTo>
                <a:lnTo>
                  <a:pt x="88950" y="70584"/>
                </a:lnTo>
                <a:lnTo>
                  <a:pt x="88816" y="70739"/>
                </a:lnTo>
                <a:lnTo>
                  <a:pt x="88679" y="70890"/>
                </a:lnTo>
                <a:lnTo>
                  <a:pt x="88537" y="71034"/>
                </a:lnTo>
                <a:lnTo>
                  <a:pt x="88391" y="71174"/>
                </a:lnTo>
                <a:lnTo>
                  <a:pt x="88241" y="71308"/>
                </a:lnTo>
                <a:lnTo>
                  <a:pt x="88087" y="71436"/>
                </a:lnTo>
                <a:lnTo>
                  <a:pt x="87928" y="71559"/>
                </a:lnTo>
                <a:lnTo>
                  <a:pt x="87765" y="71677"/>
                </a:lnTo>
                <a:lnTo>
                  <a:pt x="87598" y="71789"/>
                </a:lnTo>
                <a:lnTo>
                  <a:pt x="87363" y="71937"/>
                </a:lnTo>
                <a:lnTo>
                  <a:pt x="87117" y="72078"/>
                </a:lnTo>
                <a:lnTo>
                  <a:pt x="86862" y="72213"/>
                </a:lnTo>
                <a:lnTo>
                  <a:pt x="86596" y="72342"/>
                </a:lnTo>
                <a:lnTo>
                  <a:pt x="86320" y="72464"/>
                </a:lnTo>
                <a:lnTo>
                  <a:pt x="86034" y="72580"/>
                </a:lnTo>
                <a:lnTo>
                  <a:pt x="85738" y="72690"/>
                </a:lnTo>
                <a:lnTo>
                  <a:pt x="85432" y="72794"/>
                </a:lnTo>
                <a:lnTo>
                  <a:pt x="85115" y="72891"/>
                </a:lnTo>
                <a:lnTo>
                  <a:pt x="84789" y="72982"/>
                </a:lnTo>
                <a:lnTo>
                  <a:pt x="84452" y="73067"/>
                </a:lnTo>
                <a:lnTo>
                  <a:pt x="84105" y="73145"/>
                </a:lnTo>
                <a:lnTo>
                  <a:pt x="83748" y="73217"/>
                </a:lnTo>
                <a:lnTo>
                  <a:pt x="83381" y="73283"/>
                </a:lnTo>
                <a:lnTo>
                  <a:pt x="83003" y="73343"/>
                </a:lnTo>
                <a:lnTo>
                  <a:pt x="82616" y="73396"/>
                </a:lnTo>
                <a:lnTo>
                  <a:pt x="82218" y="73443"/>
                </a:lnTo>
                <a:lnTo>
                  <a:pt x="81810" y="73484"/>
                </a:lnTo>
                <a:lnTo>
                  <a:pt x="81392" y="73518"/>
                </a:lnTo>
                <a:lnTo>
                  <a:pt x="80964" y="73547"/>
                </a:lnTo>
                <a:lnTo>
                  <a:pt x="80526" y="73569"/>
                </a:lnTo>
                <a:lnTo>
                  <a:pt x="80077" y="73584"/>
                </a:lnTo>
                <a:lnTo>
                  <a:pt x="79618" y="73594"/>
                </a:lnTo>
                <a:lnTo>
                  <a:pt x="79150" y="73597"/>
                </a:lnTo>
                <a:lnTo>
                  <a:pt x="79150" y="76521"/>
                </a:lnTo>
                <a:lnTo>
                  <a:pt x="117248" y="76521"/>
                </a:lnTo>
                <a:lnTo>
                  <a:pt x="117248" y="73597"/>
                </a:lnTo>
                <a:lnTo>
                  <a:pt x="116832" y="73594"/>
                </a:lnTo>
                <a:lnTo>
                  <a:pt x="116425" y="73587"/>
                </a:lnTo>
                <a:lnTo>
                  <a:pt x="116026" y="73574"/>
                </a:lnTo>
                <a:lnTo>
                  <a:pt x="115634" y="73556"/>
                </a:lnTo>
                <a:lnTo>
                  <a:pt x="115252" y="73534"/>
                </a:lnTo>
                <a:lnTo>
                  <a:pt x="114877" y="73506"/>
                </a:lnTo>
                <a:lnTo>
                  <a:pt x="114510" y="73473"/>
                </a:lnTo>
                <a:lnTo>
                  <a:pt x="114152" y="73435"/>
                </a:lnTo>
                <a:lnTo>
                  <a:pt x="113802" y="73392"/>
                </a:lnTo>
                <a:lnTo>
                  <a:pt x="113460" y="73344"/>
                </a:lnTo>
                <a:lnTo>
                  <a:pt x="113126" y="73291"/>
                </a:lnTo>
                <a:lnTo>
                  <a:pt x="112800" y="73233"/>
                </a:lnTo>
                <a:lnTo>
                  <a:pt x="112483" y="73169"/>
                </a:lnTo>
                <a:lnTo>
                  <a:pt x="112174" y="73101"/>
                </a:lnTo>
                <a:lnTo>
                  <a:pt x="111873" y="73028"/>
                </a:lnTo>
                <a:lnTo>
                  <a:pt x="111580" y="72949"/>
                </a:lnTo>
                <a:lnTo>
                  <a:pt x="111295" y="72866"/>
                </a:lnTo>
                <a:lnTo>
                  <a:pt x="111018" y="72777"/>
                </a:lnTo>
                <a:lnTo>
                  <a:pt x="110750" y="72684"/>
                </a:lnTo>
                <a:lnTo>
                  <a:pt x="110490" y="72585"/>
                </a:lnTo>
                <a:lnTo>
                  <a:pt x="110238" y="72481"/>
                </a:lnTo>
                <a:lnTo>
                  <a:pt x="109994" y="72373"/>
                </a:lnTo>
                <a:lnTo>
                  <a:pt x="109758" y="72259"/>
                </a:lnTo>
                <a:lnTo>
                  <a:pt x="109531" y="72140"/>
                </a:lnTo>
                <a:lnTo>
                  <a:pt x="109310" y="72017"/>
                </a:lnTo>
                <a:lnTo>
                  <a:pt x="109095" y="71891"/>
                </a:lnTo>
                <a:lnTo>
                  <a:pt x="108886" y="71763"/>
                </a:lnTo>
                <a:lnTo>
                  <a:pt x="108682" y="71633"/>
                </a:lnTo>
                <a:lnTo>
                  <a:pt x="108484" y="71500"/>
                </a:lnTo>
                <a:lnTo>
                  <a:pt x="108292" y="71364"/>
                </a:lnTo>
                <a:lnTo>
                  <a:pt x="108105" y="71226"/>
                </a:lnTo>
                <a:lnTo>
                  <a:pt x="107924" y="71085"/>
                </a:lnTo>
                <a:lnTo>
                  <a:pt x="107749" y="70942"/>
                </a:lnTo>
                <a:lnTo>
                  <a:pt x="107579" y="70796"/>
                </a:lnTo>
                <a:lnTo>
                  <a:pt x="107415" y="70647"/>
                </a:lnTo>
                <a:lnTo>
                  <a:pt x="107256" y="70496"/>
                </a:lnTo>
                <a:lnTo>
                  <a:pt x="107103" y="70343"/>
                </a:lnTo>
                <a:lnTo>
                  <a:pt x="106956" y="70186"/>
                </a:lnTo>
                <a:lnTo>
                  <a:pt x="106814" y="70028"/>
                </a:lnTo>
                <a:lnTo>
                  <a:pt x="106679" y="69866"/>
                </a:lnTo>
                <a:lnTo>
                  <a:pt x="106548" y="69703"/>
                </a:lnTo>
                <a:lnTo>
                  <a:pt x="106424" y="69536"/>
                </a:lnTo>
                <a:lnTo>
                  <a:pt x="106305" y="69367"/>
                </a:lnTo>
                <a:lnTo>
                  <a:pt x="106191" y="69196"/>
                </a:lnTo>
                <a:lnTo>
                  <a:pt x="106083" y="69022"/>
                </a:lnTo>
                <a:lnTo>
                  <a:pt x="105981" y="68845"/>
                </a:lnTo>
                <a:lnTo>
                  <a:pt x="105885" y="68666"/>
                </a:lnTo>
                <a:lnTo>
                  <a:pt x="105794" y="68484"/>
                </a:lnTo>
                <a:lnTo>
                  <a:pt x="105668" y="68215"/>
                </a:lnTo>
                <a:lnTo>
                  <a:pt x="105547" y="67935"/>
                </a:lnTo>
                <a:lnTo>
                  <a:pt x="105432" y="67645"/>
                </a:lnTo>
                <a:lnTo>
                  <a:pt x="105322" y="67345"/>
                </a:lnTo>
                <a:lnTo>
                  <a:pt x="105218" y="67034"/>
                </a:lnTo>
                <a:lnTo>
                  <a:pt x="105119" y="66712"/>
                </a:lnTo>
                <a:lnTo>
                  <a:pt x="105025" y="66380"/>
                </a:lnTo>
                <a:lnTo>
                  <a:pt x="104937" y="66038"/>
                </a:lnTo>
                <a:lnTo>
                  <a:pt x="104853" y="65685"/>
                </a:lnTo>
                <a:lnTo>
                  <a:pt x="104776" y="65322"/>
                </a:lnTo>
                <a:lnTo>
                  <a:pt x="104703" y="64948"/>
                </a:lnTo>
                <a:lnTo>
                  <a:pt x="104636" y="64564"/>
                </a:lnTo>
                <a:lnTo>
                  <a:pt x="104575" y="64169"/>
                </a:lnTo>
                <a:lnTo>
                  <a:pt x="104519" y="63764"/>
                </a:lnTo>
                <a:lnTo>
                  <a:pt x="104468" y="63348"/>
                </a:lnTo>
                <a:lnTo>
                  <a:pt x="104422" y="62922"/>
                </a:lnTo>
                <a:lnTo>
                  <a:pt x="104382" y="62486"/>
                </a:lnTo>
                <a:lnTo>
                  <a:pt x="104347" y="62039"/>
                </a:lnTo>
                <a:lnTo>
                  <a:pt x="104318" y="61581"/>
                </a:lnTo>
                <a:lnTo>
                  <a:pt x="104293" y="61113"/>
                </a:lnTo>
                <a:lnTo>
                  <a:pt x="104275" y="60635"/>
                </a:lnTo>
                <a:lnTo>
                  <a:pt x="104261" y="60146"/>
                </a:lnTo>
                <a:lnTo>
                  <a:pt x="104253" y="59647"/>
                </a:lnTo>
                <a:lnTo>
                  <a:pt x="104251" y="59137"/>
                </a:lnTo>
                <a:lnTo>
                  <a:pt x="104251" y="23547"/>
                </a:lnTo>
                <a:lnTo>
                  <a:pt x="104575" y="22923"/>
                </a:lnTo>
                <a:lnTo>
                  <a:pt x="104899" y="22314"/>
                </a:lnTo>
                <a:lnTo>
                  <a:pt x="105222" y="21719"/>
                </a:lnTo>
                <a:lnTo>
                  <a:pt x="105544" y="21139"/>
                </a:lnTo>
                <a:lnTo>
                  <a:pt x="105865" y="20574"/>
                </a:lnTo>
                <a:lnTo>
                  <a:pt x="106185" y="20024"/>
                </a:lnTo>
                <a:lnTo>
                  <a:pt x="106504" y="19489"/>
                </a:lnTo>
                <a:lnTo>
                  <a:pt x="106823" y="18969"/>
                </a:lnTo>
                <a:lnTo>
                  <a:pt x="107141" y="18463"/>
                </a:lnTo>
                <a:lnTo>
                  <a:pt x="107458" y="17972"/>
                </a:lnTo>
                <a:lnTo>
                  <a:pt x="107774" y="17496"/>
                </a:lnTo>
                <a:lnTo>
                  <a:pt x="108089" y="17035"/>
                </a:lnTo>
                <a:lnTo>
                  <a:pt x="108403" y="16589"/>
                </a:lnTo>
                <a:lnTo>
                  <a:pt x="108717" y="16158"/>
                </a:lnTo>
                <a:lnTo>
                  <a:pt x="109029" y="15741"/>
                </a:lnTo>
                <a:lnTo>
                  <a:pt x="109341" y="15339"/>
                </a:lnTo>
                <a:lnTo>
                  <a:pt x="109652" y="14953"/>
                </a:lnTo>
                <a:lnTo>
                  <a:pt x="109962" y="14580"/>
                </a:lnTo>
                <a:lnTo>
                  <a:pt x="110272" y="14223"/>
                </a:lnTo>
                <a:lnTo>
                  <a:pt x="110580" y="13881"/>
                </a:lnTo>
                <a:lnTo>
                  <a:pt x="110888" y="13553"/>
                </a:lnTo>
                <a:lnTo>
                  <a:pt x="111194" y="13241"/>
                </a:lnTo>
                <a:lnTo>
                  <a:pt x="111500" y="12943"/>
                </a:lnTo>
                <a:lnTo>
                  <a:pt x="111805" y="12660"/>
                </a:lnTo>
                <a:lnTo>
                  <a:pt x="111947" y="12528"/>
                </a:lnTo>
                <a:lnTo>
                  <a:pt x="112088" y="12402"/>
                </a:lnTo>
                <a:lnTo>
                  <a:pt x="112228" y="12282"/>
                </a:lnTo>
                <a:lnTo>
                  <a:pt x="112367" y="12167"/>
                </a:lnTo>
                <a:lnTo>
                  <a:pt x="112505" y="12058"/>
                </a:lnTo>
                <a:lnTo>
                  <a:pt x="112643" y="11954"/>
                </a:lnTo>
                <a:lnTo>
                  <a:pt x="112780" y="11856"/>
                </a:lnTo>
                <a:lnTo>
                  <a:pt x="112915" y="11764"/>
                </a:lnTo>
                <a:lnTo>
                  <a:pt x="113050" y="11677"/>
                </a:lnTo>
                <a:lnTo>
                  <a:pt x="113184" y="11596"/>
                </a:lnTo>
                <a:lnTo>
                  <a:pt x="113318" y="11521"/>
                </a:lnTo>
                <a:lnTo>
                  <a:pt x="113450" y="11451"/>
                </a:lnTo>
                <a:lnTo>
                  <a:pt x="113582" y="11386"/>
                </a:lnTo>
                <a:lnTo>
                  <a:pt x="113713" y="11328"/>
                </a:lnTo>
                <a:lnTo>
                  <a:pt x="113842" y="11274"/>
                </a:lnTo>
                <a:lnTo>
                  <a:pt x="113971" y="11227"/>
                </a:lnTo>
                <a:lnTo>
                  <a:pt x="114100" y="11185"/>
                </a:lnTo>
                <a:lnTo>
                  <a:pt x="114227" y="11148"/>
                </a:lnTo>
                <a:lnTo>
                  <a:pt x="114353" y="11118"/>
                </a:lnTo>
                <a:lnTo>
                  <a:pt x="114479" y="11092"/>
                </a:lnTo>
                <a:lnTo>
                  <a:pt x="114604" y="11073"/>
                </a:lnTo>
                <a:lnTo>
                  <a:pt x="114728" y="11059"/>
                </a:lnTo>
                <a:lnTo>
                  <a:pt x="114851" y="11050"/>
                </a:lnTo>
                <a:lnTo>
                  <a:pt x="114973" y="11048"/>
                </a:lnTo>
                <a:lnTo>
                  <a:pt x="115119" y="11052"/>
                </a:lnTo>
                <a:lnTo>
                  <a:pt x="115270" y="11067"/>
                </a:lnTo>
                <a:lnTo>
                  <a:pt x="115428" y="11091"/>
                </a:lnTo>
                <a:lnTo>
                  <a:pt x="115593" y="11124"/>
                </a:lnTo>
                <a:lnTo>
                  <a:pt x="115763" y="11168"/>
                </a:lnTo>
                <a:lnTo>
                  <a:pt x="115940" y="11220"/>
                </a:lnTo>
                <a:lnTo>
                  <a:pt x="116124" y="11283"/>
                </a:lnTo>
                <a:lnTo>
                  <a:pt x="116314" y="11355"/>
                </a:lnTo>
                <a:lnTo>
                  <a:pt x="116510" y="11436"/>
                </a:lnTo>
                <a:lnTo>
                  <a:pt x="116712" y="11527"/>
                </a:lnTo>
                <a:lnTo>
                  <a:pt x="116921" y="11628"/>
                </a:lnTo>
                <a:lnTo>
                  <a:pt x="117136" y="11738"/>
                </a:lnTo>
                <a:lnTo>
                  <a:pt x="117358" y="11858"/>
                </a:lnTo>
                <a:lnTo>
                  <a:pt x="117585" y="11987"/>
                </a:lnTo>
                <a:lnTo>
                  <a:pt x="117820" y="12127"/>
                </a:lnTo>
                <a:lnTo>
                  <a:pt x="118060" y="12275"/>
                </a:lnTo>
                <a:lnTo>
                  <a:pt x="118307" y="12433"/>
                </a:lnTo>
                <a:lnTo>
                  <a:pt x="118560" y="12601"/>
                </a:lnTo>
                <a:lnTo>
                  <a:pt x="118820" y="12779"/>
                </a:lnTo>
                <a:lnTo>
                  <a:pt x="119086" y="12966"/>
                </a:lnTo>
                <a:lnTo>
                  <a:pt x="119358" y="13162"/>
                </a:lnTo>
                <a:lnTo>
                  <a:pt x="119637" y="13368"/>
                </a:lnTo>
                <a:lnTo>
                  <a:pt x="119922" y="13584"/>
                </a:lnTo>
                <a:lnTo>
                  <a:pt x="120213" y="13810"/>
                </a:lnTo>
                <a:lnTo>
                  <a:pt x="120506" y="14035"/>
                </a:lnTo>
                <a:lnTo>
                  <a:pt x="120797" y="14251"/>
                </a:lnTo>
                <a:lnTo>
                  <a:pt x="121085" y="14457"/>
                </a:lnTo>
                <a:lnTo>
                  <a:pt x="121372" y="14653"/>
                </a:lnTo>
                <a:lnTo>
                  <a:pt x="121655" y="14841"/>
                </a:lnTo>
                <a:lnTo>
                  <a:pt x="121936" y="15018"/>
                </a:lnTo>
                <a:lnTo>
                  <a:pt x="122215" y="15186"/>
                </a:lnTo>
                <a:lnTo>
                  <a:pt x="122492" y="15344"/>
                </a:lnTo>
                <a:lnTo>
                  <a:pt x="122766" y="15493"/>
                </a:lnTo>
                <a:lnTo>
                  <a:pt x="123038" y="15632"/>
                </a:lnTo>
                <a:lnTo>
                  <a:pt x="123307" y="15761"/>
                </a:lnTo>
                <a:lnTo>
                  <a:pt x="123574" y="15881"/>
                </a:lnTo>
                <a:lnTo>
                  <a:pt x="123838" y="15991"/>
                </a:lnTo>
                <a:lnTo>
                  <a:pt x="124100" y="16092"/>
                </a:lnTo>
                <a:lnTo>
                  <a:pt x="124360" y="16183"/>
                </a:lnTo>
                <a:lnTo>
                  <a:pt x="124617" y="16265"/>
                </a:lnTo>
                <a:lnTo>
                  <a:pt x="124872" y="16337"/>
                </a:lnTo>
                <a:lnTo>
                  <a:pt x="125125" y="16399"/>
                </a:lnTo>
                <a:lnTo>
                  <a:pt x="125375" y="16452"/>
                </a:lnTo>
                <a:lnTo>
                  <a:pt x="125623" y="16495"/>
                </a:lnTo>
                <a:lnTo>
                  <a:pt x="125868" y="16528"/>
                </a:lnTo>
                <a:lnTo>
                  <a:pt x="126111" y="16552"/>
                </a:lnTo>
                <a:lnTo>
                  <a:pt x="126351" y="16567"/>
                </a:lnTo>
                <a:lnTo>
                  <a:pt x="126590" y="16571"/>
                </a:lnTo>
                <a:lnTo>
                  <a:pt x="126832" y="16568"/>
                </a:lnTo>
                <a:lnTo>
                  <a:pt x="127071" y="16556"/>
                </a:lnTo>
                <a:lnTo>
                  <a:pt x="127308" y="16537"/>
                </a:lnTo>
                <a:lnTo>
                  <a:pt x="127542" y="16511"/>
                </a:lnTo>
                <a:lnTo>
                  <a:pt x="127773" y="16476"/>
                </a:lnTo>
                <a:lnTo>
                  <a:pt x="128001" y="16434"/>
                </a:lnTo>
                <a:lnTo>
                  <a:pt x="128226" y="16385"/>
                </a:lnTo>
                <a:lnTo>
                  <a:pt x="128449" y="16328"/>
                </a:lnTo>
                <a:lnTo>
                  <a:pt x="128669" y="16263"/>
                </a:lnTo>
                <a:lnTo>
                  <a:pt x="128886" y="16191"/>
                </a:lnTo>
                <a:lnTo>
                  <a:pt x="129100" y="16111"/>
                </a:lnTo>
                <a:lnTo>
                  <a:pt x="129311" y="16023"/>
                </a:lnTo>
                <a:lnTo>
                  <a:pt x="129519" y="15928"/>
                </a:lnTo>
                <a:lnTo>
                  <a:pt x="129725" y="15825"/>
                </a:lnTo>
                <a:lnTo>
                  <a:pt x="129928" y="15715"/>
                </a:lnTo>
                <a:lnTo>
                  <a:pt x="130128" y="15597"/>
                </a:lnTo>
                <a:lnTo>
                  <a:pt x="130325" y="15471"/>
                </a:lnTo>
                <a:lnTo>
                  <a:pt x="130519" y="15338"/>
                </a:lnTo>
                <a:lnTo>
                  <a:pt x="130711" y="15197"/>
                </a:lnTo>
                <a:lnTo>
                  <a:pt x="130899" y="15048"/>
                </a:lnTo>
                <a:lnTo>
                  <a:pt x="131085" y="14892"/>
                </a:lnTo>
                <a:lnTo>
                  <a:pt x="131268" y="14729"/>
                </a:lnTo>
                <a:lnTo>
                  <a:pt x="131449" y="14557"/>
                </a:lnTo>
                <a:lnTo>
                  <a:pt x="131626" y="14378"/>
                </a:lnTo>
                <a:lnTo>
                  <a:pt x="131798" y="14194"/>
                </a:lnTo>
                <a:lnTo>
                  <a:pt x="131963" y="14006"/>
                </a:lnTo>
                <a:lnTo>
                  <a:pt x="132121" y="13815"/>
                </a:lnTo>
                <a:lnTo>
                  <a:pt x="132271" y="13620"/>
                </a:lnTo>
                <a:lnTo>
                  <a:pt x="132414" y="13422"/>
                </a:lnTo>
                <a:lnTo>
                  <a:pt x="132550" y="13221"/>
                </a:lnTo>
                <a:lnTo>
                  <a:pt x="132678" y="13016"/>
                </a:lnTo>
                <a:lnTo>
                  <a:pt x="132799" y="12808"/>
                </a:lnTo>
                <a:lnTo>
                  <a:pt x="132913" y="12596"/>
                </a:lnTo>
                <a:lnTo>
                  <a:pt x="133019" y="12381"/>
                </a:lnTo>
                <a:lnTo>
                  <a:pt x="133118" y="12163"/>
                </a:lnTo>
                <a:lnTo>
                  <a:pt x="133210" y="11941"/>
                </a:lnTo>
                <a:lnTo>
                  <a:pt x="133294" y="11716"/>
                </a:lnTo>
                <a:lnTo>
                  <a:pt x="133371" y="11488"/>
                </a:lnTo>
                <a:lnTo>
                  <a:pt x="133441" y="11256"/>
                </a:lnTo>
                <a:lnTo>
                  <a:pt x="133503" y="11021"/>
                </a:lnTo>
                <a:lnTo>
                  <a:pt x="133558" y="10782"/>
                </a:lnTo>
                <a:lnTo>
                  <a:pt x="133606" y="10540"/>
                </a:lnTo>
                <a:lnTo>
                  <a:pt x="133646" y="10295"/>
                </a:lnTo>
                <a:lnTo>
                  <a:pt x="133679" y="10046"/>
                </a:lnTo>
                <a:lnTo>
                  <a:pt x="133705" y="9794"/>
                </a:lnTo>
                <a:lnTo>
                  <a:pt x="133723" y="9538"/>
                </a:lnTo>
                <a:lnTo>
                  <a:pt x="133734" y="9279"/>
                </a:lnTo>
                <a:lnTo>
                  <a:pt x="133736" y="9132"/>
                </a:lnTo>
                <a:lnTo>
                  <a:pt x="134941" y="12022"/>
                </a:lnTo>
                <a:lnTo>
                  <a:pt x="135203" y="11923"/>
                </a:lnTo>
                <a:lnTo>
                  <a:pt x="135463" y="11828"/>
                </a:lnTo>
                <a:lnTo>
                  <a:pt x="135719" y="11737"/>
                </a:lnTo>
                <a:lnTo>
                  <a:pt x="135972" y="11650"/>
                </a:lnTo>
                <a:lnTo>
                  <a:pt x="136222" y="11568"/>
                </a:lnTo>
                <a:lnTo>
                  <a:pt x="136469" y="11489"/>
                </a:lnTo>
                <a:lnTo>
                  <a:pt x="136713" y="11415"/>
                </a:lnTo>
                <a:lnTo>
                  <a:pt x="136954" y="11346"/>
                </a:lnTo>
                <a:lnTo>
                  <a:pt x="137191" y="11280"/>
                </a:lnTo>
                <a:lnTo>
                  <a:pt x="137426" y="11219"/>
                </a:lnTo>
                <a:lnTo>
                  <a:pt x="137657" y="11161"/>
                </a:lnTo>
                <a:lnTo>
                  <a:pt x="137885" y="11109"/>
                </a:lnTo>
                <a:lnTo>
                  <a:pt x="138111" y="11060"/>
                </a:lnTo>
                <a:lnTo>
                  <a:pt x="138333" y="11016"/>
                </a:lnTo>
                <a:lnTo>
                  <a:pt x="138552" y="10975"/>
                </a:lnTo>
                <a:lnTo>
                  <a:pt x="138768" y="10939"/>
                </a:lnTo>
                <a:lnTo>
                  <a:pt x="138981" y="10908"/>
                </a:lnTo>
                <a:lnTo>
                  <a:pt x="139190" y="10880"/>
                </a:lnTo>
                <a:lnTo>
                  <a:pt x="139397" y="10857"/>
                </a:lnTo>
                <a:lnTo>
                  <a:pt x="139600" y="10838"/>
                </a:lnTo>
                <a:lnTo>
                  <a:pt x="139801" y="10823"/>
                </a:lnTo>
                <a:lnTo>
                  <a:pt x="139998" y="10812"/>
                </a:lnTo>
                <a:lnTo>
                  <a:pt x="140192" y="10806"/>
                </a:lnTo>
                <a:lnTo>
                  <a:pt x="140383" y="10804"/>
                </a:lnTo>
                <a:lnTo>
                  <a:pt x="140558" y="10806"/>
                </a:lnTo>
                <a:lnTo>
                  <a:pt x="140729" y="10811"/>
                </a:lnTo>
                <a:lnTo>
                  <a:pt x="140897" y="10820"/>
                </a:lnTo>
                <a:lnTo>
                  <a:pt x="141063" y="10832"/>
                </a:lnTo>
                <a:lnTo>
                  <a:pt x="141225" y="10848"/>
                </a:lnTo>
                <a:lnTo>
                  <a:pt x="141384" y="10867"/>
                </a:lnTo>
                <a:lnTo>
                  <a:pt x="141539" y="10890"/>
                </a:lnTo>
                <a:lnTo>
                  <a:pt x="141692" y="10917"/>
                </a:lnTo>
                <a:lnTo>
                  <a:pt x="141842" y="10947"/>
                </a:lnTo>
                <a:lnTo>
                  <a:pt x="141988" y="10980"/>
                </a:lnTo>
                <a:lnTo>
                  <a:pt x="142132" y="11017"/>
                </a:lnTo>
                <a:lnTo>
                  <a:pt x="142272" y="11058"/>
                </a:lnTo>
                <a:lnTo>
                  <a:pt x="142409" y="11102"/>
                </a:lnTo>
                <a:lnTo>
                  <a:pt x="142543" y="11149"/>
                </a:lnTo>
                <a:lnTo>
                  <a:pt x="142674" y="11201"/>
                </a:lnTo>
                <a:lnTo>
                  <a:pt x="142802" y="11255"/>
                </a:lnTo>
                <a:lnTo>
                  <a:pt x="142927" y="11313"/>
                </a:lnTo>
                <a:lnTo>
                  <a:pt x="143049" y="11375"/>
                </a:lnTo>
                <a:lnTo>
                  <a:pt x="143167" y="11440"/>
                </a:lnTo>
                <a:lnTo>
                  <a:pt x="143283" y="11509"/>
                </a:lnTo>
                <a:lnTo>
                  <a:pt x="143395" y="11581"/>
                </a:lnTo>
                <a:lnTo>
                  <a:pt x="143505" y="11657"/>
                </a:lnTo>
                <a:lnTo>
                  <a:pt x="143611" y="11737"/>
                </a:lnTo>
                <a:lnTo>
                  <a:pt x="143714" y="11819"/>
                </a:lnTo>
                <a:lnTo>
                  <a:pt x="143814" y="11907"/>
                </a:lnTo>
                <a:lnTo>
                  <a:pt x="143912" y="12000"/>
                </a:lnTo>
                <a:lnTo>
                  <a:pt x="144008" y="12099"/>
                </a:lnTo>
                <a:lnTo>
                  <a:pt x="144102" y="12204"/>
                </a:lnTo>
                <a:lnTo>
                  <a:pt x="144193" y="12315"/>
                </a:lnTo>
                <a:lnTo>
                  <a:pt x="144283" y="12431"/>
                </a:lnTo>
                <a:lnTo>
                  <a:pt x="144369" y="12553"/>
                </a:lnTo>
                <a:lnTo>
                  <a:pt x="144454" y="12681"/>
                </a:lnTo>
                <a:lnTo>
                  <a:pt x="144536" y="12815"/>
                </a:lnTo>
                <a:lnTo>
                  <a:pt x="144616" y="12955"/>
                </a:lnTo>
                <a:lnTo>
                  <a:pt x="144694" y="13100"/>
                </a:lnTo>
                <a:lnTo>
                  <a:pt x="144770" y="13251"/>
                </a:lnTo>
                <a:lnTo>
                  <a:pt x="144843" y="13408"/>
                </a:lnTo>
                <a:lnTo>
                  <a:pt x="144914" y="13571"/>
                </a:lnTo>
                <a:lnTo>
                  <a:pt x="144983" y="13739"/>
                </a:lnTo>
                <a:lnTo>
                  <a:pt x="145050" y="13913"/>
                </a:lnTo>
                <a:lnTo>
                  <a:pt x="145114" y="14093"/>
                </a:lnTo>
                <a:lnTo>
                  <a:pt x="145176" y="14279"/>
                </a:lnTo>
                <a:lnTo>
                  <a:pt x="145236" y="14471"/>
                </a:lnTo>
                <a:lnTo>
                  <a:pt x="145293" y="14668"/>
                </a:lnTo>
                <a:lnTo>
                  <a:pt x="145349" y="14871"/>
                </a:lnTo>
                <a:lnTo>
                  <a:pt x="145402" y="15080"/>
                </a:lnTo>
                <a:lnTo>
                  <a:pt x="145453" y="15295"/>
                </a:lnTo>
                <a:lnTo>
                  <a:pt x="145501" y="15515"/>
                </a:lnTo>
                <a:lnTo>
                  <a:pt x="145561" y="15828"/>
                </a:lnTo>
                <a:lnTo>
                  <a:pt x="145618" y="16172"/>
                </a:lnTo>
                <a:lnTo>
                  <a:pt x="145672" y="16545"/>
                </a:lnTo>
                <a:lnTo>
                  <a:pt x="145724" y="16948"/>
                </a:lnTo>
                <a:lnTo>
                  <a:pt x="145774" y="17382"/>
                </a:lnTo>
                <a:lnTo>
                  <a:pt x="145821" y="17846"/>
                </a:lnTo>
                <a:lnTo>
                  <a:pt x="145865" y="18340"/>
                </a:lnTo>
                <a:lnTo>
                  <a:pt x="145907" y="18864"/>
                </a:lnTo>
                <a:lnTo>
                  <a:pt x="145947" y="19418"/>
                </a:lnTo>
                <a:lnTo>
                  <a:pt x="145983" y="20003"/>
                </a:lnTo>
                <a:lnTo>
                  <a:pt x="146018" y="20618"/>
                </a:lnTo>
                <a:lnTo>
                  <a:pt x="146049" y="21263"/>
                </a:lnTo>
                <a:lnTo>
                  <a:pt x="146079" y="21938"/>
                </a:lnTo>
                <a:lnTo>
                  <a:pt x="146105" y="22643"/>
                </a:lnTo>
                <a:lnTo>
                  <a:pt x="146129" y="23379"/>
                </a:lnTo>
                <a:lnTo>
                  <a:pt x="146151" y="24144"/>
                </a:lnTo>
                <a:lnTo>
                  <a:pt x="146170" y="24940"/>
                </a:lnTo>
                <a:lnTo>
                  <a:pt x="146186" y="25766"/>
                </a:lnTo>
                <a:lnTo>
                  <a:pt x="146200" y="26622"/>
                </a:lnTo>
                <a:lnTo>
                  <a:pt x="146212" y="27509"/>
                </a:lnTo>
                <a:lnTo>
                  <a:pt x="146221" y="28425"/>
                </a:lnTo>
                <a:lnTo>
                  <a:pt x="146227" y="29372"/>
                </a:lnTo>
                <a:lnTo>
                  <a:pt x="146231" y="30349"/>
                </a:lnTo>
                <a:lnTo>
                  <a:pt x="146232" y="31356"/>
                </a:lnTo>
                <a:lnTo>
                  <a:pt x="146232" y="59625"/>
                </a:lnTo>
                <a:lnTo>
                  <a:pt x="146230" y="60196"/>
                </a:lnTo>
                <a:lnTo>
                  <a:pt x="146225" y="60751"/>
                </a:lnTo>
                <a:lnTo>
                  <a:pt x="146216" y="61290"/>
                </a:lnTo>
                <a:lnTo>
                  <a:pt x="146203" y="61814"/>
                </a:lnTo>
                <a:lnTo>
                  <a:pt x="146186" y="62322"/>
                </a:lnTo>
                <a:lnTo>
                  <a:pt x="146166" y="62814"/>
                </a:lnTo>
                <a:lnTo>
                  <a:pt x="146142" y="63291"/>
                </a:lnTo>
                <a:lnTo>
                  <a:pt x="146115" y="63751"/>
                </a:lnTo>
                <a:lnTo>
                  <a:pt x="146084" y="64196"/>
                </a:lnTo>
                <a:lnTo>
                  <a:pt x="146049" y="64626"/>
                </a:lnTo>
                <a:lnTo>
                  <a:pt x="146010" y="65039"/>
                </a:lnTo>
                <a:lnTo>
                  <a:pt x="145968" y="65437"/>
                </a:lnTo>
                <a:lnTo>
                  <a:pt x="145922" y="65819"/>
                </a:lnTo>
                <a:lnTo>
                  <a:pt x="145873" y="66185"/>
                </a:lnTo>
                <a:lnTo>
                  <a:pt x="145820" y="66536"/>
                </a:lnTo>
                <a:lnTo>
                  <a:pt x="145763" y="66870"/>
                </a:lnTo>
                <a:lnTo>
                  <a:pt x="145702" y="67189"/>
                </a:lnTo>
                <a:lnTo>
                  <a:pt x="145638" y="67493"/>
                </a:lnTo>
                <a:lnTo>
                  <a:pt x="145570" y="67780"/>
                </a:lnTo>
                <a:lnTo>
                  <a:pt x="145499" y="68052"/>
                </a:lnTo>
                <a:lnTo>
                  <a:pt x="145424" y="68308"/>
                </a:lnTo>
                <a:lnTo>
                  <a:pt x="145345" y="68548"/>
                </a:lnTo>
                <a:lnTo>
                  <a:pt x="145262" y="68773"/>
                </a:lnTo>
                <a:lnTo>
                  <a:pt x="145176" y="68982"/>
                </a:lnTo>
                <a:lnTo>
                  <a:pt x="145086" y="69180"/>
                </a:lnTo>
                <a:lnTo>
                  <a:pt x="144993" y="69374"/>
                </a:lnTo>
                <a:lnTo>
                  <a:pt x="144897" y="69564"/>
                </a:lnTo>
                <a:lnTo>
                  <a:pt x="144797" y="69749"/>
                </a:lnTo>
                <a:lnTo>
                  <a:pt x="144694" y="69929"/>
                </a:lnTo>
                <a:lnTo>
                  <a:pt x="144587" y="70105"/>
                </a:lnTo>
                <a:lnTo>
                  <a:pt x="144477" y="70276"/>
                </a:lnTo>
                <a:lnTo>
                  <a:pt x="144364" y="70443"/>
                </a:lnTo>
                <a:lnTo>
                  <a:pt x="144247" y="70605"/>
                </a:lnTo>
                <a:lnTo>
                  <a:pt x="144127" y="70763"/>
                </a:lnTo>
                <a:lnTo>
                  <a:pt x="144003" y="70916"/>
                </a:lnTo>
                <a:lnTo>
                  <a:pt x="143876" y="71065"/>
                </a:lnTo>
                <a:lnTo>
                  <a:pt x="143746" y="71209"/>
                </a:lnTo>
                <a:lnTo>
                  <a:pt x="143612" y="71348"/>
                </a:lnTo>
                <a:lnTo>
                  <a:pt x="143475" y="71484"/>
                </a:lnTo>
                <a:lnTo>
                  <a:pt x="143335" y="71614"/>
                </a:lnTo>
                <a:lnTo>
                  <a:pt x="143191" y="71740"/>
                </a:lnTo>
                <a:lnTo>
                  <a:pt x="143044" y="71862"/>
                </a:lnTo>
                <a:lnTo>
                  <a:pt x="142893" y="71978"/>
                </a:lnTo>
                <a:lnTo>
                  <a:pt x="142739" y="72091"/>
                </a:lnTo>
                <a:lnTo>
                  <a:pt x="142582" y="72199"/>
                </a:lnTo>
                <a:lnTo>
                  <a:pt x="142421" y="72302"/>
                </a:lnTo>
                <a:lnTo>
                  <a:pt x="142257" y="72401"/>
                </a:lnTo>
                <a:lnTo>
                  <a:pt x="142089" y="72495"/>
                </a:lnTo>
                <a:lnTo>
                  <a:pt x="141915" y="72585"/>
                </a:lnTo>
                <a:lnTo>
                  <a:pt x="141729" y="72671"/>
                </a:lnTo>
                <a:lnTo>
                  <a:pt x="141533" y="72753"/>
                </a:lnTo>
                <a:lnTo>
                  <a:pt x="141327" y="72832"/>
                </a:lnTo>
                <a:lnTo>
                  <a:pt x="141109" y="72906"/>
                </a:lnTo>
                <a:lnTo>
                  <a:pt x="140881" y="72977"/>
                </a:lnTo>
                <a:lnTo>
                  <a:pt x="140642" y="73044"/>
                </a:lnTo>
                <a:lnTo>
                  <a:pt x="140392" y="73107"/>
                </a:lnTo>
                <a:lnTo>
                  <a:pt x="140132" y="73167"/>
                </a:lnTo>
                <a:lnTo>
                  <a:pt x="139861" y="73222"/>
                </a:lnTo>
                <a:lnTo>
                  <a:pt x="139579" y="73274"/>
                </a:lnTo>
                <a:lnTo>
                  <a:pt x="139287" y="73321"/>
                </a:lnTo>
                <a:lnTo>
                  <a:pt x="138984" y="73365"/>
                </a:lnTo>
                <a:lnTo>
                  <a:pt x="138670" y="73406"/>
                </a:lnTo>
                <a:lnTo>
                  <a:pt x="138345" y="73442"/>
                </a:lnTo>
                <a:lnTo>
                  <a:pt x="138010" y="73475"/>
                </a:lnTo>
                <a:lnTo>
                  <a:pt x="137663" y="73503"/>
                </a:lnTo>
                <a:lnTo>
                  <a:pt x="137307" y="73528"/>
                </a:lnTo>
                <a:lnTo>
                  <a:pt x="136939" y="73549"/>
                </a:lnTo>
                <a:lnTo>
                  <a:pt x="136561" y="73566"/>
                </a:lnTo>
                <a:lnTo>
                  <a:pt x="136172" y="73580"/>
                </a:lnTo>
                <a:lnTo>
                  <a:pt x="135772" y="73589"/>
                </a:lnTo>
                <a:lnTo>
                  <a:pt x="135362" y="73595"/>
                </a:lnTo>
                <a:lnTo>
                  <a:pt x="134941" y="73597"/>
                </a:lnTo>
                <a:lnTo>
                  <a:pt x="134941" y="76521"/>
                </a:lnTo>
                <a:lnTo>
                  <a:pt x="171739" y="76521"/>
                </a:lnTo>
                <a:lnTo>
                  <a:pt x="171739" y="73597"/>
                </a:lnTo>
                <a:lnTo>
                  <a:pt x="171239" y="73595"/>
                </a:lnTo>
                <a:lnTo>
                  <a:pt x="170752" y="73589"/>
                </a:lnTo>
                <a:lnTo>
                  <a:pt x="170280" y="73580"/>
                </a:lnTo>
                <a:lnTo>
                  <a:pt x="169822" y="73566"/>
                </a:lnTo>
                <a:lnTo>
                  <a:pt x="169379" y="73549"/>
                </a:lnTo>
                <a:lnTo>
                  <a:pt x="168949" y="73528"/>
                </a:lnTo>
                <a:lnTo>
                  <a:pt x="168534" y="73503"/>
                </a:lnTo>
                <a:lnTo>
                  <a:pt x="168133" y="73475"/>
                </a:lnTo>
                <a:lnTo>
                  <a:pt x="167747" y="73442"/>
                </a:lnTo>
                <a:lnTo>
                  <a:pt x="167374" y="73406"/>
                </a:lnTo>
                <a:lnTo>
                  <a:pt x="167016" y="73365"/>
                </a:lnTo>
                <a:lnTo>
                  <a:pt x="166672" y="73321"/>
                </a:lnTo>
                <a:lnTo>
                  <a:pt x="166343" y="73274"/>
                </a:lnTo>
                <a:lnTo>
                  <a:pt x="166027" y="73222"/>
                </a:lnTo>
                <a:lnTo>
                  <a:pt x="165726" y="73167"/>
                </a:lnTo>
                <a:lnTo>
                  <a:pt x="165439" y="73107"/>
                </a:lnTo>
                <a:lnTo>
                  <a:pt x="165166" y="73044"/>
                </a:lnTo>
                <a:lnTo>
                  <a:pt x="164908" y="72977"/>
                </a:lnTo>
                <a:lnTo>
                  <a:pt x="164664" y="72906"/>
                </a:lnTo>
                <a:lnTo>
                  <a:pt x="164434" y="72832"/>
                </a:lnTo>
                <a:lnTo>
                  <a:pt x="164218" y="72753"/>
                </a:lnTo>
                <a:lnTo>
                  <a:pt x="164017" y="72671"/>
                </a:lnTo>
                <a:lnTo>
                  <a:pt x="163830" y="72585"/>
                </a:lnTo>
                <a:lnTo>
                  <a:pt x="163657" y="72495"/>
                </a:lnTo>
                <a:lnTo>
                  <a:pt x="163492" y="72401"/>
                </a:lnTo>
                <a:lnTo>
                  <a:pt x="163332" y="72304"/>
                </a:lnTo>
                <a:lnTo>
                  <a:pt x="163174" y="72202"/>
                </a:lnTo>
                <a:lnTo>
                  <a:pt x="163020" y="72097"/>
                </a:lnTo>
                <a:lnTo>
                  <a:pt x="162870" y="71987"/>
                </a:lnTo>
                <a:lnTo>
                  <a:pt x="162722" y="71874"/>
                </a:lnTo>
                <a:lnTo>
                  <a:pt x="162579" y="71757"/>
                </a:lnTo>
                <a:lnTo>
                  <a:pt x="162438" y="71637"/>
                </a:lnTo>
                <a:lnTo>
                  <a:pt x="162301" y="71512"/>
                </a:lnTo>
                <a:lnTo>
                  <a:pt x="162167" y="71384"/>
                </a:lnTo>
                <a:lnTo>
                  <a:pt x="162037" y="71252"/>
                </a:lnTo>
                <a:lnTo>
                  <a:pt x="161910" y="71116"/>
                </a:lnTo>
                <a:lnTo>
                  <a:pt x="161787" y="70976"/>
                </a:lnTo>
                <a:lnTo>
                  <a:pt x="161666" y="70832"/>
                </a:lnTo>
                <a:lnTo>
                  <a:pt x="161550" y="70685"/>
                </a:lnTo>
                <a:lnTo>
                  <a:pt x="161436" y="70533"/>
                </a:lnTo>
                <a:lnTo>
                  <a:pt x="161326" y="70378"/>
                </a:lnTo>
                <a:lnTo>
                  <a:pt x="161220" y="70219"/>
                </a:lnTo>
                <a:lnTo>
                  <a:pt x="161116" y="70056"/>
                </a:lnTo>
                <a:lnTo>
                  <a:pt x="161016" y="69890"/>
                </a:lnTo>
                <a:lnTo>
                  <a:pt x="160920" y="69719"/>
                </a:lnTo>
                <a:lnTo>
                  <a:pt x="160827" y="69545"/>
                </a:lnTo>
                <a:lnTo>
                  <a:pt x="160737" y="69367"/>
                </a:lnTo>
                <a:lnTo>
                  <a:pt x="160651" y="69185"/>
                </a:lnTo>
                <a:lnTo>
                  <a:pt x="160568" y="68992"/>
                </a:lnTo>
                <a:lnTo>
                  <a:pt x="160489" y="68782"/>
                </a:lnTo>
                <a:lnTo>
                  <a:pt x="160413" y="68553"/>
                </a:lnTo>
                <a:lnTo>
                  <a:pt x="160341" y="68307"/>
                </a:lnTo>
                <a:lnTo>
                  <a:pt x="160272" y="68042"/>
                </a:lnTo>
                <a:lnTo>
                  <a:pt x="160207" y="67760"/>
                </a:lnTo>
                <a:lnTo>
                  <a:pt x="160145" y="67460"/>
                </a:lnTo>
                <a:lnTo>
                  <a:pt x="160087" y="67142"/>
                </a:lnTo>
                <a:lnTo>
                  <a:pt x="160032" y="66807"/>
                </a:lnTo>
                <a:lnTo>
                  <a:pt x="159981" y="66453"/>
                </a:lnTo>
                <a:lnTo>
                  <a:pt x="159933" y="66081"/>
                </a:lnTo>
                <a:lnTo>
                  <a:pt x="159889" y="65692"/>
                </a:lnTo>
                <a:lnTo>
                  <a:pt x="159849" y="65285"/>
                </a:lnTo>
                <a:lnTo>
                  <a:pt x="159812" y="64860"/>
                </a:lnTo>
                <a:lnTo>
                  <a:pt x="159778" y="64416"/>
                </a:lnTo>
                <a:lnTo>
                  <a:pt x="159748" y="63956"/>
                </a:lnTo>
                <a:lnTo>
                  <a:pt x="159722" y="63477"/>
                </a:lnTo>
                <a:lnTo>
                  <a:pt x="159699" y="62980"/>
                </a:lnTo>
                <a:lnTo>
                  <a:pt x="159680" y="62466"/>
                </a:lnTo>
                <a:lnTo>
                  <a:pt x="159664" y="61933"/>
                </a:lnTo>
                <a:lnTo>
                  <a:pt x="159651" y="61383"/>
                </a:lnTo>
                <a:lnTo>
                  <a:pt x="159643" y="60815"/>
                </a:lnTo>
                <a:lnTo>
                  <a:pt x="159637" y="60229"/>
                </a:lnTo>
                <a:lnTo>
                  <a:pt x="159636" y="59625"/>
                </a:lnTo>
                <a:lnTo>
                  <a:pt x="159636" y="20026"/>
                </a:lnTo>
                <a:lnTo>
                  <a:pt x="159946" y="19654"/>
                </a:lnTo>
                <a:lnTo>
                  <a:pt x="160266" y="19285"/>
                </a:lnTo>
                <a:lnTo>
                  <a:pt x="160598" y="18919"/>
                </a:lnTo>
                <a:lnTo>
                  <a:pt x="160940" y="18556"/>
                </a:lnTo>
                <a:lnTo>
                  <a:pt x="161293" y="18196"/>
                </a:lnTo>
                <a:lnTo>
                  <a:pt x="161656" y="17840"/>
                </a:lnTo>
                <a:lnTo>
                  <a:pt x="162030" y="17486"/>
                </a:lnTo>
                <a:lnTo>
                  <a:pt x="162416" y="17136"/>
                </a:lnTo>
                <a:lnTo>
                  <a:pt x="162811" y="16788"/>
                </a:lnTo>
                <a:lnTo>
                  <a:pt x="163218" y="16444"/>
                </a:lnTo>
                <a:lnTo>
                  <a:pt x="163635" y="16103"/>
                </a:lnTo>
                <a:lnTo>
                  <a:pt x="164063" y="15765"/>
                </a:lnTo>
                <a:lnTo>
                  <a:pt x="164501" y="15430"/>
                </a:lnTo>
                <a:lnTo>
                  <a:pt x="164951" y="15098"/>
                </a:lnTo>
                <a:lnTo>
                  <a:pt x="165411" y="14769"/>
                </a:lnTo>
                <a:lnTo>
                  <a:pt x="165881" y="14444"/>
                </a:lnTo>
                <a:lnTo>
                  <a:pt x="166363" y="14121"/>
                </a:lnTo>
                <a:lnTo>
                  <a:pt x="166855" y="13802"/>
                </a:lnTo>
                <a:lnTo>
                  <a:pt x="167358" y="13486"/>
                </a:lnTo>
                <a:lnTo>
                  <a:pt x="167872" y="13173"/>
                </a:lnTo>
                <a:lnTo>
                  <a:pt x="168396" y="12863"/>
                </a:lnTo>
                <a:lnTo>
                  <a:pt x="168931" y="12556"/>
                </a:lnTo>
                <a:lnTo>
                  <a:pt x="169477" y="12252"/>
                </a:lnTo>
                <a:lnTo>
                  <a:pt x="170033" y="11951"/>
                </a:lnTo>
                <a:lnTo>
                  <a:pt x="170392" y="11758"/>
                </a:lnTo>
                <a:lnTo>
                  <a:pt x="170751" y="11573"/>
                </a:lnTo>
                <a:lnTo>
                  <a:pt x="171111" y="11397"/>
                </a:lnTo>
                <a:lnTo>
                  <a:pt x="171471" y="11228"/>
                </a:lnTo>
                <a:lnTo>
                  <a:pt x="171831" y="11068"/>
                </a:lnTo>
                <a:lnTo>
                  <a:pt x="172191" y="10916"/>
                </a:lnTo>
                <a:lnTo>
                  <a:pt x="172552" y="10773"/>
                </a:lnTo>
                <a:lnTo>
                  <a:pt x="172913" y="10637"/>
                </a:lnTo>
                <a:lnTo>
                  <a:pt x="173274" y="10510"/>
                </a:lnTo>
                <a:lnTo>
                  <a:pt x="173635" y="10391"/>
                </a:lnTo>
                <a:lnTo>
                  <a:pt x="173997" y="10280"/>
                </a:lnTo>
                <a:lnTo>
                  <a:pt x="174359" y="10177"/>
                </a:lnTo>
                <a:lnTo>
                  <a:pt x="174721" y="10082"/>
                </a:lnTo>
                <a:lnTo>
                  <a:pt x="175084" y="9996"/>
                </a:lnTo>
                <a:lnTo>
                  <a:pt x="175447" y="9918"/>
                </a:lnTo>
                <a:lnTo>
                  <a:pt x="175810" y="9848"/>
                </a:lnTo>
                <a:lnTo>
                  <a:pt x="176173" y="9787"/>
                </a:lnTo>
                <a:lnTo>
                  <a:pt x="176537" y="9733"/>
                </a:lnTo>
                <a:lnTo>
                  <a:pt x="176901" y="9688"/>
                </a:lnTo>
                <a:lnTo>
                  <a:pt x="177265" y="9651"/>
                </a:lnTo>
                <a:lnTo>
                  <a:pt x="177630" y="9622"/>
                </a:lnTo>
                <a:lnTo>
                  <a:pt x="177995" y="9602"/>
                </a:lnTo>
                <a:lnTo>
                  <a:pt x="178360" y="9590"/>
                </a:lnTo>
                <a:lnTo>
                  <a:pt x="178725" y="9585"/>
                </a:lnTo>
                <a:lnTo>
                  <a:pt x="179255" y="9595"/>
                </a:lnTo>
                <a:lnTo>
                  <a:pt x="179775" y="9622"/>
                </a:lnTo>
                <a:lnTo>
                  <a:pt x="180285" y="9667"/>
                </a:lnTo>
                <a:lnTo>
                  <a:pt x="180785" y="9731"/>
                </a:lnTo>
                <a:lnTo>
                  <a:pt x="181276" y="9812"/>
                </a:lnTo>
                <a:lnTo>
                  <a:pt x="181756" y="9912"/>
                </a:lnTo>
                <a:lnTo>
                  <a:pt x="182227" y="10030"/>
                </a:lnTo>
                <a:lnTo>
                  <a:pt x="182688" y="10166"/>
                </a:lnTo>
                <a:lnTo>
                  <a:pt x="183138" y="10320"/>
                </a:lnTo>
                <a:lnTo>
                  <a:pt x="183579" y="10493"/>
                </a:lnTo>
                <a:lnTo>
                  <a:pt x="184011" y="10683"/>
                </a:lnTo>
                <a:lnTo>
                  <a:pt x="184432" y="10892"/>
                </a:lnTo>
                <a:lnTo>
                  <a:pt x="184843" y="11119"/>
                </a:lnTo>
                <a:lnTo>
                  <a:pt x="185245" y="11364"/>
                </a:lnTo>
                <a:lnTo>
                  <a:pt x="185636" y="11627"/>
                </a:lnTo>
                <a:lnTo>
                  <a:pt x="186018" y="11909"/>
                </a:lnTo>
                <a:lnTo>
                  <a:pt x="186390" y="12208"/>
                </a:lnTo>
                <a:lnTo>
                  <a:pt x="186752" y="12526"/>
                </a:lnTo>
                <a:lnTo>
                  <a:pt x="187104" y="12861"/>
                </a:lnTo>
                <a:lnTo>
                  <a:pt x="187446" y="13215"/>
                </a:lnTo>
                <a:lnTo>
                  <a:pt x="187779" y="13587"/>
                </a:lnTo>
                <a:lnTo>
                  <a:pt x="188101" y="13977"/>
                </a:lnTo>
                <a:lnTo>
                  <a:pt x="188414" y="14386"/>
                </a:lnTo>
                <a:lnTo>
                  <a:pt x="188717" y="14812"/>
                </a:lnTo>
                <a:lnTo>
                  <a:pt x="188936" y="15154"/>
                </a:lnTo>
                <a:lnTo>
                  <a:pt x="189145" y="15514"/>
                </a:lnTo>
                <a:lnTo>
                  <a:pt x="189345" y="15891"/>
                </a:lnTo>
                <a:lnTo>
                  <a:pt x="189536" y="16286"/>
                </a:lnTo>
                <a:lnTo>
                  <a:pt x="189717" y="16698"/>
                </a:lnTo>
                <a:lnTo>
                  <a:pt x="189890" y="17127"/>
                </a:lnTo>
                <a:lnTo>
                  <a:pt x="190053" y="17574"/>
                </a:lnTo>
                <a:lnTo>
                  <a:pt x="190206" y="18039"/>
                </a:lnTo>
                <a:lnTo>
                  <a:pt x="190350" y="18521"/>
                </a:lnTo>
                <a:lnTo>
                  <a:pt x="190485" y="19020"/>
                </a:lnTo>
                <a:lnTo>
                  <a:pt x="190611" y="19537"/>
                </a:lnTo>
                <a:lnTo>
                  <a:pt x="190727" y="20071"/>
                </a:lnTo>
                <a:lnTo>
                  <a:pt x="190834" y="20623"/>
                </a:lnTo>
                <a:lnTo>
                  <a:pt x="190932" y="21193"/>
                </a:lnTo>
                <a:lnTo>
                  <a:pt x="191021" y="21780"/>
                </a:lnTo>
                <a:lnTo>
                  <a:pt x="191100" y="22384"/>
                </a:lnTo>
                <a:lnTo>
                  <a:pt x="191170" y="23006"/>
                </a:lnTo>
                <a:lnTo>
                  <a:pt x="191230" y="23645"/>
                </a:lnTo>
                <a:lnTo>
                  <a:pt x="191281" y="24302"/>
                </a:lnTo>
                <a:lnTo>
                  <a:pt x="191323" y="24976"/>
                </a:lnTo>
                <a:lnTo>
                  <a:pt x="191356" y="25668"/>
                </a:lnTo>
                <a:lnTo>
                  <a:pt x="191379" y="26377"/>
                </a:lnTo>
                <a:lnTo>
                  <a:pt x="191393" y="27103"/>
                </a:lnTo>
                <a:lnTo>
                  <a:pt x="191398" y="27848"/>
                </a:lnTo>
                <a:lnTo>
                  <a:pt x="191398" y="59625"/>
                </a:lnTo>
                <a:lnTo>
                  <a:pt x="191397" y="60174"/>
                </a:lnTo>
                <a:lnTo>
                  <a:pt x="191395" y="60705"/>
                </a:lnTo>
                <a:lnTo>
                  <a:pt x="191391" y="61217"/>
                </a:lnTo>
                <a:lnTo>
                  <a:pt x="191386" y="61710"/>
                </a:lnTo>
                <a:lnTo>
                  <a:pt x="191380" y="62186"/>
                </a:lnTo>
                <a:lnTo>
                  <a:pt x="191372" y="62643"/>
                </a:lnTo>
                <a:lnTo>
                  <a:pt x="191363" y="63081"/>
                </a:lnTo>
                <a:lnTo>
                  <a:pt x="191352" y="63501"/>
                </a:lnTo>
                <a:lnTo>
                  <a:pt x="191340" y="63903"/>
                </a:lnTo>
                <a:lnTo>
                  <a:pt x="191327" y="64286"/>
                </a:lnTo>
                <a:lnTo>
                  <a:pt x="191312" y="64651"/>
                </a:lnTo>
                <a:lnTo>
                  <a:pt x="191296" y="64997"/>
                </a:lnTo>
                <a:lnTo>
                  <a:pt x="191278" y="65325"/>
                </a:lnTo>
                <a:lnTo>
                  <a:pt x="191259" y="65634"/>
                </a:lnTo>
                <a:lnTo>
                  <a:pt x="191239" y="65925"/>
                </a:lnTo>
                <a:lnTo>
                  <a:pt x="191217" y="66198"/>
                </a:lnTo>
                <a:lnTo>
                  <a:pt x="191194" y="66452"/>
                </a:lnTo>
                <a:lnTo>
                  <a:pt x="191169" y="66688"/>
                </a:lnTo>
                <a:lnTo>
                  <a:pt x="191143" y="66905"/>
                </a:lnTo>
                <a:lnTo>
                  <a:pt x="191116" y="67104"/>
                </a:lnTo>
                <a:lnTo>
                  <a:pt x="191087" y="67284"/>
                </a:lnTo>
                <a:lnTo>
                  <a:pt x="191056" y="67446"/>
                </a:lnTo>
                <a:lnTo>
                  <a:pt x="191025" y="67590"/>
                </a:lnTo>
                <a:lnTo>
                  <a:pt x="190991" y="67715"/>
                </a:lnTo>
                <a:lnTo>
                  <a:pt x="190914" y="67958"/>
                </a:lnTo>
                <a:lnTo>
                  <a:pt x="190833" y="68195"/>
                </a:lnTo>
                <a:lnTo>
                  <a:pt x="190746" y="68427"/>
                </a:lnTo>
                <a:lnTo>
                  <a:pt x="190654" y="68654"/>
                </a:lnTo>
                <a:lnTo>
                  <a:pt x="190557" y="68876"/>
                </a:lnTo>
                <a:lnTo>
                  <a:pt x="190456" y="69093"/>
                </a:lnTo>
                <a:lnTo>
                  <a:pt x="190349" y="69305"/>
                </a:lnTo>
                <a:lnTo>
                  <a:pt x="190238" y="69512"/>
                </a:lnTo>
                <a:lnTo>
                  <a:pt x="190121" y="69714"/>
                </a:lnTo>
                <a:lnTo>
                  <a:pt x="190000" y="69910"/>
                </a:lnTo>
                <a:lnTo>
                  <a:pt x="189874" y="70102"/>
                </a:lnTo>
                <a:lnTo>
                  <a:pt x="189742" y="70288"/>
                </a:lnTo>
                <a:lnTo>
                  <a:pt x="189606" y="70469"/>
                </a:lnTo>
                <a:lnTo>
                  <a:pt x="189465" y="70645"/>
                </a:lnTo>
                <a:lnTo>
                  <a:pt x="189319" y="70817"/>
                </a:lnTo>
                <a:lnTo>
                  <a:pt x="189168" y="70983"/>
                </a:lnTo>
                <a:lnTo>
                  <a:pt x="189012" y="71143"/>
                </a:lnTo>
                <a:lnTo>
                  <a:pt x="188851" y="71299"/>
                </a:lnTo>
                <a:lnTo>
                  <a:pt x="188686" y="71450"/>
                </a:lnTo>
                <a:lnTo>
                  <a:pt x="188515" y="71596"/>
                </a:lnTo>
                <a:lnTo>
                  <a:pt x="188339" y="71736"/>
                </a:lnTo>
                <a:lnTo>
                  <a:pt x="188159" y="71872"/>
                </a:lnTo>
                <a:lnTo>
                  <a:pt x="187973" y="72002"/>
                </a:lnTo>
                <a:lnTo>
                  <a:pt x="187783" y="72127"/>
                </a:lnTo>
                <a:lnTo>
                  <a:pt x="187583" y="72247"/>
                </a:lnTo>
                <a:lnTo>
                  <a:pt x="187370" y="72362"/>
                </a:lnTo>
                <a:lnTo>
                  <a:pt x="187144" y="72472"/>
                </a:lnTo>
                <a:lnTo>
                  <a:pt x="186904" y="72576"/>
                </a:lnTo>
                <a:lnTo>
                  <a:pt x="186651" y="72676"/>
                </a:lnTo>
                <a:lnTo>
                  <a:pt x="186384" y="72770"/>
                </a:lnTo>
                <a:lnTo>
                  <a:pt x="186104" y="72859"/>
                </a:lnTo>
                <a:lnTo>
                  <a:pt x="185811" y="72944"/>
                </a:lnTo>
                <a:lnTo>
                  <a:pt x="185504" y="73023"/>
                </a:lnTo>
                <a:lnTo>
                  <a:pt x="185184" y="73097"/>
                </a:lnTo>
                <a:lnTo>
                  <a:pt x="184850" y="73166"/>
                </a:lnTo>
                <a:lnTo>
                  <a:pt x="184503" y="73229"/>
                </a:lnTo>
                <a:lnTo>
                  <a:pt x="184143" y="73288"/>
                </a:lnTo>
                <a:lnTo>
                  <a:pt x="183769" y="73342"/>
                </a:lnTo>
                <a:lnTo>
                  <a:pt x="183382" y="73390"/>
                </a:lnTo>
                <a:lnTo>
                  <a:pt x="182981" y="73434"/>
                </a:lnTo>
                <a:lnTo>
                  <a:pt x="182567" y="73472"/>
                </a:lnTo>
                <a:lnTo>
                  <a:pt x="182140" y="73505"/>
                </a:lnTo>
                <a:lnTo>
                  <a:pt x="181699" y="73533"/>
                </a:lnTo>
                <a:lnTo>
                  <a:pt x="181245" y="73556"/>
                </a:lnTo>
                <a:lnTo>
                  <a:pt x="180777" y="73574"/>
                </a:lnTo>
                <a:lnTo>
                  <a:pt x="180296" y="73587"/>
                </a:lnTo>
                <a:lnTo>
                  <a:pt x="179802" y="73594"/>
                </a:lnTo>
                <a:lnTo>
                  <a:pt x="179294" y="73597"/>
                </a:lnTo>
                <a:lnTo>
                  <a:pt x="179294" y="76521"/>
                </a:lnTo>
                <a:lnTo>
                  <a:pt x="216905" y="76521"/>
                </a:lnTo>
                <a:lnTo>
                  <a:pt x="216905" y="73597"/>
                </a:lnTo>
                <a:lnTo>
                  <a:pt x="216437" y="73595"/>
                </a:lnTo>
                <a:lnTo>
                  <a:pt x="215980" y="73588"/>
                </a:lnTo>
                <a:lnTo>
                  <a:pt x="215535" y="73577"/>
                </a:lnTo>
                <a:lnTo>
                  <a:pt x="215102" y="73562"/>
                </a:lnTo>
                <a:lnTo>
                  <a:pt x="214680" y="73542"/>
                </a:lnTo>
                <a:lnTo>
                  <a:pt x="214270" y="73518"/>
                </a:lnTo>
                <a:lnTo>
                  <a:pt x="213871" y="73489"/>
                </a:lnTo>
                <a:lnTo>
                  <a:pt x="213484" y="73456"/>
                </a:lnTo>
                <a:lnTo>
                  <a:pt x="213108" y="73419"/>
                </a:lnTo>
                <a:lnTo>
                  <a:pt x="212744" y="73377"/>
                </a:lnTo>
                <a:lnTo>
                  <a:pt x="212392" y="73331"/>
                </a:lnTo>
                <a:lnTo>
                  <a:pt x="212051" y="73280"/>
                </a:lnTo>
                <a:lnTo>
                  <a:pt x="211722" y="73225"/>
                </a:lnTo>
                <a:lnTo>
                  <a:pt x="211404" y="73166"/>
                </a:lnTo>
                <a:lnTo>
                  <a:pt x="211098" y="73102"/>
                </a:lnTo>
                <a:lnTo>
                  <a:pt x="210803" y="73034"/>
                </a:lnTo>
                <a:lnTo>
                  <a:pt x="210520" y="72961"/>
                </a:lnTo>
                <a:lnTo>
                  <a:pt x="210249" y="72884"/>
                </a:lnTo>
                <a:lnTo>
                  <a:pt x="209989" y="72803"/>
                </a:lnTo>
                <a:lnTo>
                  <a:pt x="209740" y="72717"/>
                </a:lnTo>
                <a:lnTo>
                  <a:pt x="209504" y="72627"/>
                </a:lnTo>
                <a:lnTo>
                  <a:pt x="209278" y="72533"/>
                </a:lnTo>
                <a:lnTo>
                  <a:pt x="209065" y="72434"/>
                </a:lnTo>
                <a:lnTo>
                  <a:pt x="208863" y="72330"/>
                </a:lnTo>
                <a:lnTo>
                  <a:pt x="208669" y="72224"/>
                </a:lnTo>
                <a:lnTo>
                  <a:pt x="208480" y="72115"/>
                </a:lnTo>
                <a:lnTo>
                  <a:pt x="208297" y="72004"/>
                </a:lnTo>
                <a:lnTo>
                  <a:pt x="208119" y="71891"/>
                </a:lnTo>
                <a:lnTo>
                  <a:pt x="207946" y="71776"/>
                </a:lnTo>
                <a:lnTo>
                  <a:pt x="207779" y="71659"/>
                </a:lnTo>
                <a:lnTo>
                  <a:pt x="207616" y="71539"/>
                </a:lnTo>
                <a:lnTo>
                  <a:pt x="207459" y="71418"/>
                </a:lnTo>
                <a:lnTo>
                  <a:pt x="207307" y="71294"/>
                </a:lnTo>
                <a:lnTo>
                  <a:pt x="207160" y="71168"/>
                </a:lnTo>
                <a:lnTo>
                  <a:pt x="207019" y="71041"/>
                </a:lnTo>
                <a:lnTo>
                  <a:pt x="206883" y="70911"/>
                </a:lnTo>
                <a:lnTo>
                  <a:pt x="206751" y="70778"/>
                </a:lnTo>
                <a:lnTo>
                  <a:pt x="206626" y="70644"/>
                </a:lnTo>
                <a:lnTo>
                  <a:pt x="206505" y="70508"/>
                </a:lnTo>
                <a:lnTo>
                  <a:pt x="206390" y="70369"/>
                </a:lnTo>
                <a:lnTo>
                  <a:pt x="206279" y="70229"/>
                </a:lnTo>
                <a:lnTo>
                  <a:pt x="206174" y="70086"/>
                </a:lnTo>
                <a:lnTo>
                  <a:pt x="206075" y="69941"/>
                </a:lnTo>
                <a:lnTo>
                  <a:pt x="205980" y="69794"/>
                </a:lnTo>
                <a:lnTo>
                  <a:pt x="205891" y="69645"/>
                </a:lnTo>
                <a:lnTo>
                  <a:pt x="205807" y="69494"/>
                </a:lnTo>
                <a:lnTo>
                  <a:pt x="205728" y="69340"/>
                </a:lnTo>
                <a:lnTo>
                  <a:pt x="205654" y="69185"/>
                </a:lnTo>
                <a:lnTo>
                  <a:pt x="205584" y="69018"/>
                </a:lnTo>
                <a:lnTo>
                  <a:pt x="205518" y="68832"/>
                </a:lnTo>
                <a:lnTo>
                  <a:pt x="205454" y="68625"/>
                </a:lnTo>
                <a:lnTo>
                  <a:pt x="205393" y="68398"/>
                </a:lnTo>
                <a:lnTo>
                  <a:pt x="205336" y="68150"/>
                </a:lnTo>
                <a:lnTo>
                  <a:pt x="205281" y="67883"/>
                </a:lnTo>
                <a:lnTo>
                  <a:pt x="205229" y="67595"/>
                </a:lnTo>
                <a:lnTo>
                  <a:pt x="205180" y="67288"/>
                </a:lnTo>
                <a:lnTo>
                  <a:pt x="205134" y="66960"/>
                </a:lnTo>
                <a:lnTo>
                  <a:pt x="205091" y="66612"/>
                </a:lnTo>
                <a:lnTo>
                  <a:pt x="205051" y="66244"/>
                </a:lnTo>
                <a:lnTo>
                  <a:pt x="205014" y="65856"/>
                </a:lnTo>
                <a:lnTo>
                  <a:pt x="204980" y="65447"/>
                </a:lnTo>
                <a:lnTo>
                  <a:pt x="204949" y="65019"/>
                </a:lnTo>
                <a:lnTo>
                  <a:pt x="204921" y="64570"/>
                </a:lnTo>
                <a:lnTo>
                  <a:pt x="204896" y="64101"/>
                </a:lnTo>
                <a:lnTo>
                  <a:pt x="204874" y="63612"/>
                </a:lnTo>
                <a:lnTo>
                  <a:pt x="204854" y="63103"/>
                </a:lnTo>
                <a:lnTo>
                  <a:pt x="204838" y="62574"/>
                </a:lnTo>
                <a:lnTo>
                  <a:pt x="204825" y="62024"/>
                </a:lnTo>
                <a:lnTo>
                  <a:pt x="204814" y="61455"/>
                </a:lnTo>
                <a:lnTo>
                  <a:pt x="204807" y="60865"/>
                </a:lnTo>
                <a:lnTo>
                  <a:pt x="204802" y="60255"/>
                </a:lnTo>
                <a:lnTo>
                  <a:pt x="204801" y="59625"/>
                </a:lnTo>
                <a:lnTo>
                  <a:pt x="204801" y="24385"/>
                </a:lnTo>
                <a:lnTo>
                  <a:pt x="204639" y="20917"/>
                </a:lnTo>
                <a:lnTo>
                  <a:pt x="204801" y="20026"/>
                </a:lnTo>
                <a:lnTo>
                  <a:pt x="205312" y="19547"/>
                </a:lnTo>
                <a:lnTo>
                  <a:pt x="205817" y="19081"/>
                </a:lnTo>
                <a:lnTo>
                  <a:pt x="206316" y="18627"/>
                </a:lnTo>
                <a:lnTo>
                  <a:pt x="206808" y="18187"/>
                </a:lnTo>
                <a:lnTo>
                  <a:pt x="207294" y="17759"/>
                </a:lnTo>
                <a:lnTo>
                  <a:pt x="207774" y="17344"/>
                </a:lnTo>
                <a:lnTo>
                  <a:pt x="208247" y="16941"/>
                </a:lnTo>
                <a:lnTo>
                  <a:pt x="208714" y="16551"/>
                </a:lnTo>
                <a:lnTo>
                  <a:pt x="209174" y="16175"/>
                </a:lnTo>
                <a:lnTo>
                  <a:pt x="209628" y="15811"/>
                </a:lnTo>
                <a:lnTo>
                  <a:pt x="210076" y="15459"/>
                </a:lnTo>
                <a:lnTo>
                  <a:pt x="210518" y="15121"/>
                </a:lnTo>
                <a:lnTo>
                  <a:pt x="210953" y="14795"/>
                </a:lnTo>
                <a:lnTo>
                  <a:pt x="211382" y="14482"/>
                </a:lnTo>
                <a:lnTo>
                  <a:pt x="211804" y="14182"/>
                </a:lnTo>
                <a:lnTo>
                  <a:pt x="212220" y="13894"/>
                </a:lnTo>
                <a:lnTo>
                  <a:pt x="212630" y="13620"/>
                </a:lnTo>
                <a:lnTo>
                  <a:pt x="213033" y="13358"/>
                </a:lnTo>
                <a:lnTo>
                  <a:pt x="213430" y="13109"/>
                </a:lnTo>
                <a:lnTo>
                  <a:pt x="213821" y="12873"/>
                </a:lnTo>
                <a:lnTo>
                  <a:pt x="214206" y="12649"/>
                </a:lnTo>
                <a:lnTo>
                  <a:pt x="214584" y="12439"/>
                </a:lnTo>
                <a:lnTo>
                  <a:pt x="214955" y="12241"/>
                </a:lnTo>
                <a:lnTo>
                  <a:pt x="215321" y="12055"/>
                </a:lnTo>
                <a:lnTo>
                  <a:pt x="215683" y="11880"/>
                </a:lnTo>
                <a:lnTo>
                  <a:pt x="216045" y="11713"/>
                </a:lnTo>
                <a:lnTo>
                  <a:pt x="216406" y="11553"/>
                </a:lnTo>
                <a:lnTo>
                  <a:pt x="216768" y="11400"/>
                </a:lnTo>
                <a:lnTo>
                  <a:pt x="217130" y="11255"/>
                </a:lnTo>
                <a:lnTo>
                  <a:pt x="217491" y="11117"/>
                </a:lnTo>
                <a:lnTo>
                  <a:pt x="217852" y="10987"/>
                </a:lnTo>
                <a:lnTo>
                  <a:pt x="218213" y="10864"/>
                </a:lnTo>
                <a:lnTo>
                  <a:pt x="218574" y="10748"/>
                </a:lnTo>
                <a:lnTo>
                  <a:pt x="218935" y="10640"/>
                </a:lnTo>
                <a:lnTo>
                  <a:pt x="219296" y="10540"/>
                </a:lnTo>
                <a:lnTo>
                  <a:pt x="219656" y="10447"/>
                </a:lnTo>
                <a:lnTo>
                  <a:pt x="220017" y="10361"/>
                </a:lnTo>
                <a:lnTo>
                  <a:pt x="220377" y="10283"/>
                </a:lnTo>
                <a:lnTo>
                  <a:pt x="220737" y="10212"/>
                </a:lnTo>
                <a:lnTo>
                  <a:pt x="221097" y="10149"/>
                </a:lnTo>
                <a:lnTo>
                  <a:pt x="221457" y="10093"/>
                </a:lnTo>
                <a:lnTo>
                  <a:pt x="221817" y="10044"/>
                </a:lnTo>
                <a:lnTo>
                  <a:pt x="222176" y="10004"/>
                </a:lnTo>
                <a:lnTo>
                  <a:pt x="222536" y="9970"/>
                </a:lnTo>
                <a:lnTo>
                  <a:pt x="222895" y="9944"/>
                </a:lnTo>
                <a:lnTo>
                  <a:pt x="223254" y="9925"/>
                </a:lnTo>
                <a:lnTo>
                  <a:pt x="223613" y="9914"/>
                </a:lnTo>
                <a:lnTo>
                  <a:pt x="223972" y="9910"/>
                </a:lnTo>
                <a:lnTo>
                  <a:pt x="224547" y="9919"/>
                </a:lnTo>
                <a:lnTo>
                  <a:pt x="225110" y="9946"/>
                </a:lnTo>
                <a:lnTo>
                  <a:pt x="225659" y="9991"/>
                </a:lnTo>
                <a:lnTo>
                  <a:pt x="226195" y="10054"/>
                </a:lnTo>
                <a:lnTo>
                  <a:pt x="226717" y="10135"/>
                </a:lnTo>
                <a:lnTo>
                  <a:pt x="227226" y="10233"/>
                </a:lnTo>
                <a:lnTo>
                  <a:pt x="227722" y="10350"/>
                </a:lnTo>
                <a:lnTo>
                  <a:pt x="228205" y="10484"/>
                </a:lnTo>
                <a:lnTo>
                  <a:pt x="228675" y="10637"/>
                </a:lnTo>
                <a:lnTo>
                  <a:pt x="229131" y="10807"/>
                </a:lnTo>
                <a:lnTo>
                  <a:pt x="229574" y="10996"/>
                </a:lnTo>
                <a:lnTo>
                  <a:pt x="230003" y="11202"/>
                </a:lnTo>
                <a:lnTo>
                  <a:pt x="230420" y="11426"/>
                </a:lnTo>
                <a:lnTo>
                  <a:pt x="230823" y="11668"/>
                </a:lnTo>
                <a:lnTo>
                  <a:pt x="231213" y="11928"/>
                </a:lnTo>
                <a:lnTo>
                  <a:pt x="231590" y="12206"/>
                </a:lnTo>
                <a:lnTo>
                  <a:pt x="231953" y="12502"/>
                </a:lnTo>
                <a:lnTo>
                  <a:pt x="232303" y="12816"/>
                </a:lnTo>
                <a:lnTo>
                  <a:pt x="232640" y="13148"/>
                </a:lnTo>
                <a:lnTo>
                  <a:pt x="232964" y="13498"/>
                </a:lnTo>
                <a:lnTo>
                  <a:pt x="233274" y="13866"/>
                </a:lnTo>
                <a:lnTo>
                  <a:pt x="233571" y="14251"/>
                </a:lnTo>
                <a:lnTo>
                  <a:pt x="233855" y="14655"/>
                </a:lnTo>
                <a:lnTo>
                  <a:pt x="234126" y="15076"/>
                </a:lnTo>
                <a:lnTo>
                  <a:pt x="234305" y="15395"/>
                </a:lnTo>
                <a:lnTo>
                  <a:pt x="234476" y="15732"/>
                </a:lnTo>
                <a:lnTo>
                  <a:pt x="234640" y="16087"/>
                </a:lnTo>
                <a:lnTo>
                  <a:pt x="234796" y="16461"/>
                </a:lnTo>
                <a:lnTo>
                  <a:pt x="234945" y="16854"/>
                </a:lnTo>
                <a:lnTo>
                  <a:pt x="235086" y="17265"/>
                </a:lnTo>
                <a:lnTo>
                  <a:pt x="235219" y="17695"/>
                </a:lnTo>
                <a:lnTo>
                  <a:pt x="235345" y="18143"/>
                </a:lnTo>
                <a:lnTo>
                  <a:pt x="235463" y="18609"/>
                </a:lnTo>
                <a:lnTo>
                  <a:pt x="235573" y="19094"/>
                </a:lnTo>
                <a:lnTo>
                  <a:pt x="235676" y="19598"/>
                </a:lnTo>
                <a:lnTo>
                  <a:pt x="235771" y="20120"/>
                </a:lnTo>
                <a:lnTo>
                  <a:pt x="235859" y="20660"/>
                </a:lnTo>
                <a:lnTo>
                  <a:pt x="235939" y="21219"/>
                </a:lnTo>
                <a:lnTo>
                  <a:pt x="236011" y="21797"/>
                </a:lnTo>
                <a:lnTo>
                  <a:pt x="236076" y="22393"/>
                </a:lnTo>
                <a:lnTo>
                  <a:pt x="236133" y="23007"/>
                </a:lnTo>
                <a:lnTo>
                  <a:pt x="236182" y="23640"/>
                </a:lnTo>
                <a:lnTo>
                  <a:pt x="236224" y="24292"/>
                </a:lnTo>
                <a:lnTo>
                  <a:pt x="236258" y="24962"/>
                </a:lnTo>
                <a:lnTo>
                  <a:pt x="236285" y="25651"/>
                </a:lnTo>
                <a:lnTo>
                  <a:pt x="236304" y="26358"/>
                </a:lnTo>
                <a:lnTo>
                  <a:pt x="236315" y="27083"/>
                </a:lnTo>
                <a:lnTo>
                  <a:pt x="236319" y="27827"/>
                </a:lnTo>
                <a:lnTo>
                  <a:pt x="236319" y="59625"/>
                </a:lnTo>
                <a:lnTo>
                  <a:pt x="236319" y="60161"/>
                </a:lnTo>
                <a:lnTo>
                  <a:pt x="236317" y="60679"/>
                </a:lnTo>
                <a:lnTo>
                  <a:pt x="236314" y="61179"/>
                </a:lnTo>
                <a:lnTo>
                  <a:pt x="236310" y="61661"/>
                </a:lnTo>
                <a:lnTo>
                  <a:pt x="236305" y="62125"/>
                </a:lnTo>
                <a:lnTo>
                  <a:pt x="236299" y="62571"/>
                </a:lnTo>
                <a:lnTo>
                  <a:pt x="236292" y="63000"/>
                </a:lnTo>
                <a:lnTo>
                  <a:pt x="236283" y="63411"/>
                </a:lnTo>
                <a:lnTo>
                  <a:pt x="236274" y="63803"/>
                </a:lnTo>
                <a:lnTo>
                  <a:pt x="236263" y="64178"/>
                </a:lnTo>
                <a:lnTo>
                  <a:pt x="236251" y="64535"/>
                </a:lnTo>
                <a:lnTo>
                  <a:pt x="236238" y="64875"/>
                </a:lnTo>
                <a:lnTo>
                  <a:pt x="236224" y="65196"/>
                </a:lnTo>
                <a:lnTo>
                  <a:pt x="236209" y="65499"/>
                </a:lnTo>
                <a:lnTo>
                  <a:pt x="236192" y="65785"/>
                </a:lnTo>
                <a:lnTo>
                  <a:pt x="236175" y="66052"/>
                </a:lnTo>
                <a:lnTo>
                  <a:pt x="236156" y="66302"/>
                </a:lnTo>
                <a:lnTo>
                  <a:pt x="236137" y="66534"/>
                </a:lnTo>
                <a:lnTo>
                  <a:pt x="236116" y="66748"/>
                </a:lnTo>
                <a:lnTo>
                  <a:pt x="236094" y="66944"/>
                </a:lnTo>
                <a:lnTo>
                  <a:pt x="236071" y="67123"/>
                </a:lnTo>
                <a:lnTo>
                  <a:pt x="236046" y="67283"/>
                </a:lnTo>
                <a:lnTo>
                  <a:pt x="236021" y="67425"/>
                </a:lnTo>
                <a:lnTo>
                  <a:pt x="235994" y="67550"/>
                </a:lnTo>
                <a:lnTo>
                  <a:pt x="235925" y="67786"/>
                </a:lnTo>
                <a:lnTo>
                  <a:pt x="235852" y="68016"/>
                </a:lnTo>
                <a:lnTo>
                  <a:pt x="235775" y="68241"/>
                </a:lnTo>
                <a:lnTo>
                  <a:pt x="235694" y="68461"/>
                </a:lnTo>
                <a:lnTo>
                  <a:pt x="235610" y="68675"/>
                </a:lnTo>
                <a:lnTo>
                  <a:pt x="235522" y="68884"/>
                </a:lnTo>
                <a:lnTo>
                  <a:pt x="235431" y="69087"/>
                </a:lnTo>
                <a:lnTo>
                  <a:pt x="235335" y="69285"/>
                </a:lnTo>
                <a:lnTo>
                  <a:pt x="235237" y="69477"/>
                </a:lnTo>
                <a:lnTo>
                  <a:pt x="235134" y="69665"/>
                </a:lnTo>
                <a:lnTo>
                  <a:pt x="235028" y="69846"/>
                </a:lnTo>
                <a:lnTo>
                  <a:pt x="234918" y="70023"/>
                </a:lnTo>
                <a:lnTo>
                  <a:pt x="234805" y="70194"/>
                </a:lnTo>
                <a:lnTo>
                  <a:pt x="234687" y="70359"/>
                </a:lnTo>
                <a:lnTo>
                  <a:pt x="234566" y="70519"/>
                </a:lnTo>
                <a:lnTo>
                  <a:pt x="234442" y="70674"/>
                </a:lnTo>
                <a:lnTo>
                  <a:pt x="234314" y="70824"/>
                </a:lnTo>
                <a:lnTo>
                  <a:pt x="234182" y="70968"/>
                </a:lnTo>
                <a:lnTo>
                  <a:pt x="234046" y="71106"/>
                </a:lnTo>
                <a:lnTo>
                  <a:pt x="233907" y="71239"/>
                </a:lnTo>
                <a:lnTo>
                  <a:pt x="233764" y="71367"/>
                </a:lnTo>
                <a:lnTo>
                  <a:pt x="233618" y="71490"/>
                </a:lnTo>
                <a:lnTo>
                  <a:pt x="233468" y="71607"/>
                </a:lnTo>
                <a:lnTo>
                  <a:pt x="233314" y="71718"/>
                </a:lnTo>
                <a:lnTo>
                  <a:pt x="233087" y="71872"/>
                </a:lnTo>
                <a:lnTo>
                  <a:pt x="232852" y="72018"/>
                </a:lnTo>
                <a:lnTo>
                  <a:pt x="232611" y="72159"/>
                </a:lnTo>
                <a:lnTo>
                  <a:pt x="232361" y="72292"/>
                </a:lnTo>
                <a:lnTo>
                  <a:pt x="232105" y="72420"/>
                </a:lnTo>
                <a:lnTo>
                  <a:pt x="231841" y="72540"/>
                </a:lnTo>
                <a:lnTo>
                  <a:pt x="231570" y="72654"/>
                </a:lnTo>
                <a:lnTo>
                  <a:pt x="231292" y="72762"/>
                </a:lnTo>
                <a:lnTo>
                  <a:pt x="231006" y="72863"/>
                </a:lnTo>
                <a:lnTo>
                  <a:pt x="230713" y="72958"/>
                </a:lnTo>
                <a:lnTo>
                  <a:pt x="230413" y="73046"/>
                </a:lnTo>
                <a:lnTo>
                  <a:pt x="230105" y="73127"/>
                </a:lnTo>
                <a:lnTo>
                  <a:pt x="229790" y="73202"/>
                </a:lnTo>
                <a:lnTo>
                  <a:pt x="229468" y="73271"/>
                </a:lnTo>
                <a:lnTo>
                  <a:pt x="229138" y="73333"/>
                </a:lnTo>
                <a:lnTo>
                  <a:pt x="228801" y="73388"/>
                </a:lnTo>
                <a:lnTo>
                  <a:pt x="228456" y="73437"/>
                </a:lnTo>
                <a:lnTo>
                  <a:pt x="228105" y="73480"/>
                </a:lnTo>
                <a:lnTo>
                  <a:pt x="227746" y="73515"/>
                </a:lnTo>
                <a:lnTo>
                  <a:pt x="227379" y="73545"/>
                </a:lnTo>
                <a:lnTo>
                  <a:pt x="227005" y="73568"/>
                </a:lnTo>
                <a:lnTo>
                  <a:pt x="226624" y="73584"/>
                </a:lnTo>
                <a:lnTo>
                  <a:pt x="226236" y="73594"/>
                </a:lnTo>
                <a:lnTo>
                  <a:pt x="225840" y="73597"/>
                </a:lnTo>
                <a:lnTo>
                  <a:pt x="224297" y="73597"/>
                </a:lnTo>
                <a:lnTo>
                  <a:pt x="224297" y="76521"/>
                </a:lnTo>
                <a:lnTo>
                  <a:pt x="261014" y="76521"/>
                </a:lnTo>
                <a:lnTo>
                  <a:pt x="261014" y="73597"/>
                </a:lnTo>
                <a:lnTo>
                  <a:pt x="260606" y="73595"/>
                </a:lnTo>
                <a:lnTo>
                  <a:pt x="260207" y="73588"/>
                </a:lnTo>
                <a:lnTo>
                  <a:pt x="259818" y="73577"/>
                </a:lnTo>
                <a:lnTo>
                  <a:pt x="259439" y="73562"/>
                </a:lnTo>
                <a:lnTo>
                  <a:pt x="259069" y="73542"/>
                </a:lnTo>
                <a:lnTo>
                  <a:pt x="258709" y="73518"/>
                </a:lnTo>
                <a:lnTo>
                  <a:pt x="258358" y="73489"/>
                </a:lnTo>
                <a:lnTo>
                  <a:pt x="258017" y="73456"/>
                </a:lnTo>
                <a:lnTo>
                  <a:pt x="257686" y="73419"/>
                </a:lnTo>
                <a:lnTo>
                  <a:pt x="257364" y="73377"/>
                </a:lnTo>
                <a:lnTo>
                  <a:pt x="257052" y="73331"/>
                </a:lnTo>
                <a:lnTo>
                  <a:pt x="256749" y="73280"/>
                </a:lnTo>
                <a:lnTo>
                  <a:pt x="256456" y="73225"/>
                </a:lnTo>
                <a:lnTo>
                  <a:pt x="256173" y="73166"/>
                </a:lnTo>
                <a:lnTo>
                  <a:pt x="255899" y="73102"/>
                </a:lnTo>
                <a:lnTo>
                  <a:pt x="255635" y="73034"/>
                </a:lnTo>
                <a:lnTo>
                  <a:pt x="255380" y="72961"/>
                </a:lnTo>
                <a:lnTo>
                  <a:pt x="255135" y="72884"/>
                </a:lnTo>
                <a:lnTo>
                  <a:pt x="254899" y="72803"/>
                </a:lnTo>
                <a:lnTo>
                  <a:pt x="254673" y="72717"/>
                </a:lnTo>
                <a:lnTo>
                  <a:pt x="254457" y="72627"/>
                </a:lnTo>
                <a:lnTo>
                  <a:pt x="254250" y="72533"/>
                </a:lnTo>
                <a:lnTo>
                  <a:pt x="254053" y="72434"/>
                </a:lnTo>
                <a:lnTo>
                  <a:pt x="253866" y="72330"/>
                </a:lnTo>
                <a:lnTo>
                  <a:pt x="253685" y="72224"/>
                </a:lnTo>
                <a:lnTo>
                  <a:pt x="253510" y="72115"/>
                </a:lnTo>
                <a:lnTo>
                  <a:pt x="253339" y="72005"/>
                </a:lnTo>
                <a:lnTo>
                  <a:pt x="253173" y="71893"/>
                </a:lnTo>
                <a:lnTo>
                  <a:pt x="253012" y="71779"/>
                </a:lnTo>
                <a:lnTo>
                  <a:pt x="252855" y="71664"/>
                </a:lnTo>
                <a:lnTo>
                  <a:pt x="252704" y="71546"/>
                </a:lnTo>
                <a:lnTo>
                  <a:pt x="252557" y="71427"/>
                </a:lnTo>
                <a:lnTo>
                  <a:pt x="252415" y="71306"/>
                </a:lnTo>
                <a:lnTo>
                  <a:pt x="252278" y="71182"/>
                </a:lnTo>
                <a:lnTo>
                  <a:pt x="252145" y="71058"/>
                </a:lnTo>
                <a:lnTo>
                  <a:pt x="252018" y="70931"/>
                </a:lnTo>
                <a:lnTo>
                  <a:pt x="251895" y="70802"/>
                </a:lnTo>
                <a:lnTo>
                  <a:pt x="251777" y="70672"/>
                </a:lnTo>
                <a:lnTo>
                  <a:pt x="251663" y="70540"/>
                </a:lnTo>
                <a:lnTo>
                  <a:pt x="251555" y="70405"/>
                </a:lnTo>
                <a:lnTo>
                  <a:pt x="251451" y="70269"/>
                </a:lnTo>
                <a:lnTo>
                  <a:pt x="251352" y="70132"/>
                </a:lnTo>
                <a:lnTo>
                  <a:pt x="251258" y="69992"/>
                </a:lnTo>
                <a:lnTo>
                  <a:pt x="251169" y="69851"/>
                </a:lnTo>
                <a:lnTo>
                  <a:pt x="251085" y="69707"/>
                </a:lnTo>
                <a:lnTo>
                  <a:pt x="251005" y="69562"/>
                </a:lnTo>
                <a:lnTo>
                  <a:pt x="250930" y="69415"/>
                </a:lnTo>
                <a:lnTo>
                  <a:pt x="250860" y="69266"/>
                </a:lnTo>
                <a:lnTo>
                  <a:pt x="250774" y="69041"/>
                </a:lnTo>
                <a:lnTo>
                  <a:pt x="250691" y="68800"/>
                </a:lnTo>
                <a:lnTo>
                  <a:pt x="250612" y="68544"/>
                </a:lnTo>
                <a:lnTo>
                  <a:pt x="250537" y="68272"/>
                </a:lnTo>
                <a:lnTo>
                  <a:pt x="250466" y="67985"/>
                </a:lnTo>
                <a:lnTo>
                  <a:pt x="250398" y="67683"/>
                </a:lnTo>
                <a:lnTo>
                  <a:pt x="250334" y="67366"/>
                </a:lnTo>
                <a:lnTo>
                  <a:pt x="250273" y="67033"/>
                </a:lnTo>
                <a:lnTo>
                  <a:pt x="250216" y="66685"/>
                </a:lnTo>
                <a:lnTo>
                  <a:pt x="250163" y="66321"/>
                </a:lnTo>
                <a:lnTo>
                  <a:pt x="250114" y="65943"/>
                </a:lnTo>
                <a:lnTo>
                  <a:pt x="250068" y="65549"/>
                </a:lnTo>
                <a:lnTo>
                  <a:pt x="250026" y="65139"/>
                </a:lnTo>
                <a:lnTo>
                  <a:pt x="249987" y="64714"/>
                </a:lnTo>
                <a:lnTo>
                  <a:pt x="249952" y="64274"/>
                </a:lnTo>
                <a:lnTo>
                  <a:pt x="249921" y="63819"/>
                </a:lnTo>
                <a:lnTo>
                  <a:pt x="249894" y="63348"/>
                </a:lnTo>
                <a:lnTo>
                  <a:pt x="249870" y="62862"/>
                </a:lnTo>
                <a:lnTo>
                  <a:pt x="249850" y="62361"/>
                </a:lnTo>
                <a:lnTo>
                  <a:pt x="249833" y="61845"/>
                </a:lnTo>
                <a:lnTo>
                  <a:pt x="249820" y="61313"/>
                </a:lnTo>
                <a:lnTo>
                  <a:pt x="249811" y="60765"/>
                </a:lnTo>
                <a:lnTo>
                  <a:pt x="249806" y="60203"/>
                </a:lnTo>
                <a:lnTo>
                  <a:pt x="249804" y="59625"/>
                </a:lnTo>
                <a:lnTo>
                  <a:pt x="249804" y="27705"/>
                </a:lnTo>
                <a:lnTo>
                  <a:pt x="249801" y="26878"/>
                </a:lnTo>
                <a:lnTo>
                  <a:pt x="249792" y="26068"/>
                </a:lnTo>
                <a:lnTo>
                  <a:pt x="249776" y="25278"/>
                </a:lnTo>
                <a:lnTo>
                  <a:pt x="249754" y="24506"/>
                </a:lnTo>
                <a:lnTo>
                  <a:pt x="249726" y="23752"/>
                </a:lnTo>
                <a:lnTo>
                  <a:pt x="249692" y="23017"/>
                </a:lnTo>
                <a:lnTo>
                  <a:pt x="249652" y="22301"/>
                </a:lnTo>
                <a:lnTo>
                  <a:pt x="249605" y="21603"/>
                </a:lnTo>
                <a:lnTo>
                  <a:pt x="249553" y="20924"/>
                </a:lnTo>
                <a:lnTo>
                  <a:pt x="249494" y="20263"/>
                </a:lnTo>
                <a:lnTo>
                  <a:pt x="249429" y="19621"/>
                </a:lnTo>
                <a:lnTo>
                  <a:pt x="249357" y="18997"/>
                </a:lnTo>
                <a:lnTo>
                  <a:pt x="249280" y="18392"/>
                </a:lnTo>
                <a:lnTo>
                  <a:pt x="249196" y="17806"/>
                </a:lnTo>
                <a:lnTo>
                  <a:pt x="249106" y="17238"/>
                </a:lnTo>
                <a:lnTo>
                  <a:pt x="249010" y="16688"/>
                </a:lnTo>
                <a:lnTo>
                  <a:pt x="248907" y="16157"/>
                </a:lnTo>
                <a:lnTo>
                  <a:pt x="248799" y="15645"/>
                </a:lnTo>
                <a:lnTo>
                  <a:pt x="248684" y="15152"/>
                </a:lnTo>
                <a:lnTo>
                  <a:pt x="248563" y="14676"/>
                </a:lnTo>
                <a:lnTo>
                  <a:pt x="248436" y="14220"/>
                </a:lnTo>
                <a:lnTo>
                  <a:pt x="248302" y="13782"/>
                </a:lnTo>
                <a:lnTo>
                  <a:pt x="248163" y="13363"/>
                </a:lnTo>
                <a:lnTo>
                  <a:pt x="248017" y="12962"/>
                </a:lnTo>
                <a:lnTo>
                  <a:pt x="247790" y="12394"/>
                </a:lnTo>
                <a:lnTo>
                  <a:pt x="247557" y="11841"/>
                </a:lnTo>
                <a:lnTo>
                  <a:pt x="247317" y="11300"/>
                </a:lnTo>
                <a:lnTo>
                  <a:pt x="247070" y="10773"/>
                </a:lnTo>
                <a:lnTo>
                  <a:pt x="246817" y="10259"/>
                </a:lnTo>
                <a:lnTo>
                  <a:pt x="246557" y="9759"/>
                </a:lnTo>
                <a:lnTo>
                  <a:pt x="246291" y="9272"/>
                </a:lnTo>
                <a:lnTo>
                  <a:pt x="246018" y="8798"/>
                </a:lnTo>
                <a:lnTo>
                  <a:pt x="245738" y="8338"/>
                </a:lnTo>
                <a:lnTo>
                  <a:pt x="245451" y="7891"/>
                </a:lnTo>
                <a:lnTo>
                  <a:pt x="245159" y="7458"/>
                </a:lnTo>
                <a:lnTo>
                  <a:pt x="244859" y="7037"/>
                </a:lnTo>
                <a:lnTo>
                  <a:pt x="244553" y="6631"/>
                </a:lnTo>
                <a:lnTo>
                  <a:pt x="244240" y="6237"/>
                </a:lnTo>
                <a:lnTo>
                  <a:pt x="243920" y="5857"/>
                </a:lnTo>
                <a:lnTo>
                  <a:pt x="243594" y="5491"/>
                </a:lnTo>
                <a:lnTo>
                  <a:pt x="243261" y="5137"/>
                </a:lnTo>
                <a:lnTo>
                  <a:pt x="242922" y="4797"/>
                </a:lnTo>
                <a:lnTo>
                  <a:pt x="242576" y="4471"/>
                </a:lnTo>
                <a:lnTo>
                  <a:pt x="242223" y="4158"/>
                </a:lnTo>
                <a:lnTo>
                  <a:pt x="241864" y="3858"/>
                </a:lnTo>
                <a:lnTo>
                  <a:pt x="241498" y="3571"/>
                </a:lnTo>
                <a:lnTo>
                  <a:pt x="241126" y="3298"/>
                </a:lnTo>
                <a:lnTo>
                  <a:pt x="240746" y="3039"/>
                </a:lnTo>
                <a:lnTo>
                  <a:pt x="240362" y="2791"/>
                </a:lnTo>
                <a:lnTo>
                  <a:pt x="239972" y="2553"/>
                </a:lnTo>
                <a:lnTo>
                  <a:pt x="239578" y="2326"/>
                </a:lnTo>
                <a:lnTo>
                  <a:pt x="239179" y="2110"/>
                </a:lnTo>
                <a:lnTo>
                  <a:pt x="238776" y="1904"/>
                </a:lnTo>
                <a:lnTo>
                  <a:pt x="238368" y="1709"/>
                </a:lnTo>
                <a:lnTo>
                  <a:pt x="237955" y="1525"/>
                </a:lnTo>
                <a:lnTo>
                  <a:pt x="237538" y="1350"/>
                </a:lnTo>
                <a:lnTo>
                  <a:pt x="237116" y="1187"/>
                </a:lnTo>
                <a:lnTo>
                  <a:pt x="236689" y="1034"/>
                </a:lnTo>
                <a:lnTo>
                  <a:pt x="236258" y="892"/>
                </a:lnTo>
                <a:lnTo>
                  <a:pt x="235822" y="760"/>
                </a:lnTo>
                <a:lnTo>
                  <a:pt x="235381" y="638"/>
                </a:lnTo>
                <a:lnTo>
                  <a:pt x="234936" y="528"/>
                </a:lnTo>
                <a:lnTo>
                  <a:pt x="234486" y="427"/>
                </a:lnTo>
                <a:lnTo>
                  <a:pt x="234031" y="338"/>
                </a:lnTo>
                <a:lnTo>
                  <a:pt x="233572" y="258"/>
                </a:lnTo>
                <a:lnTo>
                  <a:pt x="233108" y="190"/>
                </a:lnTo>
                <a:lnTo>
                  <a:pt x="232639" y="132"/>
                </a:lnTo>
                <a:lnTo>
                  <a:pt x="232166" y="84"/>
                </a:lnTo>
                <a:lnTo>
                  <a:pt x="231688" y="47"/>
                </a:lnTo>
                <a:lnTo>
                  <a:pt x="231206" y="21"/>
                </a:lnTo>
                <a:lnTo>
                  <a:pt x="230719" y="5"/>
                </a:lnTo>
                <a:lnTo>
                  <a:pt x="230227" y="0"/>
                </a:lnTo>
                <a:lnTo>
                  <a:pt x="229720" y="5"/>
                </a:lnTo>
                <a:lnTo>
                  <a:pt x="229214" y="21"/>
                </a:lnTo>
                <a:lnTo>
                  <a:pt x="228709" y="48"/>
                </a:lnTo>
                <a:lnTo>
                  <a:pt x="228205" y="85"/>
                </a:lnTo>
                <a:lnTo>
                  <a:pt x="227702" y="133"/>
                </a:lnTo>
                <a:lnTo>
                  <a:pt x="227201" y="192"/>
                </a:lnTo>
                <a:lnTo>
                  <a:pt x="226701" y="262"/>
                </a:lnTo>
                <a:lnTo>
                  <a:pt x="226201" y="342"/>
                </a:lnTo>
                <a:lnTo>
                  <a:pt x="225703" y="432"/>
                </a:lnTo>
                <a:lnTo>
                  <a:pt x="225206" y="534"/>
                </a:lnTo>
                <a:lnTo>
                  <a:pt x="224710" y="646"/>
                </a:lnTo>
                <a:lnTo>
                  <a:pt x="224216" y="769"/>
                </a:lnTo>
                <a:lnTo>
                  <a:pt x="223722" y="902"/>
                </a:lnTo>
                <a:lnTo>
                  <a:pt x="223230" y="1046"/>
                </a:lnTo>
                <a:lnTo>
                  <a:pt x="222738" y="1201"/>
                </a:lnTo>
                <a:lnTo>
                  <a:pt x="222248" y="1366"/>
                </a:lnTo>
                <a:lnTo>
                  <a:pt x="221759" y="1542"/>
                </a:lnTo>
                <a:lnTo>
                  <a:pt x="221271" y="1729"/>
                </a:lnTo>
                <a:lnTo>
                  <a:pt x="220784" y="1927"/>
                </a:lnTo>
                <a:lnTo>
                  <a:pt x="220298" y="2135"/>
                </a:lnTo>
                <a:lnTo>
                  <a:pt x="219814" y="2354"/>
                </a:lnTo>
                <a:lnTo>
                  <a:pt x="219330" y="2583"/>
                </a:lnTo>
                <a:lnTo>
                  <a:pt x="218848" y="2823"/>
                </a:lnTo>
                <a:lnTo>
                  <a:pt x="218367" y="3074"/>
                </a:lnTo>
                <a:lnTo>
                  <a:pt x="217882" y="3342"/>
                </a:lnTo>
                <a:lnTo>
                  <a:pt x="217388" y="3633"/>
                </a:lnTo>
                <a:lnTo>
                  <a:pt x="216884" y="3948"/>
                </a:lnTo>
                <a:lnTo>
                  <a:pt x="216372" y="4286"/>
                </a:lnTo>
                <a:lnTo>
                  <a:pt x="215851" y="4648"/>
                </a:lnTo>
                <a:lnTo>
                  <a:pt x="215321" y="5033"/>
                </a:lnTo>
                <a:lnTo>
                  <a:pt x="214781" y="5441"/>
                </a:lnTo>
                <a:lnTo>
                  <a:pt x="214233" y="5873"/>
                </a:lnTo>
                <a:lnTo>
                  <a:pt x="213676" y="6329"/>
                </a:lnTo>
                <a:lnTo>
                  <a:pt x="213109" y="6808"/>
                </a:lnTo>
                <a:lnTo>
                  <a:pt x="212534" y="7310"/>
                </a:lnTo>
                <a:lnTo>
                  <a:pt x="211949" y="7836"/>
                </a:lnTo>
                <a:lnTo>
                  <a:pt x="211356" y="8386"/>
                </a:lnTo>
                <a:lnTo>
                  <a:pt x="210754" y="8959"/>
                </a:lnTo>
                <a:lnTo>
                  <a:pt x="210142" y="9555"/>
                </a:lnTo>
                <a:lnTo>
                  <a:pt x="209522" y="10175"/>
                </a:lnTo>
                <a:lnTo>
                  <a:pt x="208892" y="10819"/>
                </a:lnTo>
                <a:lnTo>
                  <a:pt x="208253" y="11486"/>
                </a:lnTo>
                <a:lnTo>
                  <a:pt x="207606" y="12176"/>
                </a:lnTo>
                <a:lnTo>
                  <a:pt x="206949" y="12890"/>
                </a:lnTo>
                <a:lnTo>
                  <a:pt x="206283" y="13627"/>
                </a:lnTo>
                <a:lnTo>
                  <a:pt x="205609" y="14388"/>
                </a:lnTo>
                <a:lnTo>
                  <a:pt x="204925" y="15172"/>
                </a:lnTo>
                <a:lnTo>
                  <a:pt x="204232" y="15980"/>
                </a:lnTo>
                <a:lnTo>
                  <a:pt x="204084" y="15338"/>
                </a:lnTo>
                <a:lnTo>
                  <a:pt x="203925" y="14708"/>
                </a:lnTo>
                <a:lnTo>
                  <a:pt x="203754" y="14091"/>
                </a:lnTo>
                <a:lnTo>
                  <a:pt x="203571" y="13487"/>
                </a:lnTo>
                <a:lnTo>
                  <a:pt x="203377" y="12896"/>
                </a:lnTo>
                <a:lnTo>
                  <a:pt x="203171" y="12318"/>
                </a:lnTo>
                <a:lnTo>
                  <a:pt x="202954" y="11752"/>
                </a:lnTo>
                <a:lnTo>
                  <a:pt x="202725" y="11199"/>
                </a:lnTo>
                <a:lnTo>
                  <a:pt x="202485" y="10659"/>
                </a:lnTo>
                <a:lnTo>
                  <a:pt x="202233" y="10132"/>
                </a:lnTo>
                <a:lnTo>
                  <a:pt x="201969" y="9618"/>
                </a:lnTo>
                <a:lnTo>
                  <a:pt x="201694" y="9116"/>
                </a:lnTo>
                <a:lnTo>
                  <a:pt x="201407" y="8628"/>
                </a:lnTo>
                <a:lnTo>
                  <a:pt x="201109" y="8152"/>
                </a:lnTo>
                <a:lnTo>
                  <a:pt x="200799" y="7689"/>
                </a:lnTo>
                <a:lnTo>
                  <a:pt x="200478" y="7238"/>
                </a:lnTo>
                <a:lnTo>
                  <a:pt x="200145" y="6801"/>
                </a:lnTo>
                <a:lnTo>
                  <a:pt x="199800" y="6376"/>
                </a:lnTo>
                <a:lnTo>
                  <a:pt x="199444" y="5964"/>
                </a:lnTo>
                <a:lnTo>
                  <a:pt x="199076" y="5565"/>
                </a:lnTo>
                <a:lnTo>
                  <a:pt x="198697" y="5179"/>
                </a:lnTo>
                <a:lnTo>
                  <a:pt x="198306" y="4806"/>
                </a:lnTo>
                <a:lnTo>
                  <a:pt x="197904" y="4445"/>
                </a:lnTo>
                <a:lnTo>
                  <a:pt x="197490" y="4097"/>
                </a:lnTo>
                <a:lnTo>
                  <a:pt x="197067" y="3763"/>
                </a:lnTo>
                <a:lnTo>
                  <a:pt x="196637" y="3443"/>
                </a:lnTo>
                <a:lnTo>
                  <a:pt x="196200" y="3137"/>
                </a:lnTo>
                <a:lnTo>
                  <a:pt x="195757" y="2845"/>
                </a:lnTo>
                <a:lnTo>
                  <a:pt x="195307" y="2568"/>
                </a:lnTo>
                <a:lnTo>
                  <a:pt x="194850" y="2305"/>
                </a:lnTo>
                <a:lnTo>
                  <a:pt x="194386" y="2056"/>
                </a:lnTo>
                <a:lnTo>
                  <a:pt x="193916" y="1821"/>
                </a:lnTo>
                <a:lnTo>
                  <a:pt x="193439" y="1600"/>
                </a:lnTo>
                <a:lnTo>
                  <a:pt x="192955" y="1394"/>
                </a:lnTo>
                <a:lnTo>
                  <a:pt x="192464" y="1202"/>
                </a:lnTo>
                <a:lnTo>
                  <a:pt x="191966" y="1024"/>
                </a:lnTo>
                <a:lnTo>
                  <a:pt x="191462" y="861"/>
                </a:lnTo>
                <a:lnTo>
                  <a:pt x="190951" y="711"/>
                </a:lnTo>
                <a:lnTo>
                  <a:pt x="190433" y="576"/>
                </a:lnTo>
                <a:lnTo>
                  <a:pt x="189908" y="455"/>
                </a:lnTo>
                <a:lnTo>
                  <a:pt x="189377" y="349"/>
                </a:lnTo>
                <a:lnTo>
                  <a:pt x="188839" y="256"/>
                </a:lnTo>
                <a:lnTo>
                  <a:pt x="188294" y="178"/>
                </a:lnTo>
                <a:lnTo>
                  <a:pt x="187742" y="114"/>
                </a:lnTo>
                <a:lnTo>
                  <a:pt x="187184" y="64"/>
                </a:lnTo>
                <a:lnTo>
                  <a:pt x="186618" y="28"/>
                </a:lnTo>
                <a:lnTo>
                  <a:pt x="186046" y="7"/>
                </a:lnTo>
                <a:lnTo>
                  <a:pt x="185468" y="0"/>
                </a:lnTo>
                <a:lnTo>
                  <a:pt x="185122" y="3"/>
                </a:lnTo>
                <a:lnTo>
                  <a:pt x="184777" y="12"/>
                </a:lnTo>
                <a:lnTo>
                  <a:pt x="184431" y="27"/>
                </a:lnTo>
                <a:lnTo>
                  <a:pt x="184084" y="48"/>
                </a:lnTo>
                <a:lnTo>
                  <a:pt x="183738" y="75"/>
                </a:lnTo>
                <a:lnTo>
                  <a:pt x="183391" y="108"/>
                </a:lnTo>
                <a:lnTo>
                  <a:pt x="183044" y="146"/>
                </a:lnTo>
                <a:lnTo>
                  <a:pt x="182697" y="191"/>
                </a:lnTo>
                <a:lnTo>
                  <a:pt x="182349" y="242"/>
                </a:lnTo>
                <a:lnTo>
                  <a:pt x="182001" y="299"/>
                </a:lnTo>
                <a:lnTo>
                  <a:pt x="181653" y="362"/>
                </a:lnTo>
                <a:lnTo>
                  <a:pt x="181304" y="430"/>
                </a:lnTo>
                <a:lnTo>
                  <a:pt x="180956" y="505"/>
                </a:lnTo>
                <a:lnTo>
                  <a:pt x="180607" y="586"/>
                </a:lnTo>
                <a:lnTo>
                  <a:pt x="180257" y="672"/>
                </a:lnTo>
                <a:lnTo>
                  <a:pt x="179908" y="765"/>
                </a:lnTo>
                <a:lnTo>
                  <a:pt x="179558" y="864"/>
                </a:lnTo>
                <a:lnTo>
                  <a:pt x="179208" y="968"/>
                </a:lnTo>
                <a:lnTo>
                  <a:pt x="178857" y="1079"/>
                </a:lnTo>
                <a:lnTo>
                  <a:pt x="178506" y="1195"/>
                </a:lnTo>
                <a:lnTo>
                  <a:pt x="178155" y="1318"/>
                </a:lnTo>
                <a:lnTo>
                  <a:pt x="177804" y="1446"/>
                </a:lnTo>
                <a:lnTo>
                  <a:pt x="177452" y="1581"/>
                </a:lnTo>
                <a:lnTo>
                  <a:pt x="177101" y="1721"/>
                </a:lnTo>
                <a:lnTo>
                  <a:pt x="176750" y="1867"/>
                </a:lnTo>
                <a:lnTo>
                  <a:pt x="176401" y="2018"/>
                </a:lnTo>
                <a:lnTo>
                  <a:pt x="176053" y="2173"/>
                </a:lnTo>
                <a:lnTo>
                  <a:pt x="175708" y="2334"/>
                </a:lnTo>
                <a:lnTo>
                  <a:pt x="175365" y="2499"/>
                </a:lnTo>
                <a:lnTo>
                  <a:pt x="175024" y="2669"/>
                </a:lnTo>
                <a:lnTo>
                  <a:pt x="174685" y="2844"/>
                </a:lnTo>
                <a:lnTo>
                  <a:pt x="174348" y="3023"/>
                </a:lnTo>
                <a:lnTo>
                  <a:pt x="174012" y="3208"/>
                </a:lnTo>
                <a:lnTo>
                  <a:pt x="173679" y="3397"/>
                </a:lnTo>
                <a:lnTo>
                  <a:pt x="173348" y="3592"/>
                </a:lnTo>
                <a:lnTo>
                  <a:pt x="173019" y="3791"/>
                </a:lnTo>
                <a:lnTo>
                  <a:pt x="172691" y="3995"/>
                </a:lnTo>
                <a:lnTo>
                  <a:pt x="172366" y="4203"/>
                </a:lnTo>
                <a:lnTo>
                  <a:pt x="172043" y="4417"/>
                </a:lnTo>
                <a:lnTo>
                  <a:pt x="171721" y="4635"/>
                </a:lnTo>
                <a:lnTo>
                  <a:pt x="171402" y="4859"/>
                </a:lnTo>
                <a:lnTo>
                  <a:pt x="171084" y="5087"/>
                </a:lnTo>
                <a:lnTo>
                  <a:pt x="170769" y="5320"/>
                </a:lnTo>
                <a:lnTo>
                  <a:pt x="170455" y="5557"/>
                </a:lnTo>
                <a:lnTo>
                  <a:pt x="170144" y="5800"/>
                </a:lnTo>
                <a:lnTo>
                  <a:pt x="169834" y="6048"/>
                </a:lnTo>
                <a:lnTo>
                  <a:pt x="169527" y="6300"/>
                </a:lnTo>
                <a:lnTo>
                  <a:pt x="169221" y="6557"/>
                </a:lnTo>
                <a:lnTo>
                  <a:pt x="169088" y="6671"/>
                </a:lnTo>
                <a:lnTo>
                  <a:pt x="168931" y="6810"/>
                </a:lnTo>
                <a:lnTo>
                  <a:pt x="168751" y="6973"/>
                </a:lnTo>
                <a:lnTo>
                  <a:pt x="168549" y="7160"/>
                </a:lnTo>
                <a:lnTo>
                  <a:pt x="168323" y="7371"/>
                </a:lnTo>
                <a:lnTo>
                  <a:pt x="168074" y="7607"/>
                </a:lnTo>
                <a:lnTo>
                  <a:pt x="167801" y="7866"/>
                </a:lnTo>
                <a:lnTo>
                  <a:pt x="167506" y="8150"/>
                </a:lnTo>
                <a:lnTo>
                  <a:pt x="167188" y="8458"/>
                </a:lnTo>
                <a:lnTo>
                  <a:pt x="166846" y="8790"/>
                </a:lnTo>
                <a:lnTo>
                  <a:pt x="166481" y="9147"/>
                </a:lnTo>
                <a:lnTo>
                  <a:pt x="166094" y="9527"/>
                </a:lnTo>
                <a:lnTo>
                  <a:pt x="165683" y="9932"/>
                </a:lnTo>
                <a:lnTo>
                  <a:pt x="165249" y="10361"/>
                </a:lnTo>
                <a:lnTo>
                  <a:pt x="164791" y="10814"/>
                </a:lnTo>
                <a:lnTo>
                  <a:pt x="164311" y="11291"/>
                </a:lnTo>
                <a:lnTo>
                  <a:pt x="163807" y="11793"/>
                </a:lnTo>
                <a:lnTo>
                  <a:pt x="163281" y="12318"/>
                </a:lnTo>
                <a:lnTo>
                  <a:pt x="162731" y="12868"/>
                </a:lnTo>
                <a:lnTo>
                  <a:pt x="162158" y="13442"/>
                </a:lnTo>
                <a:lnTo>
                  <a:pt x="161562" y="14040"/>
                </a:lnTo>
                <a:lnTo>
                  <a:pt x="160943" y="14663"/>
                </a:lnTo>
                <a:lnTo>
                  <a:pt x="160301" y="15309"/>
                </a:lnTo>
                <a:lnTo>
                  <a:pt x="159636" y="15980"/>
                </a:lnTo>
                <a:lnTo>
                  <a:pt x="159636" y="0"/>
                </a:lnTo>
                <a:lnTo>
                  <a:pt x="156143" y="0"/>
                </a:lnTo>
                <a:lnTo>
                  <a:pt x="133737" y="9092"/>
                </a:lnTo>
                <a:lnTo>
                  <a:pt x="133738" y="9017"/>
                </a:lnTo>
                <a:close/>
                <a:moveTo>
                  <a:pt x="34449" y="34"/>
                </a:moveTo>
                <a:lnTo>
                  <a:pt x="33686" y="75"/>
                </a:lnTo>
                <a:lnTo>
                  <a:pt x="32926" y="134"/>
                </a:lnTo>
                <a:lnTo>
                  <a:pt x="32170" y="210"/>
                </a:lnTo>
                <a:lnTo>
                  <a:pt x="31417" y="302"/>
                </a:lnTo>
                <a:lnTo>
                  <a:pt x="30667" y="411"/>
                </a:lnTo>
                <a:lnTo>
                  <a:pt x="29921" y="536"/>
                </a:lnTo>
                <a:lnTo>
                  <a:pt x="29178" y="679"/>
                </a:lnTo>
                <a:lnTo>
                  <a:pt x="28438" y="838"/>
                </a:lnTo>
                <a:lnTo>
                  <a:pt x="27702" y="1014"/>
                </a:lnTo>
                <a:lnTo>
                  <a:pt x="26969" y="1207"/>
                </a:lnTo>
                <a:lnTo>
                  <a:pt x="26240" y="1417"/>
                </a:lnTo>
                <a:lnTo>
                  <a:pt x="25514" y="1643"/>
                </a:lnTo>
                <a:lnTo>
                  <a:pt x="24791" y="1886"/>
                </a:lnTo>
                <a:lnTo>
                  <a:pt x="24072" y="2146"/>
                </a:lnTo>
                <a:lnTo>
                  <a:pt x="23356" y="2423"/>
                </a:lnTo>
                <a:lnTo>
                  <a:pt x="22644" y="2716"/>
                </a:lnTo>
                <a:lnTo>
                  <a:pt x="21935" y="3026"/>
                </a:lnTo>
                <a:lnTo>
                  <a:pt x="21229" y="3353"/>
                </a:lnTo>
                <a:lnTo>
                  <a:pt x="20527" y="3697"/>
                </a:lnTo>
                <a:lnTo>
                  <a:pt x="19828" y="4057"/>
                </a:lnTo>
                <a:lnTo>
                  <a:pt x="19132" y="4434"/>
                </a:lnTo>
                <a:lnTo>
                  <a:pt x="18440" y="4828"/>
                </a:lnTo>
                <a:lnTo>
                  <a:pt x="17755" y="5240"/>
                </a:lnTo>
                <a:lnTo>
                  <a:pt x="17081" y="5670"/>
                </a:lnTo>
                <a:lnTo>
                  <a:pt x="16419" y="6118"/>
                </a:lnTo>
                <a:lnTo>
                  <a:pt x="15767" y="6584"/>
                </a:lnTo>
                <a:lnTo>
                  <a:pt x="15127" y="7069"/>
                </a:lnTo>
                <a:lnTo>
                  <a:pt x="14498" y="7572"/>
                </a:lnTo>
                <a:lnTo>
                  <a:pt x="13879" y="8094"/>
                </a:lnTo>
                <a:lnTo>
                  <a:pt x="13273" y="8633"/>
                </a:lnTo>
                <a:lnTo>
                  <a:pt x="12677" y="9191"/>
                </a:lnTo>
                <a:lnTo>
                  <a:pt x="12092" y="9768"/>
                </a:lnTo>
                <a:lnTo>
                  <a:pt x="11519" y="10362"/>
                </a:lnTo>
                <a:lnTo>
                  <a:pt x="10956" y="10975"/>
                </a:lnTo>
                <a:lnTo>
                  <a:pt x="10405" y="11607"/>
                </a:lnTo>
                <a:lnTo>
                  <a:pt x="9865" y="12256"/>
                </a:lnTo>
                <a:lnTo>
                  <a:pt x="9336" y="12924"/>
                </a:lnTo>
                <a:lnTo>
                  <a:pt x="8818" y="13610"/>
                </a:lnTo>
                <a:lnTo>
                  <a:pt x="8312" y="14315"/>
                </a:lnTo>
                <a:lnTo>
                  <a:pt x="7816" y="15038"/>
                </a:lnTo>
                <a:lnTo>
                  <a:pt x="7332" y="15779"/>
                </a:lnTo>
                <a:lnTo>
                  <a:pt x="6859" y="16539"/>
                </a:lnTo>
                <a:lnTo>
                  <a:pt x="6396" y="17316"/>
                </a:lnTo>
                <a:lnTo>
                  <a:pt x="5946" y="18113"/>
                </a:lnTo>
                <a:lnTo>
                  <a:pt x="5506" y="18927"/>
                </a:lnTo>
                <a:lnTo>
                  <a:pt x="5077" y="19760"/>
                </a:lnTo>
                <a:lnTo>
                  <a:pt x="4663" y="20602"/>
                </a:lnTo>
                <a:lnTo>
                  <a:pt x="4266" y="21445"/>
                </a:lnTo>
                <a:lnTo>
                  <a:pt x="3887" y="22288"/>
                </a:lnTo>
                <a:lnTo>
                  <a:pt x="3526" y="23131"/>
                </a:lnTo>
                <a:lnTo>
                  <a:pt x="3182" y="23975"/>
                </a:lnTo>
                <a:lnTo>
                  <a:pt x="2856" y="24819"/>
                </a:lnTo>
                <a:lnTo>
                  <a:pt x="2547" y="25664"/>
                </a:lnTo>
                <a:lnTo>
                  <a:pt x="2256" y="26509"/>
                </a:lnTo>
                <a:lnTo>
                  <a:pt x="1983" y="27355"/>
                </a:lnTo>
                <a:lnTo>
                  <a:pt x="1728" y="28200"/>
                </a:lnTo>
                <a:lnTo>
                  <a:pt x="1490" y="29047"/>
                </a:lnTo>
                <a:lnTo>
                  <a:pt x="1269" y="29894"/>
                </a:lnTo>
                <a:lnTo>
                  <a:pt x="1067" y="30741"/>
                </a:lnTo>
                <a:lnTo>
                  <a:pt x="881" y="31589"/>
                </a:lnTo>
                <a:lnTo>
                  <a:pt x="714" y="32437"/>
                </a:lnTo>
                <a:lnTo>
                  <a:pt x="564" y="33285"/>
                </a:lnTo>
                <a:lnTo>
                  <a:pt x="432" y="34134"/>
                </a:lnTo>
                <a:lnTo>
                  <a:pt x="317" y="34983"/>
                </a:lnTo>
                <a:lnTo>
                  <a:pt x="220" y="35833"/>
                </a:lnTo>
                <a:lnTo>
                  <a:pt x="141" y="36683"/>
                </a:lnTo>
                <a:lnTo>
                  <a:pt x="79" y="37534"/>
                </a:lnTo>
                <a:lnTo>
                  <a:pt x="35" y="38385"/>
                </a:lnTo>
                <a:lnTo>
                  <a:pt x="9" y="39236"/>
                </a:lnTo>
                <a:lnTo>
                  <a:pt x="0" y="40088"/>
                </a:lnTo>
                <a:lnTo>
                  <a:pt x="15" y="41253"/>
                </a:lnTo>
                <a:lnTo>
                  <a:pt x="58" y="42409"/>
                </a:lnTo>
                <a:lnTo>
                  <a:pt x="131" y="43555"/>
                </a:lnTo>
                <a:lnTo>
                  <a:pt x="232" y="44691"/>
                </a:lnTo>
                <a:lnTo>
                  <a:pt x="363" y="45818"/>
                </a:lnTo>
                <a:lnTo>
                  <a:pt x="523" y="46935"/>
                </a:lnTo>
                <a:lnTo>
                  <a:pt x="712" y="48043"/>
                </a:lnTo>
                <a:lnTo>
                  <a:pt x="930" y="49140"/>
                </a:lnTo>
                <a:lnTo>
                  <a:pt x="1177" y="50229"/>
                </a:lnTo>
                <a:lnTo>
                  <a:pt x="1453" y="51308"/>
                </a:lnTo>
                <a:lnTo>
                  <a:pt x="1758" y="52377"/>
                </a:lnTo>
                <a:lnTo>
                  <a:pt x="2092" y="53437"/>
                </a:lnTo>
                <a:lnTo>
                  <a:pt x="2455" y="54487"/>
                </a:lnTo>
                <a:lnTo>
                  <a:pt x="2847" y="55527"/>
                </a:lnTo>
                <a:lnTo>
                  <a:pt x="3268" y="56558"/>
                </a:lnTo>
                <a:lnTo>
                  <a:pt x="3719" y="57579"/>
                </a:lnTo>
                <a:lnTo>
                  <a:pt x="4198" y="58591"/>
                </a:lnTo>
                <a:lnTo>
                  <a:pt x="4706" y="59593"/>
                </a:lnTo>
                <a:lnTo>
                  <a:pt x="5244" y="60586"/>
                </a:lnTo>
                <a:lnTo>
                  <a:pt x="5810" y="61569"/>
                </a:lnTo>
                <a:lnTo>
                  <a:pt x="6406" y="62542"/>
                </a:lnTo>
                <a:lnTo>
                  <a:pt x="7031" y="63506"/>
                </a:lnTo>
                <a:lnTo>
                  <a:pt x="7684" y="64460"/>
                </a:lnTo>
                <a:lnTo>
                  <a:pt x="8367" y="65405"/>
                </a:lnTo>
                <a:lnTo>
                  <a:pt x="9205" y="66498"/>
                </a:lnTo>
                <a:lnTo>
                  <a:pt x="10067" y="67544"/>
                </a:lnTo>
                <a:lnTo>
                  <a:pt x="10952" y="68544"/>
                </a:lnTo>
                <a:lnTo>
                  <a:pt x="11862" y="69497"/>
                </a:lnTo>
                <a:lnTo>
                  <a:pt x="12796" y="70403"/>
                </a:lnTo>
                <a:lnTo>
                  <a:pt x="13754" y="71264"/>
                </a:lnTo>
                <a:lnTo>
                  <a:pt x="14735" y="72077"/>
                </a:lnTo>
                <a:lnTo>
                  <a:pt x="15741" y="72844"/>
                </a:lnTo>
                <a:lnTo>
                  <a:pt x="16771" y="73565"/>
                </a:lnTo>
                <a:lnTo>
                  <a:pt x="17824" y="74239"/>
                </a:lnTo>
                <a:lnTo>
                  <a:pt x="18902" y="74867"/>
                </a:lnTo>
                <a:lnTo>
                  <a:pt x="20004" y="75448"/>
                </a:lnTo>
                <a:lnTo>
                  <a:pt x="21129" y="75983"/>
                </a:lnTo>
                <a:lnTo>
                  <a:pt x="22279" y="76471"/>
                </a:lnTo>
                <a:lnTo>
                  <a:pt x="23452" y="76913"/>
                </a:lnTo>
                <a:lnTo>
                  <a:pt x="24650" y="77308"/>
                </a:lnTo>
                <a:lnTo>
                  <a:pt x="25871" y="77657"/>
                </a:lnTo>
                <a:lnTo>
                  <a:pt x="27117" y="77959"/>
                </a:lnTo>
                <a:lnTo>
                  <a:pt x="28386" y="78215"/>
                </a:lnTo>
                <a:lnTo>
                  <a:pt x="29679" y="78424"/>
                </a:lnTo>
                <a:lnTo>
                  <a:pt x="30997" y="78587"/>
                </a:lnTo>
                <a:lnTo>
                  <a:pt x="32338" y="78703"/>
                </a:lnTo>
                <a:lnTo>
                  <a:pt x="33703" y="78773"/>
                </a:lnTo>
                <a:lnTo>
                  <a:pt x="35093" y="78796"/>
                </a:lnTo>
                <a:lnTo>
                  <a:pt x="35949" y="78787"/>
                </a:lnTo>
                <a:lnTo>
                  <a:pt x="36799" y="78760"/>
                </a:lnTo>
                <a:lnTo>
                  <a:pt x="37642" y="78715"/>
                </a:lnTo>
                <a:lnTo>
                  <a:pt x="38478" y="78652"/>
                </a:lnTo>
                <a:lnTo>
                  <a:pt x="39308" y="78570"/>
                </a:lnTo>
                <a:lnTo>
                  <a:pt x="40132" y="78471"/>
                </a:lnTo>
                <a:lnTo>
                  <a:pt x="40948" y="78354"/>
                </a:lnTo>
                <a:lnTo>
                  <a:pt x="41758" y="78219"/>
                </a:lnTo>
                <a:lnTo>
                  <a:pt x="42562" y="78065"/>
                </a:lnTo>
                <a:lnTo>
                  <a:pt x="43358" y="77894"/>
                </a:lnTo>
                <a:lnTo>
                  <a:pt x="44148" y="77705"/>
                </a:lnTo>
                <a:lnTo>
                  <a:pt x="44932" y="77497"/>
                </a:lnTo>
                <a:lnTo>
                  <a:pt x="45709" y="77272"/>
                </a:lnTo>
                <a:lnTo>
                  <a:pt x="46479" y="77028"/>
                </a:lnTo>
                <a:lnTo>
                  <a:pt x="47243" y="76767"/>
                </a:lnTo>
                <a:lnTo>
                  <a:pt x="48000" y="76487"/>
                </a:lnTo>
                <a:lnTo>
                  <a:pt x="48750" y="76190"/>
                </a:lnTo>
                <a:lnTo>
                  <a:pt x="49494" y="75874"/>
                </a:lnTo>
                <a:lnTo>
                  <a:pt x="50231" y="75541"/>
                </a:lnTo>
                <a:lnTo>
                  <a:pt x="50961" y="75189"/>
                </a:lnTo>
                <a:lnTo>
                  <a:pt x="51685" y="74819"/>
                </a:lnTo>
                <a:lnTo>
                  <a:pt x="52402" y="74432"/>
                </a:lnTo>
                <a:lnTo>
                  <a:pt x="53113" y="74026"/>
                </a:lnTo>
                <a:lnTo>
                  <a:pt x="53817" y="73602"/>
                </a:lnTo>
                <a:lnTo>
                  <a:pt x="54511" y="73160"/>
                </a:lnTo>
                <a:lnTo>
                  <a:pt x="55193" y="72701"/>
                </a:lnTo>
                <a:lnTo>
                  <a:pt x="55862" y="72225"/>
                </a:lnTo>
                <a:lnTo>
                  <a:pt x="56519" y="71731"/>
                </a:lnTo>
                <a:lnTo>
                  <a:pt x="57163" y="71220"/>
                </a:lnTo>
                <a:lnTo>
                  <a:pt x="57795" y="70691"/>
                </a:lnTo>
                <a:lnTo>
                  <a:pt x="58414" y="70144"/>
                </a:lnTo>
                <a:lnTo>
                  <a:pt x="59020" y="69581"/>
                </a:lnTo>
                <a:lnTo>
                  <a:pt x="59614" y="68999"/>
                </a:lnTo>
                <a:lnTo>
                  <a:pt x="60195" y="68401"/>
                </a:lnTo>
                <a:lnTo>
                  <a:pt x="60764" y="67785"/>
                </a:lnTo>
                <a:lnTo>
                  <a:pt x="61321" y="67151"/>
                </a:lnTo>
                <a:lnTo>
                  <a:pt x="61864" y="66500"/>
                </a:lnTo>
                <a:lnTo>
                  <a:pt x="62396" y="65831"/>
                </a:lnTo>
                <a:lnTo>
                  <a:pt x="62914" y="65145"/>
                </a:lnTo>
                <a:lnTo>
                  <a:pt x="63420" y="64442"/>
                </a:lnTo>
                <a:lnTo>
                  <a:pt x="63914" y="63721"/>
                </a:lnTo>
                <a:lnTo>
                  <a:pt x="64395" y="62983"/>
                </a:lnTo>
                <a:lnTo>
                  <a:pt x="64863" y="62227"/>
                </a:lnTo>
                <a:lnTo>
                  <a:pt x="65319" y="61453"/>
                </a:lnTo>
                <a:lnTo>
                  <a:pt x="65762" y="60663"/>
                </a:lnTo>
                <a:lnTo>
                  <a:pt x="66193" y="59854"/>
                </a:lnTo>
                <a:lnTo>
                  <a:pt x="66611" y="59029"/>
                </a:lnTo>
                <a:lnTo>
                  <a:pt x="67017" y="58186"/>
                </a:lnTo>
                <a:lnTo>
                  <a:pt x="67408" y="57334"/>
                </a:lnTo>
                <a:lnTo>
                  <a:pt x="67783" y="56483"/>
                </a:lnTo>
                <a:lnTo>
                  <a:pt x="68140" y="55633"/>
                </a:lnTo>
                <a:lnTo>
                  <a:pt x="68482" y="54784"/>
                </a:lnTo>
                <a:lnTo>
                  <a:pt x="68806" y="53936"/>
                </a:lnTo>
                <a:lnTo>
                  <a:pt x="69114" y="53088"/>
                </a:lnTo>
                <a:lnTo>
                  <a:pt x="69405" y="52242"/>
                </a:lnTo>
                <a:lnTo>
                  <a:pt x="69680" y="51396"/>
                </a:lnTo>
                <a:lnTo>
                  <a:pt x="69938" y="50551"/>
                </a:lnTo>
                <a:lnTo>
                  <a:pt x="70179" y="49707"/>
                </a:lnTo>
                <a:lnTo>
                  <a:pt x="70404" y="48864"/>
                </a:lnTo>
                <a:lnTo>
                  <a:pt x="70612" y="48021"/>
                </a:lnTo>
                <a:lnTo>
                  <a:pt x="70803" y="47180"/>
                </a:lnTo>
                <a:lnTo>
                  <a:pt x="70978" y="46339"/>
                </a:lnTo>
                <a:lnTo>
                  <a:pt x="71136" y="45499"/>
                </a:lnTo>
                <a:lnTo>
                  <a:pt x="71277" y="44660"/>
                </a:lnTo>
                <a:lnTo>
                  <a:pt x="71402" y="43822"/>
                </a:lnTo>
                <a:lnTo>
                  <a:pt x="71510" y="42985"/>
                </a:lnTo>
                <a:lnTo>
                  <a:pt x="71602" y="42148"/>
                </a:lnTo>
                <a:lnTo>
                  <a:pt x="71677" y="41313"/>
                </a:lnTo>
                <a:lnTo>
                  <a:pt x="71735" y="40478"/>
                </a:lnTo>
                <a:lnTo>
                  <a:pt x="71777" y="39644"/>
                </a:lnTo>
                <a:lnTo>
                  <a:pt x="71801" y="38811"/>
                </a:lnTo>
                <a:lnTo>
                  <a:pt x="71810" y="37979"/>
                </a:lnTo>
                <a:lnTo>
                  <a:pt x="71795" y="36801"/>
                </a:lnTo>
                <a:lnTo>
                  <a:pt x="71749" y="35634"/>
                </a:lnTo>
                <a:lnTo>
                  <a:pt x="71674" y="34479"/>
                </a:lnTo>
                <a:lnTo>
                  <a:pt x="71568" y="33335"/>
                </a:lnTo>
                <a:lnTo>
                  <a:pt x="71433" y="32202"/>
                </a:lnTo>
                <a:lnTo>
                  <a:pt x="71267" y="31080"/>
                </a:lnTo>
                <a:lnTo>
                  <a:pt x="71070" y="29970"/>
                </a:lnTo>
                <a:lnTo>
                  <a:pt x="70844" y="28871"/>
                </a:lnTo>
                <a:lnTo>
                  <a:pt x="70587" y="27784"/>
                </a:lnTo>
                <a:lnTo>
                  <a:pt x="70301" y="26707"/>
                </a:lnTo>
                <a:lnTo>
                  <a:pt x="69984" y="25642"/>
                </a:lnTo>
                <a:lnTo>
                  <a:pt x="69637" y="24588"/>
                </a:lnTo>
                <a:lnTo>
                  <a:pt x="69260" y="23546"/>
                </a:lnTo>
                <a:lnTo>
                  <a:pt x="68852" y="22514"/>
                </a:lnTo>
                <a:lnTo>
                  <a:pt x="68415" y="21494"/>
                </a:lnTo>
                <a:lnTo>
                  <a:pt x="67947" y="20486"/>
                </a:lnTo>
                <a:lnTo>
                  <a:pt x="67449" y="19488"/>
                </a:lnTo>
                <a:lnTo>
                  <a:pt x="66921" y="18502"/>
                </a:lnTo>
                <a:lnTo>
                  <a:pt x="66362" y="17527"/>
                </a:lnTo>
                <a:lnTo>
                  <a:pt x="65774" y="16564"/>
                </a:lnTo>
                <a:lnTo>
                  <a:pt x="65155" y="15611"/>
                </a:lnTo>
                <a:lnTo>
                  <a:pt x="64506" y="14670"/>
                </a:lnTo>
                <a:lnTo>
                  <a:pt x="63827" y="13741"/>
                </a:lnTo>
                <a:lnTo>
                  <a:pt x="63118" y="12822"/>
                </a:lnTo>
                <a:lnTo>
                  <a:pt x="62253" y="11776"/>
                </a:lnTo>
                <a:lnTo>
                  <a:pt x="61366" y="10774"/>
                </a:lnTo>
                <a:lnTo>
                  <a:pt x="60455" y="9817"/>
                </a:lnTo>
                <a:lnTo>
                  <a:pt x="59521" y="8904"/>
                </a:lnTo>
                <a:lnTo>
                  <a:pt x="58564" y="8036"/>
                </a:lnTo>
                <a:lnTo>
                  <a:pt x="57584" y="7212"/>
                </a:lnTo>
                <a:lnTo>
                  <a:pt x="56581" y="6433"/>
                </a:lnTo>
                <a:lnTo>
                  <a:pt x="55554" y="5699"/>
                </a:lnTo>
                <a:lnTo>
                  <a:pt x="54505" y="5009"/>
                </a:lnTo>
                <a:lnTo>
                  <a:pt x="53432" y="4363"/>
                </a:lnTo>
                <a:lnTo>
                  <a:pt x="52336" y="3762"/>
                </a:lnTo>
                <a:lnTo>
                  <a:pt x="51217" y="3206"/>
                </a:lnTo>
                <a:lnTo>
                  <a:pt x="50075" y="2694"/>
                </a:lnTo>
                <a:lnTo>
                  <a:pt x="48910" y="2226"/>
                </a:lnTo>
                <a:lnTo>
                  <a:pt x="47722" y="1803"/>
                </a:lnTo>
                <a:lnTo>
                  <a:pt x="46510" y="1425"/>
                </a:lnTo>
                <a:lnTo>
                  <a:pt x="45276" y="1091"/>
                </a:lnTo>
                <a:lnTo>
                  <a:pt x="44018" y="801"/>
                </a:lnTo>
                <a:lnTo>
                  <a:pt x="42737" y="557"/>
                </a:lnTo>
                <a:lnTo>
                  <a:pt x="41433" y="356"/>
                </a:lnTo>
                <a:lnTo>
                  <a:pt x="40106" y="200"/>
                </a:lnTo>
                <a:lnTo>
                  <a:pt x="38756" y="89"/>
                </a:lnTo>
                <a:lnTo>
                  <a:pt x="37383" y="22"/>
                </a:lnTo>
                <a:lnTo>
                  <a:pt x="35986" y="0"/>
                </a:lnTo>
                <a:lnTo>
                  <a:pt x="35216" y="8"/>
                </a:lnTo>
                <a:lnTo>
                  <a:pt x="34449" y="34"/>
                </a:lnTo>
                <a:close/>
                <a:moveTo>
                  <a:pt x="34935" y="5415"/>
                </a:moveTo>
                <a:lnTo>
                  <a:pt x="35652" y="5483"/>
                </a:lnTo>
                <a:lnTo>
                  <a:pt x="36358" y="5577"/>
                </a:lnTo>
                <a:lnTo>
                  <a:pt x="37054" y="5699"/>
                </a:lnTo>
                <a:lnTo>
                  <a:pt x="37738" y="5847"/>
                </a:lnTo>
                <a:lnTo>
                  <a:pt x="38411" y="6022"/>
                </a:lnTo>
                <a:lnTo>
                  <a:pt x="39073" y="6225"/>
                </a:lnTo>
                <a:lnTo>
                  <a:pt x="39724" y="6454"/>
                </a:lnTo>
                <a:lnTo>
                  <a:pt x="40364" y="6710"/>
                </a:lnTo>
                <a:lnTo>
                  <a:pt x="40993" y="6994"/>
                </a:lnTo>
                <a:lnTo>
                  <a:pt x="41612" y="7304"/>
                </a:lnTo>
                <a:lnTo>
                  <a:pt x="42219" y="7641"/>
                </a:lnTo>
                <a:lnTo>
                  <a:pt x="42815" y="8005"/>
                </a:lnTo>
                <a:lnTo>
                  <a:pt x="43400" y="8397"/>
                </a:lnTo>
                <a:lnTo>
                  <a:pt x="43974" y="8815"/>
                </a:lnTo>
                <a:lnTo>
                  <a:pt x="44537" y="9260"/>
                </a:lnTo>
                <a:lnTo>
                  <a:pt x="45089" y="9732"/>
                </a:lnTo>
                <a:lnTo>
                  <a:pt x="45630" y="10231"/>
                </a:lnTo>
                <a:lnTo>
                  <a:pt x="46161" y="10757"/>
                </a:lnTo>
                <a:lnTo>
                  <a:pt x="46680" y="11311"/>
                </a:lnTo>
                <a:lnTo>
                  <a:pt x="47188" y="11891"/>
                </a:lnTo>
                <a:lnTo>
                  <a:pt x="47685" y="12498"/>
                </a:lnTo>
                <a:lnTo>
                  <a:pt x="48171" y="13132"/>
                </a:lnTo>
                <a:lnTo>
                  <a:pt x="48867" y="14091"/>
                </a:lnTo>
                <a:lnTo>
                  <a:pt x="49533" y="15079"/>
                </a:lnTo>
                <a:lnTo>
                  <a:pt x="50170" y="16096"/>
                </a:lnTo>
                <a:lnTo>
                  <a:pt x="50777" y="17143"/>
                </a:lnTo>
                <a:lnTo>
                  <a:pt x="51355" y="18219"/>
                </a:lnTo>
                <a:lnTo>
                  <a:pt x="51903" y="19324"/>
                </a:lnTo>
                <a:lnTo>
                  <a:pt x="52421" y="20458"/>
                </a:lnTo>
                <a:lnTo>
                  <a:pt x="52910" y="21622"/>
                </a:lnTo>
                <a:lnTo>
                  <a:pt x="53369" y="22815"/>
                </a:lnTo>
                <a:lnTo>
                  <a:pt x="53798" y="24037"/>
                </a:lnTo>
                <a:lnTo>
                  <a:pt x="54198" y="25288"/>
                </a:lnTo>
                <a:lnTo>
                  <a:pt x="54568" y="26568"/>
                </a:lnTo>
                <a:lnTo>
                  <a:pt x="54909" y="27878"/>
                </a:lnTo>
                <a:lnTo>
                  <a:pt x="55220" y="29217"/>
                </a:lnTo>
                <a:lnTo>
                  <a:pt x="55501" y="30585"/>
                </a:lnTo>
                <a:lnTo>
                  <a:pt x="55753" y="31982"/>
                </a:lnTo>
                <a:lnTo>
                  <a:pt x="55975" y="33409"/>
                </a:lnTo>
                <a:lnTo>
                  <a:pt x="56167" y="34865"/>
                </a:lnTo>
                <a:lnTo>
                  <a:pt x="56330" y="36350"/>
                </a:lnTo>
                <a:lnTo>
                  <a:pt x="56464" y="37864"/>
                </a:lnTo>
                <a:lnTo>
                  <a:pt x="56567" y="39408"/>
                </a:lnTo>
                <a:lnTo>
                  <a:pt x="56641" y="40980"/>
                </a:lnTo>
                <a:lnTo>
                  <a:pt x="56686" y="42582"/>
                </a:lnTo>
                <a:lnTo>
                  <a:pt x="56700" y="44213"/>
                </a:lnTo>
                <a:lnTo>
                  <a:pt x="56692" y="45512"/>
                </a:lnTo>
                <a:lnTo>
                  <a:pt x="56665" y="46779"/>
                </a:lnTo>
                <a:lnTo>
                  <a:pt x="56621" y="48014"/>
                </a:lnTo>
                <a:lnTo>
                  <a:pt x="56558" y="49216"/>
                </a:lnTo>
                <a:lnTo>
                  <a:pt x="56478" y="50385"/>
                </a:lnTo>
                <a:lnTo>
                  <a:pt x="56381" y="51523"/>
                </a:lnTo>
                <a:lnTo>
                  <a:pt x="56265" y="52628"/>
                </a:lnTo>
                <a:lnTo>
                  <a:pt x="56132" y="53701"/>
                </a:lnTo>
                <a:lnTo>
                  <a:pt x="55981" y="54741"/>
                </a:lnTo>
                <a:lnTo>
                  <a:pt x="55812" y="55749"/>
                </a:lnTo>
                <a:lnTo>
                  <a:pt x="55625" y="56725"/>
                </a:lnTo>
                <a:lnTo>
                  <a:pt x="55421" y="57669"/>
                </a:lnTo>
                <a:lnTo>
                  <a:pt x="55199" y="58580"/>
                </a:lnTo>
                <a:lnTo>
                  <a:pt x="54959" y="59459"/>
                </a:lnTo>
                <a:lnTo>
                  <a:pt x="54701" y="60306"/>
                </a:lnTo>
                <a:lnTo>
                  <a:pt x="54426" y="61120"/>
                </a:lnTo>
                <a:lnTo>
                  <a:pt x="54133" y="61902"/>
                </a:lnTo>
                <a:lnTo>
                  <a:pt x="53822" y="62652"/>
                </a:lnTo>
                <a:lnTo>
                  <a:pt x="53493" y="63369"/>
                </a:lnTo>
                <a:lnTo>
                  <a:pt x="53147" y="64054"/>
                </a:lnTo>
                <a:lnTo>
                  <a:pt x="52782" y="64707"/>
                </a:lnTo>
                <a:lnTo>
                  <a:pt x="52400" y="65327"/>
                </a:lnTo>
                <a:lnTo>
                  <a:pt x="52000" y="65915"/>
                </a:lnTo>
                <a:lnTo>
                  <a:pt x="51583" y="66471"/>
                </a:lnTo>
                <a:lnTo>
                  <a:pt x="51152" y="67000"/>
                </a:lnTo>
                <a:lnTo>
                  <a:pt x="50711" y="67506"/>
                </a:lnTo>
                <a:lnTo>
                  <a:pt x="50260" y="67989"/>
                </a:lnTo>
                <a:lnTo>
                  <a:pt x="49800" y="68450"/>
                </a:lnTo>
                <a:lnTo>
                  <a:pt x="49331" y="68888"/>
                </a:lnTo>
                <a:lnTo>
                  <a:pt x="48851" y="69304"/>
                </a:lnTo>
                <a:lnTo>
                  <a:pt x="48363" y="69698"/>
                </a:lnTo>
                <a:lnTo>
                  <a:pt x="47864" y="70069"/>
                </a:lnTo>
                <a:lnTo>
                  <a:pt x="47356" y="70417"/>
                </a:lnTo>
                <a:lnTo>
                  <a:pt x="46839" y="70743"/>
                </a:lnTo>
                <a:lnTo>
                  <a:pt x="46311" y="71047"/>
                </a:lnTo>
                <a:lnTo>
                  <a:pt x="45775" y="71328"/>
                </a:lnTo>
                <a:lnTo>
                  <a:pt x="45228" y="71587"/>
                </a:lnTo>
                <a:lnTo>
                  <a:pt x="44672" y="71823"/>
                </a:lnTo>
                <a:lnTo>
                  <a:pt x="44107" y="72036"/>
                </a:lnTo>
                <a:lnTo>
                  <a:pt x="43532" y="72228"/>
                </a:lnTo>
                <a:lnTo>
                  <a:pt x="42947" y="72396"/>
                </a:lnTo>
                <a:lnTo>
                  <a:pt x="42353" y="72542"/>
                </a:lnTo>
                <a:lnTo>
                  <a:pt x="41749" y="72666"/>
                </a:lnTo>
                <a:lnTo>
                  <a:pt x="41135" y="72767"/>
                </a:lnTo>
                <a:lnTo>
                  <a:pt x="40512" y="72846"/>
                </a:lnTo>
                <a:lnTo>
                  <a:pt x="39880" y="72902"/>
                </a:lnTo>
                <a:lnTo>
                  <a:pt x="39237" y="72936"/>
                </a:lnTo>
                <a:lnTo>
                  <a:pt x="38586" y="72947"/>
                </a:lnTo>
                <a:lnTo>
                  <a:pt x="37713" y="72927"/>
                </a:lnTo>
                <a:lnTo>
                  <a:pt x="36854" y="72866"/>
                </a:lnTo>
                <a:lnTo>
                  <a:pt x="36010" y="72764"/>
                </a:lnTo>
                <a:lnTo>
                  <a:pt x="35179" y="72621"/>
                </a:lnTo>
                <a:lnTo>
                  <a:pt x="34364" y="72438"/>
                </a:lnTo>
                <a:lnTo>
                  <a:pt x="33562" y="72214"/>
                </a:lnTo>
                <a:lnTo>
                  <a:pt x="32774" y="71949"/>
                </a:lnTo>
                <a:lnTo>
                  <a:pt x="32001" y="71643"/>
                </a:lnTo>
                <a:lnTo>
                  <a:pt x="31242" y="71297"/>
                </a:lnTo>
                <a:lnTo>
                  <a:pt x="30498" y="70910"/>
                </a:lnTo>
                <a:lnTo>
                  <a:pt x="29767" y="70482"/>
                </a:lnTo>
                <a:lnTo>
                  <a:pt x="29051" y="70013"/>
                </a:lnTo>
                <a:lnTo>
                  <a:pt x="28349" y="69504"/>
                </a:lnTo>
                <a:lnTo>
                  <a:pt x="27661" y="68954"/>
                </a:lnTo>
                <a:lnTo>
                  <a:pt x="26988" y="68363"/>
                </a:lnTo>
                <a:lnTo>
                  <a:pt x="26328" y="67731"/>
                </a:lnTo>
                <a:lnTo>
                  <a:pt x="25683" y="67059"/>
                </a:lnTo>
                <a:lnTo>
                  <a:pt x="25053" y="66346"/>
                </a:lnTo>
                <a:lnTo>
                  <a:pt x="24436" y="65592"/>
                </a:lnTo>
                <a:lnTo>
                  <a:pt x="23834" y="64797"/>
                </a:lnTo>
                <a:lnTo>
                  <a:pt x="23246" y="63962"/>
                </a:lnTo>
                <a:lnTo>
                  <a:pt x="22672" y="63086"/>
                </a:lnTo>
                <a:lnTo>
                  <a:pt x="22113" y="62169"/>
                </a:lnTo>
                <a:lnTo>
                  <a:pt x="21567" y="61211"/>
                </a:lnTo>
                <a:lnTo>
                  <a:pt x="21040" y="60226"/>
                </a:lnTo>
                <a:lnTo>
                  <a:pt x="20536" y="59224"/>
                </a:lnTo>
                <a:lnTo>
                  <a:pt x="20054" y="58207"/>
                </a:lnTo>
                <a:lnTo>
                  <a:pt x="19594" y="57175"/>
                </a:lnTo>
                <a:lnTo>
                  <a:pt x="19157" y="56127"/>
                </a:lnTo>
                <a:lnTo>
                  <a:pt x="18742" y="55064"/>
                </a:lnTo>
                <a:lnTo>
                  <a:pt x="18350" y="53986"/>
                </a:lnTo>
                <a:lnTo>
                  <a:pt x="17980" y="52892"/>
                </a:lnTo>
                <a:lnTo>
                  <a:pt x="17632" y="51782"/>
                </a:lnTo>
                <a:lnTo>
                  <a:pt x="17307" y="50657"/>
                </a:lnTo>
                <a:lnTo>
                  <a:pt x="17004" y="49517"/>
                </a:lnTo>
                <a:lnTo>
                  <a:pt x="16724" y="48361"/>
                </a:lnTo>
                <a:lnTo>
                  <a:pt x="16466" y="47189"/>
                </a:lnTo>
                <a:lnTo>
                  <a:pt x="16230" y="46003"/>
                </a:lnTo>
                <a:lnTo>
                  <a:pt x="16017" y="44800"/>
                </a:lnTo>
                <a:lnTo>
                  <a:pt x="15827" y="43583"/>
                </a:lnTo>
                <a:lnTo>
                  <a:pt x="15659" y="42350"/>
                </a:lnTo>
                <a:lnTo>
                  <a:pt x="15513" y="41101"/>
                </a:lnTo>
                <a:lnTo>
                  <a:pt x="15390" y="39837"/>
                </a:lnTo>
                <a:lnTo>
                  <a:pt x="15289" y="38558"/>
                </a:lnTo>
                <a:lnTo>
                  <a:pt x="15210" y="37263"/>
                </a:lnTo>
                <a:lnTo>
                  <a:pt x="15154" y="35952"/>
                </a:lnTo>
                <a:lnTo>
                  <a:pt x="15121" y="34626"/>
                </a:lnTo>
                <a:lnTo>
                  <a:pt x="15109" y="33285"/>
                </a:lnTo>
                <a:lnTo>
                  <a:pt x="15114" y="32455"/>
                </a:lnTo>
                <a:lnTo>
                  <a:pt x="15128" y="31638"/>
                </a:lnTo>
                <a:lnTo>
                  <a:pt x="15151" y="30833"/>
                </a:lnTo>
                <a:lnTo>
                  <a:pt x="15184" y="30041"/>
                </a:lnTo>
                <a:lnTo>
                  <a:pt x="15226" y="29262"/>
                </a:lnTo>
                <a:lnTo>
                  <a:pt x="15277" y="28495"/>
                </a:lnTo>
                <a:lnTo>
                  <a:pt x="15337" y="27741"/>
                </a:lnTo>
                <a:lnTo>
                  <a:pt x="15407" y="27000"/>
                </a:lnTo>
                <a:lnTo>
                  <a:pt x="15486" y="26271"/>
                </a:lnTo>
                <a:lnTo>
                  <a:pt x="15575" y="25555"/>
                </a:lnTo>
                <a:lnTo>
                  <a:pt x="15672" y="24851"/>
                </a:lnTo>
                <a:lnTo>
                  <a:pt x="15779" y="24160"/>
                </a:lnTo>
                <a:lnTo>
                  <a:pt x="15896" y="23482"/>
                </a:lnTo>
                <a:lnTo>
                  <a:pt x="16021" y="22817"/>
                </a:lnTo>
                <a:lnTo>
                  <a:pt x="16156" y="22164"/>
                </a:lnTo>
                <a:lnTo>
                  <a:pt x="16301" y="21523"/>
                </a:lnTo>
                <a:lnTo>
                  <a:pt x="16454" y="20896"/>
                </a:lnTo>
                <a:lnTo>
                  <a:pt x="16617" y="20281"/>
                </a:lnTo>
                <a:lnTo>
                  <a:pt x="16789" y="19678"/>
                </a:lnTo>
                <a:lnTo>
                  <a:pt x="16971" y="19088"/>
                </a:lnTo>
                <a:lnTo>
                  <a:pt x="17162" y="18511"/>
                </a:lnTo>
                <a:lnTo>
                  <a:pt x="17362" y="17947"/>
                </a:lnTo>
                <a:lnTo>
                  <a:pt x="17571" y="17395"/>
                </a:lnTo>
                <a:lnTo>
                  <a:pt x="17790" y="16856"/>
                </a:lnTo>
                <a:lnTo>
                  <a:pt x="18016" y="16330"/>
                </a:lnTo>
                <a:lnTo>
                  <a:pt x="18248" y="15817"/>
                </a:lnTo>
                <a:lnTo>
                  <a:pt x="18486" y="15317"/>
                </a:lnTo>
                <a:lnTo>
                  <a:pt x="18730" y="14831"/>
                </a:lnTo>
                <a:lnTo>
                  <a:pt x="18979" y="14358"/>
                </a:lnTo>
                <a:lnTo>
                  <a:pt x="19234" y="13899"/>
                </a:lnTo>
                <a:lnTo>
                  <a:pt x="19495" y="13453"/>
                </a:lnTo>
                <a:lnTo>
                  <a:pt x="19762" y="13020"/>
                </a:lnTo>
                <a:lnTo>
                  <a:pt x="20035" y="12601"/>
                </a:lnTo>
                <a:lnTo>
                  <a:pt x="20313" y="12195"/>
                </a:lnTo>
                <a:lnTo>
                  <a:pt x="20597" y="11802"/>
                </a:lnTo>
                <a:lnTo>
                  <a:pt x="20887" y="11423"/>
                </a:lnTo>
                <a:lnTo>
                  <a:pt x="21183" y="11057"/>
                </a:lnTo>
                <a:lnTo>
                  <a:pt x="21484" y="10704"/>
                </a:lnTo>
                <a:lnTo>
                  <a:pt x="21791" y="10365"/>
                </a:lnTo>
                <a:lnTo>
                  <a:pt x="22104" y="10039"/>
                </a:lnTo>
                <a:lnTo>
                  <a:pt x="22423" y="9726"/>
                </a:lnTo>
                <a:lnTo>
                  <a:pt x="22748" y="9427"/>
                </a:lnTo>
                <a:lnTo>
                  <a:pt x="23078" y="9141"/>
                </a:lnTo>
                <a:lnTo>
                  <a:pt x="23414" y="8869"/>
                </a:lnTo>
                <a:lnTo>
                  <a:pt x="23756" y="8610"/>
                </a:lnTo>
                <a:lnTo>
                  <a:pt x="24104" y="8364"/>
                </a:lnTo>
                <a:lnTo>
                  <a:pt x="24457" y="8132"/>
                </a:lnTo>
                <a:lnTo>
                  <a:pt x="24817" y="7913"/>
                </a:lnTo>
                <a:lnTo>
                  <a:pt x="25179" y="7704"/>
                </a:lnTo>
                <a:lnTo>
                  <a:pt x="25541" y="7505"/>
                </a:lnTo>
                <a:lnTo>
                  <a:pt x="25902" y="7315"/>
                </a:lnTo>
                <a:lnTo>
                  <a:pt x="26264" y="7133"/>
                </a:lnTo>
                <a:lnTo>
                  <a:pt x="26626" y="6960"/>
                </a:lnTo>
                <a:lnTo>
                  <a:pt x="26987" y="6796"/>
                </a:lnTo>
                <a:lnTo>
                  <a:pt x="27348" y="6641"/>
                </a:lnTo>
                <a:lnTo>
                  <a:pt x="27709" y="6495"/>
                </a:lnTo>
                <a:lnTo>
                  <a:pt x="28070" y="6358"/>
                </a:lnTo>
                <a:lnTo>
                  <a:pt x="28431" y="6229"/>
                </a:lnTo>
                <a:lnTo>
                  <a:pt x="28792" y="6110"/>
                </a:lnTo>
                <a:lnTo>
                  <a:pt x="29152" y="5999"/>
                </a:lnTo>
                <a:lnTo>
                  <a:pt x="29513" y="5897"/>
                </a:lnTo>
                <a:lnTo>
                  <a:pt x="29873" y="5804"/>
                </a:lnTo>
                <a:lnTo>
                  <a:pt x="30233" y="5720"/>
                </a:lnTo>
                <a:lnTo>
                  <a:pt x="30593" y="5645"/>
                </a:lnTo>
                <a:lnTo>
                  <a:pt x="30953" y="5578"/>
                </a:lnTo>
                <a:lnTo>
                  <a:pt x="31313" y="5521"/>
                </a:lnTo>
                <a:lnTo>
                  <a:pt x="31672" y="5472"/>
                </a:lnTo>
                <a:lnTo>
                  <a:pt x="32032" y="5432"/>
                </a:lnTo>
                <a:lnTo>
                  <a:pt x="32391" y="5401"/>
                </a:lnTo>
                <a:lnTo>
                  <a:pt x="32750" y="5379"/>
                </a:lnTo>
                <a:lnTo>
                  <a:pt x="33109" y="5366"/>
                </a:lnTo>
                <a:lnTo>
                  <a:pt x="33468" y="5361"/>
                </a:lnTo>
                <a:lnTo>
                  <a:pt x="34207" y="5375"/>
                </a:lnTo>
                <a:lnTo>
                  <a:pt x="34935" y="54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4C4B1-633B-4B7C-B07D-490CD19C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790" y="136419"/>
            <a:ext cx="352966" cy="265284"/>
          </a:xfrm>
          <a:custGeom xmlns:a="http://schemas.openxmlformats.org/drawingml/2006/main">
            <a:pathLst>
              <a:path w="352966" h="265284">
                <a:moveTo>
                  <a:pt x="0" y="265284"/>
                </a:moveTo>
                <a:lnTo>
                  <a:pt x="352966" y="265284"/>
                </a:lnTo>
                <a:lnTo>
                  <a:pt x="352966" y="0"/>
                </a:lnTo>
                <a:lnTo>
                  <a:pt x="0" y="0"/>
                </a:lnTo>
                <a:lnTo>
                  <a:pt x="0" y="265284"/>
                </a:lnTo>
                <a:close/>
                <a:moveTo>
                  <a:pt x="341125" y="253443"/>
                </a:moveTo>
                <a:lnTo>
                  <a:pt x="11841" y="253443"/>
                </a:lnTo>
                <a:lnTo>
                  <a:pt x="11841" y="11841"/>
                </a:lnTo>
                <a:lnTo>
                  <a:pt x="341125" y="11841"/>
                </a:lnTo>
                <a:lnTo>
                  <a:pt x="341125" y="253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OA">
            <a:extLst xmlns:a="http://schemas.openxmlformats.org/drawingml/2006/main">
              <a:ext uri="{FF2B5EF4-FFF2-40B4-BE49-F238E27FC236}">
                <a16:creationId xmlns:a16="http://schemas.microsoft.com/office/drawing/2014/main" id="{4B00FB05-5E22-469A-B723-89102411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306" y="213877"/>
            <a:ext cx="232019" cy="115026"/>
          </a:xfrm>
          <a:custGeom xmlns:a="http://schemas.openxmlformats.org/drawingml/2006/main">
            <a:pathLst>
              <a:path w="232019" h="115026">
                <a:moveTo>
                  <a:pt x="54995" y="0"/>
                </a:moveTo>
                <a:cubicBezTo>
                  <a:pt x="69292" y="0"/>
                  <a:pt x="81680" y="5421"/>
                  <a:pt x="92159" y="16264"/>
                </a:cubicBezTo>
                <a:cubicBezTo>
                  <a:pt x="102638" y="27107"/>
                  <a:pt x="107877" y="40640"/>
                  <a:pt x="107877" y="56863"/>
                </a:cubicBezTo>
                <a:cubicBezTo>
                  <a:pt x="107877" y="73573"/>
                  <a:pt x="102597" y="87445"/>
                  <a:pt x="92037" y="98477"/>
                </a:cubicBezTo>
                <a:cubicBezTo>
                  <a:pt x="81476" y="109509"/>
                  <a:pt x="68696" y="115026"/>
                  <a:pt x="53695" y="115026"/>
                </a:cubicBezTo>
                <a:cubicBezTo>
                  <a:pt x="38531" y="115026"/>
                  <a:pt x="25791" y="109645"/>
                  <a:pt x="15475" y="98883"/>
                </a:cubicBezTo>
                <a:cubicBezTo>
                  <a:pt x="5158" y="88122"/>
                  <a:pt x="0" y="74196"/>
                  <a:pt x="0" y="57107"/>
                </a:cubicBezTo>
                <a:cubicBezTo>
                  <a:pt x="0" y="39640"/>
                  <a:pt x="5957" y="25390"/>
                  <a:pt x="17871" y="14358"/>
                </a:cubicBezTo>
                <a:cubicBezTo>
                  <a:pt x="28215" y="4786"/>
                  <a:pt x="40589" y="0"/>
                  <a:pt x="54995" y="0"/>
                </a:cubicBezTo>
                <a:moveTo>
                  <a:pt x="53451" y="5849"/>
                </a:moveTo>
                <a:cubicBezTo>
                  <a:pt x="43595" y="5849"/>
                  <a:pt x="35688" y="9498"/>
                  <a:pt x="29731" y="16797"/>
                </a:cubicBezTo>
                <a:cubicBezTo>
                  <a:pt x="22312" y="25882"/>
                  <a:pt x="18602" y="39184"/>
                  <a:pt x="18602" y="56703"/>
                </a:cubicBezTo>
                <a:cubicBezTo>
                  <a:pt x="18602" y="74654"/>
                  <a:pt x="22447" y="88468"/>
                  <a:pt x="30137" y="98147"/>
                </a:cubicBezTo>
                <a:cubicBezTo>
                  <a:pt x="36040" y="105500"/>
                  <a:pt x="43839" y="109177"/>
                  <a:pt x="53532" y="109177"/>
                </a:cubicBezTo>
                <a:cubicBezTo>
                  <a:pt x="63876" y="109177"/>
                  <a:pt x="72419" y="105149"/>
                  <a:pt x="79161" y="97093"/>
                </a:cubicBezTo>
                <a:cubicBezTo>
                  <a:pt x="85904" y="89036"/>
                  <a:pt x="89275" y="76329"/>
                  <a:pt x="89275" y="58972"/>
                </a:cubicBezTo>
                <a:cubicBezTo>
                  <a:pt x="89275" y="40157"/>
                  <a:pt x="85565" y="26126"/>
                  <a:pt x="78146" y="16879"/>
                </a:cubicBezTo>
                <a:cubicBezTo>
                  <a:pt x="72189" y="9525"/>
                  <a:pt x="63957" y="5849"/>
                  <a:pt x="53451" y="5849"/>
                </a:cubicBezTo>
                <a:close/>
                <a:moveTo>
                  <a:pt x="189860" y="75709"/>
                </a:moveTo>
                <a:lnTo>
                  <a:pt x="147212" y="75709"/>
                </a:lnTo>
                <a:lnTo>
                  <a:pt x="139739" y="93093"/>
                </a:lnTo>
                <a:cubicBezTo>
                  <a:pt x="137898" y="97351"/>
                  <a:pt x="136977" y="100530"/>
                  <a:pt x="136977" y="102630"/>
                </a:cubicBezTo>
                <a:cubicBezTo>
                  <a:pt x="136977" y="104302"/>
                  <a:pt x="137776" y="105771"/>
                  <a:pt x="139373" y="107037"/>
                </a:cubicBezTo>
                <a:cubicBezTo>
                  <a:pt x="140971" y="108303"/>
                  <a:pt x="144423" y="109124"/>
                  <a:pt x="149731" y="109502"/>
                </a:cubicBezTo>
                <a:lnTo>
                  <a:pt x="149731" y="112589"/>
                </a:lnTo>
                <a:lnTo>
                  <a:pt x="115044" y="112589"/>
                </a:lnTo>
                <a:lnTo>
                  <a:pt x="115044" y="109502"/>
                </a:lnTo>
                <a:cubicBezTo>
                  <a:pt x="119647" y="108691"/>
                  <a:pt x="122626" y="107638"/>
                  <a:pt x="123980" y="106341"/>
                </a:cubicBezTo>
                <a:cubicBezTo>
                  <a:pt x="126742" y="103747"/>
                  <a:pt x="129801" y="98479"/>
                  <a:pt x="133159" y="90536"/>
                </a:cubicBezTo>
                <a:lnTo>
                  <a:pt x="171907" y="0"/>
                </a:lnTo>
                <a:lnTo>
                  <a:pt x="174750" y="0"/>
                </a:lnTo>
                <a:lnTo>
                  <a:pt x="213092" y="91549"/>
                </a:lnTo>
                <a:cubicBezTo>
                  <a:pt x="216179" y="98881"/>
                  <a:pt x="218982" y="103639"/>
                  <a:pt x="221500" y="105823"/>
                </a:cubicBezTo>
                <a:cubicBezTo>
                  <a:pt x="224018" y="108007"/>
                  <a:pt x="227525" y="109233"/>
                  <a:pt x="232019" y="109502"/>
                </a:cubicBezTo>
                <a:lnTo>
                  <a:pt x="232019" y="112589"/>
                </a:lnTo>
                <a:lnTo>
                  <a:pt x="188560" y="112589"/>
                </a:lnTo>
                <a:lnTo>
                  <a:pt x="188560" y="109502"/>
                </a:lnTo>
                <a:cubicBezTo>
                  <a:pt x="192946" y="109287"/>
                  <a:pt x="195911" y="108559"/>
                  <a:pt x="197455" y="107319"/>
                </a:cubicBezTo>
                <a:cubicBezTo>
                  <a:pt x="198998" y="106078"/>
                  <a:pt x="199770" y="104569"/>
                  <a:pt x="199770" y="102790"/>
                </a:cubicBezTo>
                <a:cubicBezTo>
                  <a:pt x="199770" y="100417"/>
                  <a:pt x="198687" y="96670"/>
                  <a:pt x="196521" y="91549"/>
                </a:cubicBezTo>
                <a:lnTo>
                  <a:pt x="189860" y="75709"/>
                </a:lnTo>
                <a:moveTo>
                  <a:pt x="187585" y="69698"/>
                </a:moveTo>
                <a:lnTo>
                  <a:pt x="168902" y="25182"/>
                </a:lnTo>
                <a:lnTo>
                  <a:pt x="149731" y="69698"/>
                </a:lnTo>
                <a:lnTo>
                  <a:pt x="187585" y="69698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1C876-98DD-47A0-9F5A-255C7090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30" y="137011"/>
            <a:ext cx="393248" cy="265876"/>
          </a:xfrm>
          <a:custGeom xmlns:a="http://schemas.openxmlformats.org/drawingml/2006/main">
            <a:pathLst>
              <a:path w="393248" h="265876">
                <a:moveTo>
                  <a:pt x="0" y="265876"/>
                </a:moveTo>
                <a:lnTo>
                  <a:pt x="393248" y="265876"/>
                </a:lnTo>
                <a:lnTo>
                  <a:pt x="393248" y="0"/>
                </a:lnTo>
                <a:lnTo>
                  <a:pt x="0" y="0"/>
                </a:lnTo>
                <a:lnTo>
                  <a:pt x="0" y="265876"/>
                </a:lnTo>
                <a:close/>
                <a:moveTo>
                  <a:pt x="381408" y="254035"/>
                </a:moveTo>
                <a:lnTo>
                  <a:pt x="11841" y="254035"/>
                </a:lnTo>
                <a:lnTo>
                  <a:pt x="11841" y="11841"/>
                </a:lnTo>
                <a:lnTo>
                  <a:pt x="381408" y="11841"/>
                </a:lnTo>
                <a:lnTo>
                  <a:pt x="381408" y="254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TSP">
            <a:extLst xmlns:a="http://schemas.openxmlformats.org/drawingml/2006/main">
              <a:ext uri="{FF2B5EF4-FFF2-40B4-BE49-F238E27FC236}">
                <a16:creationId xmlns:a16="http://schemas.microsoft.com/office/drawing/2014/main" id="{C1E044D9-371C-4EE7-9A43-2FF18C49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34" y="214469"/>
            <a:ext cx="275238" cy="115026"/>
          </a:xfrm>
          <a:custGeom xmlns:a="http://schemas.openxmlformats.org/drawingml/2006/main">
            <a:pathLst>
              <a:path w="275238" h="115026">
                <a:moveTo>
                  <a:pt x="91224" y="2437"/>
                </a:moveTo>
                <a:lnTo>
                  <a:pt x="92443" y="28350"/>
                </a:lnTo>
                <a:lnTo>
                  <a:pt x="89356" y="28350"/>
                </a:lnTo>
                <a:cubicBezTo>
                  <a:pt x="88760" y="23801"/>
                  <a:pt x="87948" y="20552"/>
                  <a:pt x="86919" y="18602"/>
                </a:cubicBezTo>
                <a:cubicBezTo>
                  <a:pt x="85240" y="15461"/>
                  <a:pt x="83006" y="13146"/>
                  <a:pt x="80217" y="11657"/>
                </a:cubicBezTo>
                <a:cubicBezTo>
                  <a:pt x="77428" y="10168"/>
                  <a:pt x="73759" y="9423"/>
                  <a:pt x="69210" y="9423"/>
                </a:cubicBezTo>
                <a:lnTo>
                  <a:pt x="53695" y="9423"/>
                </a:lnTo>
                <a:lnTo>
                  <a:pt x="53695" y="93418"/>
                </a:lnTo>
                <a:cubicBezTo>
                  <a:pt x="53695" y="100187"/>
                  <a:pt x="54426" y="104411"/>
                  <a:pt x="55888" y="106090"/>
                </a:cubicBezTo>
                <a:cubicBezTo>
                  <a:pt x="57946" y="108365"/>
                  <a:pt x="61114" y="109502"/>
                  <a:pt x="65392" y="109502"/>
                </a:cubicBezTo>
                <a:lnTo>
                  <a:pt x="69210" y="109502"/>
                </a:lnTo>
                <a:lnTo>
                  <a:pt x="69210" y="112589"/>
                </a:lnTo>
                <a:lnTo>
                  <a:pt x="22501" y="112589"/>
                </a:lnTo>
                <a:lnTo>
                  <a:pt x="22501" y="109502"/>
                </a:lnTo>
                <a:lnTo>
                  <a:pt x="26401" y="109502"/>
                </a:lnTo>
                <a:cubicBezTo>
                  <a:pt x="31058" y="109502"/>
                  <a:pt x="34361" y="108094"/>
                  <a:pt x="36311" y="105278"/>
                </a:cubicBezTo>
                <a:cubicBezTo>
                  <a:pt x="37502" y="103545"/>
                  <a:pt x="38098" y="99591"/>
                  <a:pt x="38098" y="93418"/>
                </a:cubicBezTo>
                <a:lnTo>
                  <a:pt x="38098" y="9423"/>
                </a:lnTo>
                <a:lnTo>
                  <a:pt x="24857" y="9423"/>
                </a:lnTo>
                <a:cubicBezTo>
                  <a:pt x="19712" y="9423"/>
                  <a:pt x="16057" y="9802"/>
                  <a:pt x="13891" y="10560"/>
                </a:cubicBezTo>
                <a:cubicBezTo>
                  <a:pt x="11075" y="11589"/>
                  <a:pt x="8665" y="13566"/>
                  <a:pt x="6661" y="16490"/>
                </a:cubicBezTo>
                <a:cubicBezTo>
                  <a:pt x="4657" y="19415"/>
                  <a:pt x="3466" y="23368"/>
                  <a:pt x="3087" y="28350"/>
                </a:cubicBezTo>
                <a:lnTo>
                  <a:pt x="0" y="28350"/>
                </a:lnTo>
                <a:lnTo>
                  <a:pt x="1300" y="2437"/>
                </a:lnTo>
                <a:lnTo>
                  <a:pt x="91224" y="2437"/>
                </a:lnTo>
                <a:close/>
                <a:moveTo>
                  <a:pt x="172481" y="0"/>
                </a:moveTo>
                <a:lnTo>
                  <a:pt x="172481" y="38179"/>
                </a:lnTo>
                <a:lnTo>
                  <a:pt x="169475" y="38179"/>
                </a:lnTo>
                <a:cubicBezTo>
                  <a:pt x="168501" y="30850"/>
                  <a:pt x="166754" y="25014"/>
                  <a:pt x="164236" y="20671"/>
                </a:cubicBezTo>
                <a:cubicBezTo>
                  <a:pt x="161718" y="16327"/>
                  <a:pt x="158130" y="12879"/>
                  <a:pt x="153473" y="10327"/>
                </a:cubicBezTo>
                <a:cubicBezTo>
                  <a:pt x="148815" y="7775"/>
                  <a:pt x="143995" y="6499"/>
                  <a:pt x="139013" y="6499"/>
                </a:cubicBezTo>
                <a:cubicBezTo>
                  <a:pt x="133381" y="6499"/>
                  <a:pt x="128724" y="8216"/>
                  <a:pt x="125041" y="11649"/>
                </a:cubicBezTo>
                <a:cubicBezTo>
                  <a:pt x="121358" y="15083"/>
                  <a:pt x="119517" y="18989"/>
                  <a:pt x="119517" y="23367"/>
                </a:cubicBezTo>
                <a:cubicBezTo>
                  <a:pt x="119517" y="26720"/>
                  <a:pt x="120682" y="29775"/>
                  <a:pt x="123010" y="32534"/>
                </a:cubicBezTo>
                <a:cubicBezTo>
                  <a:pt x="126368" y="36589"/>
                  <a:pt x="134356" y="41995"/>
                  <a:pt x="146974" y="48752"/>
                </a:cubicBezTo>
                <a:cubicBezTo>
                  <a:pt x="157263" y="54268"/>
                  <a:pt x="164290" y="58499"/>
                  <a:pt x="168054" y="61448"/>
                </a:cubicBezTo>
                <a:cubicBezTo>
                  <a:pt x="171818" y="64394"/>
                  <a:pt x="174715" y="67868"/>
                  <a:pt x="176746" y="71871"/>
                </a:cubicBezTo>
                <a:cubicBezTo>
                  <a:pt x="178777" y="75871"/>
                  <a:pt x="179792" y="80063"/>
                  <a:pt x="179792" y="84444"/>
                </a:cubicBezTo>
                <a:cubicBezTo>
                  <a:pt x="179792" y="92772"/>
                  <a:pt x="176556" y="99951"/>
                  <a:pt x="170085" y="105981"/>
                </a:cubicBezTo>
                <a:cubicBezTo>
                  <a:pt x="163613" y="112011"/>
                  <a:pt x="155287" y="115026"/>
                  <a:pt x="145106" y="115026"/>
                </a:cubicBezTo>
                <a:cubicBezTo>
                  <a:pt x="141910" y="115026"/>
                  <a:pt x="138905" y="114779"/>
                  <a:pt x="136089" y="114284"/>
                </a:cubicBezTo>
                <a:cubicBezTo>
                  <a:pt x="134410" y="114010"/>
                  <a:pt x="130930" y="113009"/>
                  <a:pt x="125650" y="111281"/>
                </a:cubicBezTo>
                <a:cubicBezTo>
                  <a:pt x="120370" y="109553"/>
                  <a:pt x="117026" y="108689"/>
                  <a:pt x="115618" y="108689"/>
                </a:cubicBezTo>
                <a:cubicBezTo>
                  <a:pt x="114264" y="108689"/>
                  <a:pt x="113195" y="109101"/>
                  <a:pt x="112409" y="109923"/>
                </a:cubicBezTo>
                <a:cubicBezTo>
                  <a:pt x="111624" y="110746"/>
                  <a:pt x="111042" y="112446"/>
                  <a:pt x="110663" y="115026"/>
                </a:cubicBezTo>
                <a:lnTo>
                  <a:pt x="107657" y="115026"/>
                </a:lnTo>
                <a:lnTo>
                  <a:pt x="107657" y="77171"/>
                </a:lnTo>
                <a:lnTo>
                  <a:pt x="110663" y="77171"/>
                </a:lnTo>
                <a:cubicBezTo>
                  <a:pt x="112071" y="85098"/>
                  <a:pt x="113966" y="91030"/>
                  <a:pt x="116349" y="94966"/>
                </a:cubicBezTo>
                <a:cubicBezTo>
                  <a:pt x="118732" y="98903"/>
                  <a:pt x="122374" y="102174"/>
                  <a:pt x="127275" y="104780"/>
                </a:cubicBezTo>
                <a:cubicBezTo>
                  <a:pt x="132176" y="107386"/>
                  <a:pt x="137551" y="108689"/>
                  <a:pt x="143400" y="108689"/>
                </a:cubicBezTo>
                <a:cubicBezTo>
                  <a:pt x="150169" y="108689"/>
                  <a:pt x="155517" y="106902"/>
                  <a:pt x="159443" y="103326"/>
                </a:cubicBezTo>
                <a:cubicBezTo>
                  <a:pt x="163369" y="99750"/>
                  <a:pt x="165333" y="95524"/>
                  <a:pt x="165333" y="90648"/>
                </a:cubicBezTo>
                <a:cubicBezTo>
                  <a:pt x="165333" y="87939"/>
                  <a:pt x="164588" y="85203"/>
                  <a:pt x="163099" y="82441"/>
                </a:cubicBezTo>
                <a:cubicBezTo>
                  <a:pt x="161609" y="79678"/>
                  <a:pt x="159294" y="77103"/>
                  <a:pt x="156153" y="74719"/>
                </a:cubicBezTo>
                <a:cubicBezTo>
                  <a:pt x="154041" y="73094"/>
                  <a:pt x="148274" y="69662"/>
                  <a:pt x="138851" y="64423"/>
                </a:cubicBezTo>
                <a:cubicBezTo>
                  <a:pt x="129428" y="59181"/>
                  <a:pt x="122726" y="54992"/>
                  <a:pt x="118745" y="51854"/>
                </a:cubicBezTo>
                <a:cubicBezTo>
                  <a:pt x="114765" y="48717"/>
                  <a:pt x="111746" y="45254"/>
                  <a:pt x="109688" y="41467"/>
                </a:cubicBezTo>
                <a:cubicBezTo>
                  <a:pt x="107630" y="37679"/>
                  <a:pt x="106601" y="33514"/>
                  <a:pt x="106601" y="28970"/>
                </a:cubicBezTo>
                <a:cubicBezTo>
                  <a:pt x="106601" y="21071"/>
                  <a:pt x="109634" y="14269"/>
                  <a:pt x="115699" y="8562"/>
                </a:cubicBezTo>
                <a:cubicBezTo>
                  <a:pt x="121765" y="2854"/>
                  <a:pt x="129482" y="0"/>
                  <a:pt x="138851" y="0"/>
                </a:cubicBezTo>
                <a:cubicBezTo>
                  <a:pt x="144699" y="0"/>
                  <a:pt x="150900" y="1435"/>
                  <a:pt x="157453" y="4305"/>
                </a:cubicBezTo>
                <a:cubicBezTo>
                  <a:pt x="160486" y="5659"/>
                  <a:pt x="162625" y="6336"/>
                  <a:pt x="163870" y="6336"/>
                </a:cubicBezTo>
                <a:cubicBezTo>
                  <a:pt x="165278" y="6336"/>
                  <a:pt x="166429" y="5916"/>
                  <a:pt x="167323" y="5077"/>
                </a:cubicBezTo>
                <a:cubicBezTo>
                  <a:pt x="168216" y="4238"/>
                  <a:pt x="168934" y="2545"/>
                  <a:pt x="169475" y="0"/>
                </a:cubicBezTo>
                <a:lnTo>
                  <a:pt x="172481" y="0"/>
                </a:lnTo>
                <a:close/>
                <a:moveTo>
                  <a:pt x="222680" y="61052"/>
                </a:moveTo>
                <a:lnTo>
                  <a:pt x="222680" y="93093"/>
                </a:lnTo>
                <a:cubicBezTo>
                  <a:pt x="222680" y="99991"/>
                  <a:pt x="223438" y="104275"/>
                  <a:pt x="224955" y="105945"/>
                </a:cubicBezTo>
                <a:cubicBezTo>
                  <a:pt x="227013" y="108316"/>
                  <a:pt x="230126" y="109502"/>
                  <a:pt x="234296" y="109502"/>
                </a:cubicBezTo>
                <a:lnTo>
                  <a:pt x="238521" y="109502"/>
                </a:lnTo>
                <a:lnTo>
                  <a:pt x="238521" y="112589"/>
                </a:lnTo>
                <a:lnTo>
                  <a:pt x="191324" y="112589"/>
                </a:lnTo>
                <a:lnTo>
                  <a:pt x="191324" y="109502"/>
                </a:lnTo>
                <a:lnTo>
                  <a:pt x="195467" y="109502"/>
                </a:lnTo>
                <a:cubicBezTo>
                  <a:pt x="200124" y="109502"/>
                  <a:pt x="203455" y="107993"/>
                  <a:pt x="205459" y="104976"/>
                </a:cubicBezTo>
                <a:cubicBezTo>
                  <a:pt x="206542" y="103305"/>
                  <a:pt x="207083" y="99344"/>
                  <a:pt x="207083" y="93093"/>
                </a:cubicBezTo>
                <a:lnTo>
                  <a:pt x="207083" y="21933"/>
                </a:lnTo>
                <a:cubicBezTo>
                  <a:pt x="207083" y="15035"/>
                  <a:pt x="206352" y="10751"/>
                  <a:pt x="204890" y="9080"/>
                </a:cubicBezTo>
                <a:cubicBezTo>
                  <a:pt x="202778" y="6709"/>
                  <a:pt x="199637" y="5524"/>
                  <a:pt x="195467" y="5524"/>
                </a:cubicBezTo>
                <a:lnTo>
                  <a:pt x="191324" y="5524"/>
                </a:lnTo>
                <a:lnTo>
                  <a:pt x="191324" y="2437"/>
                </a:lnTo>
                <a:lnTo>
                  <a:pt x="231697" y="2437"/>
                </a:lnTo>
                <a:cubicBezTo>
                  <a:pt x="241553" y="2437"/>
                  <a:pt x="249324" y="3454"/>
                  <a:pt x="255011" y="5488"/>
                </a:cubicBezTo>
                <a:cubicBezTo>
                  <a:pt x="260697" y="7521"/>
                  <a:pt x="265490" y="10950"/>
                  <a:pt x="269389" y="15777"/>
                </a:cubicBezTo>
                <a:cubicBezTo>
                  <a:pt x="273288" y="20604"/>
                  <a:pt x="275238" y="26324"/>
                  <a:pt x="275238" y="32940"/>
                </a:cubicBezTo>
                <a:cubicBezTo>
                  <a:pt x="275238" y="41942"/>
                  <a:pt x="272273" y="49263"/>
                  <a:pt x="266343" y="54903"/>
                </a:cubicBezTo>
                <a:cubicBezTo>
                  <a:pt x="260413" y="60542"/>
                  <a:pt x="252032" y="63362"/>
                  <a:pt x="241201" y="63362"/>
                </a:cubicBezTo>
                <a:cubicBezTo>
                  <a:pt x="238548" y="63362"/>
                  <a:pt x="235677" y="63169"/>
                  <a:pt x="232591" y="62785"/>
                </a:cubicBezTo>
                <a:cubicBezTo>
                  <a:pt x="229504" y="62399"/>
                  <a:pt x="226200" y="61822"/>
                  <a:pt x="222680" y="61052"/>
                </a:cubicBezTo>
                <a:moveTo>
                  <a:pt x="222680" y="56378"/>
                </a:moveTo>
                <a:cubicBezTo>
                  <a:pt x="225550" y="56920"/>
                  <a:pt x="228096" y="57326"/>
                  <a:pt x="230316" y="57597"/>
                </a:cubicBezTo>
                <a:cubicBezTo>
                  <a:pt x="232536" y="57866"/>
                  <a:pt x="234432" y="58000"/>
                  <a:pt x="236002" y="58000"/>
                </a:cubicBezTo>
                <a:cubicBezTo>
                  <a:pt x="241634" y="58000"/>
                  <a:pt x="246495" y="55825"/>
                  <a:pt x="250584" y="51474"/>
                </a:cubicBezTo>
                <a:cubicBezTo>
                  <a:pt x="254672" y="47121"/>
                  <a:pt x="256717" y="41484"/>
                  <a:pt x="256717" y="34562"/>
                </a:cubicBezTo>
                <a:cubicBezTo>
                  <a:pt x="256717" y="29805"/>
                  <a:pt x="255742" y="25385"/>
                  <a:pt x="253792" y="21303"/>
                </a:cubicBezTo>
                <a:cubicBezTo>
                  <a:pt x="251843" y="17221"/>
                  <a:pt x="249081" y="14167"/>
                  <a:pt x="245507" y="12139"/>
                </a:cubicBezTo>
                <a:cubicBezTo>
                  <a:pt x="241932" y="10112"/>
                  <a:pt x="237871" y="9098"/>
                  <a:pt x="233322" y="9098"/>
                </a:cubicBezTo>
                <a:cubicBezTo>
                  <a:pt x="230560" y="9098"/>
                  <a:pt x="227013" y="9612"/>
                  <a:pt x="222680" y="10639"/>
                </a:cubicBezTo>
                <a:lnTo>
                  <a:pt x="222680" y="56378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91B63-2787-4A1B-823F-EB87831D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548" y="137011"/>
            <a:ext cx="348229" cy="266468"/>
          </a:xfrm>
          <a:custGeom xmlns:a="http://schemas.openxmlformats.org/drawingml/2006/main">
            <a:pathLst>
              <a:path w="348229" h="266468">
                <a:moveTo>
                  <a:pt x="0" y="266468"/>
                </a:moveTo>
                <a:lnTo>
                  <a:pt x="348229" y="266468"/>
                </a:lnTo>
                <a:lnTo>
                  <a:pt x="348229" y="0"/>
                </a:lnTo>
                <a:lnTo>
                  <a:pt x="0" y="0"/>
                </a:lnTo>
                <a:lnTo>
                  <a:pt x="0" y="266468"/>
                </a:lnTo>
                <a:close/>
                <a:moveTo>
                  <a:pt x="336388" y="254627"/>
                </a:moveTo>
                <a:lnTo>
                  <a:pt x="11841" y="254627"/>
                </a:lnTo>
                <a:lnTo>
                  <a:pt x="11841" y="11841"/>
                </a:lnTo>
                <a:lnTo>
                  <a:pt x="336388" y="11841"/>
                </a:lnTo>
                <a:lnTo>
                  <a:pt x="336388" y="2546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...">
            <a:extLst xmlns:a="http://schemas.openxmlformats.org/drawingml/2006/main">
              <a:ext uri="{FF2B5EF4-FFF2-40B4-BE49-F238E27FC236}">
                <a16:creationId xmlns:a16="http://schemas.microsoft.com/office/drawing/2014/main" id="{DAFCEC15-ADB4-4737-9CE2-2230BBFA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994" y="311891"/>
            <a:ext cx="100920" cy="18034"/>
          </a:xfrm>
          <a:custGeom xmlns:a="http://schemas.openxmlformats.org/drawingml/2006/main">
            <a:pathLst>
              <a:path w="100920" h="18034">
                <a:moveTo>
                  <a:pt x="9017" y="0"/>
                </a:moveTo>
                <a:cubicBezTo>
                  <a:pt x="11562" y="0"/>
                  <a:pt x="13701" y="880"/>
                  <a:pt x="15434" y="2640"/>
                </a:cubicBezTo>
                <a:cubicBezTo>
                  <a:pt x="17167" y="4400"/>
                  <a:pt x="18034" y="6526"/>
                  <a:pt x="18034" y="9017"/>
                </a:cubicBezTo>
                <a:cubicBezTo>
                  <a:pt x="18034" y="11508"/>
                  <a:pt x="17154" y="13634"/>
                  <a:pt x="15394" y="15394"/>
                </a:cubicBezTo>
                <a:cubicBezTo>
                  <a:pt x="13634" y="17154"/>
                  <a:pt x="11508" y="18034"/>
                  <a:pt x="9017" y="18034"/>
                </a:cubicBezTo>
                <a:cubicBezTo>
                  <a:pt x="6526" y="18034"/>
                  <a:pt x="4400" y="17154"/>
                  <a:pt x="2640" y="15394"/>
                </a:cubicBezTo>
                <a:cubicBezTo>
                  <a:pt x="880" y="13634"/>
                  <a:pt x="0" y="11508"/>
                  <a:pt x="0" y="9017"/>
                </a:cubicBezTo>
                <a:cubicBezTo>
                  <a:pt x="0" y="6472"/>
                  <a:pt x="880" y="4332"/>
                  <a:pt x="2640" y="2599"/>
                </a:cubicBezTo>
                <a:cubicBezTo>
                  <a:pt x="4400" y="866"/>
                  <a:pt x="6526" y="0"/>
                  <a:pt x="9017" y="0"/>
                </a:cubicBezTo>
                <a:close/>
                <a:moveTo>
                  <a:pt x="50460" y="0"/>
                </a:moveTo>
                <a:cubicBezTo>
                  <a:pt x="53005" y="0"/>
                  <a:pt x="55144" y="880"/>
                  <a:pt x="56877" y="2640"/>
                </a:cubicBezTo>
                <a:cubicBezTo>
                  <a:pt x="58610" y="4400"/>
                  <a:pt x="59477" y="6526"/>
                  <a:pt x="59477" y="9017"/>
                </a:cubicBezTo>
                <a:cubicBezTo>
                  <a:pt x="59477" y="11508"/>
                  <a:pt x="58597" y="13634"/>
                  <a:pt x="56837" y="15394"/>
                </a:cubicBezTo>
                <a:cubicBezTo>
                  <a:pt x="55077" y="17154"/>
                  <a:pt x="52951" y="18034"/>
                  <a:pt x="50460" y="18034"/>
                </a:cubicBezTo>
                <a:cubicBezTo>
                  <a:pt x="47969" y="18034"/>
                  <a:pt x="45843" y="17154"/>
                  <a:pt x="44083" y="15394"/>
                </a:cubicBezTo>
                <a:cubicBezTo>
                  <a:pt x="42323" y="13634"/>
                  <a:pt x="41443" y="11508"/>
                  <a:pt x="41443" y="9017"/>
                </a:cubicBezTo>
                <a:cubicBezTo>
                  <a:pt x="41443" y="6472"/>
                  <a:pt x="42323" y="4332"/>
                  <a:pt x="44083" y="2599"/>
                </a:cubicBezTo>
                <a:cubicBezTo>
                  <a:pt x="45843" y="866"/>
                  <a:pt x="47969" y="0"/>
                  <a:pt x="50460" y="0"/>
                </a:cubicBezTo>
                <a:close/>
                <a:moveTo>
                  <a:pt x="91903" y="0"/>
                </a:moveTo>
                <a:cubicBezTo>
                  <a:pt x="94448" y="0"/>
                  <a:pt x="96588" y="880"/>
                  <a:pt x="98321" y="2640"/>
                </a:cubicBezTo>
                <a:cubicBezTo>
                  <a:pt x="100054" y="4400"/>
                  <a:pt x="100920" y="6526"/>
                  <a:pt x="100920" y="9017"/>
                </a:cubicBezTo>
                <a:cubicBezTo>
                  <a:pt x="100920" y="11508"/>
                  <a:pt x="100040" y="13634"/>
                  <a:pt x="98280" y="15394"/>
                </a:cubicBezTo>
                <a:cubicBezTo>
                  <a:pt x="96520" y="17154"/>
                  <a:pt x="94394" y="18034"/>
                  <a:pt x="91903" y="18034"/>
                </a:cubicBezTo>
                <a:cubicBezTo>
                  <a:pt x="89412" y="18034"/>
                  <a:pt x="87286" y="17154"/>
                  <a:pt x="85526" y="15394"/>
                </a:cubicBezTo>
                <a:cubicBezTo>
                  <a:pt x="83766" y="13634"/>
                  <a:pt x="82886" y="11508"/>
                  <a:pt x="82886" y="9017"/>
                </a:cubicBezTo>
                <a:cubicBezTo>
                  <a:pt x="82886" y="6472"/>
                  <a:pt x="83766" y="4332"/>
                  <a:pt x="85526" y="2599"/>
                </a:cubicBezTo>
                <a:cubicBezTo>
                  <a:pt x="87286" y="866"/>
                  <a:pt x="89412" y="0"/>
                  <a:pt x="91903" y="0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0702B-7E61-47B9-BBE1-83F4F464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680" y="4339516"/>
            <a:ext cx="95319" cy="213728"/>
          </a:xfrm>
          <a:custGeom xmlns:a="http://schemas.openxmlformats.org/drawingml/2006/main">
            <a:pathLst>
              <a:path w="95319" h="213728">
                <a:moveTo>
                  <a:pt x="84272" y="86273"/>
                </a:moveTo>
                <a:lnTo>
                  <a:pt x="85432" y="87717"/>
                </a:lnTo>
                <a:lnTo>
                  <a:pt x="86971" y="88748"/>
                </a:lnTo>
                <a:lnTo>
                  <a:pt x="88759" y="89233"/>
                </a:lnTo>
                <a:lnTo>
                  <a:pt x="90607" y="89162"/>
                </a:lnTo>
                <a:lnTo>
                  <a:pt x="92347" y="88511"/>
                </a:lnTo>
                <a:lnTo>
                  <a:pt x="93792" y="87362"/>
                </a:lnTo>
                <a:lnTo>
                  <a:pt x="94822" y="85811"/>
                </a:lnTo>
                <a:lnTo>
                  <a:pt x="95319" y="84035"/>
                </a:lnTo>
                <a:lnTo>
                  <a:pt x="95236" y="82176"/>
                </a:lnTo>
                <a:lnTo>
                  <a:pt x="94585" y="80447"/>
                </a:lnTo>
                <a:lnTo>
                  <a:pt x="49140" y="0"/>
                </a:lnTo>
                <a:lnTo>
                  <a:pt x="1480" y="79156"/>
                </a:lnTo>
                <a:lnTo>
                  <a:pt x="781" y="80873"/>
                </a:lnTo>
                <a:lnTo>
                  <a:pt x="651" y="82721"/>
                </a:lnTo>
                <a:lnTo>
                  <a:pt x="1101" y="84520"/>
                </a:lnTo>
                <a:lnTo>
                  <a:pt x="2084" y="86083"/>
                </a:lnTo>
                <a:lnTo>
                  <a:pt x="3505" y="87279"/>
                </a:lnTo>
                <a:lnTo>
                  <a:pt x="5222" y="87978"/>
                </a:lnTo>
                <a:lnTo>
                  <a:pt x="7069" y="88108"/>
                </a:lnTo>
                <a:lnTo>
                  <a:pt x="8857" y="87658"/>
                </a:lnTo>
                <a:lnTo>
                  <a:pt x="10432" y="86675"/>
                </a:lnTo>
                <a:lnTo>
                  <a:pt x="11628" y="85266"/>
                </a:lnTo>
                <a:lnTo>
                  <a:pt x="42751" y="33574"/>
                </a:lnTo>
                <a:lnTo>
                  <a:pt x="40727" y="180000"/>
                </a:lnTo>
                <a:lnTo>
                  <a:pt x="11036" y="127456"/>
                </a:lnTo>
                <a:lnTo>
                  <a:pt x="9887" y="125999"/>
                </a:lnTo>
                <a:lnTo>
                  <a:pt x="8348" y="124981"/>
                </a:lnTo>
                <a:lnTo>
                  <a:pt x="6560" y="124483"/>
                </a:lnTo>
                <a:lnTo>
                  <a:pt x="4713" y="124555"/>
                </a:lnTo>
                <a:lnTo>
                  <a:pt x="2972" y="125206"/>
                </a:lnTo>
                <a:lnTo>
                  <a:pt x="1527" y="126354"/>
                </a:lnTo>
                <a:lnTo>
                  <a:pt x="497" y="127905"/>
                </a:lnTo>
                <a:lnTo>
                  <a:pt x="0" y="129693"/>
                </a:lnTo>
                <a:lnTo>
                  <a:pt x="83" y="131541"/>
                </a:lnTo>
                <a:lnTo>
                  <a:pt x="734" y="133269"/>
                </a:lnTo>
                <a:lnTo>
                  <a:pt x="46180" y="213728"/>
                </a:lnTo>
                <a:lnTo>
                  <a:pt x="93839" y="134560"/>
                </a:lnTo>
                <a:lnTo>
                  <a:pt x="94538" y="132843"/>
                </a:lnTo>
                <a:lnTo>
                  <a:pt x="94668" y="130996"/>
                </a:lnTo>
                <a:lnTo>
                  <a:pt x="94218" y="129196"/>
                </a:lnTo>
                <a:lnTo>
                  <a:pt x="93235" y="127633"/>
                </a:lnTo>
                <a:lnTo>
                  <a:pt x="91814" y="126437"/>
                </a:lnTo>
                <a:lnTo>
                  <a:pt x="90097" y="125739"/>
                </a:lnTo>
                <a:lnTo>
                  <a:pt x="88250" y="125608"/>
                </a:lnTo>
                <a:lnTo>
                  <a:pt x="86462" y="126058"/>
                </a:lnTo>
                <a:lnTo>
                  <a:pt x="84887" y="127041"/>
                </a:lnTo>
                <a:lnTo>
                  <a:pt x="83692" y="128462"/>
                </a:lnTo>
                <a:lnTo>
                  <a:pt x="52569" y="180146"/>
                </a:lnTo>
                <a:lnTo>
                  <a:pt x="54592" y="33725"/>
                </a:lnTo>
                <a:lnTo>
                  <a:pt x="84272" y="862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1D19A-3943-44D5-A799-538D13F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525" y="4332411"/>
            <a:ext cx="95734" cy="216097"/>
          </a:xfrm>
          <a:custGeom xmlns:a="http://schemas.openxmlformats.org/drawingml/2006/main">
            <a:pathLst>
              <a:path w="95734" h="216097">
                <a:moveTo>
                  <a:pt x="84899" y="86368"/>
                </a:moveTo>
                <a:lnTo>
                  <a:pt x="86486" y="87339"/>
                </a:lnTo>
                <a:lnTo>
                  <a:pt x="88286" y="87765"/>
                </a:lnTo>
                <a:lnTo>
                  <a:pt x="90133" y="87623"/>
                </a:lnTo>
                <a:lnTo>
                  <a:pt x="91838" y="86912"/>
                </a:lnTo>
                <a:lnTo>
                  <a:pt x="93247" y="85704"/>
                </a:lnTo>
                <a:lnTo>
                  <a:pt x="94218" y="84130"/>
                </a:lnTo>
                <a:lnTo>
                  <a:pt x="94644" y="82330"/>
                </a:lnTo>
                <a:lnTo>
                  <a:pt x="94502" y="80483"/>
                </a:lnTo>
                <a:lnTo>
                  <a:pt x="93792" y="78766"/>
                </a:lnTo>
                <a:lnTo>
                  <a:pt x="45493" y="0"/>
                </a:lnTo>
                <a:lnTo>
                  <a:pt x="699" y="80814"/>
                </a:lnTo>
                <a:lnTo>
                  <a:pt x="71" y="82555"/>
                </a:lnTo>
                <a:lnTo>
                  <a:pt x="0" y="84402"/>
                </a:lnTo>
                <a:lnTo>
                  <a:pt x="509" y="86178"/>
                </a:lnTo>
                <a:lnTo>
                  <a:pt x="1551" y="87717"/>
                </a:lnTo>
                <a:lnTo>
                  <a:pt x="3008" y="88854"/>
                </a:lnTo>
                <a:lnTo>
                  <a:pt x="4748" y="89494"/>
                </a:lnTo>
                <a:lnTo>
                  <a:pt x="6595" y="89553"/>
                </a:lnTo>
                <a:lnTo>
                  <a:pt x="8383" y="89044"/>
                </a:lnTo>
                <a:lnTo>
                  <a:pt x="9911" y="88013"/>
                </a:lnTo>
                <a:lnTo>
                  <a:pt x="11059" y="86545"/>
                </a:lnTo>
                <a:lnTo>
                  <a:pt x="40313" y="33763"/>
                </a:lnTo>
                <a:lnTo>
                  <a:pt x="43580" y="182582"/>
                </a:lnTo>
                <a:lnTo>
                  <a:pt x="12030" y="131126"/>
                </a:lnTo>
                <a:lnTo>
                  <a:pt x="10834" y="129717"/>
                </a:lnTo>
                <a:lnTo>
                  <a:pt x="9248" y="128758"/>
                </a:lnTo>
                <a:lnTo>
                  <a:pt x="7448" y="128320"/>
                </a:lnTo>
                <a:lnTo>
                  <a:pt x="5601" y="128462"/>
                </a:lnTo>
                <a:lnTo>
                  <a:pt x="3896" y="129172"/>
                </a:lnTo>
                <a:lnTo>
                  <a:pt x="2487" y="130380"/>
                </a:lnTo>
                <a:lnTo>
                  <a:pt x="1516" y="131955"/>
                </a:lnTo>
                <a:lnTo>
                  <a:pt x="1089" y="133767"/>
                </a:lnTo>
                <a:lnTo>
                  <a:pt x="1231" y="135602"/>
                </a:lnTo>
                <a:lnTo>
                  <a:pt x="1942" y="137319"/>
                </a:lnTo>
                <a:lnTo>
                  <a:pt x="50229" y="216097"/>
                </a:lnTo>
                <a:lnTo>
                  <a:pt x="95035" y="135282"/>
                </a:lnTo>
                <a:lnTo>
                  <a:pt x="95663" y="133542"/>
                </a:lnTo>
                <a:lnTo>
                  <a:pt x="95734" y="131683"/>
                </a:lnTo>
                <a:lnTo>
                  <a:pt x="95213" y="129907"/>
                </a:lnTo>
                <a:lnTo>
                  <a:pt x="94183" y="128367"/>
                </a:lnTo>
                <a:lnTo>
                  <a:pt x="92726" y="127231"/>
                </a:lnTo>
                <a:lnTo>
                  <a:pt x="90986" y="126591"/>
                </a:lnTo>
                <a:lnTo>
                  <a:pt x="89127" y="126532"/>
                </a:lnTo>
                <a:lnTo>
                  <a:pt x="87350" y="127041"/>
                </a:lnTo>
                <a:lnTo>
                  <a:pt x="85811" y="128083"/>
                </a:lnTo>
                <a:lnTo>
                  <a:pt x="84674" y="129540"/>
                </a:lnTo>
                <a:lnTo>
                  <a:pt x="55420" y="182307"/>
                </a:lnTo>
                <a:lnTo>
                  <a:pt x="52154" y="33508"/>
                </a:lnTo>
                <a:lnTo>
                  <a:pt x="83692" y="84959"/>
                </a:lnTo>
                <a:lnTo>
                  <a:pt x="84899" y="863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24F97-4345-48FE-BCEE-1CDDF40C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946" y="2434124"/>
            <a:ext cx="740649" cy="97427"/>
          </a:xfrm>
          <a:custGeom xmlns:a="http://schemas.openxmlformats.org/drawingml/2006/main">
            <a:pathLst>
              <a:path w="740649" h="97427">
                <a:moveTo>
                  <a:pt x="655051" y="83680"/>
                </a:moveTo>
                <a:lnTo>
                  <a:pt x="653618" y="84852"/>
                </a:lnTo>
                <a:lnTo>
                  <a:pt x="652624" y="86415"/>
                </a:lnTo>
                <a:lnTo>
                  <a:pt x="652162" y="88215"/>
                </a:lnTo>
                <a:lnTo>
                  <a:pt x="652280" y="90062"/>
                </a:lnTo>
                <a:lnTo>
                  <a:pt x="652955" y="91779"/>
                </a:lnTo>
                <a:lnTo>
                  <a:pt x="654139" y="93212"/>
                </a:lnTo>
                <a:lnTo>
                  <a:pt x="655702" y="94206"/>
                </a:lnTo>
                <a:lnTo>
                  <a:pt x="657490" y="94668"/>
                </a:lnTo>
                <a:lnTo>
                  <a:pt x="659337" y="94561"/>
                </a:lnTo>
                <a:lnTo>
                  <a:pt x="661066" y="93875"/>
                </a:lnTo>
                <a:lnTo>
                  <a:pt x="740649" y="46937"/>
                </a:lnTo>
                <a:lnTo>
                  <a:pt x="660616" y="758"/>
                </a:lnTo>
                <a:lnTo>
                  <a:pt x="658887" y="95"/>
                </a:lnTo>
                <a:lnTo>
                  <a:pt x="657040" y="0"/>
                </a:lnTo>
                <a:lnTo>
                  <a:pt x="655252" y="485"/>
                </a:lnTo>
                <a:lnTo>
                  <a:pt x="653701" y="1492"/>
                </a:lnTo>
                <a:lnTo>
                  <a:pt x="652529" y="2937"/>
                </a:lnTo>
                <a:lnTo>
                  <a:pt x="651866" y="4665"/>
                </a:lnTo>
                <a:lnTo>
                  <a:pt x="651771" y="6512"/>
                </a:lnTo>
                <a:lnTo>
                  <a:pt x="652256" y="8300"/>
                </a:lnTo>
                <a:lnTo>
                  <a:pt x="653263" y="9852"/>
                </a:lnTo>
                <a:lnTo>
                  <a:pt x="654708" y="11024"/>
                </a:lnTo>
                <a:lnTo>
                  <a:pt x="706976" y="41181"/>
                </a:lnTo>
                <a:lnTo>
                  <a:pt x="33633" y="44405"/>
                </a:lnTo>
                <a:lnTo>
                  <a:pt x="85610" y="13747"/>
                </a:lnTo>
                <a:lnTo>
                  <a:pt x="87043" y="12575"/>
                </a:lnTo>
                <a:lnTo>
                  <a:pt x="88037" y="11012"/>
                </a:lnTo>
                <a:lnTo>
                  <a:pt x="88499" y="9212"/>
                </a:lnTo>
                <a:lnTo>
                  <a:pt x="88381" y="7365"/>
                </a:lnTo>
                <a:lnTo>
                  <a:pt x="87706" y="5636"/>
                </a:lnTo>
                <a:lnTo>
                  <a:pt x="86522" y="4215"/>
                </a:lnTo>
                <a:lnTo>
                  <a:pt x="84959" y="3221"/>
                </a:lnTo>
                <a:lnTo>
                  <a:pt x="83171" y="2759"/>
                </a:lnTo>
                <a:lnTo>
                  <a:pt x="81312" y="2865"/>
                </a:lnTo>
                <a:lnTo>
                  <a:pt x="79595" y="3552"/>
                </a:lnTo>
                <a:lnTo>
                  <a:pt x="0" y="50490"/>
                </a:lnTo>
                <a:lnTo>
                  <a:pt x="80045" y="96657"/>
                </a:lnTo>
                <a:lnTo>
                  <a:pt x="81773" y="97320"/>
                </a:lnTo>
                <a:lnTo>
                  <a:pt x="83620" y="97427"/>
                </a:lnTo>
                <a:lnTo>
                  <a:pt x="85408" y="96942"/>
                </a:lnTo>
                <a:lnTo>
                  <a:pt x="86960" y="95935"/>
                </a:lnTo>
                <a:lnTo>
                  <a:pt x="88132" y="94490"/>
                </a:lnTo>
                <a:lnTo>
                  <a:pt x="88795" y="92762"/>
                </a:lnTo>
                <a:lnTo>
                  <a:pt x="88890" y="90914"/>
                </a:lnTo>
                <a:lnTo>
                  <a:pt x="88404" y="89127"/>
                </a:lnTo>
                <a:lnTo>
                  <a:pt x="87398" y="87575"/>
                </a:lnTo>
                <a:lnTo>
                  <a:pt x="85953" y="86403"/>
                </a:lnTo>
                <a:lnTo>
                  <a:pt x="33684" y="56246"/>
                </a:lnTo>
                <a:lnTo>
                  <a:pt x="707028" y="53022"/>
                </a:lnTo>
                <a:lnTo>
                  <a:pt x="655051" y="83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900EF-3D71-4081-B2F9-8A0D3549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374" y="1210070"/>
            <a:ext cx="995169" cy="620464"/>
          </a:xfrm>
          <a:custGeom xmlns:a="http://schemas.openxmlformats.org/drawingml/2006/main">
            <a:pathLst>
              <a:path w="995169" h="620464">
                <a:moveTo>
                  <a:pt x="83668" y="85776"/>
                </a:moveTo>
                <a:lnTo>
                  <a:pt x="84840" y="87208"/>
                </a:lnTo>
                <a:lnTo>
                  <a:pt x="86391" y="88215"/>
                </a:lnTo>
                <a:lnTo>
                  <a:pt x="88191" y="88688"/>
                </a:lnTo>
                <a:lnTo>
                  <a:pt x="90038" y="88582"/>
                </a:lnTo>
                <a:lnTo>
                  <a:pt x="91767" y="87907"/>
                </a:lnTo>
                <a:lnTo>
                  <a:pt x="93200" y="86735"/>
                </a:lnTo>
                <a:lnTo>
                  <a:pt x="94194" y="85172"/>
                </a:lnTo>
                <a:lnTo>
                  <a:pt x="94668" y="83384"/>
                </a:lnTo>
                <a:lnTo>
                  <a:pt x="94561" y="81536"/>
                </a:lnTo>
                <a:lnTo>
                  <a:pt x="93887" y="79808"/>
                </a:lnTo>
                <a:lnTo>
                  <a:pt x="47340" y="0"/>
                </a:lnTo>
                <a:lnTo>
                  <a:pt x="781" y="79808"/>
                </a:lnTo>
                <a:lnTo>
                  <a:pt x="107" y="81536"/>
                </a:lnTo>
                <a:lnTo>
                  <a:pt x="0" y="83384"/>
                </a:lnTo>
                <a:lnTo>
                  <a:pt x="474" y="85172"/>
                </a:lnTo>
                <a:lnTo>
                  <a:pt x="1480" y="86735"/>
                </a:lnTo>
                <a:lnTo>
                  <a:pt x="2913" y="87907"/>
                </a:lnTo>
                <a:lnTo>
                  <a:pt x="4630" y="88582"/>
                </a:lnTo>
                <a:lnTo>
                  <a:pt x="6489" y="88688"/>
                </a:lnTo>
                <a:lnTo>
                  <a:pt x="8277" y="88215"/>
                </a:lnTo>
                <a:lnTo>
                  <a:pt x="9828" y="87208"/>
                </a:lnTo>
                <a:lnTo>
                  <a:pt x="11000" y="85776"/>
                </a:lnTo>
                <a:lnTo>
                  <a:pt x="41419" y="33628"/>
                </a:lnTo>
                <a:lnTo>
                  <a:pt x="41419" y="315856"/>
                </a:lnTo>
                <a:lnTo>
                  <a:pt x="941921" y="315856"/>
                </a:lnTo>
                <a:lnTo>
                  <a:pt x="941921" y="586835"/>
                </a:lnTo>
                <a:lnTo>
                  <a:pt x="911501" y="534688"/>
                </a:lnTo>
                <a:lnTo>
                  <a:pt x="910329" y="533243"/>
                </a:lnTo>
                <a:lnTo>
                  <a:pt x="908778" y="532249"/>
                </a:lnTo>
                <a:lnTo>
                  <a:pt x="906990" y="531775"/>
                </a:lnTo>
                <a:lnTo>
                  <a:pt x="905131" y="531882"/>
                </a:lnTo>
                <a:lnTo>
                  <a:pt x="903414" y="532557"/>
                </a:lnTo>
                <a:lnTo>
                  <a:pt x="901981" y="533729"/>
                </a:lnTo>
                <a:lnTo>
                  <a:pt x="900975" y="535280"/>
                </a:lnTo>
                <a:lnTo>
                  <a:pt x="900501" y="537068"/>
                </a:lnTo>
                <a:lnTo>
                  <a:pt x="900608" y="538927"/>
                </a:lnTo>
                <a:lnTo>
                  <a:pt x="901283" y="540644"/>
                </a:lnTo>
                <a:lnTo>
                  <a:pt x="947841" y="620464"/>
                </a:lnTo>
                <a:lnTo>
                  <a:pt x="994388" y="540644"/>
                </a:lnTo>
                <a:lnTo>
                  <a:pt x="995063" y="538927"/>
                </a:lnTo>
                <a:lnTo>
                  <a:pt x="995169" y="537068"/>
                </a:lnTo>
                <a:lnTo>
                  <a:pt x="994696" y="535280"/>
                </a:lnTo>
                <a:lnTo>
                  <a:pt x="993701" y="533729"/>
                </a:lnTo>
                <a:lnTo>
                  <a:pt x="992268" y="532557"/>
                </a:lnTo>
                <a:lnTo>
                  <a:pt x="990539" y="531882"/>
                </a:lnTo>
                <a:lnTo>
                  <a:pt x="988692" y="531775"/>
                </a:lnTo>
                <a:lnTo>
                  <a:pt x="986892" y="532249"/>
                </a:lnTo>
                <a:lnTo>
                  <a:pt x="985341" y="533243"/>
                </a:lnTo>
                <a:lnTo>
                  <a:pt x="984169" y="534688"/>
                </a:lnTo>
                <a:lnTo>
                  <a:pt x="953761" y="586815"/>
                </a:lnTo>
                <a:lnTo>
                  <a:pt x="953761" y="304015"/>
                </a:lnTo>
                <a:lnTo>
                  <a:pt x="53260" y="304015"/>
                </a:lnTo>
                <a:lnTo>
                  <a:pt x="53260" y="33648"/>
                </a:lnTo>
                <a:lnTo>
                  <a:pt x="83668" y="857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E8A9E-5647-401B-9DC3-CEA0EC2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2" y="391567"/>
            <a:ext cx="1099428" cy="515080"/>
          </a:xfrm>
          <a:custGeom xmlns:a="http://schemas.openxmlformats.org/drawingml/2006/main">
            <a:pathLst>
              <a:path w="1099428" h="515080">
                <a:moveTo>
                  <a:pt x="5920" y="11841"/>
                </a:moveTo>
                <a:lnTo>
                  <a:pt x="11841" y="11841"/>
                </a:lnTo>
                <a:lnTo>
                  <a:pt x="47364" y="11841"/>
                </a:lnTo>
                <a:lnTo>
                  <a:pt x="47364" y="0"/>
                </a:lnTo>
                <a:lnTo>
                  <a:pt x="0" y="0"/>
                </a:lnTo>
                <a:lnTo>
                  <a:pt x="0" y="11841"/>
                </a:lnTo>
                <a:lnTo>
                  <a:pt x="5920" y="11841"/>
                </a:lnTo>
                <a:close/>
                <a:moveTo>
                  <a:pt x="82886" y="11841"/>
                </a:moveTo>
                <a:lnTo>
                  <a:pt x="130250" y="11841"/>
                </a:lnTo>
                <a:lnTo>
                  <a:pt x="130250" y="0"/>
                </a:lnTo>
                <a:lnTo>
                  <a:pt x="82886" y="0"/>
                </a:lnTo>
                <a:lnTo>
                  <a:pt x="82886" y="11841"/>
                </a:lnTo>
                <a:close/>
                <a:moveTo>
                  <a:pt x="165773" y="11841"/>
                </a:moveTo>
                <a:lnTo>
                  <a:pt x="213136" y="11841"/>
                </a:lnTo>
                <a:lnTo>
                  <a:pt x="213136" y="0"/>
                </a:lnTo>
                <a:lnTo>
                  <a:pt x="165773" y="0"/>
                </a:lnTo>
                <a:lnTo>
                  <a:pt x="165773" y="11841"/>
                </a:lnTo>
                <a:close/>
                <a:moveTo>
                  <a:pt x="11841" y="47364"/>
                </a:moveTo>
                <a:lnTo>
                  <a:pt x="0" y="47364"/>
                </a:lnTo>
                <a:lnTo>
                  <a:pt x="0" y="94727"/>
                </a:lnTo>
                <a:lnTo>
                  <a:pt x="11841" y="94727"/>
                </a:lnTo>
                <a:lnTo>
                  <a:pt x="11841" y="47364"/>
                </a:lnTo>
                <a:close/>
                <a:moveTo>
                  <a:pt x="11841" y="177614"/>
                </a:moveTo>
                <a:lnTo>
                  <a:pt x="11841" y="130250"/>
                </a:lnTo>
                <a:lnTo>
                  <a:pt x="0" y="130250"/>
                </a:lnTo>
                <a:lnTo>
                  <a:pt x="0" y="177614"/>
                </a:lnTo>
                <a:lnTo>
                  <a:pt x="11841" y="177614"/>
                </a:lnTo>
                <a:close/>
                <a:moveTo>
                  <a:pt x="11841" y="260500"/>
                </a:moveTo>
                <a:lnTo>
                  <a:pt x="11841" y="213136"/>
                </a:lnTo>
                <a:lnTo>
                  <a:pt x="0" y="213136"/>
                </a:lnTo>
                <a:lnTo>
                  <a:pt x="0" y="260500"/>
                </a:lnTo>
                <a:lnTo>
                  <a:pt x="11841" y="260500"/>
                </a:lnTo>
                <a:close/>
                <a:moveTo>
                  <a:pt x="11841" y="343386"/>
                </a:moveTo>
                <a:lnTo>
                  <a:pt x="11841" y="296023"/>
                </a:lnTo>
                <a:lnTo>
                  <a:pt x="0" y="296023"/>
                </a:lnTo>
                <a:lnTo>
                  <a:pt x="0" y="343386"/>
                </a:lnTo>
                <a:lnTo>
                  <a:pt x="11841" y="343386"/>
                </a:lnTo>
                <a:close/>
                <a:moveTo>
                  <a:pt x="11841" y="378909"/>
                </a:moveTo>
                <a:lnTo>
                  <a:pt x="0" y="378909"/>
                </a:lnTo>
                <a:lnTo>
                  <a:pt x="0" y="426273"/>
                </a:lnTo>
                <a:lnTo>
                  <a:pt x="11841" y="426273"/>
                </a:lnTo>
                <a:lnTo>
                  <a:pt x="11841" y="378909"/>
                </a:lnTo>
                <a:close/>
                <a:moveTo>
                  <a:pt x="0" y="461795"/>
                </a:moveTo>
                <a:lnTo>
                  <a:pt x="0" y="509159"/>
                </a:lnTo>
                <a:lnTo>
                  <a:pt x="5920" y="509159"/>
                </a:lnTo>
                <a:lnTo>
                  <a:pt x="5920" y="515080"/>
                </a:lnTo>
                <a:lnTo>
                  <a:pt x="37891" y="515080"/>
                </a:lnTo>
                <a:lnTo>
                  <a:pt x="37891" y="503239"/>
                </a:lnTo>
                <a:lnTo>
                  <a:pt x="11841" y="503239"/>
                </a:lnTo>
                <a:lnTo>
                  <a:pt x="11841" y="461795"/>
                </a:lnTo>
                <a:lnTo>
                  <a:pt x="0" y="461795"/>
                </a:lnTo>
                <a:close/>
                <a:moveTo>
                  <a:pt x="120777" y="503239"/>
                </a:moveTo>
                <a:lnTo>
                  <a:pt x="73414" y="503239"/>
                </a:lnTo>
                <a:lnTo>
                  <a:pt x="73414" y="515080"/>
                </a:lnTo>
                <a:lnTo>
                  <a:pt x="120777" y="515080"/>
                </a:lnTo>
                <a:lnTo>
                  <a:pt x="120777" y="503239"/>
                </a:lnTo>
                <a:close/>
                <a:moveTo>
                  <a:pt x="156300" y="503239"/>
                </a:moveTo>
                <a:lnTo>
                  <a:pt x="156300" y="515080"/>
                </a:lnTo>
                <a:lnTo>
                  <a:pt x="203664" y="515080"/>
                </a:lnTo>
                <a:lnTo>
                  <a:pt x="203664" y="503239"/>
                </a:lnTo>
                <a:lnTo>
                  <a:pt x="156300" y="503239"/>
                </a:lnTo>
                <a:close/>
                <a:moveTo>
                  <a:pt x="239186" y="503239"/>
                </a:moveTo>
                <a:lnTo>
                  <a:pt x="239186" y="515080"/>
                </a:lnTo>
                <a:lnTo>
                  <a:pt x="286550" y="515080"/>
                </a:lnTo>
                <a:lnTo>
                  <a:pt x="286550" y="503239"/>
                </a:lnTo>
                <a:lnTo>
                  <a:pt x="239186" y="503239"/>
                </a:lnTo>
                <a:close/>
                <a:moveTo>
                  <a:pt x="248659" y="11841"/>
                </a:moveTo>
                <a:lnTo>
                  <a:pt x="296023" y="11841"/>
                </a:lnTo>
                <a:lnTo>
                  <a:pt x="296023" y="0"/>
                </a:lnTo>
                <a:lnTo>
                  <a:pt x="248659" y="0"/>
                </a:lnTo>
                <a:lnTo>
                  <a:pt x="248659" y="11841"/>
                </a:lnTo>
                <a:close/>
                <a:moveTo>
                  <a:pt x="378909" y="11841"/>
                </a:moveTo>
                <a:lnTo>
                  <a:pt x="378909" y="0"/>
                </a:lnTo>
                <a:lnTo>
                  <a:pt x="331545" y="0"/>
                </a:lnTo>
                <a:lnTo>
                  <a:pt x="331545" y="11841"/>
                </a:lnTo>
                <a:lnTo>
                  <a:pt x="378909" y="11841"/>
                </a:lnTo>
                <a:close/>
                <a:moveTo>
                  <a:pt x="461795" y="11841"/>
                </a:moveTo>
                <a:lnTo>
                  <a:pt x="461795" y="0"/>
                </a:lnTo>
                <a:lnTo>
                  <a:pt x="414432" y="0"/>
                </a:lnTo>
                <a:lnTo>
                  <a:pt x="414432" y="11841"/>
                </a:lnTo>
                <a:lnTo>
                  <a:pt x="461795" y="11841"/>
                </a:lnTo>
                <a:close/>
                <a:moveTo>
                  <a:pt x="497318" y="11841"/>
                </a:moveTo>
                <a:lnTo>
                  <a:pt x="544682" y="11841"/>
                </a:lnTo>
                <a:lnTo>
                  <a:pt x="544682" y="0"/>
                </a:lnTo>
                <a:lnTo>
                  <a:pt x="497318" y="0"/>
                </a:lnTo>
                <a:lnTo>
                  <a:pt x="497318" y="11841"/>
                </a:lnTo>
                <a:close/>
                <a:moveTo>
                  <a:pt x="627568" y="11841"/>
                </a:moveTo>
                <a:lnTo>
                  <a:pt x="627568" y="0"/>
                </a:lnTo>
                <a:lnTo>
                  <a:pt x="580205" y="0"/>
                </a:lnTo>
                <a:lnTo>
                  <a:pt x="580205" y="11841"/>
                </a:lnTo>
                <a:lnTo>
                  <a:pt x="627568" y="11841"/>
                </a:lnTo>
                <a:close/>
                <a:moveTo>
                  <a:pt x="710455" y="11841"/>
                </a:moveTo>
                <a:lnTo>
                  <a:pt x="710455" y="0"/>
                </a:lnTo>
                <a:lnTo>
                  <a:pt x="663091" y="0"/>
                </a:lnTo>
                <a:lnTo>
                  <a:pt x="663091" y="11841"/>
                </a:lnTo>
                <a:lnTo>
                  <a:pt x="710455" y="11841"/>
                </a:lnTo>
                <a:close/>
                <a:moveTo>
                  <a:pt x="745977" y="11841"/>
                </a:moveTo>
                <a:lnTo>
                  <a:pt x="793341" y="11841"/>
                </a:lnTo>
                <a:lnTo>
                  <a:pt x="793341" y="0"/>
                </a:lnTo>
                <a:lnTo>
                  <a:pt x="745977" y="0"/>
                </a:lnTo>
                <a:lnTo>
                  <a:pt x="745977" y="11841"/>
                </a:lnTo>
                <a:close/>
                <a:moveTo>
                  <a:pt x="828864" y="11841"/>
                </a:moveTo>
                <a:lnTo>
                  <a:pt x="876227" y="11841"/>
                </a:lnTo>
                <a:lnTo>
                  <a:pt x="876227" y="0"/>
                </a:lnTo>
                <a:lnTo>
                  <a:pt x="828864" y="0"/>
                </a:lnTo>
                <a:lnTo>
                  <a:pt x="828864" y="11841"/>
                </a:lnTo>
                <a:close/>
                <a:moveTo>
                  <a:pt x="369436" y="503239"/>
                </a:moveTo>
                <a:lnTo>
                  <a:pt x="322073" y="503239"/>
                </a:lnTo>
                <a:lnTo>
                  <a:pt x="322073" y="515080"/>
                </a:lnTo>
                <a:lnTo>
                  <a:pt x="369436" y="515080"/>
                </a:lnTo>
                <a:lnTo>
                  <a:pt x="369436" y="503239"/>
                </a:lnTo>
                <a:close/>
                <a:moveTo>
                  <a:pt x="404959" y="503239"/>
                </a:moveTo>
                <a:lnTo>
                  <a:pt x="404959" y="515080"/>
                </a:lnTo>
                <a:lnTo>
                  <a:pt x="452323" y="515080"/>
                </a:lnTo>
                <a:lnTo>
                  <a:pt x="452323" y="503239"/>
                </a:lnTo>
                <a:lnTo>
                  <a:pt x="404959" y="503239"/>
                </a:lnTo>
                <a:close/>
                <a:moveTo>
                  <a:pt x="487845" y="503239"/>
                </a:moveTo>
                <a:lnTo>
                  <a:pt x="487845" y="515080"/>
                </a:lnTo>
                <a:lnTo>
                  <a:pt x="535209" y="515080"/>
                </a:lnTo>
                <a:lnTo>
                  <a:pt x="535209" y="503239"/>
                </a:lnTo>
                <a:lnTo>
                  <a:pt x="487845" y="503239"/>
                </a:lnTo>
                <a:close/>
                <a:moveTo>
                  <a:pt x="618095" y="503239"/>
                </a:moveTo>
                <a:lnTo>
                  <a:pt x="570732" y="503239"/>
                </a:lnTo>
                <a:lnTo>
                  <a:pt x="570732" y="515080"/>
                </a:lnTo>
                <a:lnTo>
                  <a:pt x="618095" y="515080"/>
                </a:lnTo>
                <a:lnTo>
                  <a:pt x="618095" y="503239"/>
                </a:lnTo>
                <a:close/>
                <a:moveTo>
                  <a:pt x="653618" y="503239"/>
                </a:moveTo>
                <a:lnTo>
                  <a:pt x="653618" y="515080"/>
                </a:lnTo>
                <a:lnTo>
                  <a:pt x="700982" y="515080"/>
                </a:lnTo>
                <a:lnTo>
                  <a:pt x="700982" y="503239"/>
                </a:lnTo>
                <a:lnTo>
                  <a:pt x="653618" y="503239"/>
                </a:lnTo>
                <a:close/>
                <a:moveTo>
                  <a:pt x="736505" y="503239"/>
                </a:moveTo>
                <a:lnTo>
                  <a:pt x="736505" y="515080"/>
                </a:lnTo>
                <a:lnTo>
                  <a:pt x="783868" y="515080"/>
                </a:lnTo>
                <a:lnTo>
                  <a:pt x="783868" y="503239"/>
                </a:lnTo>
                <a:lnTo>
                  <a:pt x="736505" y="503239"/>
                </a:lnTo>
                <a:close/>
                <a:moveTo>
                  <a:pt x="866755" y="503239"/>
                </a:moveTo>
                <a:lnTo>
                  <a:pt x="819391" y="503239"/>
                </a:lnTo>
                <a:lnTo>
                  <a:pt x="819391" y="515080"/>
                </a:lnTo>
                <a:lnTo>
                  <a:pt x="866755" y="515080"/>
                </a:lnTo>
                <a:lnTo>
                  <a:pt x="866755" y="503239"/>
                </a:lnTo>
                <a:close/>
                <a:moveTo>
                  <a:pt x="959114" y="11841"/>
                </a:moveTo>
                <a:lnTo>
                  <a:pt x="959114" y="0"/>
                </a:lnTo>
                <a:lnTo>
                  <a:pt x="911750" y="0"/>
                </a:lnTo>
                <a:lnTo>
                  <a:pt x="911750" y="11841"/>
                </a:lnTo>
                <a:lnTo>
                  <a:pt x="959114" y="11841"/>
                </a:lnTo>
                <a:close/>
                <a:moveTo>
                  <a:pt x="1042000" y="11841"/>
                </a:moveTo>
                <a:lnTo>
                  <a:pt x="1042000" y="0"/>
                </a:lnTo>
                <a:lnTo>
                  <a:pt x="994636" y="0"/>
                </a:lnTo>
                <a:lnTo>
                  <a:pt x="994636" y="11841"/>
                </a:lnTo>
                <a:lnTo>
                  <a:pt x="1042000" y="11841"/>
                </a:lnTo>
                <a:close/>
                <a:moveTo>
                  <a:pt x="1077523" y="11841"/>
                </a:moveTo>
                <a:lnTo>
                  <a:pt x="1087587" y="11841"/>
                </a:lnTo>
                <a:lnTo>
                  <a:pt x="1087587" y="37299"/>
                </a:lnTo>
                <a:lnTo>
                  <a:pt x="1099428" y="37299"/>
                </a:lnTo>
                <a:lnTo>
                  <a:pt x="1099428" y="0"/>
                </a:lnTo>
                <a:lnTo>
                  <a:pt x="1077523" y="0"/>
                </a:lnTo>
                <a:lnTo>
                  <a:pt x="1077523" y="11841"/>
                </a:lnTo>
                <a:close/>
                <a:moveTo>
                  <a:pt x="1087587" y="72822"/>
                </a:moveTo>
                <a:lnTo>
                  <a:pt x="1087587" y="120185"/>
                </a:lnTo>
                <a:lnTo>
                  <a:pt x="1099428" y="120185"/>
                </a:lnTo>
                <a:lnTo>
                  <a:pt x="1099428" y="72822"/>
                </a:lnTo>
                <a:lnTo>
                  <a:pt x="1087587" y="72822"/>
                </a:lnTo>
                <a:close/>
                <a:moveTo>
                  <a:pt x="1087587" y="203072"/>
                </a:moveTo>
                <a:lnTo>
                  <a:pt x="1099428" y="203072"/>
                </a:lnTo>
                <a:lnTo>
                  <a:pt x="1099428" y="155708"/>
                </a:lnTo>
                <a:lnTo>
                  <a:pt x="1087587" y="155708"/>
                </a:lnTo>
                <a:lnTo>
                  <a:pt x="1087587" y="203072"/>
                </a:lnTo>
                <a:close/>
                <a:moveTo>
                  <a:pt x="1087587" y="285958"/>
                </a:moveTo>
                <a:lnTo>
                  <a:pt x="1099428" y="285958"/>
                </a:lnTo>
                <a:lnTo>
                  <a:pt x="1099428" y="238594"/>
                </a:lnTo>
                <a:lnTo>
                  <a:pt x="1087587" y="238594"/>
                </a:lnTo>
                <a:lnTo>
                  <a:pt x="1087587" y="285958"/>
                </a:lnTo>
                <a:close/>
                <a:moveTo>
                  <a:pt x="1087587" y="321481"/>
                </a:moveTo>
                <a:lnTo>
                  <a:pt x="1087587" y="368844"/>
                </a:lnTo>
                <a:lnTo>
                  <a:pt x="1099428" y="368844"/>
                </a:lnTo>
                <a:lnTo>
                  <a:pt x="1099428" y="321481"/>
                </a:lnTo>
                <a:lnTo>
                  <a:pt x="1087587" y="321481"/>
                </a:lnTo>
                <a:close/>
                <a:moveTo>
                  <a:pt x="1087587" y="451731"/>
                </a:moveTo>
                <a:lnTo>
                  <a:pt x="1099428" y="451731"/>
                </a:lnTo>
                <a:lnTo>
                  <a:pt x="1099428" y="404367"/>
                </a:lnTo>
                <a:lnTo>
                  <a:pt x="1087587" y="404367"/>
                </a:lnTo>
                <a:lnTo>
                  <a:pt x="1087587" y="451731"/>
                </a:lnTo>
                <a:close/>
                <a:moveTo>
                  <a:pt x="1087587" y="503239"/>
                </a:moveTo>
                <a:lnTo>
                  <a:pt x="1068050" y="503239"/>
                </a:lnTo>
                <a:lnTo>
                  <a:pt x="1068050" y="515080"/>
                </a:lnTo>
                <a:lnTo>
                  <a:pt x="1099428" y="515080"/>
                </a:lnTo>
                <a:lnTo>
                  <a:pt x="1099428" y="487253"/>
                </a:lnTo>
                <a:lnTo>
                  <a:pt x="1087587" y="487253"/>
                </a:lnTo>
                <a:lnTo>
                  <a:pt x="1087587" y="503239"/>
                </a:lnTo>
                <a:close/>
                <a:moveTo>
                  <a:pt x="902277" y="503239"/>
                </a:moveTo>
                <a:lnTo>
                  <a:pt x="902277" y="515080"/>
                </a:lnTo>
                <a:lnTo>
                  <a:pt x="949641" y="515080"/>
                </a:lnTo>
                <a:lnTo>
                  <a:pt x="949641" y="503239"/>
                </a:lnTo>
                <a:lnTo>
                  <a:pt x="902277" y="503239"/>
                </a:lnTo>
                <a:close/>
                <a:moveTo>
                  <a:pt x="985164" y="503239"/>
                </a:moveTo>
                <a:lnTo>
                  <a:pt x="985164" y="515080"/>
                </a:lnTo>
                <a:lnTo>
                  <a:pt x="1032527" y="515080"/>
                </a:lnTo>
                <a:lnTo>
                  <a:pt x="1032527" y="503239"/>
                </a:lnTo>
                <a:lnTo>
                  <a:pt x="985164" y="5032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Website">
            <a:extLst xmlns:a="http://schemas.openxmlformats.org/drawingml/2006/main">
              <a:ext uri="{FF2B5EF4-FFF2-40B4-BE49-F238E27FC236}">
                <a16:creationId xmlns:a16="http://schemas.microsoft.com/office/drawing/2014/main" id="{EE8C1247-2B4B-49B5-BFCF-B9CCC10C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2" y="590430"/>
            <a:ext cx="536428" cy="117950"/>
          </a:xfrm>
          <a:custGeom xmlns:a="http://schemas.openxmlformats.org/drawingml/2006/main">
            <a:pathLst>
              <a:path w="536428" h="117950">
                <a:moveTo>
                  <a:pt x="153530" y="5361"/>
                </a:moveTo>
                <a:lnTo>
                  <a:pt x="153530" y="8448"/>
                </a:lnTo>
                <a:cubicBezTo>
                  <a:pt x="150660" y="8448"/>
                  <a:pt x="148331" y="8962"/>
                  <a:pt x="146544" y="9989"/>
                </a:cubicBezTo>
                <a:cubicBezTo>
                  <a:pt x="144757" y="11016"/>
                  <a:pt x="143051" y="12936"/>
                  <a:pt x="141426" y="15749"/>
                </a:cubicBezTo>
                <a:cubicBezTo>
                  <a:pt x="140343" y="17641"/>
                  <a:pt x="138637" y="22156"/>
                  <a:pt x="136309" y="29295"/>
                </a:cubicBezTo>
                <a:lnTo>
                  <a:pt x="105603" y="117950"/>
                </a:lnTo>
                <a:lnTo>
                  <a:pt x="102353" y="117950"/>
                </a:lnTo>
                <a:lnTo>
                  <a:pt x="77252" y="47651"/>
                </a:lnTo>
                <a:lnTo>
                  <a:pt x="52314" y="117950"/>
                </a:lnTo>
                <a:lnTo>
                  <a:pt x="49390" y="117950"/>
                </a:lnTo>
                <a:lnTo>
                  <a:pt x="16653" y="26568"/>
                </a:lnTo>
                <a:cubicBezTo>
                  <a:pt x="14216" y="19773"/>
                  <a:pt x="12672" y="15756"/>
                  <a:pt x="12022" y="14515"/>
                </a:cubicBezTo>
                <a:cubicBezTo>
                  <a:pt x="10939" y="12466"/>
                  <a:pt x="9464" y="10943"/>
                  <a:pt x="7595" y="9946"/>
                </a:cubicBezTo>
                <a:cubicBezTo>
                  <a:pt x="5727" y="8947"/>
                  <a:pt x="3195" y="8448"/>
                  <a:pt x="0" y="8448"/>
                </a:cubicBezTo>
                <a:lnTo>
                  <a:pt x="0" y="5361"/>
                </a:lnTo>
                <a:lnTo>
                  <a:pt x="40779" y="5361"/>
                </a:lnTo>
                <a:lnTo>
                  <a:pt x="40779" y="8448"/>
                </a:lnTo>
                <a:lnTo>
                  <a:pt x="38829" y="8448"/>
                </a:lnTo>
                <a:cubicBezTo>
                  <a:pt x="35959" y="8448"/>
                  <a:pt x="33766" y="9094"/>
                  <a:pt x="32249" y="10385"/>
                </a:cubicBezTo>
                <a:cubicBezTo>
                  <a:pt x="30733" y="11675"/>
                  <a:pt x="29975" y="13234"/>
                  <a:pt x="29975" y="15064"/>
                </a:cubicBezTo>
                <a:cubicBezTo>
                  <a:pt x="29975" y="16945"/>
                  <a:pt x="31166" y="21275"/>
                  <a:pt x="33549" y="28051"/>
                </a:cubicBezTo>
                <a:lnTo>
                  <a:pt x="55238" y="89803"/>
                </a:lnTo>
                <a:lnTo>
                  <a:pt x="73516" y="37245"/>
                </a:lnTo>
                <a:lnTo>
                  <a:pt x="70266" y="28094"/>
                </a:lnTo>
                <a:lnTo>
                  <a:pt x="67667" y="20737"/>
                </a:lnTo>
                <a:cubicBezTo>
                  <a:pt x="66530" y="18041"/>
                  <a:pt x="65257" y="15669"/>
                  <a:pt x="63849" y="13622"/>
                </a:cubicBezTo>
                <a:cubicBezTo>
                  <a:pt x="63145" y="12598"/>
                  <a:pt x="62278" y="11736"/>
                  <a:pt x="61250" y="11035"/>
                </a:cubicBezTo>
                <a:cubicBezTo>
                  <a:pt x="59896" y="10065"/>
                  <a:pt x="58542" y="9365"/>
                  <a:pt x="57188" y="8933"/>
                </a:cubicBezTo>
                <a:cubicBezTo>
                  <a:pt x="56159" y="8610"/>
                  <a:pt x="54534" y="8448"/>
                  <a:pt x="52314" y="8448"/>
                </a:cubicBezTo>
                <a:lnTo>
                  <a:pt x="52314" y="5361"/>
                </a:lnTo>
                <a:lnTo>
                  <a:pt x="95205" y="5361"/>
                </a:lnTo>
                <a:lnTo>
                  <a:pt x="95205" y="8448"/>
                </a:lnTo>
                <a:lnTo>
                  <a:pt x="92280" y="8448"/>
                </a:lnTo>
                <a:cubicBezTo>
                  <a:pt x="89248" y="8448"/>
                  <a:pt x="87027" y="9096"/>
                  <a:pt x="85619" y="10393"/>
                </a:cubicBezTo>
                <a:cubicBezTo>
                  <a:pt x="84211" y="11689"/>
                  <a:pt x="83507" y="13445"/>
                  <a:pt x="83507" y="15660"/>
                </a:cubicBezTo>
                <a:cubicBezTo>
                  <a:pt x="83507" y="18415"/>
                  <a:pt x="84726" y="23223"/>
                  <a:pt x="87163" y="30084"/>
                </a:cubicBezTo>
                <a:lnTo>
                  <a:pt x="108283" y="89953"/>
                </a:lnTo>
                <a:lnTo>
                  <a:pt x="129241" y="29259"/>
                </a:lnTo>
                <a:cubicBezTo>
                  <a:pt x="131624" y="22566"/>
                  <a:pt x="132816" y="17923"/>
                  <a:pt x="132816" y="15330"/>
                </a:cubicBezTo>
                <a:cubicBezTo>
                  <a:pt x="132816" y="14090"/>
                  <a:pt x="132423" y="12930"/>
                  <a:pt x="131638" y="11850"/>
                </a:cubicBezTo>
                <a:cubicBezTo>
                  <a:pt x="130852" y="10770"/>
                  <a:pt x="129864" y="10014"/>
                  <a:pt x="128673" y="9583"/>
                </a:cubicBezTo>
                <a:cubicBezTo>
                  <a:pt x="126615" y="8826"/>
                  <a:pt x="123934" y="8448"/>
                  <a:pt x="120631" y="8448"/>
                </a:cubicBezTo>
                <a:lnTo>
                  <a:pt x="120631" y="5361"/>
                </a:lnTo>
                <a:lnTo>
                  <a:pt x="153530" y="5361"/>
                </a:lnTo>
                <a:close/>
                <a:moveTo>
                  <a:pt x="171815" y="69210"/>
                </a:moveTo>
                <a:cubicBezTo>
                  <a:pt x="171761" y="80207"/>
                  <a:pt x="174442" y="88832"/>
                  <a:pt x="179858" y="95086"/>
                </a:cubicBezTo>
                <a:cubicBezTo>
                  <a:pt x="185273" y="101339"/>
                  <a:pt x="191636" y="104465"/>
                  <a:pt x="198947" y="104465"/>
                </a:cubicBezTo>
                <a:cubicBezTo>
                  <a:pt x="203821" y="104465"/>
                  <a:pt x="208059" y="103119"/>
                  <a:pt x="211660" y="100427"/>
                </a:cubicBezTo>
                <a:cubicBezTo>
                  <a:pt x="215261" y="97734"/>
                  <a:pt x="218281" y="93123"/>
                  <a:pt x="220718" y="86594"/>
                </a:cubicBezTo>
                <a:lnTo>
                  <a:pt x="223236" y="88226"/>
                </a:lnTo>
                <a:cubicBezTo>
                  <a:pt x="222099" y="95685"/>
                  <a:pt x="218795" y="102476"/>
                  <a:pt x="213325" y="108601"/>
                </a:cubicBezTo>
                <a:cubicBezTo>
                  <a:pt x="207856" y="114725"/>
                  <a:pt x="201005" y="117788"/>
                  <a:pt x="192774" y="117788"/>
                </a:cubicBezTo>
                <a:cubicBezTo>
                  <a:pt x="183838" y="117788"/>
                  <a:pt x="176188" y="114316"/>
                  <a:pt x="169825" y="107372"/>
                </a:cubicBezTo>
                <a:cubicBezTo>
                  <a:pt x="163462" y="100427"/>
                  <a:pt x="160280" y="91090"/>
                  <a:pt x="160280" y="79362"/>
                </a:cubicBezTo>
                <a:cubicBezTo>
                  <a:pt x="160280" y="66663"/>
                  <a:pt x="163543" y="56760"/>
                  <a:pt x="170069" y="49654"/>
                </a:cubicBezTo>
                <a:cubicBezTo>
                  <a:pt x="176595" y="42546"/>
                  <a:pt x="184786" y="38992"/>
                  <a:pt x="194642" y="38992"/>
                </a:cubicBezTo>
                <a:cubicBezTo>
                  <a:pt x="202982" y="38992"/>
                  <a:pt x="209832" y="41733"/>
                  <a:pt x="215194" y="47217"/>
                </a:cubicBezTo>
                <a:cubicBezTo>
                  <a:pt x="220555" y="52698"/>
                  <a:pt x="223236" y="60029"/>
                  <a:pt x="223236" y="69210"/>
                </a:cubicBezTo>
                <a:lnTo>
                  <a:pt x="171815" y="69210"/>
                </a:lnTo>
                <a:moveTo>
                  <a:pt x="171815" y="64499"/>
                </a:moveTo>
                <a:lnTo>
                  <a:pt x="206258" y="64499"/>
                </a:lnTo>
                <a:cubicBezTo>
                  <a:pt x="205987" y="59772"/>
                  <a:pt x="205419" y="56442"/>
                  <a:pt x="204552" y="54510"/>
                </a:cubicBezTo>
                <a:cubicBezTo>
                  <a:pt x="203198" y="51501"/>
                  <a:pt x="201181" y="49137"/>
                  <a:pt x="198500" y="47420"/>
                </a:cubicBezTo>
                <a:cubicBezTo>
                  <a:pt x="195820" y="45700"/>
                  <a:pt x="193017" y="44841"/>
                  <a:pt x="190093" y="44841"/>
                </a:cubicBezTo>
                <a:cubicBezTo>
                  <a:pt x="185598" y="44841"/>
                  <a:pt x="181577" y="46573"/>
                  <a:pt x="178030" y="50037"/>
                </a:cubicBezTo>
                <a:cubicBezTo>
                  <a:pt x="174483" y="53501"/>
                  <a:pt x="172411" y="58322"/>
                  <a:pt x="171815" y="64499"/>
                </a:cubicBezTo>
                <a:close/>
                <a:moveTo>
                  <a:pt x="253109" y="54165"/>
                </a:moveTo>
                <a:cubicBezTo>
                  <a:pt x="260311" y="44049"/>
                  <a:pt x="268083" y="38992"/>
                  <a:pt x="276423" y="38992"/>
                </a:cubicBezTo>
                <a:cubicBezTo>
                  <a:pt x="284058" y="38992"/>
                  <a:pt x="290719" y="42251"/>
                  <a:pt x="296406" y="48770"/>
                </a:cubicBezTo>
                <a:cubicBezTo>
                  <a:pt x="302092" y="55289"/>
                  <a:pt x="304935" y="64202"/>
                  <a:pt x="304935" y="75508"/>
                </a:cubicBezTo>
                <a:cubicBezTo>
                  <a:pt x="304935" y="88709"/>
                  <a:pt x="300549" y="99339"/>
                  <a:pt x="291776" y="107400"/>
                </a:cubicBezTo>
                <a:cubicBezTo>
                  <a:pt x="284248" y="114325"/>
                  <a:pt x="275854" y="117788"/>
                  <a:pt x="266593" y="117788"/>
                </a:cubicBezTo>
                <a:cubicBezTo>
                  <a:pt x="262261" y="117788"/>
                  <a:pt x="257861" y="116997"/>
                  <a:pt x="253393" y="115417"/>
                </a:cubicBezTo>
                <a:cubicBezTo>
                  <a:pt x="248925" y="113836"/>
                  <a:pt x="244363" y="111464"/>
                  <a:pt x="239705" y="108301"/>
                </a:cubicBezTo>
                <a:lnTo>
                  <a:pt x="239705" y="31356"/>
                </a:lnTo>
                <a:cubicBezTo>
                  <a:pt x="239705" y="22908"/>
                  <a:pt x="239502" y="17709"/>
                  <a:pt x="239096" y="15759"/>
                </a:cubicBezTo>
                <a:cubicBezTo>
                  <a:pt x="238690" y="13810"/>
                  <a:pt x="238054" y="12483"/>
                  <a:pt x="237187" y="11779"/>
                </a:cubicBezTo>
                <a:cubicBezTo>
                  <a:pt x="236321" y="11075"/>
                  <a:pt x="235237" y="10723"/>
                  <a:pt x="233938" y="10723"/>
                </a:cubicBezTo>
                <a:cubicBezTo>
                  <a:pt x="232421" y="10723"/>
                  <a:pt x="230526" y="11156"/>
                  <a:pt x="228251" y="12022"/>
                </a:cubicBezTo>
                <a:lnTo>
                  <a:pt x="227114" y="9098"/>
                </a:lnTo>
                <a:lnTo>
                  <a:pt x="249453" y="0"/>
                </a:lnTo>
                <a:lnTo>
                  <a:pt x="253109" y="0"/>
                </a:lnTo>
                <a:lnTo>
                  <a:pt x="253109" y="54165"/>
                </a:lnTo>
                <a:moveTo>
                  <a:pt x="253109" y="59335"/>
                </a:moveTo>
                <a:lnTo>
                  <a:pt x="253109" y="103615"/>
                </a:lnTo>
                <a:cubicBezTo>
                  <a:pt x="255871" y="106309"/>
                  <a:pt x="258727" y="108343"/>
                  <a:pt x="261679" y="109718"/>
                </a:cubicBezTo>
                <a:cubicBezTo>
                  <a:pt x="264630" y="111090"/>
                  <a:pt x="267649" y="111776"/>
                  <a:pt x="270736" y="111776"/>
                </a:cubicBezTo>
                <a:cubicBezTo>
                  <a:pt x="275664" y="111776"/>
                  <a:pt x="280254" y="109083"/>
                  <a:pt x="284505" y="103696"/>
                </a:cubicBezTo>
                <a:cubicBezTo>
                  <a:pt x="288756" y="98309"/>
                  <a:pt x="290882" y="90471"/>
                  <a:pt x="290882" y="80182"/>
                </a:cubicBezTo>
                <a:cubicBezTo>
                  <a:pt x="290882" y="70701"/>
                  <a:pt x="288756" y="63416"/>
                  <a:pt x="284505" y="58325"/>
                </a:cubicBezTo>
                <a:cubicBezTo>
                  <a:pt x="280254" y="53235"/>
                  <a:pt x="275421" y="50689"/>
                  <a:pt x="270005" y="50689"/>
                </a:cubicBezTo>
                <a:cubicBezTo>
                  <a:pt x="267135" y="50689"/>
                  <a:pt x="264265" y="51416"/>
                  <a:pt x="261394" y="52870"/>
                </a:cubicBezTo>
                <a:cubicBezTo>
                  <a:pt x="259228" y="53948"/>
                  <a:pt x="256466" y="56103"/>
                  <a:pt x="253109" y="59335"/>
                </a:cubicBezTo>
                <a:close/>
                <a:moveTo>
                  <a:pt x="363695" y="38992"/>
                </a:moveTo>
                <a:lnTo>
                  <a:pt x="363695" y="64336"/>
                </a:lnTo>
                <a:lnTo>
                  <a:pt x="361015" y="64336"/>
                </a:lnTo>
                <a:cubicBezTo>
                  <a:pt x="358957" y="56408"/>
                  <a:pt x="356317" y="51014"/>
                  <a:pt x="353095" y="48156"/>
                </a:cubicBezTo>
                <a:cubicBezTo>
                  <a:pt x="349872" y="45296"/>
                  <a:pt x="345770" y="43866"/>
                  <a:pt x="340788" y="43866"/>
                </a:cubicBezTo>
                <a:cubicBezTo>
                  <a:pt x="336997" y="43866"/>
                  <a:pt x="333937" y="44864"/>
                  <a:pt x="331608" y="46861"/>
                </a:cubicBezTo>
                <a:cubicBezTo>
                  <a:pt x="329280" y="48858"/>
                  <a:pt x="328115" y="51071"/>
                  <a:pt x="328115" y="53499"/>
                </a:cubicBezTo>
                <a:cubicBezTo>
                  <a:pt x="328115" y="56520"/>
                  <a:pt x="328982" y="59110"/>
                  <a:pt x="330715" y="61270"/>
                </a:cubicBezTo>
                <a:cubicBezTo>
                  <a:pt x="332394" y="63482"/>
                  <a:pt x="335806" y="65829"/>
                  <a:pt x="340950" y="68312"/>
                </a:cubicBezTo>
                <a:lnTo>
                  <a:pt x="352810" y="74059"/>
                </a:lnTo>
                <a:cubicBezTo>
                  <a:pt x="363804" y="79414"/>
                  <a:pt x="369301" y="86471"/>
                  <a:pt x="369301" y="95233"/>
                </a:cubicBezTo>
                <a:cubicBezTo>
                  <a:pt x="369301" y="101994"/>
                  <a:pt x="366742" y="107443"/>
                  <a:pt x="361624" y="111581"/>
                </a:cubicBezTo>
                <a:cubicBezTo>
                  <a:pt x="356506" y="115719"/>
                  <a:pt x="350779" y="117788"/>
                  <a:pt x="344443" y="117788"/>
                </a:cubicBezTo>
                <a:cubicBezTo>
                  <a:pt x="339894" y="117788"/>
                  <a:pt x="334695" y="117016"/>
                  <a:pt x="328847" y="115472"/>
                </a:cubicBezTo>
                <a:cubicBezTo>
                  <a:pt x="327059" y="114958"/>
                  <a:pt x="325597" y="114701"/>
                  <a:pt x="324460" y="114701"/>
                </a:cubicBezTo>
                <a:cubicBezTo>
                  <a:pt x="323214" y="114701"/>
                  <a:pt x="322240" y="115351"/>
                  <a:pt x="321536" y="116650"/>
                </a:cubicBezTo>
                <a:lnTo>
                  <a:pt x="318855" y="116650"/>
                </a:lnTo>
                <a:lnTo>
                  <a:pt x="318855" y="90006"/>
                </a:lnTo>
                <a:lnTo>
                  <a:pt x="321536" y="90006"/>
                </a:lnTo>
                <a:cubicBezTo>
                  <a:pt x="323052" y="97588"/>
                  <a:pt x="325949" y="103301"/>
                  <a:pt x="330228" y="107146"/>
                </a:cubicBezTo>
                <a:cubicBezTo>
                  <a:pt x="334506" y="110991"/>
                  <a:pt x="339299" y="112914"/>
                  <a:pt x="344606" y="112914"/>
                </a:cubicBezTo>
                <a:cubicBezTo>
                  <a:pt x="348342" y="112914"/>
                  <a:pt x="351389" y="111823"/>
                  <a:pt x="353744" y="109641"/>
                </a:cubicBezTo>
                <a:cubicBezTo>
                  <a:pt x="356100" y="107458"/>
                  <a:pt x="357278" y="104831"/>
                  <a:pt x="357278" y="101759"/>
                </a:cubicBezTo>
                <a:cubicBezTo>
                  <a:pt x="357278" y="98041"/>
                  <a:pt x="355965" y="94916"/>
                  <a:pt x="353338" y="92385"/>
                </a:cubicBezTo>
                <a:cubicBezTo>
                  <a:pt x="350712" y="89851"/>
                  <a:pt x="345472" y="86652"/>
                  <a:pt x="337620" y="82786"/>
                </a:cubicBezTo>
                <a:cubicBezTo>
                  <a:pt x="329767" y="78919"/>
                  <a:pt x="324622" y="75413"/>
                  <a:pt x="322185" y="72267"/>
                </a:cubicBezTo>
                <a:cubicBezTo>
                  <a:pt x="319748" y="69175"/>
                  <a:pt x="318530" y="65270"/>
                  <a:pt x="318530" y="60551"/>
                </a:cubicBezTo>
                <a:cubicBezTo>
                  <a:pt x="318530" y="54422"/>
                  <a:pt x="320629" y="49296"/>
                  <a:pt x="324826" y="45176"/>
                </a:cubicBezTo>
                <a:cubicBezTo>
                  <a:pt x="329023" y="41053"/>
                  <a:pt x="334452" y="38992"/>
                  <a:pt x="341113" y="38992"/>
                </a:cubicBezTo>
                <a:cubicBezTo>
                  <a:pt x="344037" y="38992"/>
                  <a:pt x="347584" y="39615"/>
                  <a:pt x="351754" y="40860"/>
                </a:cubicBezTo>
                <a:cubicBezTo>
                  <a:pt x="354516" y="41672"/>
                  <a:pt x="356357" y="42079"/>
                  <a:pt x="357278" y="42079"/>
                </a:cubicBezTo>
                <a:cubicBezTo>
                  <a:pt x="358145" y="42079"/>
                  <a:pt x="358821" y="41889"/>
                  <a:pt x="359309" y="41510"/>
                </a:cubicBezTo>
                <a:cubicBezTo>
                  <a:pt x="359796" y="41131"/>
                  <a:pt x="360365" y="40291"/>
                  <a:pt x="361015" y="38992"/>
                </a:cubicBezTo>
                <a:lnTo>
                  <a:pt x="363695" y="38992"/>
                </a:lnTo>
                <a:close/>
                <a:moveTo>
                  <a:pt x="399066" y="0"/>
                </a:moveTo>
                <a:cubicBezTo>
                  <a:pt x="401340" y="0"/>
                  <a:pt x="403276" y="803"/>
                  <a:pt x="404874" y="2409"/>
                </a:cubicBezTo>
                <a:cubicBezTo>
                  <a:pt x="406472" y="4013"/>
                  <a:pt x="407270" y="5959"/>
                  <a:pt x="407270" y="8245"/>
                </a:cubicBezTo>
                <a:cubicBezTo>
                  <a:pt x="407270" y="10531"/>
                  <a:pt x="406472" y="12491"/>
                  <a:pt x="404874" y="14124"/>
                </a:cubicBezTo>
                <a:cubicBezTo>
                  <a:pt x="403276" y="15756"/>
                  <a:pt x="401340" y="16571"/>
                  <a:pt x="399066" y="16571"/>
                </a:cubicBezTo>
                <a:cubicBezTo>
                  <a:pt x="396791" y="16571"/>
                  <a:pt x="394842" y="15756"/>
                  <a:pt x="393217" y="14124"/>
                </a:cubicBezTo>
                <a:cubicBezTo>
                  <a:pt x="391592" y="12491"/>
                  <a:pt x="390780" y="10531"/>
                  <a:pt x="390780" y="8245"/>
                </a:cubicBezTo>
                <a:cubicBezTo>
                  <a:pt x="390780" y="5959"/>
                  <a:pt x="391579" y="4013"/>
                  <a:pt x="393176" y="2409"/>
                </a:cubicBezTo>
                <a:cubicBezTo>
                  <a:pt x="394774" y="803"/>
                  <a:pt x="396737" y="0"/>
                  <a:pt x="399066" y="0"/>
                </a:cubicBezTo>
                <a:moveTo>
                  <a:pt x="405808" y="38992"/>
                </a:moveTo>
                <a:lnTo>
                  <a:pt x="405808" y="98617"/>
                </a:lnTo>
                <a:cubicBezTo>
                  <a:pt x="405808" y="103301"/>
                  <a:pt x="406147" y="106420"/>
                  <a:pt x="406824" y="107974"/>
                </a:cubicBezTo>
                <a:cubicBezTo>
                  <a:pt x="407500" y="109526"/>
                  <a:pt x="408502" y="110683"/>
                  <a:pt x="409829" y="111446"/>
                </a:cubicBezTo>
                <a:cubicBezTo>
                  <a:pt x="411156" y="112208"/>
                  <a:pt x="413579" y="112589"/>
                  <a:pt x="417099" y="112589"/>
                </a:cubicBezTo>
                <a:lnTo>
                  <a:pt x="417099" y="115513"/>
                </a:lnTo>
                <a:lnTo>
                  <a:pt x="380951" y="115513"/>
                </a:lnTo>
                <a:lnTo>
                  <a:pt x="380951" y="112589"/>
                </a:lnTo>
                <a:cubicBezTo>
                  <a:pt x="384579" y="112589"/>
                  <a:pt x="387016" y="112235"/>
                  <a:pt x="388262" y="111528"/>
                </a:cubicBezTo>
                <a:cubicBezTo>
                  <a:pt x="389507" y="110818"/>
                  <a:pt x="390496" y="109647"/>
                  <a:pt x="391227" y="108014"/>
                </a:cubicBezTo>
                <a:cubicBezTo>
                  <a:pt x="391958" y="106379"/>
                  <a:pt x="392323" y="103247"/>
                  <a:pt x="392323" y="98617"/>
                </a:cubicBezTo>
                <a:lnTo>
                  <a:pt x="392323" y="70185"/>
                </a:lnTo>
                <a:cubicBezTo>
                  <a:pt x="392323" y="62082"/>
                  <a:pt x="392080" y="56834"/>
                  <a:pt x="391592" y="54441"/>
                </a:cubicBezTo>
                <a:cubicBezTo>
                  <a:pt x="391213" y="52700"/>
                  <a:pt x="390618" y="51491"/>
                  <a:pt x="389805" y="50814"/>
                </a:cubicBezTo>
                <a:cubicBezTo>
                  <a:pt x="388993" y="50135"/>
                  <a:pt x="387883" y="49796"/>
                  <a:pt x="386475" y="49796"/>
                </a:cubicBezTo>
                <a:cubicBezTo>
                  <a:pt x="384958" y="49796"/>
                  <a:pt x="383117" y="50202"/>
                  <a:pt x="380951" y="51014"/>
                </a:cubicBezTo>
                <a:lnTo>
                  <a:pt x="379814" y="48090"/>
                </a:lnTo>
                <a:lnTo>
                  <a:pt x="402234" y="38992"/>
                </a:lnTo>
                <a:lnTo>
                  <a:pt x="405808" y="38992"/>
                </a:lnTo>
                <a:close/>
                <a:moveTo>
                  <a:pt x="447926" y="16571"/>
                </a:moveTo>
                <a:lnTo>
                  <a:pt x="447926" y="41104"/>
                </a:lnTo>
                <a:lnTo>
                  <a:pt x="465310" y="41104"/>
                </a:lnTo>
                <a:lnTo>
                  <a:pt x="465310" y="46628"/>
                </a:lnTo>
                <a:lnTo>
                  <a:pt x="447926" y="46790"/>
                </a:lnTo>
                <a:lnTo>
                  <a:pt x="447926" y="95108"/>
                </a:lnTo>
                <a:cubicBezTo>
                  <a:pt x="447926" y="99933"/>
                  <a:pt x="448616" y="103187"/>
                  <a:pt x="449997" y="104869"/>
                </a:cubicBezTo>
                <a:cubicBezTo>
                  <a:pt x="451378" y="106550"/>
                  <a:pt x="453152" y="107390"/>
                  <a:pt x="455318" y="107390"/>
                </a:cubicBezTo>
                <a:cubicBezTo>
                  <a:pt x="457105" y="107390"/>
                  <a:pt x="458838" y="106828"/>
                  <a:pt x="460517" y="105704"/>
                </a:cubicBezTo>
                <a:cubicBezTo>
                  <a:pt x="462196" y="104580"/>
                  <a:pt x="463496" y="102922"/>
                  <a:pt x="464416" y="100729"/>
                </a:cubicBezTo>
                <a:lnTo>
                  <a:pt x="467584" y="100729"/>
                </a:lnTo>
                <a:cubicBezTo>
                  <a:pt x="465689" y="106063"/>
                  <a:pt x="463008" y="110077"/>
                  <a:pt x="459542" y="112771"/>
                </a:cubicBezTo>
                <a:cubicBezTo>
                  <a:pt x="456076" y="115466"/>
                  <a:pt x="452502" y="116813"/>
                  <a:pt x="448820" y="116813"/>
                </a:cubicBezTo>
                <a:cubicBezTo>
                  <a:pt x="446328" y="116813"/>
                  <a:pt x="443891" y="116120"/>
                  <a:pt x="441509" y="114734"/>
                </a:cubicBezTo>
                <a:cubicBezTo>
                  <a:pt x="439126" y="113348"/>
                  <a:pt x="437366" y="111364"/>
                  <a:pt x="436228" y="108783"/>
                </a:cubicBezTo>
                <a:cubicBezTo>
                  <a:pt x="435091" y="106203"/>
                  <a:pt x="434523" y="102222"/>
                  <a:pt x="434523" y="96842"/>
                </a:cubicBezTo>
                <a:lnTo>
                  <a:pt x="434523" y="46628"/>
                </a:lnTo>
                <a:lnTo>
                  <a:pt x="422744" y="46628"/>
                </a:lnTo>
                <a:lnTo>
                  <a:pt x="422744" y="44023"/>
                </a:lnTo>
                <a:cubicBezTo>
                  <a:pt x="425722" y="42838"/>
                  <a:pt x="428769" y="40833"/>
                  <a:pt x="431883" y="38007"/>
                </a:cubicBezTo>
                <a:cubicBezTo>
                  <a:pt x="434996" y="35181"/>
                  <a:pt x="437772" y="31812"/>
                  <a:pt x="440209" y="27901"/>
                </a:cubicBezTo>
                <a:cubicBezTo>
                  <a:pt x="441454" y="25836"/>
                  <a:pt x="443187" y="22060"/>
                  <a:pt x="445408" y="16571"/>
                </a:cubicBezTo>
                <a:lnTo>
                  <a:pt x="447926" y="16571"/>
                </a:lnTo>
                <a:close/>
                <a:moveTo>
                  <a:pt x="485008" y="69210"/>
                </a:moveTo>
                <a:cubicBezTo>
                  <a:pt x="484953" y="80207"/>
                  <a:pt x="487634" y="88832"/>
                  <a:pt x="493050" y="95086"/>
                </a:cubicBezTo>
                <a:cubicBezTo>
                  <a:pt x="498465" y="101339"/>
                  <a:pt x="504828" y="104465"/>
                  <a:pt x="512139" y="104465"/>
                </a:cubicBezTo>
                <a:cubicBezTo>
                  <a:pt x="517013" y="104465"/>
                  <a:pt x="521251" y="103119"/>
                  <a:pt x="524852" y="100427"/>
                </a:cubicBezTo>
                <a:cubicBezTo>
                  <a:pt x="528454" y="97734"/>
                  <a:pt x="531473" y="93123"/>
                  <a:pt x="533910" y="86594"/>
                </a:cubicBezTo>
                <a:lnTo>
                  <a:pt x="536428" y="88226"/>
                </a:lnTo>
                <a:cubicBezTo>
                  <a:pt x="535291" y="95685"/>
                  <a:pt x="531987" y="102476"/>
                  <a:pt x="526517" y="108601"/>
                </a:cubicBezTo>
                <a:cubicBezTo>
                  <a:pt x="521048" y="114725"/>
                  <a:pt x="514197" y="117788"/>
                  <a:pt x="505966" y="117788"/>
                </a:cubicBezTo>
                <a:cubicBezTo>
                  <a:pt x="497030" y="117788"/>
                  <a:pt x="489381" y="114316"/>
                  <a:pt x="483017" y="107372"/>
                </a:cubicBezTo>
                <a:cubicBezTo>
                  <a:pt x="476654" y="100427"/>
                  <a:pt x="473472" y="91090"/>
                  <a:pt x="473472" y="79362"/>
                </a:cubicBezTo>
                <a:cubicBezTo>
                  <a:pt x="473472" y="66663"/>
                  <a:pt x="476735" y="56760"/>
                  <a:pt x="483261" y="49654"/>
                </a:cubicBezTo>
                <a:cubicBezTo>
                  <a:pt x="489787" y="42546"/>
                  <a:pt x="497978" y="38992"/>
                  <a:pt x="507834" y="38992"/>
                </a:cubicBezTo>
                <a:cubicBezTo>
                  <a:pt x="516174" y="38992"/>
                  <a:pt x="523024" y="41733"/>
                  <a:pt x="528386" y="47217"/>
                </a:cubicBezTo>
                <a:cubicBezTo>
                  <a:pt x="533747" y="52698"/>
                  <a:pt x="536428" y="60029"/>
                  <a:pt x="536428" y="69210"/>
                </a:cubicBezTo>
                <a:lnTo>
                  <a:pt x="485008" y="69210"/>
                </a:lnTo>
                <a:moveTo>
                  <a:pt x="485008" y="64499"/>
                </a:moveTo>
                <a:lnTo>
                  <a:pt x="519450" y="64499"/>
                </a:lnTo>
                <a:cubicBezTo>
                  <a:pt x="519179" y="59772"/>
                  <a:pt x="518611" y="56442"/>
                  <a:pt x="517744" y="54510"/>
                </a:cubicBezTo>
                <a:cubicBezTo>
                  <a:pt x="516390" y="51501"/>
                  <a:pt x="514373" y="49137"/>
                  <a:pt x="511692" y="47420"/>
                </a:cubicBezTo>
                <a:cubicBezTo>
                  <a:pt x="509012" y="45700"/>
                  <a:pt x="506209" y="44841"/>
                  <a:pt x="503285" y="44841"/>
                </a:cubicBezTo>
                <a:cubicBezTo>
                  <a:pt x="498790" y="44841"/>
                  <a:pt x="494769" y="46573"/>
                  <a:pt x="491222" y="50037"/>
                </a:cubicBezTo>
                <a:cubicBezTo>
                  <a:pt x="487675" y="53501"/>
                  <a:pt x="485603" y="58322"/>
                  <a:pt x="485008" y="644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bdb6e619d4eab"/>
          <a:stretch xmlns:a="http://schemas.openxmlformats.org/drawingml/2006/main"/>
        </p:blipFill>
        <p:spPr>
          <a:xfrm xmlns:a="http://schemas.openxmlformats.org/drawingml/2006/main">
            <a:off x="160664" y="519999"/>
            <a:ext cx="341018" cy="257103"/>
          </a:xfrm>
          <a:prstGeom xmlns:a="http://schemas.openxmlformats.org/drawingml/2006/main" prst="rect">
            <a:avLst/>
          </a:prstGeom>
        </p:spPr>
      </p:pic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A8AB4-EA65-4B14-B7D0-64331CC8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95" y="601530"/>
            <a:ext cx="1046144" cy="94668"/>
          </a:xfrm>
          <a:custGeom xmlns:a="http://schemas.openxmlformats.org/drawingml/2006/main">
            <a:pathLst>
              <a:path w="1046144" h="94668">
                <a:moveTo>
                  <a:pt x="1012496" y="53249"/>
                </a:moveTo>
                <a:lnTo>
                  <a:pt x="960369" y="83656"/>
                </a:lnTo>
                <a:lnTo>
                  <a:pt x="958936" y="84828"/>
                </a:lnTo>
                <a:lnTo>
                  <a:pt x="957929" y="86391"/>
                </a:lnTo>
                <a:lnTo>
                  <a:pt x="957456" y="88179"/>
                </a:lnTo>
                <a:lnTo>
                  <a:pt x="957562" y="90026"/>
                </a:lnTo>
                <a:lnTo>
                  <a:pt x="958237" y="91755"/>
                </a:lnTo>
                <a:lnTo>
                  <a:pt x="959410" y="93188"/>
                </a:lnTo>
                <a:lnTo>
                  <a:pt x="960973" y="94194"/>
                </a:lnTo>
                <a:lnTo>
                  <a:pt x="962761" y="94668"/>
                </a:lnTo>
                <a:lnTo>
                  <a:pt x="964608" y="94561"/>
                </a:lnTo>
                <a:lnTo>
                  <a:pt x="966337" y="93887"/>
                </a:lnTo>
                <a:lnTo>
                  <a:pt x="1046144" y="47328"/>
                </a:lnTo>
                <a:lnTo>
                  <a:pt x="966337" y="770"/>
                </a:lnTo>
                <a:lnTo>
                  <a:pt x="964608" y="95"/>
                </a:lnTo>
                <a:lnTo>
                  <a:pt x="962761" y="0"/>
                </a:lnTo>
                <a:lnTo>
                  <a:pt x="960973" y="462"/>
                </a:lnTo>
                <a:lnTo>
                  <a:pt x="959410" y="1468"/>
                </a:lnTo>
                <a:lnTo>
                  <a:pt x="958237" y="2901"/>
                </a:lnTo>
                <a:lnTo>
                  <a:pt x="957562" y="4630"/>
                </a:lnTo>
                <a:lnTo>
                  <a:pt x="957456" y="6477"/>
                </a:lnTo>
                <a:lnTo>
                  <a:pt x="957929" y="8265"/>
                </a:lnTo>
                <a:lnTo>
                  <a:pt x="958936" y="9828"/>
                </a:lnTo>
                <a:lnTo>
                  <a:pt x="960369" y="11000"/>
                </a:lnTo>
                <a:lnTo>
                  <a:pt x="1012496" y="41408"/>
                </a:lnTo>
                <a:lnTo>
                  <a:pt x="33648" y="41408"/>
                </a:lnTo>
                <a:lnTo>
                  <a:pt x="85776" y="11000"/>
                </a:lnTo>
                <a:lnTo>
                  <a:pt x="87220" y="9828"/>
                </a:lnTo>
                <a:lnTo>
                  <a:pt x="88215" y="8265"/>
                </a:lnTo>
                <a:lnTo>
                  <a:pt x="88688" y="6477"/>
                </a:lnTo>
                <a:lnTo>
                  <a:pt x="88582" y="4630"/>
                </a:lnTo>
                <a:lnTo>
                  <a:pt x="87907" y="2901"/>
                </a:lnTo>
                <a:lnTo>
                  <a:pt x="86735" y="1468"/>
                </a:lnTo>
                <a:lnTo>
                  <a:pt x="85183" y="462"/>
                </a:lnTo>
                <a:lnTo>
                  <a:pt x="83396" y="0"/>
                </a:lnTo>
                <a:lnTo>
                  <a:pt x="81536" y="95"/>
                </a:lnTo>
                <a:lnTo>
                  <a:pt x="79820" y="770"/>
                </a:lnTo>
                <a:lnTo>
                  <a:pt x="0" y="47328"/>
                </a:lnTo>
                <a:lnTo>
                  <a:pt x="79820" y="93887"/>
                </a:lnTo>
                <a:lnTo>
                  <a:pt x="81536" y="94561"/>
                </a:lnTo>
                <a:lnTo>
                  <a:pt x="83396" y="94668"/>
                </a:lnTo>
                <a:lnTo>
                  <a:pt x="85183" y="94194"/>
                </a:lnTo>
                <a:lnTo>
                  <a:pt x="86735" y="93188"/>
                </a:lnTo>
                <a:lnTo>
                  <a:pt x="87907" y="91755"/>
                </a:lnTo>
                <a:lnTo>
                  <a:pt x="88582" y="90026"/>
                </a:lnTo>
                <a:lnTo>
                  <a:pt x="88688" y="88179"/>
                </a:lnTo>
                <a:lnTo>
                  <a:pt x="88215" y="86391"/>
                </a:lnTo>
                <a:lnTo>
                  <a:pt x="87220" y="84828"/>
                </a:lnTo>
                <a:lnTo>
                  <a:pt x="85776" y="83656"/>
                </a:lnTo>
                <a:lnTo>
                  <a:pt x="33648" y="53249"/>
                </a:lnTo>
                <a:lnTo>
                  <a:pt x="1012496" y="53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⑥">
            <a:extLst xmlns:a="http://schemas.openxmlformats.org/drawingml/2006/main">
              <a:ext uri="{FF2B5EF4-FFF2-40B4-BE49-F238E27FC236}">
                <a16:creationId xmlns:a16="http://schemas.microsoft.com/office/drawing/2014/main" id="{BBBFED7E-3BBA-4594-9F2C-243645F0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455" y="437857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Internet">
            <a:extLst xmlns:a="http://schemas.openxmlformats.org/drawingml/2006/main">
              <a:ext uri="{FF2B5EF4-FFF2-40B4-BE49-F238E27FC236}">
                <a16:creationId xmlns:a16="http://schemas.microsoft.com/office/drawing/2014/main" id="{CFEB4F46-83A6-4F8C-AC47-5EC2AF9B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88" y="450149"/>
            <a:ext cx="511222" cy="112426"/>
          </a:xfrm>
          <a:custGeom xmlns:a="http://schemas.openxmlformats.org/drawingml/2006/main">
            <a:pathLst>
              <a:path w="511222" h="112426">
                <a:moveTo>
                  <a:pt x="42569" y="107051"/>
                </a:moveTo>
                <a:lnTo>
                  <a:pt x="42247" y="107035"/>
                </a:lnTo>
                <a:lnTo>
                  <a:pt x="41927" y="107011"/>
                </a:lnTo>
                <a:lnTo>
                  <a:pt x="41609" y="106981"/>
                </a:lnTo>
                <a:lnTo>
                  <a:pt x="41292" y="106944"/>
                </a:lnTo>
                <a:lnTo>
                  <a:pt x="40976" y="106900"/>
                </a:lnTo>
                <a:lnTo>
                  <a:pt x="40662" y="106849"/>
                </a:lnTo>
                <a:lnTo>
                  <a:pt x="40349" y="106792"/>
                </a:lnTo>
                <a:lnTo>
                  <a:pt x="40037" y="106728"/>
                </a:lnTo>
                <a:lnTo>
                  <a:pt x="39727" y="106657"/>
                </a:lnTo>
                <a:lnTo>
                  <a:pt x="39418" y="106580"/>
                </a:lnTo>
                <a:lnTo>
                  <a:pt x="39111" y="106496"/>
                </a:lnTo>
                <a:lnTo>
                  <a:pt x="38805" y="106405"/>
                </a:lnTo>
                <a:lnTo>
                  <a:pt x="38501" y="106307"/>
                </a:lnTo>
                <a:lnTo>
                  <a:pt x="38197" y="106203"/>
                </a:lnTo>
                <a:lnTo>
                  <a:pt x="37896" y="106092"/>
                </a:lnTo>
                <a:lnTo>
                  <a:pt x="37596" y="105974"/>
                </a:lnTo>
                <a:lnTo>
                  <a:pt x="37297" y="105849"/>
                </a:lnTo>
                <a:lnTo>
                  <a:pt x="36999" y="105718"/>
                </a:lnTo>
                <a:lnTo>
                  <a:pt x="36703" y="105580"/>
                </a:lnTo>
                <a:lnTo>
                  <a:pt x="36409" y="105435"/>
                </a:lnTo>
                <a:lnTo>
                  <a:pt x="36115" y="105284"/>
                </a:lnTo>
                <a:lnTo>
                  <a:pt x="35824" y="105125"/>
                </a:lnTo>
                <a:lnTo>
                  <a:pt x="35610" y="105003"/>
                </a:lnTo>
                <a:lnTo>
                  <a:pt x="35403" y="104879"/>
                </a:lnTo>
                <a:lnTo>
                  <a:pt x="35202" y="104753"/>
                </a:lnTo>
                <a:lnTo>
                  <a:pt x="35007" y="104625"/>
                </a:lnTo>
                <a:lnTo>
                  <a:pt x="34818" y="104495"/>
                </a:lnTo>
                <a:lnTo>
                  <a:pt x="34636" y="104363"/>
                </a:lnTo>
                <a:lnTo>
                  <a:pt x="34459" y="104229"/>
                </a:lnTo>
                <a:lnTo>
                  <a:pt x="34289" y="104093"/>
                </a:lnTo>
                <a:lnTo>
                  <a:pt x="34125" y="103955"/>
                </a:lnTo>
                <a:lnTo>
                  <a:pt x="33968" y="103815"/>
                </a:lnTo>
                <a:lnTo>
                  <a:pt x="33816" y="103673"/>
                </a:lnTo>
                <a:lnTo>
                  <a:pt x="33671" y="103529"/>
                </a:lnTo>
                <a:lnTo>
                  <a:pt x="33532" y="103384"/>
                </a:lnTo>
                <a:lnTo>
                  <a:pt x="33399" y="103236"/>
                </a:lnTo>
                <a:lnTo>
                  <a:pt x="33272" y="103086"/>
                </a:lnTo>
                <a:lnTo>
                  <a:pt x="33152" y="102934"/>
                </a:lnTo>
                <a:lnTo>
                  <a:pt x="33038" y="102781"/>
                </a:lnTo>
                <a:lnTo>
                  <a:pt x="32930" y="102625"/>
                </a:lnTo>
                <a:lnTo>
                  <a:pt x="32828" y="102468"/>
                </a:lnTo>
                <a:lnTo>
                  <a:pt x="32732" y="102308"/>
                </a:lnTo>
                <a:lnTo>
                  <a:pt x="32643" y="102146"/>
                </a:lnTo>
                <a:lnTo>
                  <a:pt x="32560" y="101983"/>
                </a:lnTo>
                <a:lnTo>
                  <a:pt x="32483" y="101818"/>
                </a:lnTo>
                <a:lnTo>
                  <a:pt x="32412" y="101650"/>
                </a:lnTo>
                <a:lnTo>
                  <a:pt x="32326" y="101418"/>
                </a:lnTo>
                <a:lnTo>
                  <a:pt x="32243" y="101166"/>
                </a:lnTo>
                <a:lnTo>
                  <a:pt x="32164" y="100895"/>
                </a:lnTo>
                <a:lnTo>
                  <a:pt x="32089" y="100604"/>
                </a:lnTo>
                <a:lnTo>
                  <a:pt x="32018" y="100293"/>
                </a:lnTo>
                <a:lnTo>
                  <a:pt x="31950" y="99963"/>
                </a:lnTo>
                <a:lnTo>
                  <a:pt x="31886" y="99612"/>
                </a:lnTo>
                <a:lnTo>
                  <a:pt x="31825" y="99243"/>
                </a:lnTo>
                <a:lnTo>
                  <a:pt x="31768" y="98853"/>
                </a:lnTo>
                <a:lnTo>
                  <a:pt x="31715" y="98444"/>
                </a:lnTo>
                <a:lnTo>
                  <a:pt x="31666" y="98016"/>
                </a:lnTo>
                <a:lnTo>
                  <a:pt x="31620" y="97568"/>
                </a:lnTo>
                <a:lnTo>
                  <a:pt x="31578" y="97100"/>
                </a:lnTo>
                <a:lnTo>
                  <a:pt x="31539" y="96612"/>
                </a:lnTo>
                <a:lnTo>
                  <a:pt x="31504" y="96105"/>
                </a:lnTo>
                <a:lnTo>
                  <a:pt x="31473" y="95578"/>
                </a:lnTo>
                <a:lnTo>
                  <a:pt x="31446" y="95031"/>
                </a:lnTo>
                <a:lnTo>
                  <a:pt x="31422" y="94465"/>
                </a:lnTo>
                <a:lnTo>
                  <a:pt x="31402" y="93880"/>
                </a:lnTo>
                <a:lnTo>
                  <a:pt x="31385" y="93274"/>
                </a:lnTo>
                <a:lnTo>
                  <a:pt x="31372" y="92649"/>
                </a:lnTo>
                <a:lnTo>
                  <a:pt x="31363" y="92004"/>
                </a:lnTo>
                <a:lnTo>
                  <a:pt x="31358" y="91340"/>
                </a:lnTo>
                <a:lnTo>
                  <a:pt x="31356" y="90656"/>
                </a:lnTo>
                <a:lnTo>
                  <a:pt x="31356" y="19496"/>
                </a:lnTo>
                <a:lnTo>
                  <a:pt x="31359" y="18687"/>
                </a:lnTo>
                <a:lnTo>
                  <a:pt x="31370" y="17903"/>
                </a:lnTo>
                <a:lnTo>
                  <a:pt x="31388" y="17144"/>
                </a:lnTo>
                <a:lnTo>
                  <a:pt x="31412" y="16411"/>
                </a:lnTo>
                <a:lnTo>
                  <a:pt x="31444" y="15702"/>
                </a:lnTo>
                <a:lnTo>
                  <a:pt x="31483" y="15019"/>
                </a:lnTo>
                <a:lnTo>
                  <a:pt x="31529" y="14362"/>
                </a:lnTo>
                <a:lnTo>
                  <a:pt x="31582" y="13729"/>
                </a:lnTo>
                <a:lnTo>
                  <a:pt x="31641" y="13122"/>
                </a:lnTo>
                <a:lnTo>
                  <a:pt x="31708" y="12540"/>
                </a:lnTo>
                <a:lnTo>
                  <a:pt x="31782" y="11984"/>
                </a:lnTo>
                <a:lnTo>
                  <a:pt x="31864" y="11453"/>
                </a:lnTo>
                <a:lnTo>
                  <a:pt x="31952" y="10946"/>
                </a:lnTo>
                <a:lnTo>
                  <a:pt x="32047" y="10466"/>
                </a:lnTo>
                <a:lnTo>
                  <a:pt x="32149" y="10010"/>
                </a:lnTo>
                <a:lnTo>
                  <a:pt x="32258" y="9580"/>
                </a:lnTo>
                <a:lnTo>
                  <a:pt x="32375" y="9175"/>
                </a:lnTo>
                <a:lnTo>
                  <a:pt x="32498" y="8795"/>
                </a:lnTo>
                <a:lnTo>
                  <a:pt x="32629" y="8441"/>
                </a:lnTo>
                <a:lnTo>
                  <a:pt x="32766" y="8111"/>
                </a:lnTo>
                <a:lnTo>
                  <a:pt x="32911" y="7807"/>
                </a:lnTo>
                <a:lnTo>
                  <a:pt x="33062" y="7529"/>
                </a:lnTo>
                <a:lnTo>
                  <a:pt x="33221" y="7275"/>
                </a:lnTo>
                <a:lnTo>
                  <a:pt x="33387" y="7047"/>
                </a:lnTo>
                <a:lnTo>
                  <a:pt x="33650" y="6724"/>
                </a:lnTo>
                <a:lnTo>
                  <a:pt x="33927" y="6414"/>
                </a:lnTo>
                <a:lnTo>
                  <a:pt x="34216" y="6119"/>
                </a:lnTo>
                <a:lnTo>
                  <a:pt x="34517" y="5837"/>
                </a:lnTo>
                <a:lnTo>
                  <a:pt x="34832" y="5569"/>
                </a:lnTo>
                <a:lnTo>
                  <a:pt x="35159" y="5314"/>
                </a:lnTo>
                <a:lnTo>
                  <a:pt x="35498" y="5074"/>
                </a:lnTo>
                <a:lnTo>
                  <a:pt x="35851" y="4847"/>
                </a:lnTo>
                <a:lnTo>
                  <a:pt x="36216" y="4634"/>
                </a:lnTo>
                <a:lnTo>
                  <a:pt x="36594" y="4434"/>
                </a:lnTo>
                <a:lnTo>
                  <a:pt x="36984" y="4249"/>
                </a:lnTo>
                <a:lnTo>
                  <a:pt x="37387" y="4077"/>
                </a:lnTo>
                <a:lnTo>
                  <a:pt x="37803" y="3919"/>
                </a:lnTo>
                <a:lnTo>
                  <a:pt x="38232" y="3774"/>
                </a:lnTo>
                <a:lnTo>
                  <a:pt x="38673" y="3644"/>
                </a:lnTo>
                <a:lnTo>
                  <a:pt x="39127" y="3527"/>
                </a:lnTo>
                <a:lnTo>
                  <a:pt x="39594" y="3424"/>
                </a:lnTo>
                <a:lnTo>
                  <a:pt x="40073" y="3334"/>
                </a:lnTo>
                <a:lnTo>
                  <a:pt x="40565" y="3259"/>
                </a:lnTo>
                <a:lnTo>
                  <a:pt x="41070" y="3197"/>
                </a:lnTo>
                <a:lnTo>
                  <a:pt x="41587" y="3149"/>
                </a:lnTo>
                <a:lnTo>
                  <a:pt x="42118" y="3114"/>
                </a:lnTo>
                <a:lnTo>
                  <a:pt x="42660" y="3094"/>
                </a:lnTo>
                <a:lnTo>
                  <a:pt x="43216" y="3087"/>
                </a:lnTo>
                <a:lnTo>
                  <a:pt x="47196" y="3087"/>
                </a:lnTo>
                <a:lnTo>
                  <a:pt x="47196" y="0"/>
                </a:lnTo>
                <a:lnTo>
                  <a:pt x="0" y="0"/>
                </a:lnTo>
                <a:lnTo>
                  <a:pt x="0" y="3087"/>
                </a:lnTo>
                <a:lnTo>
                  <a:pt x="3899" y="3087"/>
                </a:lnTo>
                <a:lnTo>
                  <a:pt x="4224" y="3090"/>
                </a:lnTo>
                <a:lnTo>
                  <a:pt x="4547" y="3100"/>
                </a:lnTo>
                <a:lnTo>
                  <a:pt x="4869" y="3117"/>
                </a:lnTo>
                <a:lnTo>
                  <a:pt x="5190" y="3141"/>
                </a:lnTo>
                <a:lnTo>
                  <a:pt x="5510" y="3171"/>
                </a:lnTo>
                <a:lnTo>
                  <a:pt x="5828" y="3208"/>
                </a:lnTo>
                <a:lnTo>
                  <a:pt x="6146" y="3252"/>
                </a:lnTo>
                <a:lnTo>
                  <a:pt x="6463" y="3302"/>
                </a:lnTo>
                <a:lnTo>
                  <a:pt x="6778" y="3360"/>
                </a:lnTo>
                <a:lnTo>
                  <a:pt x="7092" y="3424"/>
                </a:lnTo>
                <a:lnTo>
                  <a:pt x="7405" y="3494"/>
                </a:lnTo>
                <a:lnTo>
                  <a:pt x="7717" y="3572"/>
                </a:lnTo>
                <a:lnTo>
                  <a:pt x="8028" y="3656"/>
                </a:lnTo>
                <a:lnTo>
                  <a:pt x="8338" y="3747"/>
                </a:lnTo>
                <a:lnTo>
                  <a:pt x="8646" y="3844"/>
                </a:lnTo>
                <a:lnTo>
                  <a:pt x="8954" y="3949"/>
                </a:lnTo>
                <a:lnTo>
                  <a:pt x="9260" y="4060"/>
                </a:lnTo>
                <a:lnTo>
                  <a:pt x="9565" y="4178"/>
                </a:lnTo>
                <a:lnTo>
                  <a:pt x="9869" y="4302"/>
                </a:lnTo>
                <a:lnTo>
                  <a:pt x="10172" y="4434"/>
                </a:lnTo>
                <a:lnTo>
                  <a:pt x="10474" y="4572"/>
                </a:lnTo>
                <a:lnTo>
                  <a:pt x="10775" y="4717"/>
                </a:lnTo>
                <a:lnTo>
                  <a:pt x="11074" y="4868"/>
                </a:lnTo>
                <a:lnTo>
                  <a:pt x="11373" y="5026"/>
                </a:lnTo>
                <a:lnTo>
                  <a:pt x="11579" y="5148"/>
                </a:lnTo>
                <a:lnTo>
                  <a:pt x="11780" y="5273"/>
                </a:lnTo>
                <a:lnTo>
                  <a:pt x="11975" y="5399"/>
                </a:lnTo>
                <a:lnTo>
                  <a:pt x="12165" y="5527"/>
                </a:lnTo>
                <a:lnTo>
                  <a:pt x="12348" y="5657"/>
                </a:lnTo>
                <a:lnTo>
                  <a:pt x="12525" y="5789"/>
                </a:lnTo>
                <a:lnTo>
                  <a:pt x="12696" y="5923"/>
                </a:lnTo>
                <a:lnTo>
                  <a:pt x="12862" y="6059"/>
                </a:lnTo>
                <a:lnTo>
                  <a:pt x="13021" y="6197"/>
                </a:lnTo>
                <a:lnTo>
                  <a:pt x="13175" y="6337"/>
                </a:lnTo>
                <a:lnTo>
                  <a:pt x="13323" y="6479"/>
                </a:lnTo>
                <a:lnTo>
                  <a:pt x="13464" y="6622"/>
                </a:lnTo>
                <a:lnTo>
                  <a:pt x="13600" y="6768"/>
                </a:lnTo>
                <a:lnTo>
                  <a:pt x="13730" y="6916"/>
                </a:lnTo>
                <a:lnTo>
                  <a:pt x="13854" y="7066"/>
                </a:lnTo>
                <a:lnTo>
                  <a:pt x="13972" y="7217"/>
                </a:lnTo>
                <a:lnTo>
                  <a:pt x="14084" y="7371"/>
                </a:lnTo>
                <a:lnTo>
                  <a:pt x="14190" y="7527"/>
                </a:lnTo>
                <a:lnTo>
                  <a:pt x="14291" y="7684"/>
                </a:lnTo>
                <a:lnTo>
                  <a:pt x="14385" y="7844"/>
                </a:lnTo>
                <a:lnTo>
                  <a:pt x="14473" y="8005"/>
                </a:lnTo>
                <a:lnTo>
                  <a:pt x="14556" y="8169"/>
                </a:lnTo>
                <a:lnTo>
                  <a:pt x="14632" y="8334"/>
                </a:lnTo>
                <a:lnTo>
                  <a:pt x="14703" y="8502"/>
                </a:lnTo>
                <a:lnTo>
                  <a:pt x="14789" y="8734"/>
                </a:lnTo>
                <a:lnTo>
                  <a:pt x="14872" y="8985"/>
                </a:lnTo>
                <a:lnTo>
                  <a:pt x="14951" y="9257"/>
                </a:lnTo>
                <a:lnTo>
                  <a:pt x="15026" y="9548"/>
                </a:lnTo>
                <a:lnTo>
                  <a:pt x="15097" y="9859"/>
                </a:lnTo>
                <a:lnTo>
                  <a:pt x="15165" y="10189"/>
                </a:lnTo>
                <a:lnTo>
                  <a:pt x="15229" y="10539"/>
                </a:lnTo>
                <a:lnTo>
                  <a:pt x="15290" y="10909"/>
                </a:lnTo>
                <a:lnTo>
                  <a:pt x="15347" y="11298"/>
                </a:lnTo>
                <a:lnTo>
                  <a:pt x="15400" y="11707"/>
                </a:lnTo>
                <a:lnTo>
                  <a:pt x="15449" y="12136"/>
                </a:lnTo>
                <a:lnTo>
                  <a:pt x="15495" y="12584"/>
                </a:lnTo>
                <a:lnTo>
                  <a:pt x="15537" y="13052"/>
                </a:lnTo>
                <a:lnTo>
                  <a:pt x="15576" y="13540"/>
                </a:lnTo>
                <a:lnTo>
                  <a:pt x="15611" y="14047"/>
                </a:lnTo>
                <a:lnTo>
                  <a:pt x="15642" y="14574"/>
                </a:lnTo>
                <a:lnTo>
                  <a:pt x="15669" y="15120"/>
                </a:lnTo>
                <a:lnTo>
                  <a:pt x="15693" y="15686"/>
                </a:lnTo>
                <a:lnTo>
                  <a:pt x="15713" y="16272"/>
                </a:lnTo>
                <a:lnTo>
                  <a:pt x="15730" y="16878"/>
                </a:lnTo>
                <a:lnTo>
                  <a:pt x="15743" y="17503"/>
                </a:lnTo>
                <a:lnTo>
                  <a:pt x="15752" y="18147"/>
                </a:lnTo>
                <a:lnTo>
                  <a:pt x="15757" y="18812"/>
                </a:lnTo>
                <a:lnTo>
                  <a:pt x="15759" y="19496"/>
                </a:lnTo>
                <a:lnTo>
                  <a:pt x="15759" y="90656"/>
                </a:lnTo>
                <a:lnTo>
                  <a:pt x="15756" y="91465"/>
                </a:lnTo>
                <a:lnTo>
                  <a:pt x="15746" y="92249"/>
                </a:lnTo>
                <a:lnTo>
                  <a:pt x="15729" y="93008"/>
                </a:lnTo>
                <a:lnTo>
                  <a:pt x="15705" y="93741"/>
                </a:lnTo>
                <a:lnTo>
                  <a:pt x="15675" y="94449"/>
                </a:lnTo>
                <a:lnTo>
                  <a:pt x="15637" y="95132"/>
                </a:lnTo>
                <a:lnTo>
                  <a:pt x="15593" y="95790"/>
                </a:lnTo>
                <a:lnTo>
                  <a:pt x="15543" y="96422"/>
                </a:lnTo>
                <a:lnTo>
                  <a:pt x="15485" y="97029"/>
                </a:lnTo>
                <a:lnTo>
                  <a:pt x="15421" y="97611"/>
                </a:lnTo>
                <a:lnTo>
                  <a:pt x="15350" y="98168"/>
                </a:lnTo>
                <a:lnTo>
                  <a:pt x="15272" y="98699"/>
                </a:lnTo>
                <a:lnTo>
                  <a:pt x="15187" y="99205"/>
                </a:lnTo>
                <a:lnTo>
                  <a:pt x="15096" y="99686"/>
                </a:lnTo>
                <a:lnTo>
                  <a:pt x="14998" y="100142"/>
                </a:lnTo>
                <a:lnTo>
                  <a:pt x="14893" y="100572"/>
                </a:lnTo>
                <a:lnTo>
                  <a:pt x="14781" y="100977"/>
                </a:lnTo>
                <a:lnTo>
                  <a:pt x="14663" y="101357"/>
                </a:lnTo>
                <a:lnTo>
                  <a:pt x="14537" y="101711"/>
                </a:lnTo>
                <a:lnTo>
                  <a:pt x="14405" y="102040"/>
                </a:lnTo>
                <a:lnTo>
                  <a:pt x="14267" y="102344"/>
                </a:lnTo>
                <a:lnTo>
                  <a:pt x="14121" y="102623"/>
                </a:lnTo>
                <a:lnTo>
                  <a:pt x="13969" y="102877"/>
                </a:lnTo>
                <a:lnTo>
                  <a:pt x="13810" y="103105"/>
                </a:lnTo>
                <a:lnTo>
                  <a:pt x="13546" y="103428"/>
                </a:lnTo>
                <a:lnTo>
                  <a:pt x="13269" y="103737"/>
                </a:lnTo>
                <a:lnTo>
                  <a:pt x="12979" y="104033"/>
                </a:lnTo>
                <a:lnTo>
                  <a:pt x="12677" y="104315"/>
                </a:lnTo>
                <a:lnTo>
                  <a:pt x="12361" y="104583"/>
                </a:lnTo>
                <a:lnTo>
                  <a:pt x="12033" y="104837"/>
                </a:lnTo>
                <a:lnTo>
                  <a:pt x="11691" y="105078"/>
                </a:lnTo>
                <a:lnTo>
                  <a:pt x="11336" y="105305"/>
                </a:lnTo>
                <a:lnTo>
                  <a:pt x="10969" y="105518"/>
                </a:lnTo>
                <a:lnTo>
                  <a:pt x="10588" y="105717"/>
                </a:lnTo>
                <a:lnTo>
                  <a:pt x="10195" y="105903"/>
                </a:lnTo>
                <a:lnTo>
                  <a:pt x="9789" y="106075"/>
                </a:lnTo>
                <a:lnTo>
                  <a:pt x="9369" y="106233"/>
                </a:lnTo>
                <a:lnTo>
                  <a:pt x="8937" y="106377"/>
                </a:lnTo>
                <a:lnTo>
                  <a:pt x="8491" y="106508"/>
                </a:lnTo>
                <a:lnTo>
                  <a:pt x="8033" y="106625"/>
                </a:lnTo>
                <a:lnTo>
                  <a:pt x="7562" y="106728"/>
                </a:lnTo>
                <a:lnTo>
                  <a:pt x="7077" y="106817"/>
                </a:lnTo>
                <a:lnTo>
                  <a:pt x="6580" y="106893"/>
                </a:lnTo>
                <a:lnTo>
                  <a:pt x="6070" y="106955"/>
                </a:lnTo>
                <a:lnTo>
                  <a:pt x="5547" y="107003"/>
                </a:lnTo>
                <a:lnTo>
                  <a:pt x="5010" y="107037"/>
                </a:lnTo>
                <a:lnTo>
                  <a:pt x="4461" y="107058"/>
                </a:lnTo>
                <a:lnTo>
                  <a:pt x="3899" y="107065"/>
                </a:lnTo>
                <a:lnTo>
                  <a:pt x="0" y="107065"/>
                </a:lnTo>
                <a:lnTo>
                  <a:pt x="0" y="110152"/>
                </a:lnTo>
                <a:lnTo>
                  <a:pt x="47196" y="110152"/>
                </a:lnTo>
                <a:lnTo>
                  <a:pt x="47196" y="107065"/>
                </a:lnTo>
                <a:lnTo>
                  <a:pt x="43216" y="107065"/>
                </a:lnTo>
                <a:lnTo>
                  <a:pt x="42892" y="107061"/>
                </a:lnTo>
                <a:lnTo>
                  <a:pt x="42569" y="107051"/>
                </a:lnTo>
                <a:close/>
                <a:moveTo>
                  <a:pt x="157547" y="12547"/>
                </a:moveTo>
                <a:lnTo>
                  <a:pt x="157282" y="13188"/>
                </a:lnTo>
                <a:lnTo>
                  <a:pt x="157023" y="13812"/>
                </a:lnTo>
                <a:lnTo>
                  <a:pt x="156768" y="14417"/>
                </a:lnTo>
                <a:lnTo>
                  <a:pt x="156518" y="15005"/>
                </a:lnTo>
                <a:lnTo>
                  <a:pt x="156274" y="15576"/>
                </a:lnTo>
                <a:lnTo>
                  <a:pt x="156034" y="16128"/>
                </a:lnTo>
                <a:lnTo>
                  <a:pt x="155800" y="16662"/>
                </a:lnTo>
                <a:lnTo>
                  <a:pt x="155571" y="17179"/>
                </a:lnTo>
                <a:lnTo>
                  <a:pt x="155346" y="17678"/>
                </a:lnTo>
                <a:lnTo>
                  <a:pt x="155127" y="18159"/>
                </a:lnTo>
                <a:lnTo>
                  <a:pt x="154913" y="18622"/>
                </a:lnTo>
                <a:lnTo>
                  <a:pt x="154704" y="19067"/>
                </a:lnTo>
                <a:lnTo>
                  <a:pt x="154500" y="19495"/>
                </a:lnTo>
                <a:lnTo>
                  <a:pt x="154301" y="19904"/>
                </a:lnTo>
                <a:lnTo>
                  <a:pt x="154108" y="20296"/>
                </a:lnTo>
                <a:lnTo>
                  <a:pt x="153919" y="20670"/>
                </a:lnTo>
                <a:lnTo>
                  <a:pt x="153735" y="21026"/>
                </a:lnTo>
                <a:lnTo>
                  <a:pt x="153557" y="21365"/>
                </a:lnTo>
                <a:lnTo>
                  <a:pt x="153383" y="21685"/>
                </a:lnTo>
                <a:lnTo>
                  <a:pt x="153215" y="21988"/>
                </a:lnTo>
                <a:lnTo>
                  <a:pt x="153052" y="22273"/>
                </a:lnTo>
                <a:lnTo>
                  <a:pt x="152893" y="22540"/>
                </a:lnTo>
                <a:lnTo>
                  <a:pt x="152587" y="23026"/>
                </a:lnTo>
                <a:lnTo>
                  <a:pt x="152277" y="23506"/>
                </a:lnTo>
                <a:lnTo>
                  <a:pt x="151964" y="23981"/>
                </a:lnTo>
                <a:lnTo>
                  <a:pt x="151647" y="24450"/>
                </a:lnTo>
                <a:lnTo>
                  <a:pt x="151326" y="24913"/>
                </a:lnTo>
                <a:lnTo>
                  <a:pt x="151002" y="25371"/>
                </a:lnTo>
                <a:lnTo>
                  <a:pt x="150675" y="25823"/>
                </a:lnTo>
                <a:lnTo>
                  <a:pt x="150344" y="26270"/>
                </a:lnTo>
                <a:lnTo>
                  <a:pt x="150009" y="26711"/>
                </a:lnTo>
                <a:lnTo>
                  <a:pt x="149671" y="27146"/>
                </a:lnTo>
                <a:lnTo>
                  <a:pt x="149329" y="27575"/>
                </a:lnTo>
                <a:lnTo>
                  <a:pt x="148984" y="27999"/>
                </a:lnTo>
                <a:lnTo>
                  <a:pt x="148635" y="28418"/>
                </a:lnTo>
                <a:lnTo>
                  <a:pt x="148283" y="28830"/>
                </a:lnTo>
                <a:lnTo>
                  <a:pt x="147927" y="29237"/>
                </a:lnTo>
                <a:lnTo>
                  <a:pt x="147568" y="29638"/>
                </a:lnTo>
                <a:lnTo>
                  <a:pt x="147205" y="30034"/>
                </a:lnTo>
                <a:lnTo>
                  <a:pt x="146839" y="30424"/>
                </a:lnTo>
                <a:lnTo>
                  <a:pt x="146469" y="30808"/>
                </a:lnTo>
                <a:lnTo>
                  <a:pt x="146096" y="31187"/>
                </a:lnTo>
                <a:lnTo>
                  <a:pt x="145719" y="31560"/>
                </a:lnTo>
                <a:lnTo>
                  <a:pt x="145338" y="31928"/>
                </a:lnTo>
                <a:lnTo>
                  <a:pt x="144955" y="32289"/>
                </a:lnTo>
                <a:lnTo>
                  <a:pt x="144567" y="32645"/>
                </a:lnTo>
                <a:lnTo>
                  <a:pt x="144178" y="32994"/>
                </a:lnTo>
                <a:lnTo>
                  <a:pt x="143790" y="33335"/>
                </a:lnTo>
                <a:lnTo>
                  <a:pt x="143402" y="33667"/>
                </a:lnTo>
                <a:lnTo>
                  <a:pt x="143016" y="33990"/>
                </a:lnTo>
                <a:lnTo>
                  <a:pt x="142630" y="34305"/>
                </a:lnTo>
                <a:lnTo>
                  <a:pt x="142244" y="34611"/>
                </a:lnTo>
                <a:lnTo>
                  <a:pt x="141860" y="34909"/>
                </a:lnTo>
                <a:lnTo>
                  <a:pt x="141476" y="35198"/>
                </a:lnTo>
                <a:lnTo>
                  <a:pt x="141092" y="35479"/>
                </a:lnTo>
                <a:lnTo>
                  <a:pt x="140710" y="35751"/>
                </a:lnTo>
                <a:lnTo>
                  <a:pt x="140328" y="36014"/>
                </a:lnTo>
                <a:lnTo>
                  <a:pt x="139947" y="36269"/>
                </a:lnTo>
                <a:lnTo>
                  <a:pt x="139566" y="36516"/>
                </a:lnTo>
                <a:lnTo>
                  <a:pt x="139187" y="36753"/>
                </a:lnTo>
                <a:lnTo>
                  <a:pt x="138808" y="36983"/>
                </a:lnTo>
                <a:lnTo>
                  <a:pt x="138429" y="37203"/>
                </a:lnTo>
                <a:lnTo>
                  <a:pt x="138052" y="37416"/>
                </a:lnTo>
                <a:lnTo>
                  <a:pt x="137675" y="37619"/>
                </a:lnTo>
                <a:lnTo>
                  <a:pt x="137299" y="37814"/>
                </a:lnTo>
                <a:lnTo>
                  <a:pt x="136923" y="38001"/>
                </a:lnTo>
                <a:lnTo>
                  <a:pt x="136548" y="38179"/>
                </a:lnTo>
                <a:lnTo>
                  <a:pt x="136174" y="38348"/>
                </a:lnTo>
                <a:lnTo>
                  <a:pt x="135801" y="38509"/>
                </a:lnTo>
                <a:lnTo>
                  <a:pt x="135428" y="38662"/>
                </a:lnTo>
                <a:lnTo>
                  <a:pt x="135428" y="41266"/>
                </a:lnTo>
                <a:lnTo>
                  <a:pt x="147207" y="41266"/>
                </a:lnTo>
                <a:lnTo>
                  <a:pt x="147207" y="91481"/>
                </a:lnTo>
                <a:lnTo>
                  <a:pt x="147210" y="92146"/>
                </a:lnTo>
                <a:lnTo>
                  <a:pt x="147219" y="92797"/>
                </a:lnTo>
                <a:lnTo>
                  <a:pt x="147234" y="93433"/>
                </a:lnTo>
                <a:lnTo>
                  <a:pt x="147254" y="94054"/>
                </a:lnTo>
                <a:lnTo>
                  <a:pt x="147281" y="94661"/>
                </a:lnTo>
                <a:lnTo>
                  <a:pt x="147314" y="95253"/>
                </a:lnTo>
                <a:lnTo>
                  <a:pt x="147352" y="95831"/>
                </a:lnTo>
                <a:lnTo>
                  <a:pt x="147397" y="96394"/>
                </a:lnTo>
                <a:lnTo>
                  <a:pt x="147447" y="96943"/>
                </a:lnTo>
                <a:lnTo>
                  <a:pt x="147503" y="97477"/>
                </a:lnTo>
                <a:lnTo>
                  <a:pt x="147565" y="97996"/>
                </a:lnTo>
                <a:lnTo>
                  <a:pt x="147634" y="98501"/>
                </a:lnTo>
                <a:lnTo>
                  <a:pt x="147708" y="98991"/>
                </a:lnTo>
                <a:lnTo>
                  <a:pt x="147788" y="99467"/>
                </a:lnTo>
                <a:lnTo>
                  <a:pt x="147873" y="99928"/>
                </a:lnTo>
                <a:lnTo>
                  <a:pt x="147965" y="100375"/>
                </a:lnTo>
                <a:lnTo>
                  <a:pt x="148063" y="100807"/>
                </a:lnTo>
                <a:lnTo>
                  <a:pt x="148167" y="101224"/>
                </a:lnTo>
                <a:lnTo>
                  <a:pt x="148276" y="101627"/>
                </a:lnTo>
                <a:lnTo>
                  <a:pt x="148392" y="102015"/>
                </a:lnTo>
                <a:lnTo>
                  <a:pt x="148513" y="102389"/>
                </a:lnTo>
                <a:lnTo>
                  <a:pt x="148641" y="102748"/>
                </a:lnTo>
                <a:lnTo>
                  <a:pt x="148774" y="103092"/>
                </a:lnTo>
                <a:lnTo>
                  <a:pt x="148913" y="103422"/>
                </a:lnTo>
                <a:lnTo>
                  <a:pt x="149058" y="103742"/>
                </a:lnTo>
                <a:lnTo>
                  <a:pt x="149210" y="104055"/>
                </a:lnTo>
                <a:lnTo>
                  <a:pt x="149369" y="104362"/>
                </a:lnTo>
                <a:lnTo>
                  <a:pt x="149534" y="104663"/>
                </a:lnTo>
                <a:lnTo>
                  <a:pt x="149705" y="104957"/>
                </a:lnTo>
                <a:lnTo>
                  <a:pt x="149883" y="105246"/>
                </a:lnTo>
                <a:lnTo>
                  <a:pt x="150067" y="105528"/>
                </a:lnTo>
                <a:lnTo>
                  <a:pt x="150258" y="105804"/>
                </a:lnTo>
                <a:lnTo>
                  <a:pt x="150455" y="106073"/>
                </a:lnTo>
                <a:lnTo>
                  <a:pt x="150659" y="106337"/>
                </a:lnTo>
                <a:lnTo>
                  <a:pt x="150869" y="106594"/>
                </a:lnTo>
                <a:lnTo>
                  <a:pt x="151086" y="106845"/>
                </a:lnTo>
                <a:lnTo>
                  <a:pt x="151309" y="107090"/>
                </a:lnTo>
                <a:lnTo>
                  <a:pt x="151539" y="107329"/>
                </a:lnTo>
                <a:lnTo>
                  <a:pt x="151775" y="107561"/>
                </a:lnTo>
                <a:lnTo>
                  <a:pt x="152018" y="107787"/>
                </a:lnTo>
                <a:lnTo>
                  <a:pt x="152267" y="108007"/>
                </a:lnTo>
                <a:lnTo>
                  <a:pt x="152523" y="108221"/>
                </a:lnTo>
                <a:lnTo>
                  <a:pt x="152785" y="108428"/>
                </a:lnTo>
                <a:lnTo>
                  <a:pt x="153054" y="108630"/>
                </a:lnTo>
                <a:lnTo>
                  <a:pt x="153329" y="108825"/>
                </a:lnTo>
                <a:lnTo>
                  <a:pt x="153610" y="109013"/>
                </a:lnTo>
                <a:lnTo>
                  <a:pt x="153899" y="109196"/>
                </a:lnTo>
                <a:lnTo>
                  <a:pt x="154193" y="109372"/>
                </a:lnTo>
                <a:lnTo>
                  <a:pt x="154491" y="109542"/>
                </a:lnTo>
                <a:lnTo>
                  <a:pt x="154790" y="109704"/>
                </a:lnTo>
                <a:lnTo>
                  <a:pt x="155089" y="109860"/>
                </a:lnTo>
                <a:lnTo>
                  <a:pt x="155389" y="110008"/>
                </a:lnTo>
                <a:lnTo>
                  <a:pt x="155689" y="110148"/>
                </a:lnTo>
                <a:lnTo>
                  <a:pt x="155990" y="110282"/>
                </a:lnTo>
                <a:lnTo>
                  <a:pt x="156292" y="110408"/>
                </a:lnTo>
                <a:lnTo>
                  <a:pt x="156594" y="110527"/>
                </a:lnTo>
                <a:lnTo>
                  <a:pt x="156897" y="110639"/>
                </a:lnTo>
                <a:lnTo>
                  <a:pt x="157200" y="110744"/>
                </a:lnTo>
                <a:lnTo>
                  <a:pt x="157504" y="110841"/>
                </a:lnTo>
                <a:lnTo>
                  <a:pt x="157808" y="110932"/>
                </a:lnTo>
                <a:lnTo>
                  <a:pt x="158113" y="111015"/>
                </a:lnTo>
                <a:lnTo>
                  <a:pt x="158418" y="111090"/>
                </a:lnTo>
                <a:lnTo>
                  <a:pt x="158724" y="111159"/>
                </a:lnTo>
                <a:lnTo>
                  <a:pt x="159031" y="111220"/>
                </a:lnTo>
                <a:lnTo>
                  <a:pt x="159338" y="111275"/>
                </a:lnTo>
                <a:lnTo>
                  <a:pt x="159646" y="111321"/>
                </a:lnTo>
                <a:lnTo>
                  <a:pt x="159954" y="111361"/>
                </a:lnTo>
                <a:lnTo>
                  <a:pt x="160263" y="111394"/>
                </a:lnTo>
                <a:lnTo>
                  <a:pt x="160572" y="111419"/>
                </a:lnTo>
                <a:lnTo>
                  <a:pt x="160882" y="111437"/>
                </a:lnTo>
                <a:lnTo>
                  <a:pt x="161193" y="111448"/>
                </a:lnTo>
                <a:lnTo>
                  <a:pt x="161504" y="111451"/>
                </a:lnTo>
                <a:lnTo>
                  <a:pt x="161964" y="111444"/>
                </a:lnTo>
                <a:lnTo>
                  <a:pt x="162422" y="111423"/>
                </a:lnTo>
                <a:lnTo>
                  <a:pt x="162880" y="111388"/>
                </a:lnTo>
                <a:lnTo>
                  <a:pt x="163336" y="111339"/>
                </a:lnTo>
                <a:lnTo>
                  <a:pt x="163792" y="111276"/>
                </a:lnTo>
                <a:lnTo>
                  <a:pt x="164246" y="111199"/>
                </a:lnTo>
                <a:lnTo>
                  <a:pt x="164699" y="111108"/>
                </a:lnTo>
                <a:lnTo>
                  <a:pt x="165151" y="111002"/>
                </a:lnTo>
                <a:lnTo>
                  <a:pt x="165601" y="110883"/>
                </a:lnTo>
                <a:lnTo>
                  <a:pt x="166051" y="110750"/>
                </a:lnTo>
                <a:lnTo>
                  <a:pt x="166499" y="110602"/>
                </a:lnTo>
                <a:lnTo>
                  <a:pt x="166947" y="110441"/>
                </a:lnTo>
                <a:lnTo>
                  <a:pt x="167393" y="110266"/>
                </a:lnTo>
                <a:lnTo>
                  <a:pt x="167838" y="110076"/>
                </a:lnTo>
                <a:lnTo>
                  <a:pt x="168282" y="109873"/>
                </a:lnTo>
                <a:lnTo>
                  <a:pt x="168725" y="109655"/>
                </a:lnTo>
                <a:lnTo>
                  <a:pt x="169166" y="109424"/>
                </a:lnTo>
                <a:lnTo>
                  <a:pt x="169607" y="109178"/>
                </a:lnTo>
                <a:lnTo>
                  <a:pt x="170046" y="108919"/>
                </a:lnTo>
                <a:lnTo>
                  <a:pt x="170485" y="108645"/>
                </a:lnTo>
                <a:lnTo>
                  <a:pt x="170922" y="108357"/>
                </a:lnTo>
                <a:lnTo>
                  <a:pt x="171358" y="108056"/>
                </a:lnTo>
                <a:lnTo>
                  <a:pt x="171793" y="107740"/>
                </a:lnTo>
                <a:lnTo>
                  <a:pt x="172227" y="107410"/>
                </a:lnTo>
                <a:lnTo>
                  <a:pt x="172656" y="107066"/>
                </a:lnTo>
                <a:lnTo>
                  <a:pt x="173077" y="106709"/>
                </a:lnTo>
                <a:lnTo>
                  <a:pt x="173490" y="106338"/>
                </a:lnTo>
                <a:lnTo>
                  <a:pt x="173894" y="105953"/>
                </a:lnTo>
                <a:lnTo>
                  <a:pt x="174291" y="105554"/>
                </a:lnTo>
                <a:lnTo>
                  <a:pt x="174679" y="105142"/>
                </a:lnTo>
                <a:lnTo>
                  <a:pt x="175059" y="104716"/>
                </a:lnTo>
                <a:lnTo>
                  <a:pt x="175431" y="104276"/>
                </a:lnTo>
                <a:lnTo>
                  <a:pt x="175795" y="103822"/>
                </a:lnTo>
                <a:lnTo>
                  <a:pt x="176150" y="103355"/>
                </a:lnTo>
                <a:lnTo>
                  <a:pt x="176498" y="102874"/>
                </a:lnTo>
                <a:lnTo>
                  <a:pt x="176837" y="102379"/>
                </a:lnTo>
                <a:lnTo>
                  <a:pt x="177168" y="101870"/>
                </a:lnTo>
                <a:lnTo>
                  <a:pt x="177491" y="101348"/>
                </a:lnTo>
                <a:lnTo>
                  <a:pt x="177805" y="100811"/>
                </a:lnTo>
                <a:lnTo>
                  <a:pt x="178112" y="100262"/>
                </a:lnTo>
                <a:lnTo>
                  <a:pt x="178410" y="99698"/>
                </a:lnTo>
                <a:lnTo>
                  <a:pt x="178700" y="99121"/>
                </a:lnTo>
                <a:lnTo>
                  <a:pt x="178982" y="98529"/>
                </a:lnTo>
                <a:lnTo>
                  <a:pt x="179256" y="97924"/>
                </a:lnTo>
                <a:lnTo>
                  <a:pt x="179521" y="97306"/>
                </a:lnTo>
                <a:lnTo>
                  <a:pt x="179779" y="96673"/>
                </a:lnTo>
                <a:lnTo>
                  <a:pt x="180028" y="96027"/>
                </a:lnTo>
                <a:lnTo>
                  <a:pt x="180269" y="95367"/>
                </a:lnTo>
                <a:lnTo>
                  <a:pt x="177101" y="95367"/>
                </a:lnTo>
                <a:lnTo>
                  <a:pt x="176984" y="95639"/>
                </a:lnTo>
                <a:lnTo>
                  <a:pt x="176863" y="95904"/>
                </a:lnTo>
                <a:lnTo>
                  <a:pt x="176738" y="96165"/>
                </a:lnTo>
                <a:lnTo>
                  <a:pt x="176609" y="96419"/>
                </a:lnTo>
                <a:lnTo>
                  <a:pt x="176476" y="96668"/>
                </a:lnTo>
                <a:lnTo>
                  <a:pt x="176339" y="96912"/>
                </a:lnTo>
                <a:lnTo>
                  <a:pt x="176198" y="97150"/>
                </a:lnTo>
                <a:lnTo>
                  <a:pt x="176054" y="97382"/>
                </a:lnTo>
                <a:lnTo>
                  <a:pt x="175905" y="97609"/>
                </a:lnTo>
                <a:lnTo>
                  <a:pt x="175753" y="97830"/>
                </a:lnTo>
                <a:lnTo>
                  <a:pt x="175596" y="98046"/>
                </a:lnTo>
                <a:lnTo>
                  <a:pt x="175435" y="98256"/>
                </a:lnTo>
                <a:lnTo>
                  <a:pt x="175271" y="98461"/>
                </a:lnTo>
                <a:lnTo>
                  <a:pt x="175103" y="98660"/>
                </a:lnTo>
                <a:lnTo>
                  <a:pt x="174930" y="98853"/>
                </a:lnTo>
                <a:lnTo>
                  <a:pt x="174754" y="99041"/>
                </a:lnTo>
                <a:lnTo>
                  <a:pt x="174574" y="99223"/>
                </a:lnTo>
                <a:lnTo>
                  <a:pt x="174390" y="99400"/>
                </a:lnTo>
                <a:lnTo>
                  <a:pt x="174201" y="99571"/>
                </a:lnTo>
                <a:lnTo>
                  <a:pt x="174009" y="99736"/>
                </a:lnTo>
                <a:lnTo>
                  <a:pt x="173813" y="99896"/>
                </a:lnTo>
                <a:lnTo>
                  <a:pt x="173613" y="100051"/>
                </a:lnTo>
                <a:lnTo>
                  <a:pt x="173409" y="100200"/>
                </a:lnTo>
                <a:lnTo>
                  <a:pt x="173202" y="100343"/>
                </a:lnTo>
                <a:lnTo>
                  <a:pt x="172991" y="100480"/>
                </a:lnTo>
                <a:lnTo>
                  <a:pt x="172781" y="100612"/>
                </a:lnTo>
                <a:lnTo>
                  <a:pt x="172569" y="100738"/>
                </a:lnTo>
                <a:lnTo>
                  <a:pt x="172358" y="100858"/>
                </a:lnTo>
                <a:lnTo>
                  <a:pt x="172145" y="100972"/>
                </a:lnTo>
                <a:lnTo>
                  <a:pt x="171932" y="101080"/>
                </a:lnTo>
                <a:lnTo>
                  <a:pt x="171719" y="101183"/>
                </a:lnTo>
                <a:lnTo>
                  <a:pt x="171505" y="101279"/>
                </a:lnTo>
                <a:lnTo>
                  <a:pt x="171290" y="101370"/>
                </a:lnTo>
                <a:lnTo>
                  <a:pt x="171075" y="101455"/>
                </a:lnTo>
                <a:lnTo>
                  <a:pt x="170859" y="101534"/>
                </a:lnTo>
                <a:lnTo>
                  <a:pt x="170643" y="101607"/>
                </a:lnTo>
                <a:lnTo>
                  <a:pt x="170426" y="101674"/>
                </a:lnTo>
                <a:lnTo>
                  <a:pt x="170208" y="101736"/>
                </a:lnTo>
                <a:lnTo>
                  <a:pt x="169990" y="101791"/>
                </a:lnTo>
                <a:lnTo>
                  <a:pt x="169772" y="101841"/>
                </a:lnTo>
                <a:lnTo>
                  <a:pt x="169553" y="101885"/>
                </a:lnTo>
                <a:lnTo>
                  <a:pt x="169333" y="101923"/>
                </a:lnTo>
                <a:lnTo>
                  <a:pt x="169113" y="101955"/>
                </a:lnTo>
                <a:lnTo>
                  <a:pt x="168892" y="101982"/>
                </a:lnTo>
                <a:lnTo>
                  <a:pt x="168670" y="102002"/>
                </a:lnTo>
                <a:lnTo>
                  <a:pt x="168448" y="102017"/>
                </a:lnTo>
                <a:lnTo>
                  <a:pt x="168226" y="102025"/>
                </a:lnTo>
                <a:lnTo>
                  <a:pt x="168003" y="102028"/>
                </a:lnTo>
                <a:lnTo>
                  <a:pt x="167734" y="102024"/>
                </a:lnTo>
                <a:lnTo>
                  <a:pt x="167469" y="102011"/>
                </a:lnTo>
                <a:lnTo>
                  <a:pt x="167209" y="101989"/>
                </a:lnTo>
                <a:lnTo>
                  <a:pt x="166952" y="101958"/>
                </a:lnTo>
                <a:lnTo>
                  <a:pt x="166700" y="101919"/>
                </a:lnTo>
                <a:lnTo>
                  <a:pt x="166452" y="101871"/>
                </a:lnTo>
                <a:lnTo>
                  <a:pt x="166207" y="101814"/>
                </a:lnTo>
                <a:lnTo>
                  <a:pt x="165967" y="101748"/>
                </a:lnTo>
                <a:lnTo>
                  <a:pt x="165731" y="101674"/>
                </a:lnTo>
                <a:lnTo>
                  <a:pt x="165499" y="101591"/>
                </a:lnTo>
                <a:lnTo>
                  <a:pt x="165272" y="101499"/>
                </a:lnTo>
                <a:lnTo>
                  <a:pt x="165048" y="101398"/>
                </a:lnTo>
                <a:lnTo>
                  <a:pt x="164828" y="101289"/>
                </a:lnTo>
                <a:lnTo>
                  <a:pt x="164613" y="101171"/>
                </a:lnTo>
                <a:lnTo>
                  <a:pt x="164401" y="101044"/>
                </a:lnTo>
                <a:lnTo>
                  <a:pt x="164194" y="100908"/>
                </a:lnTo>
                <a:lnTo>
                  <a:pt x="163990" y="100764"/>
                </a:lnTo>
                <a:lnTo>
                  <a:pt x="163791" y="100610"/>
                </a:lnTo>
                <a:lnTo>
                  <a:pt x="163596" y="100449"/>
                </a:lnTo>
                <a:lnTo>
                  <a:pt x="163405" y="100278"/>
                </a:lnTo>
                <a:lnTo>
                  <a:pt x="163218" y="100098"/>
                </a:lnTo>
                <a:lnTo>
                  <a:pt x="163035" y="99910"/>
                </a:lnTo>
                <a:lnTo>
                  <a:pt x="162857" y="99713"/>
                </a:lnTo>
                <a:lnTo>
                  <a:pt x="162682" y="99508"/>
                </a:lnTo>
                <a:lnTo>
                  <a:pt x="162513" y="99289"/>
                </a:lnTo>
                <a:lnTo>
                  <a:pt x="162351" y="99054"/>
                </a:lnTo>
                <a:lnTo>
                  <a:pt x="162196" y="98803"/>
                </a:lnTo>
                <a:lnTo>
                  <a:pt x="162049" y="98536"/>
                </a:lnTo>
                <a:lnTo>
                  <a:pt x="161909" y="98252"/>
                </a:lnTo>
                <a:lnTo>
                  <a:pt x="161776" y="97951"/>
                </a:lnTo>
                <a:lnTo>
                  <a:pt x="161650" y="97635"/>
                </a:lnTo>
                <a:lnTo>
                  <a:pt x="161531" y="97302"/>
                </a:lnTo>
                <a:lnTo>
                  <a:pt x="161420" y="96952"/>
                </a:lnTo>
                <a:lnTo>
                  <a:pt x="161315" y="96586"/>
                </a:lnTo>
                <a:lnTo>
                  <a:pt x="161218" y="96204"/>
                </a:lnTo>
                <a:lnTo>
                  <a:pt x="161128" y="95806"/>
                </a:lnTo>
                <a:lnTo>
                  <a:pt x="161046" y="95391"/>
                </a:lnTo>
                <a:lnTo>
                  <a:pt x="160970" y="94960"/>
                </a:lnTo>
                <a:lnTo>
                  <a:pt x="160902" y="94512"/>
                </a:lnTo>
                <a:lnTo>
                  <a:pt x="160841" y="94048"/>
                </a:lnTo>
                <a:lnTo>
                  <a:pt x="160787" y="93568"/>
                </a:lnTo>
                <a:lnTo>
                  <a:pt x="160740" y="93071"/>
                </a:lnTo>
                <a:lnTo>
                  <a:pt x="160700" y="92558"/>
                </a:lnTo>
                <a:lnTo>
                  <a:pt x="160668" y="92029"/>
                </a:lnTo>
                <a:lnTo>
                  <a:pt x="160643" y="91483"/>
                </a:lnTo>
                <a:lnTo>
                  <a:pt x="160625" y="90920"/>
                </a:lnTo>
                <a:lnTo>
                  <a:pt x="160614" y="90342"/>
                </a:lnTo>
                <a:lnTo>
                  <a:pt x="160611" y="89747"/>
                </a:lnTo>
                <a:lnTo>
                  <a:pt x="160611" y="41429"/>
                </a:lnTo>
                <a:lnTo>
                  <a:pt x="177994" y="41266"/>
                </a:lnTo>
                <a:lnTo>
                  <a:pt x="177994" y="35742"/>
                </a:lnTo>
                <a:lnTo>
                  <a:pt x="160611" y="35742"/>
                </a:lnTo>
                <a:lnTo>
                  <a:pt x="160611" y="11210"/>
                </a:lnTo>
                <a:lnTo>
                  <a:pt x="158092" y="11210"/>
                </a:lnTo>
                <a:lnTo>
                  <a:pt x="157817" y="11887"/>
                </a:lnTo>
                <a:lnTo>
                  <a:pt x="157547" y="12547"/>
                </a:lnTo>
                <a:close/>
                <a:moveTo>
                  <a:pt x="488501" y="12547"/>
                </a:moveTo>
                <a:lnTo>
                  <a:pt x="488236" y="13188"/>
                </a:lnTo>
                <a:lnTo>
                  <a:pt x="487976" y="13812"/>
                </a:lnTo>
                <a:lnTo>
                  <a:pt x="487721" y="14417"/>
                </a:lnTo>
                <a:lnTo>
                  <a:pt x="487472" y="15005"/>
                </a:lnTo>
                <a:lnTo>
                  <a:pt x="487227" y="15576"/>
                </a:lnTo>
                <a:lnTo>
                  <a:pt x="486988" y="16128"/>
                </a:lnTo>
                <a:lnTo>
                  <a:pt x="486753" y="16662"/>
                </a:lnTo>
                <a:lnTo>
                  <a:pt x="486524" y="17179"/>
                </a:lnTo>
                <a:lnTo>
                  <a:pt x="486300" y="17678"/>
                </a:lnTo>
                <a:lnTo>
                  <a:pt x="486081" y="18159"/>
                </a:lnTo>
                <a:lnTo>
                  <a:pt x="485866" y="18622"/>
                </a:lnTo>
                <a:lnTo>
                  <a:pt x="485657" y="19067"/>
                </a:lnTo>
                <a:lnTo>
                  <a:pt x="485453" y="19495"/>
                </a:lnTo>
                <a:lnTo>
                  <a:pt x="485255" y="19904"/>
                </a:lnTo>
                <a:lnTo>
                  <a:pt x="485061" y="20296"/>
                </a:lnTo>
                <a:lnTo>
                  <a:pt x="484872" y="20670"/>
                </a:lnTo>
                <a:lnTo>
                  <a:pt x="484689" y="21026"/>
                </a:lnTo>
                <a:lnTo>
                  <a:pt x="484510" y="21365"/>
                </a:lnTo>
                <a:lnTo>
                  <a:pt x="484337" y="21685"/>
                </a:lnTo>
                <a:lnTo>
                  <a:pt x="484168" y="21988"/>
                </a:lnTo>
                <a:lnTo>
                  <a:pt x="484005" y="22273"/>
                </a:lnTo>
                <a:lnTo>
                  <a:pt x="483847" y="22540"/>
                </a:lnTo>
                <a:lnTo>
                  <a:pt x="483540" y="23026"/>
                </a:lnTo>
                <a:lnTo>
                  <a:pt x="483230" y="23506"/>
                </a:lnTo>
                <a:lnTo>
                  <a:pt x="482917" y="23981"/>
                </a:lnTo>
                <a:lnTo>
                  <a:pt x="482600" y="24450"/>
                </a:lnTo>
                <a:lnTo>
                  <a:pt x="482279" y="24913"/>
                </a:lnTo>
                <a:lnTo>
                  <a:pt x="481955" y="25371"/>
                </a:lnTo>
                <a:lnTo>
                  <a:pt x="481628" y="25823"/>
                </a:lnTo>
                <a:lnTo>
                  <a:pt x="481297" y="26270"/>
                </a:lnTo>
                <a:lnTo>
                  <a:pt x="480962" y="26711"/>
                </a:lnTo>
                <a:lnTo>
                  <a:pt x="480624" y="27146"/>
                </a:lnTo>
                <a:lnTo>
                  <a:pt x="480282" y="27575"/>
                </a:lnTo>
                <a:lnTo>
                  <a:pt x="479937" y="27999"/>
                </a:lnTo>
                <a:lnTo>
                  <a:pt x="479589" y="28418"/>
                </a:lnTo>
                <a:lnTo>
                  <a:pt x="479236" y="28830"/>
                </a:lnTo>
                <a:lnTo>
                  <a:pt x="478881" y="29237"/>
                </a:lnTo>
                <a:lnTo>
                  <a:pt x="478521" y="29638"/>
                </a:lnTo>
                <a:lnTo>
                  <a:pt x="478159" y="30034"/>
                </a:lnTo>
                <a:lnTo>
                  <a:pt x="477792" y="30424"/>
                </a:lnTo>
                <a:lnTo>
                  <a:pt x="477422" y="30808"/>
                </a:lnTo>
                <a:lnTo>
                  <a:pt x="477049" y="31187"/>
                </a:lnTo>
                <a:lnTo>
                  <a:pt x="476672" y="31560"/>
                </a:lnTo>
                <a:lnTo>
                  <a:pt x="476292" y="31928"/>
                </a:lnTo>
                <a:lnTo>
                  <a:pt x="475908" y="32289"/>
                </a:lnTo>
                <a:lnTo>
                  <a:pt x="475520" y="32645"/>
                </a:lnTo>
                <a:lnTo>
                  <a:pt x="475131" y="32994"/>
                </a:lnTo>
                <a:lnTo>
                  <a:pt x="474743" y="33335"/>
                </a:lnTo>
                <a:lnTo>
                  <a:pt x="474356" y="33667"/>
                </a:lnTo>
                <a:lnTo>
                  <a:pt x="473969" y="33990"/>
                </a:lnTo>
                <a:lnTo>
                  <a:pt x="473583" y="34305"/>
                </a:lnTo>
                <a:lnTo>
                  <a:pt x="473197" y="34611"/>
                </a:lnTo>
                <a:lnTo>
                  <a:pt x="472813" y="34909"/>
                </a:lnTo>
                <a:lnTo>
                  <a:pt x="472429" y="35198"/>
                </a:lnTo>
                <a:lnTo>
                  <a:pt x="472046" y="35479"/>
                </a:lnTo>
                <a:lnTo>
                  <a:pt x="471663" y="35751"/>
                </a:lnTo>
                <a:lnTo>
                  <a:pt x="471281" y="36014"/>
                </a:lnTo>
                <a:lnTo>
                  <a:pt x="470900" y="36269"/>
                </a:lnTo>
                <a:lnTo>
                  <a:pt x="470520" y="36516"/>
                </a:lnTo>
                <a:lnTo>
                  <a:pt x="470140" y="36753"/>
                </a:lnTo>
                <a:lnTo>
                  <a:pt x="469761" y="36983"/>
                </a:lnTo>
                <a:lnTo>
                  <a:pt x="469383" y="37203"/>
                </a:lnTo>
                <a:lnTo>
                  <a:pt x="469005" y="37416"/>
                </a:lnTo>
                <a:lnTo>
                  <a:pt x="468628" y="37619"/>
                </a:lnTo>
                <a:lnTo>
                  <a:pt x="468252" y="37814"/>
                </a:lnTo>
                <a:lnTo>
                  <a:pt x="467876" y="38001"/>
                </a:lnTo>
                <a:lnTo>
                  <a:pt x="467502" y="38179"/>
                </a:lnTo>
                <a:lnTo>
                  <a:pt x="467128" y="38348"/>
                </a:lnTo>
                <a:lnTo>
                  <a:pt x="466754" y="38509"/>
                </a:lnTo>
                <a:lnTo>
                  <a:pt x="466382" y="38662"/>
                </a:lnTo>
                <a:lnTo>
                  <a:pt x="466382" y="41266"/>
                </a:lnTo>
                <a:lnTo>
                  <a:pt x="478160" y="41266"/>
                </a:lnTo>
                <a:lnTo>
                  <a:pt x="478160" y="91481"/>
                </a:lnTo>
                <a:lnTo>
                  <a:pt x="478163" y="92146"/>
                </a:lnTo>
                <a:lnTo>
                  <a:pt x="478172" y="92797"/>
                </a:lnTo>
                <a:lnTo>
                  <a:pt x="478187" y="93433"/>
                </a:lnTo>
                <a:lnTo>
                  <a:pt x="478208" y="94054"/>
                </a:lnTo>
                <a:lnTo>
                  <a:pt x="478234" y="94661"/>
                </a:lnTo>
                <a:lnTo>
                  <a:pt x="478267" y="95253"/>
                </a:lnTo>
                <a:lnTo>
                  <a:pt x="478305" y="95831"/>
                </a:lnTo>
                <a:lnTo>
                  <a:pt x="478350" y="96394"/>
                </a:lnTo>
                <a:lnTo>
                  <a:pt x="478400" y="96943"/>
                </a:lnTo>
                <a:lnTo>
                  <a:pt x="478456" y="97477"/>
                </a:lnTo>
                <a:lnTo>
                  <a:pt x="478519" y="97996"/>
                </a:lnTo>
                <a:lnTo>
                  <a:pt x="478587" y="98501"/>
                </a:lnTo>
                <a:lnTo>
                  <a:pt x="478661" y="98991"/>
                </a:lnTo>
                <a:lnTo>
                  <a:pt x="478741" y="99467"/>
                </a:lnTo>
                <a:lnTo>
                  <a:pt x="478827" y="99928"/>
                </a:lnTo>
                <a:lnTo>
                  <a:pt x="478918" y="100375"/>
                </a:lnTo>
                <a:lnTo>
                  <a:pt x="479016" y="100807"/>
                </a:lnTo>
                <a:lnTo>
                  <a:pt x="479120" y="101224"/>
                </a:lnTo>
                <a:lnTo>
                  <a:pt x="479229" y="101627"/>
                </a:lnTo>
                <a:lnTo>
                  <a:pt x="479345" y="102015"/>
                </a:lnTo>
                <a:lnTo>
                  <a:pt x="479466" y="102389"/>
                </a:lnTo>
                <a:lnTo>
                  <a:pt x="479594" y="102748"/>
                </a:lnTo>
                <a:lnTo>
                  <a:pt x="479727" y="103092"/>
                </a:lnTo>
                <a:lnTo>
                  <a:pt x="479866" y="103422"/>
                </a:lnTo>
                <a:lnTo>
                  <a:pt x="480012" y="103742"/>
                </a:lnTo>
                <a:lnTo>
                  <a:pt x="480163" y="104055"/>
                </a:lnTo>
                <a:lnTo>
                  <a:pt x="480322" y="104362"/>
                </a:lnTo>
                <a:lnTo>
                  <a:pt x="480487" y="104663"/>
                </a:lnTo>
                <a:lnTo>
                  <a:pt x="480658" y="104957"/>
                </a:lnTo>
                <a:lnTo>
                  <a:pt x="480836" y="105246"/>
                </a:lnTo>
                <a:lnTo>
                  <a:pt x="481020" y="105528"/>
                </a:lnTo>
                <a:lnTo>
                  <a:pt x="481211" y="105804"/>
                </a:lnTo>
                <a:lnTo>
                  <a:pt x="481408" y="106073"/>
                </a:lnTo>
                <a:lnTo>
                  <a:pt x="481612" y="106337"/>
                </a:lnTo>
                <a:lnTo>
                  <a:pt x="481822" y="106594"/>
                </a:lnTo>
                <a:lnTo>
                  <a:pt x="482039" y="106845"/>
                </a:lnTo>
                <a:lnTo>
                  <a:pt x="482262" y="107090"/>
                </a:lnTo>
                <a:lnTo>
                  <a:pt x="482492" y="107329"/>
                </a:lnTo>
                <a:lnTo>
                  <a:pt x="482728" y="107561"/>
                </a:lnTo>
                <a:lnTo>
                  <a:pt x="482971" y="107787"/>
                </a:lnTo>
                <a:lnTo>
                  <a:pt x="483220" y="108007"/>
                </a:lnTo>
                <a:lnTo>
                  <a:pt x="483476" y="108221"/>
                </a:lnTo>
                <a:lnTo>
                  <a:pt x="483738" y="108428"/>
                </a:lnTo>
                <a:lnTo>
                  <a:pt x="484007" y="108630"/>
                </a:lnTo>
                <a:lnTo>
                  <a:pt x="484282" y="108825"/>
                </a:lnTo>
                <a:lnTo>
                  <a:pt x="484564" y="109013"/>
                </a:lnTo>
                <a:lnTo>
                  <a:pt x="484852" y="109196"/>
                </a:lnTo>
                <a:lnTo>
                  <a:pt x="485146" y="109372"/>
                </a:lnTo>
                <a:lnTo>
                  <a:pt x="485444" y="109542"/>
                </a:lnTo>
                <a:lnTo>
                  <a:pt x="485743" y="109704"/>
                </a:lnTo>
                <a:lnTo>
                  <a:pt x="486042" y="109860"/>
                </a:lnTo>
                <a:lnTo>
                  <a:pt x="486342" y="110008"/>
                </a:lnTo>
                <a:lnTo>
                  <a:pt x="486643" y="110148"/>
                </a:lnTo>
                <a:lnTo>
                  <a:pt x="486944" y="110282"/>
                </a:lnTo>
                <a:lnTo>
                  <a:pt x="487245" y="110408"/>
                </a:lnTo>
                <a:lnTo>
                  <a:pt x="487547" y="110527"/>
                </a:lnTo>
                <a:lnTo>
                  <a:pt x="487850" y="110639"/>
                </a:lnTo>
                <a:lnTo>
                  <a:pt x="488153" y="110744"/>
                </a:lnTo>
                <a:lnTo>
                  <a:pt x="488457" y="110841"/>
                </a:lnTo>
                <a:lnTo>
                  <a:pt x="488761" y="110932"/>
                </a:lnTo>
                <a:lnTo>
                  <a:pt x="489066" y="111015"/>
                </a:lnTo>
                <a:lnTo>
                  <a:pt x="489372" y="111090"/>
                </a:lnTo>
                <a:lnTo>
                  <a:pt x="489678" y="111159"/>
                </a:lnTo>
                <a:lnTo>
                  <a:pt x="489984" y="111220"/>
                </a:lnTo>
                <a:lnTo>
                  <a:pt x="490291" y="111275"/>
                </a:lnTo>
                <a:lnTo>
                  <a:pt x="490599" y="111321"/>
                </a:lnTo>
                <a:lnTo>
                  <a:pt x="490907" y="111361"/>
                </a:lnTo>
                <a:lnTo>
                  <a:pt x="491216" y="111394"/>
                </a:lnTo>
                <a:lnTo>
                  <a:pt x="491526" y="111419"/>
                </a:lnTo>
                <a:lnTo>
                  <a:pt x="491836" y="111437"/>
                </a:lnTo>
                <a:lnTo>
                  <a:pt x="492146" y="111448"/>
                </a:lnTo>
                <a:lnTo>
                  <a:pt x="492457" y="111451"/>
                </a:lnTo>
                <a:lnTo>
                  <a:pt x="492917" y="111444"/>
                </a:lnTo>
                <a:lnTo>
                  <a:pt x="493376" y="111423"/>
                </a:lnTo>
                <a:lnTo>
                  <a:pt x="493833" y="111388"/>
                </a:lnTo>
                <a:lnTo>
                  <a:pt x="494290" y="111339"/>
                </a:lnTo>
                <a:lnTo>
                  <a:pt x="494745" y="111276"/>
                </a:lnTo>
                <a:lnTo>
                  <a:pt x="495199" y="111199"/>
                </a:lnTo>
                <a:lnTo>
                  <a:pt x="495652" y="111108"/>
                </a:lnTo>
                <a:lnTo>
                  <a:pt x="496104" y="111002"/>
                </a:lnTo>
                <a:lnTo>
                  <a:pt x="496554" y="110883"/>
                </a:lnTo>
                <a:lnTo>
                  <a:pt x="497004" y="110750"/>
                </a:lnTo>
                <a:lnTo>
                  <a:pt x="497453" y="110602"/>
                </a:lnTo>
                <a:lnTo>
                  <a:pt x="497900" y="110441"/>
                </a:lnTo>
                <a:lnTo>
                  <a:pt x="498346" y="110266"/>
                </a:lnTo>
                <a:lnTo>
                  <a:pt x="498791" y="110076"/>
                </a:lnTo>
                <a:lnTo>
                  <a:pt x="499235" y="109873"/>
                </a:lnTo>
                <a:lnTo>
                  <a:pt x="499678" y="109655"/>
                </a:lnTo>
                <a:lnTo>
                  <a:pt x="500120" y="109424"/>
                </a:lnTo>
                <a:lnTo>
                  <a:pt x="500560" y="109178"/>
                </a:lnTo>
                <a:lnTo>
                  <a:pt x="501000" y="108919"/>
                </a:lnTo>
                <a:lnTo>
                  <a:pt x="501438" y="108645"/>
                </a:lnTo>
                <a:lnTo>
                  <a:pt x="501875" y="108357"/>
                </a:lnTo>
                <a:lnTo>
                  <a:pt x="502311" y="108056"/>
                </a:lnTo>
                <a:lnTo>
                  <a:pt x="502746" y="107740"/>
                </a:lnTo>
                <a:lnTo>
                  <a:pt x="503180" y="107410"/>
                </a:lnTo>
                <a:lnTo>
                  <a:pt x="503609" y="107066"/>
                </a:lnTo>
                <a:lnTo>
                  <a:pt x="504030" y="106709"/>
                </a:lnTo>
                <a:lnTo>
                  <a:pt x="504443" y="106338"/>
                </a:lnTo>
                <a:lnTo>
                  <a:pt x="504848" y="105953"/>
                </a:lnTo>
                <a:lnTo>
                  <a:pt x="505244" y="105554"/>
                </a:lnTo>
                <a:lnTo>
                  <a:pt x="505632" y="105142"/>
                </a:lnTo>
                <a:lnTo>
                  <a:pt x="506012" y="104716"/>
                </a:lnTo>
                <a:lnTo>
                  <a:pt x="506384" y="104276"/>
                </a:lnTo>
                <a:lnTo>
                  <a:pt x="506748" y="103822"/>
                </a:lnTo>
                <a:lnTo>
                  <a:pt x="507103" y="103355"/>
                </a:lnTo>
                <a:lnTo>
                  <a:pt x="507451" y="102874"/>
                </a:lnTo>
                <a:lnTo>
                  <a:pt x="507790" y="102379"/>
                </a:lnTo>
                <a:lnTo>
                  <a:pt x="508121" y="101870"/>
                </a:lnTo>
                <a:lnTo>
                  <a:pt x="508444" y="101348"/>
                </a:lnTo>
                <a:lnTo>
                  <a:pt x="508758" y="100811"/>
                </a:lnTo>
                <a:lnTo>
                  <a:pt x="509065" y="100262"/>
                </a:lnTo>
                <a:lnTo>
                  <a:pt x="509363" y="99698"/>
                </a:lnTo>
                <a:lnTo>
                  <a:pt x="509653" y="99121"/>
                </a:lnTo>
                <a:lnTo>
                  <a:pt x="509935" y="98529"/>
                </a:lnTo>
                <a:lnTo>
                  <a:pt x="510209" y="97924"/>
                </a:lnTo>
                <a:lnTo>
                  <a:pt x="510474" y="97306"/>
                </a:lnTo>
                <a:lnTo>
                  <a:pt x="510732" y="96673"/>
                </a:lnTo>
                <a:lnTo>
                  <a:pt x="510981" y="96027"/>
                </a:lnTo>
                <a:lnTo>
                  <a:pt x="511222" y="95367"/>
                </a:lnTo>
                <a:lnTo>
                  <a:pt x="508054" y="95367"/>
                </a:lnTo>
                <a:lnTo>
                  <a:pt x="507937" y="95639"/>
                </a:lnTo>
                <a:lnTo>
                  <a:pt x="507816" y="95904"/>
                </a:lnTo>
                <a:lnTo>
                  <a:pt x="507691" y="96165"/>
                </a:lnTo>
                <a:lnTo>
                  <a:pt x="507562" y="96419"/>
                </a:lnTo>
                <a:lnTo>
                  <a:pt x="507429" y="96668"/>
                </a:lnTo>
                <a:lnTo>
                  <a:pt x="507292" y="96912"/>
                </a:lnTo>
                <a:lnTo>
                  <a:pt x="507152" y="97150"/>
                </a:lnTo>
                <a:lnTo>
                  <a:pt x="507007" y="97382"/>
                </a:lnTo>
                <a:lnTo>
                  <a:pt x="506858" y="97609"/>
                </a:lnTo>
                <a:lnTo>
                  <a:pt x="506706" y="97830"/>
                </a:lnTo>
                <a:lnTo>
                  <a:pt x="506549" y="98046"/>
                </a:lnTo>
                <a:lnTo>
                  <a:pt x="506389" y="98256"/>
                </a:lnTo>
                <a:lnTo>
                  <a:pt x="506224" y="98461"/>
                </a:lnTo>
                <a:lnTo>
                  <a:pt x="506056" y="98660"/>
                </a:lnTo>
                <a:lnTo>
                  <a:pt x="505884" y="98853"/>
                </a:lnTo>
                <a:lnTo>
                  <a:pt x="505707" y="99041"/>
                </a:lnTo>
                <a:lnTo>
                  <a:pt x="505527" y="99223"/>
                </a:lnTo>
                <a:lnTo>
                  <a:pt x="505343" y="99400"/>
                </a:lnTo>
                <a:lnTo>
                  <a:pt x="505155" y="99571"/>
                </a:lnTo>
                <a:lnTo>
                  <a:pt x="504963" y="99736"/>
                </a:lnTo>
                <a:lnTo>
                  <a:pt x="504767" y="99896"/>
                </a:lnTo>
                <a:lnTo>
                  <a:pt x="504567" y="100051"/>
                </a:lnTo>
                <a:lnTo>
                  <a:pt x="504363" y="100200"/>
                </a:lnTo>
                <a:lnTo>
                  <a:pt x="504155" y="100343"/>
                </a:lnTo>
                <a:lnTo>
                  <a:pt x="503945" y="100480"/>
                </a:lnTo>
                <a:lnTo>
                  <a:pt x="503734" y="100612"/>
                </a:lnTo>
                <a:lnTo>
                  <a:pt x="503523" y="100738"/>
                </a:lnTo>
                <a:lnTo>
                  <a:pt x="503311" y="100858"/>
                </a:lnTo>
                <a:lnTo>
                  <a:pt x="503099" y="100972"/>
                </a:lnTo>
                <a:lnTo>
                  <a:pt x="502886" y="101080"/>
                </a:lnTo>
                <a:lnTo>
                  <a:pt x="502672" y="101183"/>
                </a:lnTo>
                <a:lnTo>
                  <a:pt x="502458" y="101279"/>
                </a:lnTo>
                <a:lnTo>
                  <a:pt x="502243" y="101370"/>
                </a:lnTo>
                <a:lnTo>
                  <a:pt x="502028" y="101455"/>
                </a:lnTo>
                <a:lnTo>
                  <a:pt x="501812" y="101534"/>
                </a:lnTo>
                <a:lnTo>
                  <a:pt x="501596" y="101607"/>
                </a:lnTo>
                <a:lnTo>
                  <a:pt x="501379" y="101674"/>
                </a:lnTo>
                <a:lnTo>
                  <a:pt x="501162" y="101736"/>
                </a:lnTo>
                <a:lnTo>
                  <a:pt x="500944" y="101791"/>
                </a:lnTo>
                <a:lnTo>
                  <a:pt x="500725" y="101841"/>
                </a:lnTo>
                <a:lnTo>
                  <a:pt x="500506" y="101885"/>
                </a:lnTo>
                <a:lnTo>
                  <a:pt x="500286" y="101923"/>
                </a:lnTo>
                <a:lnTo>
                  <a:pt x="500066" y="101955"/>
                </a:lnTo>
                <a:lnTo>
                  <a:pt x="499845" y="101982"/>
                </a:lnTo>
                <a:lnTo>
                  <a:pt x="499624" y="102002"/>
                </a:lnTo>
                <a:lnTo>
                  <a:pt x="499402" y="102017"/>
                </a:lnTo>
                <a:lnTo>
                  <a:pt x="499179" y="102025"/>
                </a:lnTo>
                <a:lnTo>
                  <a:pt x="498956" y="102028"/>
                </a:lnTo>
                <a:lnTo>
                  <a:pt x="498687" y="102024"/>
                </a:lnTo>
                <a:lnTo>
                  <a:pt x="498423" y="102011"/>
                </a:lnTo>
                <a:lnTo>
                  <a:pt x="498162" y="101989"/>
                </a:lnTo>
                <a:lnTo>
                  <a:pt x="497906" y="101958"/>
                </a:lnTo>
                <a:lnTo>
                  <a:pt x="497653" y="101919"/>
                </a:lnTo>
                <a:lnTo>
                  <a:pt x="497405" y="101871"/>
                </a:lnTo>
                <a:lnTo>
                  <a:pt x="497161" y="101814"/>
                </a:lnTo>
                <a:lnTo>
                  <a:pt x="496921" y="101748"/>
                </a:lnTo>
                <a:lnTo>
                  <a:pt x="496685" y="101674"/>
                </a:lnTo>
                <a:lnTo>
                  <a:pt x="496453" y="101591"/>
                </a:lnTo>
                <a:lnTo>
                  <a:pt x="496225" y="101499"/>
                </a:lnTo>
                <a:lnTo>
                  <a:pt x="496001" y="101398"/>
                </a:lnTo>
                <a:lnTo>
                  <a:pt x="495781" y="101289"/>
                </a:lnTo>
                <a:lnTo>
                  <a:pt x="495566" y="101171"/>
                </a:lnTo>
                <a:lnTo>
                  <a:pt x="495354" y="101044"/>
                </a:lnTo>
                <a:lnTo>
                  <a:pt x="495147" y="100908"/>
                </a:lnTo>
                <a:lnTo>
                  <a:pt x="494944" y="100764"/>
                </a:lnTo>
                <a:lnTo>
                  <a:pt x="494744" y="100610"/>
                </a:lnTo>
                <a:lnTo>
                  <a:pt x="494549" y="100449"/>
                </a:lnTo>
                <a:lnTo>
                  <a:pt x="494358" y="100278"/>
                </a:lnTo>
                <a:lnTo>
                  <a:pt x="494171" y="100098"/>
                </a:lnTo>
                <a:lnTo>
                  <a:pt x="493989" y="99910"/>
                </a:lnTo>
                <a:lnTo>
                  <a:pt x="493810" y="99713"/>
                </a:lnTo>
                <a:lnTo>
                  <a:pt x="493635" y="99508"/>
                </a:lnTo>
                <a:lnTo>
                  <a:pt x="493466" y="99289"/>
                </a:lnTo>
                <a:lnTo>
                  <a:pt x="493304" y="99054"/>
                </a:lnTo>
                <a:lnTo>
                  <a:pt x="493150" y="98803"/>
                </a:lnTo>
                <a:lnTo>
                  <a:pt x="493002" y="98536"/>
                </a:lnTo>
                <a:lnTo>
                  <a:pt x="492862" y="98252"/>
                </a:lnTo>
                <a:lnTo>
                  <a:pt x="492729" y="97951"/>
                </a:lnTo>
                <a:lnTo>
                  <a:pt x="492603" y="97635"/>
                </a:lnTo>
                <a:lnTo>
                  <a:pt x="492484" y="97302"/>
                </a:lnTo>
                <a:lnTo>
                  <a:pt x="492373" y="96952"/>
                </a:lnTo>
                <a:lnTo>
                  <a:pt x="492269" y="96586"/>
                </a:lnTo>
                <a:lnTo>
                  <a:pt x="492171" y="96204"/>
                </a:lnTo>
                <a:lnTo>
                  <a:pt x="492082" y="95806"/>
                </a:lnTo>
                <a:lnTo>
                  <a:pt x="491999" y="95391"/>
                </a:lnTo>
                <a:lnTo>
                  <a:pt x="491923" y="94960"/>
                </a:lnTo>
                <a:lnTo>
                  <a:pt x="491855" y="94512"/>
                </a:lnTo>
                <a:lnTo>
                  <a:pt x="491794" y="94048"/>
                </a:lnTo>
                <a:lnTo>
                  <a:pt x="491740" y="93568"/>
                </a:lnTo>
                <a:lnTo>
                  <a:pt x="491693" y="93071"/>
                </a:lnTo>
                <a:lnTo>
                  <a:pt x="491654" y="92558"/>
                </a:lnTo>
                <a:lnTo>
                  <a:pt x="491621" y="92029"/>
                </a:lnTo>
                <a:lnTo>
                  <a:pt x="491596" y="91483"/>
                </a:lnTo>
                <a:lnTo>
                  <a:pt x="491578" y="90920"/>
                </a:lnTo>
                <a:lnTo>
                  <a:pt x="491567" y="90342"/>
                </a:lnTo>
                <a:lnTo>
                  <a:pt x="491564" y="89747"/>
                </a:lnTo>
                <a:lnTo>
                  <a:pt x="491564" y="41429"/>
                </a:lnTo>
                <a:lnTo>
                  <a:pt x="508948" y="41266"/>
                </a:lnTo>
                <a:lnTo>
                  <a:pt x="508948" y="35742"/>
                </a:lnTo>
                <a:lnTo>
                  <a:pt x="491564" y="35742"/>
                </a:lnTo>
                <a:lnTo>
                  <a:pt x="491564" y="11210"/>
                </a:lnTo>
                <a:lnTo>
                  <a:pt x="489046" y="11210"/>
                </a:lnTo>
                <a:lnTo>
                  <a:pt x="488771" y="11887"/>
                </a:lnTo>
                <a:lnTo>
                  <a:pt x="488501" y="12547"/>
                </a:lnTo>
                <a:close/>
                <a:moveTo>
                  <a:pt x="51892" y="42728"/>
                </a:moveTo>
                <a:lnTo>
                  <a:pt x="53111" y="45653"/>
                </a:lnTo>
                <a:lnTo>
                  <a:pt x="53373" y="45553"/>
                </a:lnTo>
                <a:lnTo>
                  <a:pt x="53633" y="45458"/>
                </a:lnTo>
                <a:lnTo>
                  <a:pt x="53889" y="45367"/>
                </a:lnTo>
                <a:lnTo>
                  <a:pt x="54142" y="45281"/>
                </a:lnTo>
                <a:lnTo>
                  <a:pt x="54392" y="45198"/>
                </a:lnTo>
                <a:lnTo>
                  <a:pt x="54639" y="45120"/>
                </a:lnTo>
                <a:lnTo>
                  <a:pt x="54883" y="45046"/>
                </a:lnTo>
                <a:lnTo>
                  <a:pt x="55123" y="44976"/>
                </a:lnTo>
                <a:lnTo>
                  <a:pt x="55361" y="44910"/>
                </a:lnTo>
                <a:lnTo>
                  <a:pt x="55596" y="44849"/>
                </a:lnTo>
                <a:lnTo>
                  <a:pt x="55827" y="44792"/>
                </a:lnTo>
                <a:lnTo>
                  <a:pt x="56055" y="44739"/>
                </a:lnTo>
                <a:lnTo>
                  <a:pt x="56281" y="44690"/>
                </a:lnTo>
                <a:lnTo>
                  <a:pt x="56503" y="44646"/>
                </a:lnTo>
                <a:lnTo>
                  <a:pt x="56722" y="44606"/>
                </a:lnTo>
                <a:lnTo>
                  <a:pt x="56938" y="44570"/>
                </a:lnTo>
                <a:lnTo>
                  <a:pt x="57150" y="44538"/>
                </a:lnTo>
                <a:lnTo>
                  <a:pt x="57360" y="44510"/>
                </a:lnTo>
                <a:lnTo>
                  <a:pt x="57567" y="44487"/>
                </a:lnTo>
                <a:lnTo>
                  <a:pt x="57770" y="44468"/>
                </a:lnTo>
                <a:lnTo>
                  <a:pt x="57971" y="44453"/>
                </a:lnTo>
                <a:lnTo>
                  <a:pt x="58168" y="44443"/>
                </a:lnTo>
                <a:lnTo>
                  <a:pt x="58362" y="44436"/>
                </a:lnTo>
                <a:lnTo>
                  <a:pt x="58553" y="44434"/>
                </a:lnTo>
                <a:lnTo>
                  <a:pt x="58728" y="44436"/>
                </a:lnTo>
                <a:lnTo>
                  <a:pt x="58899" y="44442"/>
                </a:lnTo>
                <a:lnTo>
                  <a:pt x="59068" y="44451"/>
                </a:lnTo>
                <a:lnTo>
                  <a:pt x="59234" y="44464"/>
                </a:lnTo>
                <a:lnTo>
                  <a:pt x="59396" y="44480"/>
                </a:lnTo>
                <a:lnTo>
                  <a:pt x="59556" y="44500"/>
                </a:lnTo>
                <a:lnTo>
                  <a:pt x="59713" y="44524"/>
                </a:lnTo>
                <a:lnTo>
                  <a:pt x="59867" y="44552"/>
                </a:lnTo>
                <a:lnTo>
                  <a:pt x="60017" y="44583"/>
                </a:lnTo>
                <a:lnTo>
                  <a:pt x="60165" y="44618"/>
                </a:lnTo>
                <a:lnTo>
                  <a:pt x="60310" y="44656"/>
                </a:lnTo>
                <a:lnTo>
                  <a:pt x="60452" y="44698"/>
                </a:lnTo>
                <a:lnTo>
                  <a:pt x="60591" y="44744"/>
                </a:lnTo>
                <a:lnTo>
                  <a:pt x="60727" y="44794"/>
                </a:lnTo>
                <a:lnTo>
                  <a:pt x="60860" y="44847"/>
                </a:lnTo>
                <a:lnTo>
                  <a:pt x="60990" y="44904"/>
                </a:lnTo>
                <a:lnTo>
                  <a:pt x="61117" y="44964"/>
                </a:lnTo>
                <a:lnTo>
                  <a:pt x="61242" y="45028"/>
                </a:lnTo>
                <a:lnTo>
                  <a:pt x="61363" y="45096"/>
                </a:lnTo>
                <a:lnTo>
                  <a:pt x="61481" y="45168"/>
                </a:lnTo>
                <a:lnTo>
                  <a:pt x="61596" y="45243"/>
                </a:lnTo>
                <a:lnTo>
                  <a:pt x="61709" y="45322"/>
                </a:lnTo>
                <a:lnTo>
                  <a:pt x="61818" y="45404"/>
                </a:lnTo>
                <a:lnTo>
                  <a:pt x="61924" y="45490"/>
                </a:lnTo>
                <a:lnTo>
                  <a:pt x="62028" y="45582"/>
                </a:lnTo>
                <a:lnTo>
                  <a:pt x="62130" y="45679"/>
                </a:lnTo>
                <a:lnTo>
                  <a:pt x="62229" y="45784"/>
                </a:lnTo>
                <a:lnTo>
                  <a:pt x="62326" y="45894"/>
                </a:lnTo>
                <a:lnTo>
                  <a:pt x="62421" y="46011"/>
                </a:lnTo>
                <a:lnTo>
                  <a:pt x="62513" y="46135"/>
                </a:lnTo>
                <a:lnTo>
                  <a:pt x="62604" y="46265"/>
                </a:lnTo>
                <a:lnTo>
                  <a:pt x="62692" y="46402"/>
                </a:lnTo>
                <a:lnTo>
                  <a:pt x="62777" y="46545"/>
                </a:lnTo>
                <a:lnTo>
                  <a:pt x="62861" y="46695"/>
                </a:lnTo>
                <a:lnTo>
                  <a:pt x="62942" y="46851"/>
                </a:lnTo>
                <a:lnTo>
                  <a:pt x="63021" y="47013"/>
                </a:lnTo>
                <a:lnTo>
                  <a:pt x="63098" y="47183"/>
                </a:lnTo>
                <a:lnTo>
                  <a:pt x="63172" y="47358"/>
                </a:lnTo>
                <a:lnTo>
                  <a:pt x="63244" y="47540"/>
                </a:lnTo>
                <a:lnTo>
                  <a:pt x="63314" y="47729"/>
                </a:lnTo>
                <a:lnTo>
                  <a:pt x="63382" y="47924"/>
                </a:lnTo>
                <a:lnTo>
                  <a:pt x="63448" y="48125"/>
                </a:lnTo>
                <a:lnTo>
                  <a:pt x="63511" y="48333"/>
                </a:lnTo>
                <a:lnTo>
                  <a:pt x="63572" y="48548"/>
                </a:lnTo>
                <a:lnTo>
                  <a:pt x="63630" y="48769"/>
                </a:lnTo>
                <a:lnTo>
                  <a:pt x="63687" y="48996"/>
                </a:lnTo>
                <a:lnTo>
                  <a:pt x="63741" y="49230"/>
                </a:lnTo>
                <a:lnTo>
                  <a:pt x="63793" y="49471"/>
                </a:lnTo>
                <a:lnTo>
                  <a:pt x="63843" y="49733"/>
                </a:lnTo>
                <a:lnTo>
                  <a:pt x="63890" y="50031"/>
                </a:lnTo>
                <a:lnTo>
                  <a:pt x="63936" y="50366"/>
                </a:lnTo>
                <a:lnTo>
                  <a:pt x="63979" y="50737"/>
                </a:lnTo>
                <a:lnTo>
                  <a:pt x="64020" y="51144"/>
                </a:lnTo>
                <a:lnTo>
                  <a:pt x="64059" y="51588"/>
                </a:lnTo>
                <a:lnTo>
                  <a:pt x="64096" y="52068"/>
                </a:lnTo>
                <a:lnTo>
                  <a:pt x="64131" y="52585"/>
                </a:lnTo>
                <a:lnTo>
                  <a:pt x="64164" y="53138"/>
                </a:lnTo>
                <a:lnTo>
                  <a:pt x="64195" y="53727"/>
                </a:lnTo>
                <a:lnTo>
                  <a:pt x="64223" y="54353"/>
                </a:lnTo>
                <a:lnTo>
                  <a:pt x="64250" y="55015"/>
                </a:lnTo>
                <a:lnTo>
                  <a:pt x="64274" y="55713"/>
                </a:lnTo>
                <a:lnTo>
                  <a:pt x="64296" y="56448"/>
                </a:lnTo>
                <a:lnTo>
                  <a:pt x="64316" y="57220"/>
                </a:lnTo>
                <a:lnTo>
                  <a:pt x="64334" y="58027"/>
                </a:lnTo>
                <a:lnTo>
                  <a:pt x="64350" y="58871"/>
                </a:lnTo>
                <a:lnTo>
                  <a:pt x="64364" y="59752"/>
                </a:lnTo>
                <a:lnTo>
                  <a:pt x="64376" y="60669"/>
                </a:lnTo>
                <a:lnTo>
                  <a:pt x="64385" y="61622"/>
                </a:lnTo>
                <a:lnTo>
                  <a:pt x="64393" y="62611"/>
                </a:lnTo>
                <a:lnTo>
                  <a:pt x="64398" y="63637"/>
                </a:lnTo>
                <a:lnTo>
                  <a:pt x="64401" y="64700"/>
                </a:lnTo>
                <a:lnTo>
                  <a:pt x="64402" y="65799"/>
                </a:lnTo>
                <a:lnTo>
                  <a:pt x="64402" y="93255"/>
                </a:lnTo>
                <a:lnTo>
                  <a:pt x="64399" y="93927"/>
                </a:lnTo>
                <a:lnTo>
                  <a:pt x="64388" y="94581"/>
                </a:lnTo>
                <a:lnTo>
                  <a:pt x="64371" y="95216"/>
                </a:lnTo>
                <a:lnTo>
                  <a:pt x="64347" y="95833"/>
                </a:lnTo>
                <a:lnTo>
                  <a:pt x="64316" y="96431"/>
                </a:lnTo>
                <a:lnTo>
                  <a:pt x="64278" y="97012"/>
                </a:lnTo>
                <a:lnTo>
                  <a:pt x="64233" y="97574"/>
                </a:lnTo>
                <a:lnTo>
                  <a:pt x="64181" y="98117"/>
                </a:lnTo>
                <a:lnTo>
                  <a:pt x="64122" y="98643"/>
                </a:lnTo>
                <a:lnTo>
                  <a:pt x="64057" y="99150"/>
                </a:lnTo>
                <a:lnTo>
                  <a:pt x="63984" y="99639"/>
                </a:lnTo>
                <a:lnTo>
                  <a:pt x="63905" y="100109"/>
                </a:lnTo>
                <a:lnTo>
                  <a:pt x="63818" y="100561"/>
                </a:lnTo>
                <a:lnTo>
                  <a:pt x="63725" y="100995"/>
                </a:lnTo>
                <a:lnTo>
                  <a:pt x="63625" y="101411"/>
                </a:lnTo>
                <a:lnTo>
                  <a:pt x="63518" y="101808"/>
                </a:lnTo>
                <a:lnTo>
                  <a:pt x="63403" y="102187"/>
                </a:lnTo>
                <a:lnTo>
                  <a:pt x="63283" y="102548"/>
                </a:lnTo>
                <a:lnTo>
                  <a:pt x="63155" y="102891"/>
                </a:lnTo>
                <a:lnTo>
                  <a:pt x="63020" y="103215"/>
                </a:lnTo>
                <a:lnTo>
                  <a:pt x="62878" y="103521"/>
                </a:lnTo>
                <a:lnTo>
                  <a:pt x="62730" y="103808"/>
                </a:lnTo>
                <a:lnTo>
                  <a:pt x="62574" y="104077"/>
                </a:lnTo>
                <a:lnTo>
                  <a:pt x="62412" y="104328"/>
                </a:lnTo>
                <a:lnTo>
                  <a:pt x="62240" y="104565"/>
                </a:lnTo>
                <a:lnTo>
                  <a:pt x="62054" y="104791"/>
                </a:lnTo>
                <a:lnTo>
                  <a:pt x="61857" y="105008"/>
                </a:lnTo>
                <a:lnTo>
                  <a:pt x="61646" y="105214"/>
                </a:lnTo>
                <a:lnTo>
                  <a:pt x="61422" y="105410"/>
                </a:lnTo>
                <a:lnTo>
                  <a:pt x="61186" y="105597"/>
                </a:lnTo>
                <a:lnTo>
                  <a:pt x="60936" y="105773"/>
                </a:lnTo>
                <a:lnTo>
                  <a:pt x="60674" y="105939"/>
                </a:lnTo>
                <a:lnTo>
                  <a:pt x="60399" y="106095"/>
                </a:lnTo>
                <a:lnTo>
                  <a:pt x="60112" y="106241"/>
                </a:lnTo>
                <a:lnTo>
                  <a:pt x="59811" y="106377"/>
                </a:lnTo>
                <a:lnTo>
                  <a:pt x="59498" y="106503"/>
                </a:lnTo>
                <a:lnTo>
                  <a:pt x="59171" y="106618"/>
                </a:lnTo>
                <a:lnTo>
                  <a:pt x="58832" y="106724"/>
                </a:lnTo>
                <a:lnTo>
                  <a:pt x="58480" y="106820"/>
                </a:lnTo>
                <a:lnTo>
                  <a:pt x="58116" y="106905"/>
                </a:lnTo>
                <a:lnTo>
                  <a:pt x="57738" y="106981"/>
                </a:lnTo>
                <a:lnTo>
                  <a:pt x="57347" y="107046"/>
                </a:lnTo>
                <a:lnTo>
                  <a:pt x="56944" y="107101"/>
                </a:lnTo>
                <a:lnTo>
                  <a:pt x="56528" y="107147"/>
                </a:lnTo>
                <a:lnTo>
                  <a:pt x="56099" y="107182"/>
                </a:lnTo>
                <a:lnTo>
                  <a:pt x="55657" y="107207"/>
                </a:lnTo>
                <a:lnTo>
                  <a:pt x="55203" y="107222"/>
                </a:lnTo>
                <a:lnTo>
                  <a:pt x="54735" y="107227"/>
                </a:lnTo>
                <a:lnTo>
                  <a:pt x="53111" y="107227"/>
                </a:lnTo>
                <a:lnTo>
                  <a:pt x="53111" y="110152"/>
                </a:lnTo>
                <a:lnTo>
                  <a:pt x="89909" y="110152"/>
                </a:lnTo>
                <a:lnTo>
                  <a:pt x="89909" y="107227"/>
                </a:lnTo>
                <a:lnTo>
                  <a:pt x="89409" y="107225"/>
                </a:lnTo>
                <a:lnTo>
                  <a:pt x="88922" y="107220"/>
                </a:lnTo>
                <a:lnTo>
                  <a:pt x="88450" y="107210"/>
                </a:lnTo>
                <a:lnTo>
                  <a:pt x="87992" y="107197"/>
                </a:lnTo>
                <a:lnTo>
                  <a:pt x="87549" y="107179"/>
                </a:lnTo>
                <a:lnTo>
                  <a:pt x="87119" y="107158"/>
                </a:lnTo>
                <a:lnTo>
                  <a:pt x="86704" y="107134"/>
                </a:lnTo>
                <a:lnTo>
                  <a:pt x="86303" y="107105"/>
                </a:lnTo>
                <a:lnTo>
                  <a:pt x="85917" y="107072"/>
                </a:lnTo>
                <a:lnTo>
                  <a:pt x="85544" y="107036"/>
                </a:lnTo>
                <a:lnTo>
                  <a:pt x="85186" y="106996"/>
                </a:lnTo>
                <a:lnTo>
                  <a:pt x="84842" y="106952"/>
                </a:lnTo>
                <a:lnTo>
                  <a:pt x="84513" y="106904"/>
                </a:lnTo>
                <a:lnTo>
                  <a:pt x="84197" y="106852"/>
                </a:lnTo>
                <a:lnTo>
                  <a:pt x="83896" y="106797"/>
                </a:lnTo>
                <a:lnTo>
                  <a:pt x="83609" y="106738"/>
                </a:lnTo>
                <a:lnTo>
                  <a:pt x="83336" y="106675"/>
                </a:lnTo>
                <a:lnTo>
                  <a:pt x="83078" y="106608"/>
                </a:lnTo>
                <a:lnTo>
                  <a:pt x="82834" y="106537"/>
                </a:lnTo>
                <a:lnTo>
                  <a:pt x="82604" y="106462"/>
                </a:lnTo>
                <a:lnTo>
                  <a:pt x="82388" y="106384"/>
                </a:lnTo>
                <a:lnTo>
                  <a:pt x="82187" y="106302"/>
                </a:lnTo>
                <a:lnTo>
                  <a:pt x="81999" y="106215"/>
                </a:lnTo>
                <a:lnTo>
                  <a:pt x="81826" y="106126"/>
                </a:lnTo>
                <a:lnTo>
                  <a:pt x="81662" y="106031"/>
                </a:lnTo>
                <a:lnTo>
                  <a:pt x="81501" y="105933"/>
                </a:lnTo>
                <a:lnTo>
                  <a:pt x="81342" y="105830"/>
                </a:lnTo>
                <a:lnTo>
                  <a:pt x="81187" y="105722"/>
                </a:lnTo>
                <a:lnTo>
                  <a:pt x="81034" y="105611"/>
                </a:lnTo>
                <a:lnTo>
                  <a:pt x="80885" y="105494"/>
                </a:lnTo>
                <a:lnTo>
                  <a:pt x="80738" y="105374"/>
                </a:lnTo>
                <a:lnTo>
                  <a:pt x="80594" y="105249"/>
                </a:lnTo>
                <a:lnTo>
                  <a:pt x="80454" y="105120"/>
                </a:lnTo>
                <a:lnTo>
                  <a:pt x="80316" y="104986"/>
                </a:lnTo>
                <a:lnTo>
                  <a:pt x="80181" y="104848"/>
                </a:lnTo>
                <a:lnTo>
                  <a:pt x="80050" y="104705"/>
                </a:lnTo>
                <a:lnTo>
                  <a:pt x="79921" y="104558"/>
                </a:lnTo>
                <a:lnTo>
                  <a:pt x="79795" y="104407"/>
                </a:lnTo>
                <a:lnTo>
                  <a:pt x="79672" y="104251"/>
                </a:lnTo>
                <a:lnTo>
                  <a:pt x="79552" y="104091"/>
                </a:lnTo>
                <a:lnTo>
                  <a:pt x="79435" y="103927"/>
                </a:lnTo>
                <a:lnTo>
                  <a:pt x="79321" y="103758"/>
                </a:lnTo>
                <a:lnTo>
                  <a:pt x="79210" y="103585"/>
                </a:lnTo>
                <a:lnTo>
                  <a:pt x="79102" y="103407"/>
                </a:lnTo>
                <a:lnTo>
                  <a:pt x="78997" y="103225"/>
                </a:lnTo>
                <a:lnTo>
                  <a:pt x="78894" y="103039"/>
                </a:lnTo>
                <a:lnTo>
                  <a:pt x="78795" y="102848"/>
                </a:lnTo>
                <a:lnTo>
                  <a:pt x="78699" y="102653"/>
                </a:lnTo>
                <a:lnTo>
                  <a:pt x="78626" y="102493"/>
                </a:lnTo>
                <a:lnTo>
                  <a:pt x="78556" y="102313"/>
                </a:lnTo>
                <a:lnTo>
                  <a:pt x="78490" y="102112"/>
                </a:lnTo>
                <a:lnTo>
                  <a:pt x="78426" y="101892"/>
                </a:lnTo>
                <a:lnTo>
                  <a:pt x="78365" y="101651"/>
                </a:lnTo>
                <a:lnTo>
                  <a:pt x="78308" y="101391"/>
                </a:lnTo>
                <a:lnTo>
                  <a:pt x="78254" y="101110"/>
                </a:lnTo>
                <a:lnTo>
                  <a:pt x="78203" y="100809"/>
                </a:lnTo>
                <a:lnTo>
                  <a:pt x="78155" y="100488"/>
                </a:lnTo>
                <a:lnTo>
                  <a:pt x="78110" y="100146"/>
                </a:lnTo>
                <a:lnTo>
                  <a:pt x="78068" y="99785"/>
                </a:lnTo>
                <a:lnTo>
                  <a:pt x="78029" y="99404"/>
                </a:lnTo>
                <a:lnTo>
                  <a:pt x="77993" y="99002"/>
                </a:lnTo>
                <a:lnTo>
                  <a:pt x="77961" y="98580"/>
                </a:lnTo>
                <a:lnTo>
                  <a:pt x="77931" y="98138"/>
                </a:lnTo>
                <a:lnTo>
                  <a:pt x="77905" y="97676"/>
                </a:lnTo>
                <a:lnTo>
                  <a:pt x="77881" y="97194"/>
                </a:lnTo>
                <a:lnTo>
                  <a:pt x="77861" y="96692"/>
                </a:lnTo>
                <a:lnTo>
                  <a:pt x="77844" y="96169"/>
                </a:lnTo>
                <a:lnTo>
                  <a:pt x="77830" y="95627"/>
                </a:lnTo>
                <a:lnTo>
                  <a:pt x="77819" y="95064"/>
                </a:lnTo>
                <a:lnTo>
                  <a:pt x="77812" y="94481"/>
                </a:lnTo>
                <a:lnTo>
                  <a:pt x="77807" y="93878"/>
                </a:lnTo>
                <a:lnTo>
                  <a:pt x="77805" y="93255"/>
                </a:lnTo>
                <a:lnTo>
                  <a:pt x="77805" y="54101"/>
                </a:lnTo>
                <a:lnTo>
                  <a:pt x="78604" y="53239"/>
                </a:lnTo>
                <a:lnTo>
                  <a:pt x="79404" y="52414"/>
                </a:lnTo>
                <a:lnTo>
                  <a:pt x="80203" y="51626"/>
                </a:lnTo>
                <a:lnTo>
                  <a:pt x="81003" y="50874"/>
                </a:lnTo>
                <a:lnTo>
                  <a:pt x="81803" y="50159"/>
                </a:lnTo>
                <a:lnTo>
                  <a:pt x="82603" y="49481"/>
                </a:lnTo>
                <a:lnTo>
                  <a:pt x="83404" y="48839"/>
                </a:lnTo>
                <a:lnTo>
                  <a:pt x="84205" y="48234"/>
                </a:lnTo>
                <a:lnTo>
                  <a:pt x="85006" y="47666"/>
                </a:lnTo>
                <a:lnTo>
                  <a:pt x="85807" y="47134"/>
                </a:lnTo>
                <a:lnTo>
                  <a:pt x="86609" y="46639"/>
                </a:lnTo>
                <a:lnTo>
                  <a:pt x="87411" y="46181"/>
                </a:lnTo>
                <a:lnTo>
                  <a:pt x="88214" y="45759"/>
                </a:lnTo>
                <a:lnTo>
                  <a:pt x="89016" y="45374"/>
                </a:lnTo>
                <a:lnTo>
                  <a:pt x="89819" y="45026"/>
                </a:lnTo>
                <a:lnTo>
                  <a:pt x="90622" y="44714"/>
                </a:lnTo>
                <a:lnTo>
                  <a:pt x="91426" y="44439"/>
                </a:lnTo>
                <a:lnTo>
                  <a:pt x="92229" y="44201"/>
                </a:lnTo>
                <a:lnTo>
                  <a:pt x="93033" y="43999"/>
                </a:lnTo>
                <a:lnTo>
                  <a:pt x="93838" y="43834"/>
                </a:lnTo>
                <a:lnTo>
                  <a:pt x="94642" y="43706"/>
                </a:lnTo>
                <a:lnTo>
                  <a:pt x="95447" y="43614"/>
                </a:lnTo>
                <a:lnTo>
                  <a:pt x="96252" y="43559"/>
                </a:lnTo>
                <a:lnTo>
                  <a:pt x="97058" y="43541"/>
                </a:lnTo>
                <a:lnTo>
                  <a:pt x="97573" y="43549"/>
                </a:lnTo>
                <a:lnTo>
                  <a:pt x="98075" y="43573"/>
                </a:lnTo>
                <a:lnTo>
                  <a:pt x="98565" y="43612"/>
                </a:lnTo>
                <a:lnTo>
                  <a:pt x="99042" y="43668"/>
                </a:lnTo>
                <a:lnTo>
                  <a:pt x="99507" y="43740"/>
                </a:lnTo>
                <a:lnTo>
                  <a:pt x="99959" y="43827"/>
                </a:lnTo>
                <a:lnTo>
                  <a:pt x="100399" y="43931"/>
                </a:lnTo>
                <a:lnTo>
                  <a:pt x="100826" y="44050"/>
                </a:lnTo>
                <a:lnTo>
                  <a:pt x="101240" y="44185"/>
                </a:lnTo>
                <a:lnTo>
                  <a:pt x="101642" y="44336"/>
                </a:lnTo>
                <a:lnTo>
                  <a:pt x="102032" y="44503"/>
                </a:lnTo>
                <a:lnTo>
                  <a:pt x="102409" y="44686"/>
                </a:lnTo>
                <a:lnTo>
                  <a:pt x="102773" y="44885"/>
                </a:lnTo>
                <a:lnTo>
                  <a:pt x="103125" y="45100"/>
                </a:lnTo>
                <a:lnTo>
                  <a:pt x="103464" y="45331"/>
                </a:lnTo>
                <a:lnTo>
                  <a:pt x="103791" y="45577"/>
                </a:lnTo>
                <a:lnTo>
                  <a:pt x="104105" y="45840"/>
                </a:lnTo>
                <a:lnTo>
                  <a:pt x="104407" y="46118"/>
                </a:lnTo>
                <a:lnTo>
                  <a:pt x="104696" y="46413"/>
                </a:lnTo>
                <a:lnTo>
                  <a:pt x="104972" y="46723"/>
                </a:lnTo>
                <a:lnTo>
                  <a:pt x="105236" y="47049"/>
                </a:lnTo>
                <a:lnTo>
                  <a:pt x="105488" y="47391"/>
                </a:lnTo>
                <a:lnTo>
                  <a:pt x="105726" y="47749"/>
                </a:lnTo>
                <a:lnTo>
                  <a:pt x="105953" y="48123"/>
                </a:lnTo>
                <a:lnTo>
                  <a:pt x="106168" y="48514"/>
                </a:lnTo>
                <a:lnTo>
                  <a:pt x="106374" y="48925"/>
                </a:lnTo>
                <a:lnTo>
                  <a:pt x="106571" y="49355"/>
                </a:lnTo>
                <a:lnTo>
                  <a:pt x="106759" y="49805"/>
                </a:lnTo>
                <a:lnTo>
                  <a:pt x="106938" y="50273"/>
                </a:lnTo>
                <a:lnTo>
                  <a:pt x="107108" y="50761"/>
                </a:lnTo>
                <a:lnTo>
                  <a:pt x="107268" y="51268"/>
                </a:lnTo>
                <a:lnTo>
                  <a:pt x="107419" y="51795"/>
                </a:lnTo>
                <a:lnTo>
                  <a:pt x="107561" y="52341"/>
                </a:lnTo>
                <a:lnTo>
                  <a:pt x="107694" y="52906"/>
                </a:lnTo>
                <a:lnTo>
                  <a:pt x="107818" y="53490"/>
                </a:lnTo>
                <a:lnTo>
                  <a:pt x="107933" y="54094"/>
                </a:lnTo>
                <a:lnTo>
                  <a:pt x="108038" y="54717"/>
                </a:lnTo>
                <a:lnTo>
                  <a:pt x="108134" y="55359"/>
                </a:lnTo>
                <a:lnTo>
                  <a:pt x="108221" y="56021"/>
                </a:lnTo>
                <a:lnTo>
                  <a:pt x="108299" y="56702"/>
                </a:lnTo>
                <a:lnTo>
                  <a:pt x="108368" y="57402"/>
                </a:lnTo>
                <a:lnTo>
                  <a:pt x="108428" y="58122"/>
                </a:lnTo>
                <a:lnTo>
                  <a:pt x="108478" y="58860"/>
                </a:lnTo>
                <a:lnTo>
                  <a:pt x="108519" y="59618"/>
                </a:lnTo>
                <a:lnTo>
                  <a:pt x="108551" y="60396"/>
                </a:lnTo>
                <a:lnTo>
                  <a:pt x="108574" y="61193"/>
                </a:lnTo>
                <a:lnTo>
                  <a:pt x="108588" y="62008"/>
                </a:lnTo>
                <a:lnTo>
                  <a:pt x="108593" y="62844"/>
                </a:lnTo>
                <a:lnTo>
                  <a:pt x="108593" y="93255"/>
                </a:lnTo>
                <a:lnTo>
                  <a:pt x="108592" y="93784"/>
                </a:lnTo>
                <a:lnTo>
                  <a:pt x="108590" y="94295"/>
                </a:lnTo>
                <a:lnTo>
                  <a:pt x="108588" y="94787"/>
                </a:lnTo>
                <a:lnTo>
                  <a:pt x="108584" y="95262"/>
                </a:lnTo>
                <a:lnTo>
                  <a:pt x="108579" y="95718"/>
                </a:lnTo>
                <a:lnTo>
                  <a:pt x="108572" y="96156"/>
                </a:lnTo>
                <a:lnTo>
                  <a:pt x="108565" y="96576"/>
                </a:lnTo>
                <a:lnTo>
                  <a:pt x="108557" y="96978"/>
                </a:lnTo>
                <a:lnTo>
                  <a:pt x="108547" y="97361"/>
                </a:lnTo>
                <a:lnTo>
                  <a:pt x="108536" y="97727"/>
                </a:lnTo>
                <a:lnTo>
                  <a:pt x="108524" y="98074"/>
                </a:lnTo>
                <a:lnTo>
                  <a:pt x="108511" y="98403"/>
                </a:lnTo>
                <a:lnTo>
                  <a:pt x="108497" y="98714"/>
                </a:lnTo>
                <a:lnTo>
                  <a:pt x="108482" y="99007"/>
                </a:lnTo>
                <a:lnTo>
                  <a:pt x="108466" y="99282"/>
                </a:lnTo>
                <a:lnTo>
                  <a:pt x="108448" y="99538"/>
                </a:lnTo>
                <a:lnTo>
                  <a:pt x="108430" y="99777"/>
                </a:lnTo>
                <a:lnTo>
                  <a:pt x="108410" y="99997"/>
                </a:lnTo>
                <a:lnTo>
                  <a:pt x="108389" y="100199"/>
                </a:lnTo>
                <a:lnTo>
                  <a:pt x="108367" y="100383"/>
                </a:lnTo>
                <a:lnTo>
                  <a:pt x="108344" y="100549"/>
                </a:lnTo>
                <a:lnTo>
                  <a:pt x="108320" y="100696"/>
                </a:lnTo>
                <a:lnTo>
                  <a:pt x="108294" y="100826"/>
                </a:lnTo>
                <a:lnTo>
                  <a:pt x="108268" y="100937"/>
                </a:lnTo>
                <a:lnTo>
                  <a:pt x="108198" y="101193"/>
                </a:lnTo>
                <a:lnTo>
                  <a:pt x="108124" y="101444"/>
                </a:lnTo>
                <a:lnTo>
                  <a:pt x="108045" y="101689"/>
                </a:lnTo>
                <a:lnTo>
                  <a:pt x="107962" y="101930"/>
                </a:lnTo>
                <a:lnTo>
                  <a:pt x="107875" y="102165"/>
                </a:lnTo>
                <a:lnTo>
                  <a:pt x="107783" y="102395"/>
                </a:lnTo>
                <a:lnTo>
                  <a:pt x="107687" y="102619"/>
                </a:lnTo>
                <a:lnTo>
                  <a:pt x="107586" y="102839"/>
                </a:lnTo>
                <a:lnTo>
                  <a:pt x="107481" y="103053"/>
                </a:lnTo>
                <a:lnTo>
                  <a:pt x="107372" y="103262"/>
                </a:lnTo>
                <a:lnTo>
                  <a:pt x="107259" y="103465"/>
                </a:lnTo>
                <a:lnTo>
                  <a:pt x="107141" y="103664"/>
                </a:lnTo>
                <a:lnTo>
                  <a:pt x="107018" y="103857"/>
                </a:lnTo>
                <a:lnTo>
                  <a:pt x="106892" y="104045"/>
                </a:lnTo>
                <a:lnTo>
                  <a:pt x="106761" y="104228"/>
                </a:lnTo>
                <a:lnTo>
                  <a:pt x="106625" y="104405"/>
                </a:lnTo>
                <a:lnTo>
                  <a:pt x="106485" y="104577"/>
                </a:lnTo>
                <a:lnTo>
                  <a:pt x="106341" y="104744"/>
                </a:lnTo>
                <a:lnTo>
                  <a:pt x="106192" y="104906"/>
                </a:lnTo>
                <a:lnTo>
                  <a:pt x="106040" y="105062"/>
                </a:lnTo>
                <a:lnTo>
                  <a:pt x="105882" y="105213"/>
                </a:lnTo>
                <a:lnTo>
                  <a:pt x="105720" y="105359"/>
                </a:lnTo>
                <a:lnTo>
                  <a:pt x="105554" y="105500"/>
                </a:lnTo>
                <a:lnTo>
                  <a:pt x="105384" y="105636"/>
                </a:lnTo>
                <a:lnTo>
                  <a:pt x="105206" y="105766"/>
                </a:lnTo>
                <a:lnTo>
                  <a:pt x="105017" y="105890"/>
                </a:lnTo>
                <a:lnTo>
                  <a:pt x="104817" y="106009"/>
                </a:lnTo>
                <a:lnTo>
                  <a:pt x="104607" y="106122"/>
                </a:lnTo>
                <a:lnTo>
                  <a:pt x="104385" y="106230"/>
                </a:lnTo>
                <a:lnTo>
                  <a:pt x="104153" y="106332"/>
                </a:lnTo>
                <a:lnTo>
                  <a:pt x="103910" y="106429"/>
                </a:lnTo>
                <a:lnTo>
                  <a:pt x="103656" y="106520"/>
                </a:lnTo>
                <a:lnTo>
                  <a:pt x="103391" y="106606"/>
                </a:lnTo>
                <a:lnTo>
                  <a:pt x="103115" y="106686"/>
                </a:lnTo>
                <a:lnTo>
                  <a:pt x="102828" y="106760"/>
                </a:lnTo>
                <a:lnTo>
                  <a:pt x="102531" y="106829"/>
                </a:lnTo>
                <a:lnTo>
                  <a:pt x="102222" y="106893"/>
                </a:lnTo>
                <a:lnTo>
                  <a:pt x="101903" y="106951"/>
                </a:lnTo>
                <a:lnTo>
                  <a:pt x="101573" y="107003"/>
                </a:lnTo>
                <a:lnTo>
                  <a:pt x="101232" y="107050"/>
                </a:lnTo>
                <a:lnTo>
                  <a:pt x="100880" y="107092"/>
                </a:lnTo>
                <a:lnTo>
                  <a:pt x="100518" y="107128"/>
                </a:lnTo>
                <a:lnTo>
                  <a:pt x="100144" y="107158"/>
                </a:lnTo>
                <a:lnTo>
                  <a:pt x="99760" y="107183"/>
                </a:lnTo>
                <a:lnTo>
                  <a:pt x="99365" y="107202"/>
                </a:lnTo>
                <a:lnTo>
                  <a:pt x="98958" y="107216"/>
                </a:lnTo>
                <a:lnTo>
                  <a:pt x="98541" y="107225"/>
                </a:lnTo>
                <a:lnTo>
                  <a:pt x="98114" y="107227"/>
                </a:lnTo>
                <a:lnTo>
                  <a:pt x="96570" y="107227"/>
                </a:lnTo>
                <a:lnTo>
                  <a:pt x="96570" y="110152"/>
                </a:lnTo>
                <a:lnTo>
                  <a:pt x="133369" y="110152"/>
                </a:lnTo>
                <a:lnTo>
                  <a:pt x="133369" y="107227"/>
                </a:lnTo>
                <a:lnTo>
                  <a:pt x="132928" y="107225"/>
                </a:lnTo>
                <a:lnTo>
                  <a:pt x="132499" y="107219"/>
                </a:lnTo>
                <a:lnTo>
                  <a:pt x="132081" y="107209"/>
                </a:lnTo>
                <a:lnTo>
                  <a:pt x="131675" y="107196"/>
                </a:lnTo>
                <a:lnTo>
                  <a:pt x="131281" y="107178"/>
                </a:lnTo>
                <a:lnTo>
                  <a:pt x="130899" y="107156"/>
                </a:lnTo>
                <a:lnTo>
                  <a:pt x="130528" y="107130"/>
                </a:lnTo>
                <a:lnTo>
                  <a:pt x="130169" y="107100"/>
                </a:lnTo>
                <a:lnTo>
                  <a:pt x="129822" y="107067"/>
                </a:lnTo>
                <a:lnTo>
                  <a:pt x="129486" y="107029"/>
                </a:lnTo>
                <a:lnTo>
                  <a:pt x="129162" y="106987"/>
                </a:lnTo>
                <a:lnTo>
                  <a:pt x="128850" y="106942"/>
                </a:lnTo>
                <a:lnTo>
                  <a:pt x="128550" y="106892"/>
                </a:lnTo>
                <a:lnTo>
                  <a:pt x="128261" y="106839"/>
                </a:lnTo>
                <a:lnTo>
                  <a:pt x="127984" y="106781"/>
                </a:lnTo>
                <a:lnTo>
                  <a:pt x="127719" y="106720"/>
                </a:lnTo>
                <a:lnTo>
                  <a:pt x="127465" y="106654"/>
                </a:lnTo>
                <a:lnTo>
                  <a:pt x="127223" y="106585"/>
                </a:lnTo>
                <a:lnTo>
                  <a:pt x="126993" y="106511"/>
                </a:lnTo>
                <a:lnTo>
                  <a:pt x="126774" y="106434"/>
                </a:lnTo>
                <a:lnTo>
                  <a:pt x="126567" y="106353"/>
                </a:lnTo>
                <a:lnTo>
                  <a:pt x="126372" y="106267"/>
                </a:lnTo>
                <a:lnTo>
                  <a:pt x="126189" y="106178"/>
                </a:lnTo>
                <a:lnTo>
                  <a:pt x="126017" y="106085"/>
                </a:lnTo>
                <a:lnTo>
                  <a:pt x="125853" y="105988"/>
                </a:lnTo>
                <a:lnTo>
                  <a:pt x="125693" y="105888"/>
                </a:lnTo>
                <a:lnTo>
                  <a:pt x="125537" y="105785"/>
                </a:lnTo>
                <a:lnTo>
                  <a:pt x="125384" y="105678"/>
                </a:lnTo>
                <a:lnTo>
                  <a:pt x="125235" y="105569"/>
                </a:lnTo>
                <a:lnTo>
                  <a:pt x="125091" y="105456"/>
                </a:lnTo>
                <a:lnTo>
                  <a:pt x="124949" y="105341"/>
                </a:lnTo>
                <a:lnTo>
                  <a:pt x="124812" y="105222"/>
                </a:lnTo>
                <a:lnTo>
                  <a:pt x="124679" y="105100"/>
                </a:lnTo>
                <a:lnTo>
                  <a:pt x="124549" y="104975"/>
                </a:lnTo>
                <a:lnTo>
                  <a:pt x="124423" y="104847"/>
                </a:lnTo>
                <a:lnTo>
                  <a:pt x="124301" y="104715"/>
                </a:lnTo>
                <a:lnTo>
                  <a:pt x="124183" y="104581"/>
                </a:lnTo>
                <a:lnTo>
                  <a:pt x="124068" y="104443"/>
                </a:lnTo>
                <a:lnTo>
                  <a:pt x="123958" y="104303"/>
                </a:lnTo>
                <a:lnTo>
                  <a:pt x="123851" y="104159"/>
                </a:lnTo>
                <a:lnTo>
                  <a:pt x="123748" y="104012"/>
                </a:lnTo>
                <a:lnTo>
                  <a:pt x="123649" y="103862"/>
                </a:lnTo>
                <a:lnTo>
                  <a:pt x="123553" y="103709"/>
                </a:lnTo>
                <a:lnTo>
                  <a:pt x="123462" y="103553"/>
                </a:lnTo>
                <a:lnTo>
                  <a:pt x="123374" y="103393"/>
                </a:lnTo>
                <a:lnTo>
                  <a:pt x="123290" y="103231"/>
                </a:lnTo>
                <a:lnTo>
                  <a:pt x="123210" y="103065"/>
                </a:lnTo>
                <a:lnTo>
                  <a:pt x="123133" y="102897"/>
                </a:lnTo>
                <a:lnTo>
                  <a:pt x="123041" y="102678"/>
                </a:lnTo>
                <a:lnTo>
                  <a:pt x="122952" y="102443"/>
                </a:lnTo>
                <a:lnTo>
                  <a:pt x="122867" y="102192"/>
                </a:lnTo>
                <a:lnTo>
                  <a:pt x="122786" y="101925"/>
                </a:lnTo>
                <a:lnTo>
                  <a:pt x="122709" y="101642"/>
                </a:lnTo>
                <a:lnTo>
                  <a:pt x="122636" y="101344"/>
                </a:lnTo>
                <a:lnTo>
                  <a:pt x="122567" y="101030"/>
                </a:lnTo>
                <a:lnTo>
                  <a:pt x="122502" y="100699"/>
                </a:lnTo>
                <a:lnTo>
                  <a:pt x="122440" y="100353"/>
                </a:lnTo>
                <a:lnTo>
                  <a:pt x="122383" y="99991"/>
                </a:lnTo>
                <a:lnTo>
                  <a:pt x="122330" y="99613"/>
                </a:lnTo>
                <a:lnTo>
                  <a:pt x="122280" y="99220"/>
                </a:lnTo>
                <a:lnTo>
                  <a:pt x="122235" y="98810"/>
                </a:lnTo>
                <a:lnTo>
                  <a:pt x="122194" y="98384"/>
                </a:lnTo>
                <a:lnTo>
                  <a:pt x="122156" y="97943"/>
                </a:lnTo>
                <a:lnTo>
                  <a:pt x="122122" y="97486"/>
                </a:lnTo>
                <a:lnTo>
                  <a:pt x="122093" y="97012"/>
                </a:lnTo>
                <a:lnTo>
                  <a:pt x="122067" y="96523"/>
                </a:lnTo>
                <a:lnTo>
                  <a:pt x="122045" y="96018"/>
                </a:lnTo>
                <a:lnTo>
                  <a:pt x="122028" y="95497"/>
                </a:lnTo>
                <a:lnTo>
                  <a:pt x="122014" y="94961"/>
                </a:lnTo>
                <a:lnTo>
                  <a:pt x="122004" y="94408"/>
                </a:lnTo>
                <a:lnTo>
                  <a:pt x="121998" y="93840"/>
                </a:lnTo>
                <a:lnTo>
                  <a:pt x="121996" y="93255"/>
                </a:lnTo>
                <a:lnTo>
                  <a:pt x="121996" y="61580"/>
                </a:lnTo>
                <a:lnTo>
                  <a:pt x="121993" y="60751"/>
                </a:lnTo>
                <a:lnTo>
                  <a:pt x="121984" y="59941"/>
                </a:lnTo>
                <a:lnTo>
                  <a:pt x="121968" y="59149"/>
                </a:lnTo>
                <a:lnTo>
                  <a:pt x="121946" y="58375"/>
                </a:lnTo>
                <a:lnTo>
                  <a:pt x="121919" y="57619"/>
                </a:lnTo>
                <a:lnTo>
                  <a:pt x="121884" y="56881"/>
                </a:lnTo>
                <a:lnTo>
                  <a:pt x="121844" y="56161"/>
                </a:lnTo>
                <a:lnTo>
                  <a:pt x="121798" y="55459"/>
                </a:lnTo>
                <a:lnTo>
                  <a:pt x="121745" y="54775"/>
                </a:lnTo>
                <a:lnTo>
                  <a:pt x="121686" y="54109"/>
                </a:lnTo>
                <a:lnTo>
                  <a:pt x="121621" y="53461"/>
                </a:lnTo>
                <a:lnTo>
                  <a:pt x="121549" y="52831"/>
                </a:lnTo>
                <a:lnTo>
                  <a:pt x="121472" y="52218"/>
                </a:lnTo>
                <a:lnTo>
                  <a:pt x="121388" y="51624"/>
                </a:lnTo>
                <a:lnTo>
                  <a:pt x="121298" y="51048"/>
                </a:lnTo>
                <a:lnTo>
                  <a:pt x="121202" y="50490"/>
                </a:lnTo>
                <a:lnTo>
                  <a:pt x="121099" y="49950"/>
                </a:lnTo>
                <a:lnTo>
                  <a:pt x="120991" y="49428"/>
                </a:lnTo>
                <a:lnTo>
                  <a:pt x="120876" y="48924"/>
                </a:lnTo>
                <a:lnTo>
                  <a:pt x="120755" y="48438"/>
                </a:lnTo>
                <a:lnTo>
                  <a:pt x="120628" y="47970"/>
                </a:lnTo>
                <a:lnTo>
                  <a:pt x="120494" y="47520"/>
                </a:lnTo>
                <a:lnTo>
                  <a:pt x="120355" y="47087"/>
                </a:lnTo>
                <a:lnTo>
                  <a:pt x="120209" y="46673"/>
                </a:lnTo>
                <a:lnTo>
                  <a:pt x="119989" y="46099"/>
                </a:lnTo>
                <a:lnTo>
                  <a:pt x="119763" y="45539"/>
                </a:lnTo>
                <a:lnTo>
                  <a:pt x="119531" y="44993"/>
                </a:lnTo>
                <a:lnTo>
                  <a:pt x="119293" y="44460"/>
                </a:lnTo>
                <a:lnTo>
                  <a:pt x="119048" y="43941"/>
                </a:lnTo>
                <a:lnTo>
                  <a:pt x="118798" y="43435"/>
                </a:lnTo>
                <a:lnTo>
                  <a:pt x="118541" y="42943"/>
                </a:lnTo>
                <a:lnTo>
                  <a:pt x="118277" y="42465"/>
                </a:lnTo>
                <a:lnTo>
                  <a:pt x="118008" y="42000"/>
                </a:lnTo>
                <a:lnTo>
                  <a:pt x="117733" y="41549"/>
                </a:lnTo>
                <a:lnTo>
                  <a:pt x="117451" y="41112"/>
                </a:lnTo>
                <a:lnTo>
                  <a:pt x="117163" y="40688"/>
                </a:lnTo>
                <a:lnTo>
                  <a:pt x="116869" y="40278"/>
                </a:lnTo>
                <a:lnTo>
                  <a:pt x="116568" y="39882"/>
                </a:lnTo>
                <a:lnTo>
                  <a:pt x="116262" y="39499"/>
                </a:lnTo>
                <a:lnTo>
                  <a:pt x="115949" y="39130"/>
                </a:lnTo>
                <a:lnTo>
                  <a:pt x="115630" y="38775"/>
                </a:lnTo>
                <a:lnTo>
                  <a:pt x="115305" y="38433"/>
                </a:lnTo>
                <a:lnTo>
                  <a:pt x="114973" y="38105"/>
                </a:lnTo>
                <a:lnTo>
                  <a:pt x="114636" y="37790"/>
                </a:lnTo>
                <a:lnTo>
                  <a:pt x="114292" y="37489"/>
                </a:lnTo>
                <a:lnTo>
                  <a:pt x="113942" y="37202"/>
                </a:lnTo>
                <a:lnTo>
                  <a:pt x="113585" y="36929"/>
                </a:lnTo>
                <a:lnTo>
                  <a:pt x="113223" y="36669"/>
                </a:lnTo>
                <a:lnTo>
                  <a:pt x="112854" y="36421"/>
                </a:lnTo>
                <a:lnTo>
                  <a:pt x="112480" y="36184"/>
                </a:lnTo>
                <a:lnTo>
                  <a:pt x="112100" y="35957"/>
                </a:lnTo>
                <a:lnTo>
                  <a:pt x="111713" y="35741"/>
                </a:lnTo>
                <a:lnTo>
                  <a:pt x="111321" y="35535"/>
                </a:lnTo>
                <a:lnTo>
                  <a:pt x="110923" y="35340"/>
                </a:lnTo>
                <a:lnTo>
                  <a:pt x="110519" y="35155"/>
                </a:lnTo>
                <a:lnTo>
                  <a:pt x="110109" y="34981"/>
                </a:lnTo>
                <a:lnTo>
                  <a:pt x="109693" y="34817"/>
                </a:lnTo>
                <a:lnTo>
                  <a:pt x="109271" y="34664"/>
                </a:lnTo>
                <a:lnTo>
                  <a:pt x="108844" y="34522"/>
                </a:lnTo>
                <a:lnTo>
                  <a:pt x="108410" y="34390"/>
                </a:lnTo>
                <a:lnTo>
                  <a:pt x="107970" y="34269"/>
                </a:lnTo>
                <a:lnTo>
                  <a:pt x="107525" y="34158"/>
                </a:lnTo>
                <a:lnTo>
                  <a:pt x="107073" y="34058"/>
                </a:lnTo>
                <a:lnTo>
                  <a:pt x="106616" y="33968"/>
                </a:lnTo>
                <a:lnTo>
                  <a:pt x="106153" y="33889"/>
                </a:lnTo>
                <a:lnTo>
                  <a:pt x="105684" y="33820"/>
                </a:lnTo>
                <a:lnTo>
                  <a:pt x="105208" y="33762"/>
                </a:lnTo>
                <a:lnTo>
                  <a:pt x="104727" y="33715"/>
                </a:lnTo>
                <a:lnTo>
                  <a:pt x="104240" y="33678"/>
                </a:lnTo>
                <a:lnTo>
                  <a:pt x="103747" y="33651"/>
                </a:lnTo>
                <a:lnTo>
                  <a:pt x="103249" y="33636"/>
                </a:lnTo>
                <a:lnTo>
                  <a:pt x="102744" y="33630"/>
                </a:lnTo>
                <a:lnTo>
                  <a:pt x="101753" y="33658"/>
                </a:lnTo>
                <a:lnTo>
                  <a:pt x="100759" y="33739"/>
                </a:lnTo>
                <a:lnTo>
                  <a:pt x="99760" y="33875"/>
                </a:lnTo>
                <a:lnTo>
                  <a:pt x="98757" y="34066"/>
                </a:lnTo>
                <a:lnTo>
                  <a:pt x="97749" y="34311"/>
                </a:lnTo>
                <a:lnTo>
                  <a:pt x="96738" y="34610"/>
                </a:lnTo>
                <a:lnTo>
                  <a:pt x="95722" y="34964"/>
                </a:lnTo>
                <a:lnTo>
                  <a:pt x="94702" y="35372"/>
                </a:lnTo>
                <a:lnTo>
                  <a:pt x="93678" y="35835"/>
                </a:lnTo>
                <a:lnTo>
                  <a:pt x="92649" y="36352"/>
                </a:lnTo>
                <a:lnTo>
                  <a:pt x="91616" y="36924"/>
                </a:lnTo>
                <a:lnTo>
                  <a:pt x="90579" y="37550"/>
                </a:lnTo>
                <a:lnTo>
                  <a:pt x="89538" y="38230"/>
                </a:lnTo>
                <a:lnTo>
                  <a:pt x="88493" y="38965"/>
                </a:lnTo>
                <a:lnTo>
                  <a:pt x="87443" y="39755"/>
                </a:lnTo>
                <a:lnTo>
                  <a:pt x="86389" y="40598"/>
                </a:lnTo>
                <a:lnTo>
                  <a:pt x="85331" y="41497"/>
                </a:lnTo>
                <a:lnTo>
                  <a:pt x="84269" y="42449"/>
                </a:lnTo>
                <a:lnTo>
                  <a:pt x="83202" y="43456"/>
                </a:lnTo>
                <a:lnTo>
                  <a:pt x="82131" y="44518"/>
                </a:lnTo>
                <a:lnTo>
                  <a:pt x="81056" y="45634"/>
                </a:lnTo>
                <a:lnTo>
                  <a:pt x="79977" y="46804"/>
                </a:lnTo>
                <a:lnTo>
                  <a:pt x="78893" y="48029"/>
                </a:lnTo>
                <a:lnTo>
                  <a:pt x="77805" y="49308"/>
                </a:lnTo>
                <a:lnTo>
                  <a:pt x="77805" y="33630"/>
                </a:lnTo>
                <a:lnTo>
                  <a:pt x="74312" y="33630"/>
                </a:lnTo>
                <a:lnTo>
                  <a:pt x="51892" y="42728"/>
                </a:lnTo>
                <a:close/>
                <a:moveTo>
                  <a:pt x="309808" y="41767"/>
                </a:moveTo>
                <a:lnTo>
                  <a:pt x="309772" y="41479"/>
                </a:lnTo>
                <a:lnTo>
                  <a:pt x="309727" y="41195"/>
                </a:lnTo>
                <a:lnTo>
                  <a:pt x="309671" y="40913"/>
                </a:lnTo>
                <a:lnTo>
                  <a:pt x="309605" y="40635"/>
                </a:lnTo>
                <a:lnTo>
                  <a:pt x="309529" y="40359"/>
                </a:lnTo>
                <a:lnTo>
                  <a:pt x="309442" y="40086"/>
                </a:lnTo>
                <a:lnTo>
                  <a:pt x="309346" y="39817"/>
                </a:lnTo>
                <a:lnTo>
                  <a:pt x="309239" y="39550"/>
                </a:lnTo>
                <a:lnTo>
                  <a:pt x="309122" y="39286"/>
                </a:lnTo>
                <a:lnTo>
                  <a:pt x="308996" y="39025"/>
                </a:lnTo>
                <a:lnTo>
                  <a:pt x="308858" y="38768"/>
                </a:lnTo>
                <a:lnTo>
                  <a:pt x="308711" y="38513"/>
                </a:lnTo>
                <a:lnTo>
                  <a:pt x="308554" y="38261"/>
                </a:lnTo>
                <a:lnTo>
                  <a:pt x="308386" y="38012"/>
                </a:lnTo>
                <a:lnTo>
                  <a:pt x="308209" y="37766"/>
                </a:lnTo>
                <a:lnTo>
                  <a:pt x="308021" y="37523"/>
                </a:lnTo>
                <a:lnTo>
                  <a:pt x="307823" y="37282"/>
                </a:lnTo>
                <a:lnTo>
                  <a:pt x="307615" y="37045"/>
                </a:lnTo>
                <a:lnTo>
                  <a:pt x="307396" y="36811"/>
                </a:lnTo>
                <a:lnTo>
                  <a:pt x="307168" y="36580"/>
                </a:lnTo>
                <a:lnTo>
                  <a:pt x="306929" y="36352"/>
                </a:lnTo>
                <a:lnTo>
                  <a:pt x="306683" y="36130"/>
                </a:lnTo>
                <a:lnTo>
                  <a:pt x="306431" y="35917"/>
                </a:lnTo>
                <a:lnTo>
                  <a:pt x="306174" y="35714"/>
                </a:lnTo>
                <a:lnTo>
                  <a:pt x="305912" y="35520"/>
                </a:lnTo>
                <a:lnTo>
                  <a:pt x="305644" y="35336"/>
                </a:lnTo>
                <a:lnTo>
                  <a:pt x="305371" y="35161"/>
                </a:lnTo>
                <a:lnTo>
                  <a:pt x="305092" y="34996"/>
                </a:lnTo>
                <a:lnTo>
                  <a:pt x="304808" y="34840"/>
                </a:lnTo>
                <a:lnTo>
                  <a:pt x="304519" y="34693"/>
                </a:lnTo>
                <a:lnTo>
                  <a:pt x="304224" y="34556"/>
                </a:lnTo>
                <a:lnTo>
                  <a:pt x="303924" y="34429"/>
                </a:lnTo>
                <a:lnTo>
                  <a:pt x="303619" y="34311"/>
                </a:lnTo>
                <a:lnTo>
                  <a:pt x="303308" y="34202"/>
                </a:lnTo>
                <a:lnTo>
                  <a:pt x="302992" y="34103"/>
                </a:lnTo>
                <a:lnTo>
                  <a:pt x="302671" y="34013"/>
                </a:lnTo>
                <a:lnTo>
                  <a:pt x="302344" y="33933"/>
                </a:lnTo>
                <a:lnTo>
                  <a:pt x="302012" y="33862"/>
                </a:lnTo>
                <a:lnTo>
                  <a:pt x="301674" y="33800"/>
                </a:lnTo>
                <a:lnTo>
                  <a:pt x="301332" y="33748"/>
                </a:lnTo>
                <a:lnTo>
                  <a:pt x="300983" y="33706"/>
                </a:lnTo>
                <a:lnTo>
                  <a:pt x="300630" y="33673"/>
                </a:lnTo>
                <a:lnTo>
                  <a:pt x="300271" y="33649"/>
                </a:lnTo>
                <a:lnTo>
                  <a:pt x="299907" y="33635"/>
                </a:lnTo>
                <a:lnTo>
                  <a:pt x="299537" y="33630"/>
                </a:lnTo>
                <a:lnTo>
                  <a:pt x="298719" y="33659"/>
                </a:lnTo>
                <a:lnTo>
                  <a:pt x="297902" y="33747"/>
                </a:lnTo>
                <a:lnTo>
                  <a:pt x="297087" y="33892"/>
                </a:lnTo>
                <a:lnTo>
                  <a:pt x="296274" y="34095"/>
                </a:lnTo>
                <a:lnTo>
                  <a:pt x="295463" y="34357"/>
                </a:lnTo>
                <a:lnTo>
                  <a:pt x="294653" y="34676"/>
                </a:lnTo>
                <a:lnTo>
                  <a:pt x="293845" y="35054"/>
                </a:lnTo>
                <a:lnTo>
                  <a:pt x="293038" y="35490"/>
                </a:lnTo>
                <a:lnTo>
                  <a:pt x="292234" y="35984"/>
                </a:lnTo>
                <a:lnTo>
                  <a:pt x="291431" y="36536"/>
                </a:lnTo>
                <a:lnTo>
                  <a:pt x="290629" y="37146"/>
                </a:lnTo>
                <a:lnTo>
                  <a:pt x="289830" y="37814"/>
                </a:lnTo>
                <a:lnTo>
                  <a:pt x="289032" y="38540"/>
                </a:lnTo>
                <a:lnTo>
                  <a:pt x="288235" y="39325"/>
                </a:lnTo>
                <a:lnTo>
                  <a:pt x="287441" y="40167"/>
                </a:lnTo>
                <a:lnTo>
                  <a:pt x="286648" y="41068"/>
                </a:lnTo>
                <a:lnTo>
                  <a:pt x="285857" y="42026"/>
                </a:lnTo>
                <a:lnTo>
                  <a:pt x="285067" y="43043"/>
                </a:lnTo>
                <a:lnTo>
                  <a:pt x="284280" y="44118"/>
                </a:lnTo>
                <a:lnTo>
                  <a:pt x="283494" y="45251"/>
                </a:lnTo>
                <a:lnTo>
                  <a:pt x="282709" y="46442"/>
                </a:lnTo>
                <a:lnTo>
                  <a:pt x="281926" y="47692"/>
                </a:lnTo>
                <a:lnTo>
                  <a:pt x="281145" y="48999"/>
                </a:lnTo>
                <a:lnTo>
                  <a:pt x="280366" y="50364"/>
                </a:lnTo>
                <a:lnTo>
                  <a:pt x="280366" y="33630"/>
                </a:lnTo>
                <a:lnTo>
                  <a:pt x="276954" y="33630"/>
                </a:lnTo>
                <a:lnTo>
                  <a:pt x="254453" y="42728"/>
                </a:lnTo>
                <a:lnTo>
                  <a:pt x="255265" y="45653"/>
                </a:lnTo>
                <a:lnTo>
                  <a:pt x="255528" y="45553"/>
                </a:lnTo>
                <a:lnTo>
                  <a:pt x="255789" y="45458"/>
                </a:lnTo>
                <a:lnTo>
                  <a:pt x="256047" y="45367"/>
                </a:lnTo>
                <a:lnTo>
                  <a:pt x="256303" y="45281"/>
                </a:lnTo>
                <a:lnTo>
                  <a:pt x="256557" y="45198"/>
                </a:lnTo>
                <a:lnTo>
                  <a:pt x="256809" y="45120"/>
                </a:lnTo>
                <a:lnTo>
                  <a:pt x="257058" y="45046"/>
                </a:lnTo>
                <a:lnTo>
                  <a:pt x="257305" y="44976"/>
                </a:lnTo>
                <a:lnTo>
                  <a:pt x="257550" y="44910"/>
                </a:lnTo>
                <a:lnTo>
                  <a:pt x="257792" y="44849"/>
                </a:lnTo>
                <a:lnTo>
                  <a:pt x="258033" y="44792"/>
                </a:lnTo>
                <a:lnTo>
                  <a:pt x="258271" y="44739"/>
                </a:lnTo>
                <a:lnTo>
                  <a:pt x="258507" y="44690"/>
                </a:lnTo>
                <a:lnTo>
                  <a:pt x="258740" y="44646"/>
                </a:lnTo>
                <a:lnTo>
                  <a:pt x="258971" y="44606"/>
                </a:lnTo>
                <a:lnTo>
                  <a:pt x="259200" y="44570"/>
                </a:lnTo>
                <a:lnTo>
                  <a:pt x="259427" y="44538"/>
                </a:lnTo>
                <a:lnTo>
                  <a:pt x="259652" y="44510"/>
                </a:lnTo>
                <a:lnTo>
                  <a:pt x="259874" y="44487"/>
                </a:lnTo>
                <a:lnTo>
                  <a:pt x="260094" y="44468"/>
                </a:lnTo>
                <a:lnTo>
                  <a:pt x="260312" y="44453"/>
                </a:lnTo>
                <a:lnTo>
                  <a:pt x="260527" y="44443"/>
                </a:lnTo>
                <a:lnTo>
                  <a:pt x="260740" y="44436"/>
                </a:lnTo>
                <a:lnTo>
                  <a:pt x="260951" y="44434"/>
                </a:lnTo>
                <a:lnTo>
                  <a:pt x="261126" y="44436"/>
                </a:lnTo>
                <a:lnTo>
                  <a:pt x="261299" y="44442"/>
                </a:lnTo>
                <a:lnTo>
                  <a:pt x="261469" y="44452"/>
                </a:lnTo>
                <a:lnTo>
                  <a:pt x="261636" y="44466"/>
                </a:lnTo>
                <a:lnTo>
                  <a:pt x="261801" y="44484"/>
                </a:lnTo>
                <a:lnTo>
                  <a:pt x="261964" y="44505"/>
                </a:lnTo>
                <a:lnTo>
                  <a:pt x="262125" y="44531"/>
                </a:lnTo>
                <a:lnTo>
                  <a:pt x="262283" y="44561"/>
                </a:lnTo>
                <a:lnTo>
                  <a:pt x="262438" y="44594"/>
                </a:lnTo>
                <a:lnTo>
                  <a:pt x="262592" y="44632"/>
                </a:lnTo>
                <a:lnTo>
                  <a:pt x="262742" y="44673"/>
                </a:lnTo>
                <a:lnTo>
                  <a:pt x="262891" y="44719"/>
                </a:lnTo>
                <a:lnTo>
                  <a:pt x="263037" y="44768"/>
                </a:lnTo>
                <a:lnTo>
                  <a:pt x="263181" y="44821"/>
                </a:lnTo>
                <a:lnTo>
                  <a:pt x="263322" y="44879"/>
                </a:lnTo>
                <a:lnTo>
                  <a:pt x="263461" y="44940"/>
                </a:lnTo>
                <a:lnTo>
                  <a:pt x="263597" y="45005"/>
                </a:lnTo>
                <a:lnTo>
                  <a:pt x="263731" y="45074"/>
                </a:lnTo>
                <a:lnTo>
                  <a:pt x="263863" y="45147"/>
                </a:lnTo>
                <a:lnTo>
                  <a:pt x="263992" y="45224"/>
                </a:lnTo>
                <a:lnTo>
                  <a:pt x="264119" y="45305"/>
                </a:lnTo>
                <a:lnTo>
                  <a:pt x="264243" y="45390"/>
                </a:lnTo>
                <a:lnTo>
                  <a:pt x="264365" y="45479"/>
                </a:lnTo>
                <a:lnTo>
                  <a:pt x="264485" y="45572"/>
                </a:lnTo>
                <a:lnTo>
                  <a:pt x="264602" y="45669"/>
                </a:lnTo>
                <a:lnTo>
                  <a:pt x="264716" y="45770"/>
                </a:lnTo>
                <a:lnTo>
                  <a:pt x="264826" y="45877"/>
                </a:lnTo>
                <a:lnTo>
                  <a:pt x="264934" y="45988"/>
                </a:lnTo>
                <a:lnTo>
                  <a:pt x="265039" y="46104"/>
                </a:lnTo>
                <a:lnTo>
                  <a:pt x="265140" y="46224"/>
                </a:lnTo>
                <a:lnTo>
                  <a:pt x="265238" y="46349"/>
                </a:lnTo>
                <a:lnTo>
                  <a:pt x="265333" y="46479"/>
                </a:lnTo>
                <a:lnTo>
                  <a:pt x="265426" y="46613"/>
                </a:lnTo>
                <a:lnTo>
                  <a:pt x="265515" y="46752"/>
                </a:lnTo>
                <a:lnTo>
                  <a:pt x="265600" y="46896"/>
                </a:lnTo>
                <a:lnTo>
                  <a:pt x="265683" y="47044"/>
                </a:lnTo>
                <a:lnTo>
                  <a:pt x="265763" y="47197"/>
                </a:lnTo>
                <a:lnTo>
                  <a:pt x="265839" y="47354"/>
                </a:lnTo>
                <a:lnTo>
                  <a:pt x="265913" y="47517"/>
                </a:lnTo>
                <a:lnTo>
                  <a:pt x="265983" y="47684"/>
                </a:lnTo>
                <a:lnTo>
                  <a:pt x="266051" y="47855"/>
                </a:lnTo>
                <a:lnTo>
                  <a:pt x="266115" y="48031"/>
                </a:lnTo>
                <a:lnTo>
                  <a:pt x="266176" y="48212"/>
                </a:lnTo>
                <a:lnTo>
                  <a:pt x="266234" y="48398"/>
                </a:lnTo>
                <a:lnTo>
                  <a:pt x="266289" y="48588"/>
                </a:lnTo>
                <a:lnTo>
                  <a:pt x="266340" y="48783"/>
                </a:lnTo>
                <a:lnTo>
                  <a:pt x="266389" y="48982"/>
                </a:lnTo>
                <a:lnTo>
                  <a:pt x="266435" y="49186"/>
                </a:lnTo>
                <a:lnTo>
                  <a:pt x="266478" y="49411"/>
                </a:lnTo>
                <a:lnTo>
                  <a:pt x="266519" y="49672"/>
                </a:lnTo>
                <a:lnTo>
                  <a:pt x="266558" y="49970"/>
                </a:lnTo>
                <a:lnTo>
                  <a:pt x="266596" y="50305"/>
                </a:lnTo>
                <a:lnTo>
                  <a:pt x="266632" y="50675"/>
                </a:lnTo>
                <a:lnTo>
                  <a:pt x="266666" y="51083"/>
                </a:lnTo>
                <a:lnTo>
                  <a:pt x="266698" y="51527"/>
                </a:lnTo>
                <a:lnTo>
                  <a:pt x="266728" y="52007"/>
                </a:lnTo>
                <a:lnTo>
                  <a:pt x="266756" y="52524"/>
                </a:lnTo>
                <a:lnTo>
                  <a:pt x="266783" y="53077"/>
                </a:lnTo>
                <a:lnTo>
                  <a:pt x="266808" y="53667"/>
                </a:lnTo>
                <a:lnTo>
                  <a:pt x="266831" y="54294"/>
                </a:lnTo>
                <a:lnTo>
                  <a:pt x="266852" y="54957"/>
                </a:lnTo>
                <a:lnTo>
                  <a:pt x="266871" y="55657"/>
                </a:lnTo>
                <a:lnTo>
                  <a:pt x="266888" y="56393"/>
                </a:lnTo>
                <a:lnTo>
                  <a:pt x="266904" y="57165"/>
                </a:lnTo>
                <a:lnTo>
                  <a:pt x="266918" y="57974"/>
                </a:lnTo>
                <a:lnTo>
                  <a:pt x="266930" y="58820"/>
                </a:lnTo>
                <a:lnTo>
                  <a:pt x="266940" y="59702"/>
                </a:lnTo>
                <a:lnTo>
                  <a:pt x="266948" y="60621"/>
                </a:lnTo>
                <a:lnTo>
                  <a:pt x="266954" y="61576"/>
                </a:lnTo>
                <a:lnTo>
                  <a:pt x="266959" y="62568"/>
                </a:lnTo>
                <a:lnTo>
                  <a:pt x="266962" y="63596"/>
                </a:lnTo>
                <a:lnTo>
                  <a:pt x="266963" y="64661"/>
                </a:lnTo>
                <a:lnTo>
                  <a:pt x="266963" y="93255"/>
                </a:lnTo>
                <a:lnTo>
                  <a:pt x="266962" y="93794"/>
                </a:lnTo>
                <a:lnTo>
                  <a:pt x="266960" y="94315"/>
                </a:lnTo>
                <a:lnTo>
                  <a:pt x="266956" y="94818"/>
                </a:lnTo>
                <a:lnTo>
                  <a:pt x="266951" y="95303"/>
                </a:lnTo>
                <a:lnTo>
                  <a:pt x="266945" y="95770"/>
                </a:lnTo>
                <a:lnTo>
                  <a:pt x="266937" y="96219"/>
                </a:lnTo>
                <a:lnTo>
                  <a:pt x="266928" y="96650"/>
                </a:lnTo>
                <a:lnTo>
                  <a:pt x="266918" y="97063"/>
                </a:lnTo>
                <a:lnTo>
                  <a:pt x="266906" y="97458"/>
                </a:lnTo>
                <a:lnTo>
                  <a:pt x="266892" y="97836"/>
                </a:lnTo>
                <a:lnTo>
                  <a:pt x="266877" y="98195"/>
                </a:lnTo>
                <a:lnTo>
                  <a:pt x="266861" y="98536"/>
                </a:lnTo>
                <a:lnTo>
                  <a:pt x="266843" y="98859"/>
                </a:lnTo>
                <a:lnTo>
                  <a:pt x="266824" y="99165"/>
                </a:lnTo>
                <a:lnTo>
                  <a:pt x="266804" y="99452"/>
                </a:lnTo>
                <a:lnTo>
                  <a:pt x="266782" y="99721"/>
                </a:lnTo>
                <a:lnTo>
                  <a:pt x="266759" y="99973"/>
                </a:lnTo>
                <a:lnTo>
                  <a:pt x="266734" y="100206"/>
                </a:lnTo>
                <a:lnTo>
                  <a:pt x="266708" y="100421"/>
                </a:lnTo>
                <a:lnTo>
                  <a:pt x="266681" y="100619"/>
                </a:lnTo>
                <a:lnTo>
                  <a:pt x="266652" y="100798"/>
                </a:lnTo>
                <a:lnTo>
                  <a:pt x="266621" y="100960"/>
                </a:lnTo>
                <a:lnTo>
                  <a:pt x="266590" y="101103"/>
                </a:lnTo>
                <a:lnTo>
                  <a:pt x="266556" y="101229"/>
                </a:lnTo>
                <a:lnTo>
                  <a:pt x="266487" y="101466"/>
                </a:lnTo>
                <a:lnTo>
                  <a:pt x="266413" y="101697"/>
                </a:lnTo>
                <a:lnTo>
                  <a:pt x="266334" y="101923"/>
                </a:lnTo>
                <a:lnTo>
                  <a:pt x="266252" y="102144"/>
                </a:lnTo>
                <a:lnTo>
                  <a:pt x="266165" y="102359"/>
                </a:lnTo>
                <a:lnTo>
                  <a:pt x="266074" y="102569"/>
                </a:lnTo>
                <a:lnTo>
                  <a:pt x="265979" y="102774"/>
                </a:lnTo>
                <a:lnTo>
                  <a:pt x="265880" y="102973"/>
                </a:lnTo>
                <a:lnTo>
                  <a:pt x="265776" y="103166"/>
                </a:lnTo>
                <a:lnTo>
                  <a:pt x="265668" y="103355"/>
                </a:lnTo>
                <a:lnTo>
                  <a:pt x="265556" y="103537"/>
                </a:lnTo>
                <a:lnTo>
                  <a:pt x="265440" y="103715"/>
                </a:lnTo>
                <a:lnTo>
                  <a:pt x="265319" y="103887"/>
                </a:lnTo>
                <a:lnTo>
                  <a:pt x="265194" y="104053"/>
                </a:lnTo>
                <a:lnTo>
                  <a:pt x="265065" y="104214"/>
                </a:lnTo>
                <a:lnTo>
                  <a:pt x="264932" y="104370"/>
                </a:lnTo>
                <a:lnTo>
                  <a:pt x="264794" y="104520"/>
                </a:lnTo>
                <a:lnTo>
                  <a:pt x="264653" y="104665"/>
                </a:lnTo>
                <a:lnTo>
                  <a:pt x="264507" y="104804"/>
                </a:lnTo>
                <a:lnTo>
                  <a:pt x="264356" y="104938"/>
                </a:lnTo>
                <a:lnTo>
                  <a:pt x="264202" y="105067"/>
                </a:lnTo>
                <a:lnTo>
                  <a:pt x="264043" y="105190"/>
                </a:lnTo>
                <a:lnTo>
                  <a:pt x="263880" y="105308"/>
                </a:lnTo>
                <a:lnTo>
                  <a:pt x="263713" y="105420"/>
                </a:lnTo>
                <a:lnTo>
                  <a:pt x="263478" y="105567"/>
                </a:lnTo>
                <a:lnTo>
                  <a:pt x="263233" y="105709"/>
                </a:lnTo>
                <a:lnTo>
                  <a:pt x="262977" y="105843"/>
                </a:lnTo>
                <a:lnTo>
                  <a:pt x="262711" y="105972"/>
                </a:lnTo>
                <a:lnTo>
                  <a:pt x="262436" y="106095"/>
                </a:lnTo>
                <a:lnTo>
                  <a:pt x="262150" y="106211"/>
                </a:lnTo>
                <a:lnTo>
                  <a:pt x="261853" y="106320"/>
                </a:lnTo>
                <a:lnTo>
                  <a:pt x="261547" y="106424"/>
                </a:lnTo>
                <a:lnTo>
                  <a:pt x="261231" y="106521"/>
                </a:lnTo>
                <a:lnTo>
                  <a:pt x="260904" y="106612"/>
                </a:lnTo>
                <a:lnTo>
                  <a:pt x="260567" y="106697"/>
                </a:lnTo>
                <a:lnTo>
                  <a:pt x="260220" y="106775"/>
                </a:lnTo>
                <a:lnTo>
                  <a:pt x="259863" y="106848"/>
                </a:lnTo>
                <a:lnTo>
                  <a:pt x="259496" y="106914"/>
                </a:lnTo>
                <a:lnTo>
                  <a:pt x="259119" y="106973"/>
                </a:lnTo>
                <a:lnTo>
                  <a:pt x="258731" y="107026"/>
                </a:lnTo>
                <a:lnTo>
                  <a:pt x="258333" y="107074"/>
                </a:lnTo>
                <a:lnTo>
                  <a:pt x="257926" y="107114"/>
                </a:lnTo>
                <a:lnTo>
                  <a:pt x="257507" y="107149"/>
                </a:lnTo>
                <a:lnTo>
                  <a:pt x="257079" y="107177"/>
                </a:lnTo>
                <a:lnTo>
                  <a:pt x="256641" y="107199"/>
                </a:lnTo>
                <a:lnTo>
                  <a:pt x="256193" y="107215"/>
                </a:lnTo>
                <a:lnTo>
                  <a:pt x="255734" y="107224"/>
                </a:lnTo>
                <a:lnTo>
                  <a:pt x="255265" y="107227"/>
                </a:lnTo>
                <a:lnTo>
                  <a:pt x="255265" y="110152"/>
                </a:lnTo>
                <a:lnTo>
                  <a:pt x="293363" y="110152"/>
                </a:lnTo>
                <a:lnTo>
                  <a:pt x="293363" y="107227"/>
                </a:lnTo>
                <a:lnTo>
                  <a:pt x="292948" y="107225"/>
                </a:lnTo>
                <a:lnTo>
                  <a:pt x="292540" y="107217"/>
                </a:lnTo>
                <a:lnTo>
                  <a:pt x="292141" y="107205"/>
                </a:lnTo>
                <a:lnTo>
                  <a:pt x="291750" y="107187"/>
                </a:lnTo>
                <a:lnTo>
                  <a:pt x="291367" y="107164"/>
                </a:lnTo>
                <a:lnTo>
                  <a:pt x="290992" y="107136"/>
                </a:lnTo>
                <a:lnTo>
                  <a:pt x="290626" y="107103"/>
                </a:lnTo>
                <a:lnTo>
                  <a:pt x="290267" y="107065"/>
                </a:lnTo>
                <a:lnTo>
                  <a:pt x="289917" y="107022"/>
                </a:lnTo>
                <a:lnTo>
                  <a:pt x="289575" y="106974"/>
                </a:lnTo>
                <a:lnTo>
                  <a:pt x="289241" y="106921"/>
                </a:lnTo>
                <a:lnTo>
                  <a:pt x="288916" y="106863"/>
                </a:lnTo>
                <a:lnTo>
                  <a:pt x="288598" y="106800"/>
                </a:lnTo>
                <a:lnTo>
                  <a:pt x="288289" y="106731"/>
                </a:lnTo>
                <a:lnTo>
                  <a:pt x="287988" y="106658"/>
                </a:lnTo>
                <a:lnTo>
                  <a:pt x="287695" y="106580"/>
                </a:lnTo>
                <a:lnTo>
                  <a:pt x="287410" y="106496"/>
                </a:lnTo>
                <a:lnTo>
                  <a:pt x="287134" y="106408"/>
                </a:lnTo>
                <a:lnTo>
                  <a:pt x="286865" y="106314"/>
                </a:lnTo>
                <a:lnTo>
                  <a:pt x="286605" y="106215"/>
                </a:lnTo>
                <a:lnTo>
                  <a:pt x="286353" y="106112"/>
                </a:lnTo>
                <a:lnTo>
                  <a:pt x="286109" y="106003"/>
                </a:lnTo>
                <a:lnTo>
                  <a:pt x="285874" y="105889"/>
                </a:lnTo>
                <a:lnTo>
                  <a:pt x="285646" y="105770"/>
                </a:lnTo>
                <a:lnTo>
                  <a:pt x="285426" y="105647"/>
                </a:lnTo>
                <a:lnTo>
                  <a:pt x="285211" y="105522"/>
                </a:lnTo>
                <a:lnTo>
                  <a:pt x="285001" y="105394"/>
                </a:lnTo>
                <a:lnTo>
                  <a:pt x="284798" y="105263"/>
                </a:lnTo>
                <a:lnTo>
                  <a:pt x="284600" y="105130"/>
                </a:lnTo>
                <a:lnTo>
                  <a:pt x="284407" y="104994"/>
                </a:lnTo>
                <a:lnTo>
                  <a:pt x="284221" y="104856"/>
                </a:lnTo>
                <a:lnTo>
                  <a:pt x="284040" y="104715"/>
                </a:lnTo>
                <a:lnTo>
                  <a:pt x="283864" y="104572"/>
                </a:lnTo>
                <a:lnTo>
                  <a:pt x="283694" y="104426"/>
                </a:lnTo>
                <a:lnTo>
                  <a:pt x="283530" y="104278"/>
                </a:lnTo>
                <a:lnTo>
                  <a:pt x="283372" y="104126"/>
                </a:lnTo>
                <a:lnTo>
                  <a:pt x="283219" y="103973"/>
                </a:lnTo>
                <a:lnTo>
                  <a:pt x="283072" y="103817"/>
                </a:lnTo>
                <a:lnTo>
                  <a:pt x="282930" y="103658"/>
                </a:lnTo>
                <a:lnTo>
                  <a:pt x="282794" y="103497"/>
                </a:lnTo>
                <a:lnTo>
                  <a:pt x="282664" y="103333"/>
                </a:lnTo>
                <a:lnTo>
                  <a:pt x="282539" y="103167"/>
                </a:lnTo>
                <a:lnTo>
                  <a:pt x="282420" y="102998"/>
                </a:lnTo>
                <a:lnTo>
                  <a:pt x="282307" y="102826"/>
                </a:lnTo>
                <a:lnTo>
                  <a:pt x="282199" y="102652"/>
                </a:lnTo>
                <a:lnTo>
                  <a:pt x="282097" y="102476"/>
                </a:lnTo>
                <a:lnTo>
                  <a:pt x="282000" y="102296"/>
                </a:lnTo>
                <a:lnTo>
                  <a:pt x="281909" y="102115"/>
                </a:lnTo>
                <a:lnTo>
                  <a:pt x="281784" y="101845"/>
                </a:lnTo>
                <a:lnTo>
                  <a:pt x="281663" y="101566"/>
                </a:lnTo>
                <a:lnTo>
                  <a:pt x="281548" y="101276"/>
                </a:lnTo>
                <a:lnTo>
                  <a:pt x="281438" y="100975"/>
                </a:lnTo>
                <a:lnTo>
                  <a:pt x="281333" y="100664"/>
                </a:lnTo>
                <a:lnTo>
                  <a:pt x="281234" y="100342"/>
                </a:lnTo>
                <a:lnTo>
                  <a:pt x="281140" y="100011"/>
                </a:lnTo>
                <a:lnTo>
                  <a:pt x="281052" y="99668"/>
                </a:lnTo>
                <a:lnTo>
                  <a:pt x="280969" y="99315"/>
                </a:lnTo>
                <a:lnTo>
                  <a:pt x="280891" y="98952"/>
                </a:lnTo>
                <a:lnTo>
                  <a:pt x="280819" y="98578"/>
                </a:lnTo>
                <a:lnTo>
                  <a:pt x="280752" y="98194"/>
                </a:lnTo>
                <a:lnTo>
                  <a:pt x="280690" y="97799"/>
                </a:lnTo>
                <a:lnTo>
                  <a:pt x="280634" y="97394"/>
                </a:lnTo>
                <a:lnTo>
                  <a:pt x="280583" y="96979"/>
                </a:lnTo>
                <a:lnTo>
                  <a:pt x="280538" y="96553"/>
                </a:lnTo>
                <a:lnTo>
                  <a:pt x="280497" y="96116"/>
                </a:lnTo>
                <a:lnTo>
                  <a:pt x="280463" y="95669"/>
                </a:lnTo>
                <a:lnTo>
                  <a:pt x="280433" y="95212"/>
                </a:lnTo>
                <a:lnTo>
                  <a:pt x="280409" y="94744"/>
                </a:lnTo>
                <a:lnTo>
                  <a:pt x="280390" y="94266"/>
                </a:lnTo>
                <a:lnTo>
                  <a:pt x="280377" y="93777"/>
                </a:lnTo>
                <a:lnTo>
                  <a:pt x="280369" y="93278"/>
                </a:lnTo>
                <a:lnTo>
                  <a:pt x="280366" y="92768"/>
                </a:lnTo>
                <a:lnTo>
                  <a:pt x="280366" y="57178"/>
                </a:lnTo>
                <a:lnTo>
                  <a:pt x="280691" y="56553"/>
                </a:lnTo>
                <a:lnTo>
                  <a:pt x="281014" y="55944"/>
                </a:lnTo>
                <a:lnTo>
                  <a:pt x="281337" y="55349"/>
                </a:lnTo>
                <a:lnTo>
                  <a:pt x="281659" y="54770"/>
                </a:lnTo>
                <a:lnTo>
                  <a:pt x="281980" y="54205"/>
                </a:lnTo>
                <a:lnTo>
                  <a:pt x="282300" y="53655"/>
                </a:lnTo>
                <a:lnTo>
                  <a:pt x="282620" y="53119"/>
                </a:lnTo>
                <a:lnTo>
                  <a:pt x="282938" y="52599"/>
                </a:lnTo>
                <a:lnTo>
                  <a:pt x="283256" y="52094"/>
                </a:lnTo>
                <a:lnTo>
                  <a:pt x="283573" y="51603"/>
                </a:lnTo>
                <a:lnTo>
                  <a:pt x="283889" y="51127"/>
                </a:lnTo>
                <a:lnTo>
                  <a:pt x="284204" y="50666"/>
                </a:lnTo>
                <a:lnTo>
                  <a:pt x="284519" y="50220"/>
                </a:lnTo>
                <a:lnTo>
                  <a:pt x="284832" y="49788"/>
                </a:lnTo>
                <a:lnTo>
                  <a:pt x="285145" y="49372"/>
                </a:lnTo>
                <a:lnTo>
                  <a:pt x="285457" y="48970"/>
                </a:lnTo>
                <a:lnTo>
                  <a:pt x="285768" y="48583"/>
                </a:lnTo>
                <a:lnTo>
                  <a:pt x="286078" y="48211"/>
                </a:lnTo>
                <a:lnTo>
                  <a:pt x="286387" y="47854"/>
                </a:lnTo>
                <a:lnTo>
                  <a:pt x="286695" y="47511"/>
                </a:lnTo>
                <a:lnTo>
                  <a:pt x="287003" y="47184"/>
                </a:lnTo>
                <a:lnTo>
                  <a:pt x="287310" y="46871"/>
                </a:lnTo>
                <a:lnTo>
                  <a:pt x="287616" y="46573"/>
                </a:lnTo>
                <a:lnTo>
                  <a:pt x="287921" y="46290"/>
                </a:lnTo>
                <a:lnTo>
                  <a:pt x="288062" y="46158"/>
                </a:lnTo>
                <a:lnTo>
                  <a:pt x="288203" y="46033"/>
                </a:lnTo>
                <a:lnTo>
                  <a:pt x="288343" y="45912"/>
                </a:lnTo>
                <a:lnTo>
                  <a:pt x="288483" y="45797"/>
                </a:lnTo>
                <a:lnTo>
                  <a:pt x="288621" y="45688"/>
                </a:lnTo>
                <a:lnTo>
                  <a:pt x="288758" y="45585"/>
                </a:lnTo>
                <a:lnTo>
                  <a:pt x="288895" y="45487"/>
                </a:lnTo>
                <a:lnTo>
                  <a:pt x="289031" y="45394"/>
                </a:lnTo>
                <a:lnTo>
                  <a:pt x="289166" y="45308"/>
                </a:lnTo>
                <a:lnTo>
                  <a:pt x="289300" y="45227"/>
                </a:lnTo>
                <a:lnTo>
                  <a:pt x="289433" y="45151"/>
                </a:lnTo>
                <a:lnTo>
                  <a:pt x="289566" y="45081"/>
                </a:lnTo>
                <a:lnTo>
                  <a:pt x="289697" y="45017"/>
                </a:lnTo>
                <a:lnTo>
                  <a:pt x="289828" y="44958"/>
                </a:lnTo>
                <a:lnTo>
                  <a:pt x="289958" y="44905"/>
                </a:lnTo>
                <a:lnTo>
                  <a:pt x="290087" y="44857"/>
                </a:lnTo>
                <a:lnTo>
                  <a:pt x="290215" y="44815"/>
                </a:lnTo>
                <a:lnTo>
                  <a:pt x="290342" y="44779"/>
                </a:lnTo>
                <a:lnTo>
                  <a:pt x="290469" y="44748"/>
                </a:lnTo>
                <a:lnTo>
                  <a:pt x="290595" y="44723"/>
                </a:lnTo>
                <a:lnTo>
                  <a:pt x="290719" y="44703"/>
                </a:lnTo>
                <a:lnTo>
                  <a:pt x="290843" y="44689"/>
                </a:lnTo>
                <a:lnTo>
                  <a:pt x="290967" y="44681"/>
                </a:lnTo>
                <a:lnTo>
                  <a:pt x="291089" y="44678"/>
                </a:lnTo>
                <a:lnTo>
                  <a:pt x="291234" y="44683"/>
                </a:lnTo>
                <a:lnTo>
                  <a:pt x="291386" y="44697"/>
                </a:lnTo>
                <a:lnTo>
                  <a:pt x="291544" y="44721"/>
                </a:lnTo>
                <a:lnTo>
                  <a:pt x="291708" y="44755"/>
                </a:lnTo>
                <a:lnTo>
                  <a:pt x="291879" y="44798"/>
                </a:lnTo>
                <a:lnTo>
                  <a:pt x="292056" y="44851"/>
                </a:lnTo>
                <a:lnTo>
                  <a:pt x="292239" y="44913"/>
                </a:lnTo>
                <a:lnTo>
                  <a:pt x="292429" y="44985"/>
                </a:lnTo>
                <a:lnTo>
                  <a:pt x="292625" y="45066"/>
                </a:lnTo>
                <a:lnTo>
                  <a:pt x="292828" y="45158"/>
                </a:lnTo>
                <a:lnTo>
                  <a:pt x="293036" y="45258"/>
                </a:lnTo>
                <a:lnTo>
                  <a:pt x="293252" y="45369"/>
                </a:lnTo>
                <a:lnTo>
                  <a:pt x="293473" y="45488"/>
                </a:lnTo>
                <a:lnTo>
                  <a:pt x="293701" y="45618"/>
                </a:lnTo>
                <a:lnTo>
                  <a:pt x="293935" y="45757"/>
                </a:lnTo>
                <a:lnTo>
                  <a:pt x="294176" y="45906"/>
                </a:lnTo>
                <a:lnTo>
                  <a:pt x="294423" y="46064"/>
                </a:lnTo>
                <a:lnTo>
                  <a:pt x="294676" y="46232"/>
                </a:lnTo>
                <a:lnTo>
                  <a:pt x="294935" y="46409"/>
                </a:lnTo>
                <a:lnTo>
                  <a:pt x="295201" y="46596"/>
                </a:lnTo>
                <a:lnTo>
                  <a:pt x="295473" y="46793"/>
                </a:lnTo>
                <a:lnTo>
                  <a:pt x="295752" y="46999"/>
                </a:lnTo>
                <a:lnTo>
                  <a:pt x="296037" y="47215"/>
                </a:lnTo>
                <a:lnTo>
                  <a:pt x="296328" y="47440"/>
                </a:lnTo>
                <a:lnTo>
                  <a:pt x="296622" y="47665"/>
                </a:lnTo>
                <a:lnTo>
                  <a:pt x="296912" y="47881"/>
                </a:lnTo>
                <a:lnTo>
                  <a:pt x="297201" y="48087"/>
                </a:lnTo>
                <a:lnTo>
                  <a:pt x="297487" y="48284"/>
                </a:lnTo>
                <a:lnTo>
                  <a:pt x="297771" y="48471"/>
                </a:lnTo>
                <a:lnTo>
                  <a:pt x="298052" y="48648"/>
                </a:lnTo>
                <a:lnTo>
                  <a:pt x="298331" y="48816"/>
                </a:lnTo>
                <a:lnTo>
                  <a:pt x="298607" y="48974"/>
                </a:lnTo>
                <a:lnTo>
                  <a:pt x="298881" y="49123"/>
                </a:lnTo>
                <a:lnTo>
                  <a:pt x="299153" y="49262"/>
                </a:lnTo>
                <a:lnTo>
                  <a:pt x="299422" y="49392"/>
                </a:lnTo>
                <a:lnTo>
                  <a:pt x="299689" y="49511"/>
                </a:lnTo>
                <a:lnTo>
                  <a:pt x="299954" y="49622"/>
                </a:lnTo>
                <a:lnTo>
                  <a:pt x="300216" y="49722"/>
                </a:lnTo>
                <a:lnTo>
                  <a:pt x="300476" y="49813"/>
                </a:lnTo>
                <a:lnTo>
                  <a:pt x="300733" y="49895"/>
                </a:lnTo>
                <a:lnTo>
                  <a:pt x="300988" y="49967"/>
                </a:lnTo>
                <a:lnTo>
                  <a:pt x="301240" y="50029"/>
                </a:lnTo>
                <a:lnTo>
                  <a:pt x="301490" y="50082"/>
                </a:lnTo>
                <a:lnTo>
                  <a:pt x="301738" y="50125"/>
                </a:lnTo>
                <a:lnTo>
                  <a:pt x="301984" y="50159"/>
                </a:lnTo>
                <a:lnTo>
                  <a:pt x="302226" y="50183"/>
                </a:lnTo>
                <a:lnTo>
                  <a:pt x="302467" y="50197"/>
                </a:lnTo>
                <a:lnTo>
                  <a:pt x="302705" y="50202"/>
                </a:lnTo>
                <a:lnTo>
                  <a:pt x="302947" y="50198"/>
                </a:lnTo>
                <a:lnTo>
                  <a:pt x="303187" y="50187"/>
                </a:lnTo>
                <a:lnTo>
                  <a:pt x="303423" y="50168"/>
                </a:lnTo>
                <a:lnTo>
                  <a:pt x="303657" y="50141"/>
                </a:lnTo>
                <a:lnTo>
                  <a:pt x="303888" y="50107"/>
                </a:lnTo>
                <a:lnTo>
                  <a:pt x="304117" y="50065"/>
                </a:lnTo>
                <a:lnTo>
                  <a:pt x="304342" y="50015"/>
                </a:lnTo>
                <a:lnTo>
                  <a:pt x="304564" y="49958"/>
                </a:lnTo>
                <a:lnTo>
                  <a:pt x="304784" y="49893"/>
                </a:lnTo>
                <a:lnTo>
                  <a:pt x="305001" y="49821"/>
                </a:lnTo>
                <a:lnTo>
                  <a:pt x="305215" y="49741"/>
                </a:lnTo>
                <a:lnTo>
                  <a:pt x="305426" y="49654"/>
                </a:lnTo>
                <a:lnTo>
                  <a:pt x="305635" y="49558"/>
                </a:lnTo>
                <a:lnTo>
                  <a:pt x="305840" y="49456"/>
                </a:lnTo>
                <a:lnTo>
                  <a:pt x="306043" y="49345"/>
                </a:lnTo>
                <a:lnTo>
                  <a:pt x="306243" y="49227"/>
                </a:lnTo>
                <a:lnTo>
                  <a:pt x="306440" y="49101"/>
                </a:lnTo>
                <a:lnTo>
                  <a:pt x="306635" y="48968"/>
                </a:lnTo>
                <a:lnTo>
                  <a:pt x="306826" y="48827"/>
                </a:lnTo>
                <a:lnTo>
                  <a:pt x="307015" y="48679"/>
                </a:lnTo>
                <a:lnTo>
                  <a:pt x="307201" y="48523"/>
                </a:lnTo>
                <a:lnTo>
                  <a:pt x="307384" y="48359"/>
                </a:lnTo>
                <a:lnTo>
                  <a:pt x="307564" y="48188"/>
                </a:lnTo>
                <a:lnTo>
                  <a:pt x="307742" y="48009"/>
                </a:lnTo>
                <a:lnTo>
                  <a:pt x="307914" y="47824"/>
                </a:lnTo>
                <a:lnTo>
                  <a:pt x="308079" y="47636"/>
                </a:lnTo>
                <a:lnTo>
                  <a:pt x="308237" y="47445"/>
                </a:lnTo>
                <a:lnTo>
                  <a:pt x="308387" y="47250"/>
                </a:lnTo>
                <a:lnTo>
                  <a:pt x="308530" y="47052"/>
                </a:lnTo>
                <a:lnTo>
                  <a:pt x="308666" y="46851"/>
                </a:lnTo>
                <a:lnTo>
                  <a:pt x="308794" y="46646"/>
                </a:lnTo>
                <a:lnTo>
                  <a:pt x="308915" y="46438"/>
                </a:lnTo>
                <a:lnTo>
                  <a:pt x="309029" y="46227"/>
                </a:lnTo>
                <a:lnTo>
                  <a:pt x="309135" y="46012"/>
                </a:lnTo>
                <a:lnTo>
                  <a:pt x="309234" y="45793"/>
                </a:lnTo>
                <a:lnTo>
                  <a:pt x="309326" y="45572"/>
                </a:lnTo>
                <a:lnTo>
                  <a:pt x="309410" y="45347"/>
                </a:lnTo>
                <a:lnTo>
                  <a:pt x="309487" y="45118"/>
                </a:lnTo>
                <a:lnTo>
                  <a:pt x="309557" y="44886"/>
                </a:lnTo>
                <a:lnTo>
                  <a:pt x="309619" y="44651"/>
                </a:lnTo>
                <a:lnTo>
                  <a:pt x="309674" y="44412"/>
                </a:lnTo>
                <a:lnTo>
                  <a:pt x="309722" y="44170"/>
                </a:lnTo>
                <a:lnTo>
                  <a:pt x="309762" y="43925"/>
                </a:lnTo>
                <a:lnTo>
                  <a:pt x="309795" y="43676"/>
                </a:lnTo>
                <a:lnTo>
                  <a:pt x="309801" y="43615"/>
                </a:lnTo>
                <a:lnTo>
                  <a:pt x="310650" y="45653"/>
                </a:lnTo>
                <a:lnTo>
                  <a:pt x="310913" y="45553"/>
                </a:lnTo>
                <a:lnTo>
                  <a:pt x="311172" y="45458"/>
                </a:lnTo>
                <a:lnTo>
                  <a:pt x="311428" y="45367"/>
                </a:lnTo>
                <a:lnTo>
                  <a:pt x="311681" y="45281"/>
                </a:lnTo>
                <a:lnTo>
                  <a:pt x="311931" y="45198"/>
                </a:lnTo>
                <a:lnTo>
                  <a:pt x="312178" y="45120"/>
                </a:lnTo>
                <a:lnTo>
                  <a:pt x="312422" y="45046"/>
                </a:lnTo>
                <a:lnTo>
                  <a:pt x="312663" y="44976"/>
                </a:lnTo>
                <a:lnTo>
                  <a:pt x="312901" y="44910"/>
                </a:lnTo>
                <a:lnTo>
                  <a:pt x="313135" y="44849"/>
                </a:lnTo>
                <a:lnTo>
                  <a:pt x="313367" y="44792"/>
                </a:lnTo>
                <a:lnTo>
                  <a:pt x="313595" y="44739"/>
                </a:lnTo>
                <a:lnTo>
                  <a:pt x="313820" y="44690"/>
                </a:lnTo>
                <a:lnTo>
                  <a:pt x="314042" y="44646"/>
                </a:lnTo>
                <a:lnTo>
                  <a:pt x="314261" y="44606"/>
                </a:lnTo>
                <a:lnTo>
                  <a:pt x="314477" y="44570"/>
                </a:lnTo>
                <a:lnTo>
                  <a:pt x="314690" y="44538"/>
                </a:lnTo>
                <a:lnTo>
                  <a:pt x="314900" y="44510"/>
                </a:lnTo>
                <a:lnTo>
                  <a:pt x="315106" y="44487"/>
                </a:lnTo>
                <a:lnTo>
                  <a:pt x="315310" y="44468"/>
                </a:lnTo>
                <a:lnTo>
                  <a:pt x="315510" y="44453"/>
                </a:lnTo>
                <a:lnTo>
                  <a:pt x="315708" y="44443"/>
                </a:lnTo>
                <a:lnTo>
                  <a:pt x="315902" y="44436"/>
                </a:lnTo>
                <a:lnTo>
                  <a:pt x="316093" y="44434"/>
                </a:lnTo>
                <a:lnTo>
                  <a:pt x="316267" y="44436"/>
                </a:lnTo>
                <a:lnTo>
                  <a:pt x="316439" y="44442"/>
                </a:lnTo>
                <a:lnTo>
                  <a:pt x="316607" y="44451"/>
                </a:lnTo>
                <a:lnTo>
                  <a:pt x="316773" y="44464"/>
                </a:lnTo>
                <a:lnTo>
                  <a:pt x="316936" y="44480"/>
                </a:lnTo>
                <a:lnTo>
                  <a:pt x="317096" y="44500"/>
                </a:lnTo>
                <a:lnTo>
                  <a:pt x="317252" y="44524"/>
                </a:lnTo>
                <a:lnTo>
                  <a:pt x="317406" y="44552"/>
                </a:lnTo>
                <a:lnTo>
                  <a:pt x="317557" y="44583"/>
                </a:lnTo>
                <a:lnTo>
                  <a:pt x="317705" y="44618"/>
                </a:lnTo>
                <a:lnTo>
                  <a:pt x="317850" y="44656"/>
                </a:lnTo>
                <a:lnTo>
                  <a:pt x="317992" y="44698"/>
                </a:lnTo>
                <a:lnTo>
                  <a:pt x="318131" y="44744"/>
                </a:lnTo>
                <a:lnTo>
                  <a:pt x="318267" y="44794"/>
                </a:lnTo>
                <a:lnTo>
                  <a:pt x="318400" y="44847"/>
                </a:lnTo>
                <a:lnTo>
                  <a:pt x="318530" y="44904"/>
                </a:lnTo>
                <a:lnTo>
                  <a:pt x="318657" y="44964"/>
                </a:lnTo>
                <a:lnTo>
                  <a:pt x="318781" y="45028"/>
                </a:lnTo>
                <a:lnTo>
                  <a:pt x="318902" y="45096"/>
                </a:lnTo>
                <a:lnTo>
                  <a:pt x="319021" y="45168"/>
                </a:lnTo>
                <a:lnTo>
                  <a:pt x="319136" y="45243"/>
                </a:lnTo>
                <a:lnTo>
                  <a:pt x="319248" y="45322"/>
                </a:lnTo>
                <a:lnTo>
                  <a:pt x="319358" y="45404"/>
                </a:lnTo>
                <a:lnTo>
                  <a:pt x="319464" y="45490"/>
                </a:lnTo>
                <a:lnTo>
                  <a:pt x="319568" y="45582"/>
                </a:lnTo>
                <a:lnTo>
                  <a:pt x="319669" y="45679"/>
                </a:lnTo>
                <a:lnTo>
                  <a:pt x="319769" y="45784"/>
                </a:lnTo>
                <a:lnTo>
                  <a:pt x="319866" y="45894"/>
                </a:lnTo>
                <a:lnTo>
                  <a:pt x="319960" y="46011"/>
                </a:lnTo>
                <a:lnTo>
                  <a:pt x="320053" y="46135"/>
                </a:lnTo>
                <a:lnTo>
                  <a:pt x="320143" y="46265"/>
                </a:lnTo>
                <a:lnTo>
                  <a:pt x="320231" y="46402"/>
                </a:lnTo>
                <a:lnTo>
                  <a:pt x="320317" y="46545"/>
                </a:lnTo>
                <a:lnTo>
                  <a:pt x="320400" y="46695"/>
                </a:lnTo>
                <a:lnTo>
                  <a:pt x="320482" y="46851"/>
                </a:lnTo>
                <a:lnTo>
                  <a:pt x="320561" y="47013"/>
                </a:lnTo>
                <a:lnTo>
                  <a:pt x="320637" y="47183"/>
                </a:lnTo>
                <a:lnTo>
                  <a:pt x="320712" y="47358"/>
                </a:lnTo>
                <a:lnTo>
                  <a:pt x="320784" y="47540"/>
                </a:lnTo>
                <a:lnTo>
                  <a:pt x="320854" y="47729"/>
                </a:lnTo>
                <a:lnTo>
                  <a:pt x="320922" y="47924"/>
                </a:lnTo>
                <a:lnTo>
                  <a:pt x="320987" y="48125"/>
                </a:lnTo>
                <a:lnTo>
                  <a:pt x="321050" y="48333"/>
                </a:lnTo>
                <a:lnTo>
                  <a:pt x="321111" y="48548"/>
                </a:lnTo>
                <a:lnTo>
                  <a:pt x="321170" y="48769"/>
                </a:lnTo>
                <a:lnTo>
                  <a:pt x="321226" y="48996"/>
                </a:lnTo>
                <a:lnTo>
                  <a:pt x="321280" y="49230"/>
                </a:lnTo>
                <a:lnTo>
                  <a:pt x="321332" y="49471"/>
                </a:lnTo>
                <a:lnTo>
                  <a:pt x="321382" y="49733"/>
                </a:lnTo>
                <a:lnTo>
                  <a:pt x="321430" y="50031"/>
                </a:lnTo>
                <a:lnTo>
                  <a:pt x="321475" y="50366"/>
                </a:lnTo>
                <a:lnTo>
                  <a:pt x="321518" y="50737"/>
                </a:lnTo>
                <a:lnTo>
                  <a:pt x="321560" y="51144"/>
                </a:lnTo>
                <a:lnTo>
                  <a:pt x="321599" y="51588"/>
                </a:lnTo>
                <a:lnTo>
                  <a:pt x="321636" y="52068"/>
                </a:lnTo>
                <a:lnTo>
                  <a:pt x="321671" y="52585"/>
                </a:lnTo>
                <a:lnTo>
                  <a:pt x="321704" y="53138"/>
                </a:lnTo>
                <a:lnTo>
                  <a:pt x="321734" y="53727"/>
                </a:lnTo>
                <a:lnTo>
                  <a:pt x="321763" y="54353"/>
                </a:lnTo>
                <a:lnTo>
                  <a:pt x="321789" y="55015"/>
                </a:lnTo>
                <a:lnTo>
                  <a:pt x="321814" y="55713"/>
                </a:lnTo>
                <a:lnTo>
                  <a:pt x="321836" y="56448"/>
                </a:lnTo>
                <a:lnTo>
                  <a:pt x="321856" y="57220"/>
                </a:lnTo>
                <a:lnTo>
                  <a:pt x="321874" y="58027"/>
                </a:lnTo>
                <a:lnTo>
                  <a:pt x="321890" y="58871"/>
                </a:lnTo>
                <a:lnTo>
                  <a:pt x="321903" y="59752"/>
                </a:lnTo>
                <a:lnTo>
                  <a:pt x="321915" y="60669"/>
                </a:lnTo>
                <a:lnTo>
                  <a:pt x="321925" y="61622"/>
                </a:lnTo>
                <a:lnTo>
                  <a:pt x="321932" y="62611"/>
                </a:lnTo>
                <a:lnTo>
                  <a:pt x="321937" y="63637"/>
                </a:lnTo>
                <a:lnTo>
                  <a:pt x="321940" y="64700"/>
                </a:lnTo>
                <a:lnTo>
                  <a:pt x="321942" y="65799"/>
                </a:lnTo>
                <a:lnTo>
                  <a:pt x="321942" y="93255"/>
                </a:lnTo>
                <a:lnTo>
                  <a:pt x="321938" y="93927"/>
                </a:lnTo>
                <a:lnTo>
                  <a:pt x="321928" y="94581"/>
                </a:lnTo>
                <a:lnTo>
                  <a:pt x="321910" y="95216"/>
                </a:lnTo>
                <a:lnTo>
                  <a:pt x="321886" y="95833"/>
                </a:lnTo>
                <a:lnTo>
                  <a:pt x="321855" y="96431"/>
                </a:lnTo>
                <a:lnTo>
                  <a:pt x="321817" y="97012"/>
                </a:lnTo>
                <a:lnTo>
                  <a:pt x="321772" y="97574"/>
                </a:lnTo>
                <a:lnTo>
                  <a:pt x="321720" y="98117"/>
                </a:lnTo>
                <a:lnTo>
                  <a:pt x="321662" y="98643"/>
                </a:lnTo>
                <a:lnTo>
                  <a:pt x="321596" y="99150"/>
                </a:lnTo>
                <a:lnTo>
                  <a:pt x="321523" y="99639"/>
                </a:lnTo>
                <a:lnTo>
                  <a:pt x="321444" y="100109"/>
                </a:lnTo>
                <a:lnTo>
                  <a:pt x="321358" y="100561"/>
                </a:lnTo>
                <a:lnTo>
                  <a:pt x="321264" y="100995"/>
                </a:lnTo>
                <a:lnTo>
                  <a:pt x="321164" y="101411"/>
                </a:lnTo>
                <a:lnTo>
                  <a:pt x="321057" y="101808"/>
                </a:lnTo>
                <a:lnTo>
                  <a:pt x="320943" y="102187"/>
                </a:lnTo>
                <a:lnTo>
                  <a:pt x="320822" y="102548"/>
                </a:lnTo>
                <a:lnTo>
                  <a:pt x="320694" y="102891"/>
                </a:lnTo>
                <a:lnTo>
                  <a:pt x="320559" y="103215"/>
                </a:lnTo>
                <a:lnTo>
                  <a:pt x="320418" y="103521"/>
                </a:lnTo>
                <a:lnTo>
                  <a:pt x="320269" y="103808"/>
                </a:lnTo>
                <a:lnTo>
                  <a:pt x="320114" y="104077"/>
                </a:lnTo>
                <a:lnTo>
                  <a:pt x="319951" y="104328"/>
                </a:lnTo>
                <a:lnTo>
                  <a:pt x="319779" y="104565"/>
                </a:lnTo>
                <a:lnTo>
                  <a:pt x="319594" y="104791"/>
                </a:lnTo>
                <a:lnTo>
                  <a:pt x="319396" y="105008"/>
                </a:lnTo>
                <a:lnTo>
                  <a:pt x="319185" y="105214"/>
                </a:lnTo>
                <a:lnTo>
                  <a:pt x="318962" y="105410"/>
                </a:lnTo>
                <a:lnTo>
                  <a:pt x="318725" y="105597"/>
                </a:lnTo>
                <a:lnTo>
                  <a:pt x="318476" y="105773"/>
                </a:lnTo>
                <a:lnTo>
                  <a:pt x="318214" y="105939"/>
                </a:lnTo>
                <a:lnTo>
                  <a:pt x="317939" y="106095"/>
                </a:lnTo>
                <a:lnTo>
                  <a:pt x="317651" y="106241"/>
                </a:lnTo>
                <a:lnTo>
                  <a:pt x="317351" y="106377"/>
                </a:lnTo>
                <a:lnTo>
                  <a:pt x="317037" y="106503"/>
                </a:lnTo>
                <a:lnTo>
                  <a:pt x="316711" y="106618"/>
                </a:lnTo>
                <a:lnTo>
                  <a:pt x="316372" y="106724"/>
                </a:lnTo>
                <a:lnTo>
                  <a:pt x="316020" y="106820"/>
                </a:lnTo>
                <a:lnTo>
                  <a:pt x="315655" y="106905"/>
                </a:lnTo>
                <a:lnTo>
                  <a:pt x="315277" y="106981"/>
                </a:lnTo>
                <a:lnTo>
                  <a:pt x="314887" y="107046"/>
                </a:lnTo>
                <a:lnTo>
                  <a:pt x="314484" y="107101"/>
                </a:lnTo>
                <a:lnTo>
                  <a:pt x="314068" y="107147"/>
                </a:lnTo>
                <a:lnTo>
                  <a:pt x="313639" y="107182"/>
                </a:lnTo>
                <a:lnTo>
                  <a:pt x="313197" y="107207"/>
                </a:lnTo>
                <a:lnTo>
                  <a:pt x="312742" y="107222"/>
                </a:lnTo>
                <a:lnTo>
                  <a:pt x="312275" y="107227"/>
                </a:lnTo>
                <a:lnTo>
                  <a:pt x="310650" y="107227"/>
                </a:lnTo>
                <a:lnTo>
                  <a:pt x="310650" y="110152"/>
                </a:lnTo>
                <a:lnTo>
                  <a:pt x="347449" y="110152"/>
                </a:lnTo>
                <a:lnTo>
                  <a:pt x="347449" y="107227"/>
                </a:lnTo>
                <a:lnTo>
                  <a:pt x="346948" y="107225"/>
                </a:lnTo>
                <a:lnTo>
                  <a:pt x="346462" y="107220"/>
                </a:lnTo>
                <a:lnTo>
                  <a:pt x="345990" y="107210"/>
                </a:lnTo>
                <a:lnTo>
                  <a:pt x="345532" y="107197"/>
                </a:lnTo>
                <a:lnTo>
                  <a:pt x="345088" y="107179"/>
                </a:lnTo>
                <a:lnTo>
                  <a:pt x="344659" y="107158"/>
                </a:lnTo>
                <a:lnTo>
                  <a:pt x="344244" y="107134"/>
                </a:lnTo>
                <a:lnTo>
                  <a:pt x="343843" y="107105"/>
                </a:lnTo>
                <a:lnTo>
                  <a:pt x="343456" y="107072"/>
                </a:lnTo>
                <a:lnTo>
                  <a:pt x="343084" y="107036"/>
                </a:lnTo>
                <a:lnTo>
                  <a:pt x="342726" y="106996"/>
                </a:lnTo>
                <a:lnTo>
                  <a:pt x="342382" y="106952"/>
                </a:lnTo>
                <a:lnTo>
                  <a:pt x="342052" y="106904"/>
                </a:lnTo>
                <a:lnTo>
                  <a:pt x="341737" y="106852"/>
                </a:lnTo>
                <a:lnTo>
                  <a:pt x="341436" y="106797"/>
                </a:lnTo>
                <a:lnTo>
                  <a:pt x="341149" y="106738"/>
                </a:lnTo>
                <a:lnTo>
                  <a:pt x="340876" y="106675"/>
                </a:lnTo>
                <a:lnTo>
                  <a:pt x="340617" y="106608"/>
                </a:lnTo>
                <a:lnTo>
                  <a:pt x="340373" y="106537"/>
                </a:lnTo>
                <a:lnTo>
                  <a:pt x="340143" y="106462"/>
                </a:lnTo>
                <a:lnTo>
                  <a:pt x="339928" y="106384"/>
                </a:lnTo>
                <a:lnTo>
                  <a:pt x="339726" y="106302"/>
                </a:lnTo>
                <a:lnTo>
                  <a:pt x="339539" y="106215"/>
                </a:lnTo>
                <a:lnTo>
                  <a:pt x="339366" y="106126"/>
                </a:lnTo>
                <a:lnTo>
                  <a:pt x="339202" y="106031"/>
                </a:lnTo>
                <a:lnTo>
                  <a:pt x="339040" y="105933"/>
                </a:lnTo>
                <a:lnTo>
                  <a:pt x="338882" y="105830"/>
                </a:lnTo>
                <a:lnTo>
                  <a:pt x="338726" y="105722"/>
                </a:lnTo>
                <a:lnTo>
                  <a:pt x="338574" y="105611"/>
                </a:lnTo>
                <a:lnTo>
                  <a:pt x="338424" y="105494"/>
                </a:lnTo>
                <a:lnTo>
                  <a:pt x="338278" y="105374"/>
                </a:lnTo>
                <a:lnTo>
                  <a:pt x="338134" y="105249"/>
                </a:lnTo>
                <a:lnTo>
                  <a:pt x="337993" y="105120"/>
                </a:lnTo>
                <a:lnTo>
                  <a:pt x="337856" y="104986"/>
                </a:lnTo>
                <a:lnTo>
                  <a:pt x="337721" y="104848"/>
                </a:lnTo>
                <a:lnTo>
                  <a:pt x="337589" y="104705"/>
                </a:lnTo>
                <a:lnTo>
                  <a:pt x="337460" y="104558"/>
                </a:lnTo>
                <a:lnTo>
                  <a:pt x="337334" y="104407"/>
                </a:lnTo>
                <a:lnTo>
                  <a:pt x="337211" y="104251"/>
                </a:lnTo>
                <a:lnTo>
                  <a:pt x="337091" y="104091"/>
                </a:lnTo>
                <a:lnTo>
                  <a:pt x="336974" y="103927"/>
                </a:lnTo>
                <a:lnTo>
                  <a:pt x="336860" y="103758"/>
                </a:lnTo>
                <a:lnTo>
                  <a:pt x="336749" y="103585"/>
                </a:lnTo>
                <a:lnTo>
                  <a:pt x="336641" y="103407"/>
                </a:lnTo>
                <a:lnTo>
                  <a:pt x="336536" y="103225"/>
                </a:lnTo>
                <a:lnTo>
                  <a:pt x="336434" y="103039"/>
                </a:lnTo>
                <a:lnTo>
                  <a:pt x="336335" y="102848"/>
                </a:lnTo>
                <a:lnTo>
                  <a:pt x="336239" y="102653"/>
                </a:lnTo>
                <a:lnTo>
                  <a:pt x="336166" y="102493"/>
                </a:lnTo>
                <a:lnTo>
                  <a:pt x="336096" y="102313"/>
                </a:lnTo>
                <a:lnTo>
                  <a:pt x="336029" y="102112"/>
                </a:lnTo>
                <a:lnTo>
                  <a:pt x="335965" y="101892"/>
                </a:lnTo>
                <a:lnTo>
                  <a:pt x="335905" y="101651"/>
                </a:lnTo>
                <a:lnTo>
                  <a:pt x="335848" y="101391"/>
                </a:lnTo>
                <a:lnTo>
                  <a:pt x="335793" y="101110"/>
                </a:lnTo>
                <a:lnTo>
                  <a:pt x="335742" y="100809"/>
                </a:lnTo>
                <a:lnTo>
                  <a:pt x="335694" y="100488"/>
                </a:lnTo>
                <a:lnTo>
                  <a:pt x="335649" y="100146"/>
                </a:lnTo>
                <a:lnTo>
                  <a:pt x="335607" y="99785"/>
                </a:lnTo>
                <a:lnTo>
                  <a:pt x="335568" y="99404"/>
                </a:lnTo>
                <a:lnTo>
                  <a:pt x="335533" y="99002"/>
                </a:lnTo>
                <a:lnTo>
                  <a:pt x="335500" y="98580"/>
                </a:lnTo>
                <a:lnTo>
                  <a:pt x="335471" y="98138"/>
                </a:lnTo>
                <a:lnTo>
                  <a:pt x="335444" y="97676"/>
                </a:lnTo>
                <a:lnTo>
                  <a:pt x="335421" y="97194"/>
                </a:lnTo>
                <a:lnTo>
                  <a:pt x="335401" y="96692"/>
                </a:lnTo>
                <a:lnTo>
                  <a:pt x="335384" y="96169"/>
                </a:lnTo>
                <a:lnTo>
                  <a:pt x="335370" y="95627"/>
                </a:lnTo>
                <a:lnTo>
                  <a:pt x="335359" y="95064"/>
                </a:lnTo>
                <a:lnTo>
                  <a:pt x="335351" y="94481"/>
                </a:lnTo>
                <a:lnTo>
                  <a:pt x="335347" y="93878"/>
                </a:lnTo>
                <a:lnTo>
                  <a:pt x="335345" y="93255"/>
                </a:lnTo>
                <a:lnTo>
                  <a:pt x="335345" y="54101"/>
                </a:lnTo>
                <a:lnTo>
                  <a:pt x="336144" y="53239"/>
                </a:lnTo>
                <a:lnTo>
                  <a:pt x="336943" y="52414"/>
                </a:lnTo>
                <a:lnTo>
                  <a:pt x="337743" y="51626"/>
                </a:lnTo>
                <a:lnTo>
                  <a:pt x="338542" y="50874"/>
                </a:lnTo>
                <a:lnTo>
                  <a:pt x="339342" y="50159"/>
                </a:lnTo>
                <a:lnTo>
                  <a:pt x="340143" y="49481"/>
                </a:lnTo>
                <a:lnTo>
                  <a:pt x="340943" y="48839"/>
                </a:lnTo>
                <a:lnTo>
                  <a:pt x="341744" y="48234"/>
                </a:lnTo>
                <a:lnTo>
                  <a:pt x="342545" y="47666"/>
                </a:lnTo>
                <a:lnTo>
                  <a:pt x="343347" y="47134"/>
                </a:lnTo>
                <a:lnTo>
                  <a:pt x="344149" y="46639"/>
                </a:lnTo>
                <a:lnTo>
                  <a:pt x="344951" y="46181"/>
                </a:lnTo>
                <a:lnTo>
                  <a:pt x="345753" y="45759"/>
                </a:lnTo>
                <a:lnTo>
                  <a:pt x="346556" y="45374"/>
                </a:lnTo>
                <a:lnTo>
                  <a:pt x="347359" y="45026"/>
                </a:lnTo>
                <a:lnTo>
                  <a:pt x="348162" y="44714"/>
                </a:lnTo>
                <a:lnTo>
                  <a:pt x="348965" y="44439"/>
                </a:lnTo>
                <a:lnTo>
                  <a:pt x="349769" y="44201"/>
                </a:lnTo>
                <a:lnTo>
                  <a:pt x="350573" y="43999"/>
                </a:lnTo>
                <a:lnTo>
                  <a:pt x="351377" y="43834"/>
                </a:lnTo>
                <a:lnTo>
                  <a:pt x="352182" y="43706"/>
                </a:lnTo>
                <a:lnTo>
                  <a:pt x="352987" y="43614"/>
                </a:lnTo>
                <a:lnTo>
                  <a:pt x="353792" y="43559"/>
                </a:lnTo>
                <a:lnTo>
                  <a:pt x="354597" y="43541"/>
                </a:lnTo>
                <a:lnTo>
                  <a:pt x="355112" y="43549"/>
                </a:lnTo>
                <a:lnTo>
                  <a:pt x="355615" y="43573"/>
                </a:lnTo>
                <a:lnTo>
                  <a:pt x="356104" y="43612"/>
                </a:lnTo>
                <a:lnTo>
                  <a:pt x="356582" y="43668"/>
                </a:lnTo>
                <a:lnTo>
                  <a:pt x="357046" y="43740"/>
                </a:lnTo>
                <a:lnTo>
                  <a:pt x="357499" y="43827"/>
                </a:lnTo>
                <a:lnTo>
                  <a:pt x="357938" y="43931"/>
                </a:lnTo>
                <a:lnTo>
                  <a:pt x="358365" y="44050"/>
                </a:lnTo>
                <a:lnTo>
                  <a:pt x="358780" y="44185"/>
                </a:lnTo>
                <a:lnTo>
                  <a:pt x="359182" y="44336"/>
                </a:lnTo>
                <a:lnTo>
                  <a:pt x="359571" y="44503"/>
                </a:lnTo>
                <a:lnTo>
                  <a:pt x="359948" y="44686"/>
                </a:lnTo>
                <a:lnTo>
                  <a:pt x="360313" y="44885"/>
                </a:lnTo>
                <a:lnTo>
                  <a:pt x="360664" y="45100"/>
                </a:lnTo>
                <a:lnTo>
                  <a:pt x="361004" y="45331"/>
                </a:lnTo>
                <a:lnTo>
                  <a:pt x="361330" y="45577"/>
                </a:lnTo>
                <a:lnTo>
                  <a:pt x="361645" y="45840"/>
                </a:lnTo>
                <a:lnTo>
                  <a:pt x="361946" y="46118"/>
                </a:lnTo>
                <a:lnTo>
                  <a:pt x="362235" y="46413"/>
                </a:lnTo>
                <a:lnTo>
                  <a:pt x="362512" y="46723"/>
                </a:lnTo>
                <a:lnTo>
                  <a:pt x="362776" y="47049"/>
                </a:lnTo>
                <a:lnTo>
                  <a:pt x="363027" y="47391"/>
                </a:lnTo>
                <a:lnTo>
                  <a:pt x="363266" y="47749"/>
                </a:lnTo>
                <a:lnTo>
                  <a:pt x="363492" y="48123"/>
                </a:lnTo>
                <a:lnTo>
                  <a:pt x="363708" y="48514"/>
                </a:lnTo>
                <a:lnTo>
                  <a:pt x="363914" y="48925"/>
                </a:lnTo>
                <a:lnTo>
                  <a:pt x="364111" y="49355"/>
                </a:lnTo>
                <a:lnTo>
                  <a:pt x="364299" y="49805"/>
                </a:lnTo>
                <a:lnTo>
                  <a:pt x="364478" y="50273"/>
                </a:lnTo>
                <a:lnTo>
                  <a:pt x="364647" y="50761"/>
                </a:lnTo>
                <a:lnTo>
                  <a:pt x="364808" y="51268"/>
                </a:lnTo>
                <a:lnTo>
                  <a:pt x="364959" y="51795"/>
                </a:lnTo>
                <a:lnTo>
                  <a:pt x="365101" y="52341"/>
                </a:lnTo>
                <a:lnTo>
                  <a:pt x="365234" y="52906"/>
                </a:lnTo>
                <a:lnTo>
                  <a:pt x="365358" y="53490"/>
                </a:lnTo>
                <a:lnTo>
                  <a:pt x="365472" y="54094"/>
                </a:lnTo>
                <a:lnTo>
                  <a:pt x="365578" y="54717"/>
                </a:lnTo>
                <a:lnTo>
                  <a:pt x="365674" y="55359"/>
                </a:lnTo>
                <a:lnTo>
                  <a:pt x="365761" y="56021"/>
                </a:lnTo>
                <a:lnTo>
                  <a:pt x="365839" y="56702"/>
                </a:lnTo>
                <a:lnTo>
                  <a:pt x="365908" y="57402"/>
                </a:lnTo>
                <a:lnTo>
                  <a:pt x="365967" y="58122"/>
                </a:lnTo>
                <a:lnTo>
                  <a:pt x="366018" y="58860"/>
                </a:lnTo>
                <a:lnTo>
                  <a:pt x="366059" y="59618"/>
                </a:lnTo>
                <a:lnTo>
                  <a:pt x="366091" y="60396"/>
                </a:lnTo>
                <a:lnTo>
                  <a:pt x="366114" y="61193"/>
                </a:lnTo>
                <a:lnTo>
                  <a:pt x="366128" y="62008"/>
                </a:lnTo>
                <a:lnTo>
                  <a:pt x="366132" y="62844"/>
                </a:lnTo>
                <a:lnTo>
                  <a:pt x="366132" y="93255"/>
                </a:lnTo>
                <a:lnTo>
                  <a:pt x="366132" y="93784"/>
                </a:lnTo>
                <a:lnTo>
                  <a:pt x="366130" y="94295"/>
                </a:lnTo>
                <a:lnTo>
                  <a:pt x="366127" y="94787"/>
                </a:lnTo>
                <a:lnTo>
                  <a:pt x="366123" y="95262"/>
                </a:lnTo>
                <a:lnTo>
                  <a:pt x="366118" y="95718"/>
                </a:lnTo>
                <a:lnTo>
                  <a:pt x="366112" y="96156"/>
                </a:lnTo>
                <a:lnTo>
                  <a:pt x="366105" y="96576"/>
                </a:lnTo>
                <a:lnTo>
                  <a:pt x="366096" y="96978"/>
                </a:lnTo>
                <a:lnTo>
                  <a:pt x="366087" y="97361"/>
                </a:lnTo>
                <a:lnTo>
                  <a:pt x="366076" y="97727"/>
                </a:lnTo>
                <a:lnTo>
                  <a:pt x="366064" y="98074"/>
                </a:lnTo>
                <a:lnTo>
                  <a:pt x="366051" y="98403"/>
                </a:lnTo>
                <a:lnTo>
                  <a:pt x="366037" y="98714"/>
                </a:lnTo>
                <a:lnTo>
                  <a:pt x="366022" y="99007"/>
                </a:lnTo>
                <a:lnTo>
                  <a:pt x="366005" y="99282"/>
                </a:lnTo>
                <a:lnTo>
                  <a:pt x="365988" y="99538"/>
                </a:lnTo>
                <a:lnTo>
                  <a:pt x="365969" y="99777"/>
                </a:lnTo>
                <a:lnTo>
                  <a:pt x="365949" y="99997"/>
                </a:lnTo>
                <a:lnTo>
                  <a:pt x="365929" y="100199"/>
                </a:lnTo>
                <a:lnTo>
                  <a:pt x="365907" y="100383"/>
                </a:lnTo>
                <a:lnTo>
                  <a:pt x="365883" y="100549"/>
                </a:lnTo>
                <a:lnTo>
                  <a:pt x="365859" y="100696"/>
                </a:lnTo>
                <a:lnTo>
                  <a:pt x="365834" y="100826"/>
                </a:lnTo>
                <a:lnTo>
                  <a:pt x="365807" y="100937"/>
                </a:lnTo>
                <a:lnTo>
                  <a:pt x="365737" y="101193"/>
                </a:lnTo>
                <a:lnTo>
                  <a:pt x="365663" y="101444"/>
                </a:lnTo>
                <a:lnTo>
                  <a:pt x="365585" y="101689"/>
                </a:lnTo>
                <a:lnTo>
                  <a:pt x="365502" y="101930"/>
                </a:lnTo>
                <a:lnTo>
                  <a:pt x="365414" y="102165"/>
                </a:lnTo>
                <a:lnTo>
                  <a:pt x="365322" y="102395"/>
                </a:lnTo>
                <a:lnTo>
                  <a:pt x="365226" y="102619"/>
                </a:lnTo>
                <a:lnTo>
                  <a:pt x="365126" y="102839"/>
                </a:lnTo>
                <a:lnTo>
                  <a:pt x="365021" y="103053"/>
                </a:lnTo>
                <a:lnTo>
                  <a:pt x="364912" y="103262"/>
                </a:lnTo>
                <a:lnTo>
                  <a:pt x="364798" y="103465"/>
                </a:lnTo>
                <a:lnTo>
                  <a:pt x="364680" y="103664"/>
                </a:lnTo>
                <a:lnTo>
                  <a:pt x="364558" y="103857"/>
                </a:lnTo>
                <a:lnTo>
                  <a:pt x="364431" y="104045"/>
                </a:lnTo>
                <a:lnTo>
                  <a:pt x="364300" y="104228"/>
                </a:lnTo>
                <a:lnTo>
                  <a:pt x="364165" y="104405"/>
                </a:lnTo>
                <a:lnTo>
                  <a:pt x="364025" y="104577"/>
                </a:lnTo>
                <a:lnTo>
                  <a:pt x="363881" y="104744"/>
                </a:lnTo>
                <a:lnTo>
                  <a:pt x="363732" y="104906"/>
                </a:lnTo>
                <a:lnTo>
                  <a:pt x="363579" y="105062"/>
                </a:lnTo>
                <a:lnTo>
                  <a:pt x="363422" y="105213"/>
                </a:lnTo>
                <a:lnTo>
                  <a:pt x="363260" y="105359"/>
                </a:lnTo>
                <a:lnTo>
                  <a:pt x="363094" y="105500"/>
                </a:lnTo>
                <a:lnTo>
                  <a:pt x="362924" y="105636"/>
                </a:lnTo>
                <a:lnTo>
                  <a:pt x="362745" y="105766"/>
                </a:lnTo>
                <a:lnTo>
                  <a:pt x="362557" y="105890"/>
                </a:lnTo>
                <a:lnTo>
                  <a:pt x="362357" y="106009"/>
                </a:lnTo>
                <a:lnTo>
                  <a:pt x="362146" y="106122"/>
                </a:lnTo>
                <a:lnTo>
                  <a:pt x="361925" y="106230"/>
                </a:lnTo>
                <a:lnTo>
                  <a:pt x="361692" y="106332"/>
                </a:lnTo>
                <a:lnTo>
                  <a:pt x="361449" y="106429"/>
                </a:lnTo>
                <a:lnTo>
                  <a:pt x="361195" y="106520"/>
                </a:lnTo>
                <a:lnTo>
                  <a:pt x="360930" y="106606"/>
                </a:lnTo>
                <a:lnTo>
                  <a:pt x="360654" y="106686"/>
                </a:lnTo>
                <a:lnTo>
                  <a:pt x="360368" y="106760"/>
                </a:lnTo>
                <a:lnTo>
                  <a:pt x="360070" y="106829"/>
                </a:lnTo>
                <a:lnTo>
                  <a:pt x="359762" y="106893"/>
                </a:lnTo>
                <a:lnTo>
                  <a:pt x="359443" y="106951"/>
                </a:lnTo>
                <a:lnTo>
                  <a:pt x="359113" y="107003"/>
                </a:lnTo>
                <a:lnTo>
                  <a:pt x="358772" y="107050"/>
                </a:lnTo>
                <a:lnTo>
                  <a:pt x="358420" y="107092"/>
                </a:lnTo>
                <a:lnTo>
                  <a:pt x="358057" y="107128"/>
                </a:lnTo>
                <a:lnTo>
                  <a:pt x="357684" y="107158"/>
                </a:lnTo>
                <a:lnTo>
                  <a:pt x="357299" y="107183"/>
                </a:lnTo>
                <a:lnTo>
                  <a:pt x="356904" y="107202"/>
                </a:lnTo>
                <a:lnTo>
                  <a:pt x="356498" y="107216"/>
                </a:lnTo>
                <a:lnTo>
                  <a:pt x="356081" y="107225"/>
                </a:lnTo>
                <a:lnTo>
                  <a:pt x="355653" y="107227"/>
                </a:lnTo>
                <a:lnTo>
                  <a:pt x="354110" y="107227"/>
                </a:lnTo>
                <a:lnTo>
                  <a:pt x="354110" y="110152"/>
                </a:lnTo>
                <a:lnTo>
                  <a:pt x="390908" y="110152"/>
                </a:lnTo>
                <a:lnTo>
                  <a:pt x="390908" y="107227"/>
                </a:lnTo>
                <a:lnTo>
                  <a:pt x="390467" y="107225"/>
                </a:lnTo>
                <a:lnTo>
                  <a:pt x="390038" y="107219"/>
                </a:lnTo>
                <a:lnTo>
                  <a:pt x="389621" y="107209"/>
                </a:lnTo>
                <a:lnTo>
                  <a:pt x="389215" y="107196"/>
                </a:lnTo>
                <a:lnTo>
                  <a:pt x="388821" y="107178"/>
                </a:lnTo>
                <a:lnTo>
                  <a:pt x="388438" y="107156"/>
                </a:lnTo>
                <a:lnTo>
                  <a:pt x="388068" y="107130"/>
                </a:lnTo>
                <a:lnTo>
                  <a:pt x="387709" y="107100"/>
                </a:lnTo>
                <a:lnTo>
                  <a:pt x="387361" y="107067"/>
                </a:lnTo>
                <a:lnTo>
                  <a:pt x="387026" y="107029"/>
                </a:lnTo>
                <a:lnTo>
                  <a:pt x="386702" y="106987"/>
                </a:lnTo>
                <a:lnTo>
                  <a:pt x="386390" y="106942"/>
                </a:lnTo>
                <a:lnTo>
                  <a:pt x="386089" y="106892"/>
                </a:lnTo>
                <a:lnTo>
                  <a:pt x="385800" y="106839"/>
                </a:lnTo>
                <a:lnTo>
                  <a:pt x="385523" y="106781"/>
                </a:lnTo>
                <a:lnTo>
                  <a:pt x="385258" y="106720"/>
                </a:lnTo>
                <a:lnTo>
                  <a:pt x="385004" y="106654"/>
                </a:lnTo>
                <a:lnTo>
                  <a:pt x="384762" y="106585"/>
                </a:lnTo>
                <a:lnTo>
                  <a:pt x="384532" y="106511"/>
                </a:lnTo>
                <a:lnTo>
                  <a:pt x="384314" y="106434"/>
                </a:lnTo>
                <a:lnTo>
                  <a:pt x="384107" y="106353"/>
                </a:lnTo>
                <a:lnTo>
                  <a:pt x="383912" y="106267"/>
                </a:lnTo>
                <a:lnTo>
                  <a:pt x="383728" y="106178"/>
                </a:lnTo>
                <a:lnTo>
                  <a:pt x="383557" y="106085"/>
                </a:lnTo>
                <a:lnTo>
                  <a:pt x="383393" y="105988"/>
                </a:lnTo>
                <a:lnTo>
                  <a:pt x="383233" y="105888"/>
                </a:lnTo>
                <a:lnTo>
                  <a:pt x="383076" y="105785"/>
                </a:lnTo>
                <a:lnTo>
                  <a:pt x="382924" y="105678"/>
                </a:lnTo>
                <a:lnTo>
                  <a:pt x="382775" y="105569"/>
                </a:lnTo>
                <a:lnTo>
                  <a:pt x="382630" y="105456"/>
                </a:lnTo>
                <a:lnTo>
                  <a:pt x="382489" y="105341"/>
                </a:lnTo>
                <a:lnTo>
                  <a:pt x="382352" y="105222"/>
                </a:lnTo>
                <a:lnTo>
                  <a:pt x="382218" y="105100"/>
                </a:lnTo>
                <a:lnTo>
                  <a:pt x="382089" y="104975"/>
                </a:lnTo>
                <a:lnTo>
                  <a:pt x="381963" y="104847"/>
                </a:lnTo>
                <a:lnTo>
                  <a:pt x="381841" y="104715"/>
                </a:lnTo>
                <a:lnTo>
                  <a:pt x="381722" y="104581"/>
                </a:lnTo>
                <a:lnTo>
                  <a:pt x="381608" y="104443"/>
                </a:lnTo>
                <a:lnTo>
                  <a:pt x="381497" y="104303"/>
                </a:lnTo>
                <a:lnTo>
                  <a:pt x="381390" y="104159"/>
                </a:lnTo>
                <a:lnTo>
                  <a:pt x="381287" y="104012"/>
                </a:lnTo>
                <a:lnTo>
                  <a:pt x="381188" y="103862"/>
                </a:lnTo>
                <a:lnTo>
                  <a:pt x="381093" y="103709"/>
                </a:lnTo>
                <a:lnTo>
                  <a:pt x="381001" y="103553"/>
                </a:lnTo>
                <a:lnTo>
                  <a:pt x="380913" y="103393"/>
                </a:lnTo>
                <a:lnTo>
                  <a:pt x="380829" y="103231"/>
                </a:lnTo>
                <a:lnTo>
                  <a:pt x="380749" y="103065"/>
                </a:lnTo>
                <a:lnTo>
                  <a:pt x="380673" y="102897"/>
                </a:lnTo>
                <a:lnTo>
                  <a:pt x="380580" y="102678"/>
                </a:lnTo>
                <a:lnTo>
                  <a:pt x="380491" y="102443"/>
                </a:lnTo>
                <a:lnTo>
                  <a:pt x="380406" y="102192"/>
                </a:lnTo>
                <a:lnTo>
                  <a:pt x="380325" y="101925"/>
                </a:lnTo>
                <a:lnTo>
                  <a:pt x="380248" y="101642"/>
                </a:lnTo>
                <a:lnTo>
                  <a:pt x="380175" y="101344"/>
                </a:lnTo>
                <a:lnTo>
                  <a:pt x="380106" y="101030"/>
                </a:lnTo>
                <a:lnTo>
                  <a:pt x="380041" y="100699"/>
                </a:lnTo>
                <a:lnTo>
                  <a:pt x="379980" y="100353"/>
                </a:lnTo>
                <a:lnTo>
                  <a:pt x="379923" y="99991"/>
                </a:lnTo>
                <a:lnTo>
                  <a:pt x="379869" y="99613"/>
                </a:lnTo>
                <a:lnTo>
                  <a:pt x="379820" y="99220"/>
                </a:lnTo>
                <a:lnTo>
                  <a:pt x="379775" y="98810"/>
                </a:lnTo>
                <a:lnTo>
                  <a:pt x="379733" y="98384"/>
                </a:lnTo>
                <a:lnTo>
                  <a:pt x="379696" y="97943"/>
                </a:lnTo>
                <a:lnTo>
                  <a:pt x="379662" y="97486"/>
                </a:lnTo>
                <a:lnTo>
                  <a:pt x="379632" y="97012"/>
                </a:lnTo>
                <a:lnTo>
                  <a:pt x="379607" y="96523"/>
                </a:lnTo>
                <a:lnTo>
                  <a:pt x="379585" y="96018"/>
                </a:lnTo>
                <a:lnTo>
                  <a:pt x="379567" y="95497"/>
                </a:lnTo>
                <a:lnTo>
                  <a:pt x="379553" y="94961"/>
                </a:lnTo>
                <a:lnTo>
                  <a:pt x="379544" y="94408"/>
                </a:lnTo>
                <a:lnTo>
                  <a:pt x="379538" y="93840"/>
                </a:lnTo>
                <a:lnTo>
                  <a:pt x="379536" y="93255"/>
                </a:lnTo>
                <a:lnTo>
                  <a:pt x="379536" y="61580"/>
                </a:lnTo>
                <a:lnTo>
                  <a:pt x="379533" y="60751"/>
                </a:lnTo>
                <a:lnTo>
                  <a:pt x="379523" y="59941"/>
                </a:lnTo>
                <a:lnTo>
                  <a:pt x="379508" y="59149"/>
                </a:lnTo>
                <a:lnTo>
                  <a:pt x="379486" y="58375"/>
                </a:lnTo>
                <a:lnTo>
                  <a:pt x="379458" y="57619"/>
                </a:lnTo>
                <a:lnTo>
                  <a:pt x="379424" y="56881"/>
                </a:lnTo>
                <a:lnTo>
                  <a:pt x="379384" y="56161"/>
                </a:lnTo>
                <a:lnTo>
                  <a:pt x="379337" y="55459"/>
                </a:lnTo>
                <a:lnTo>
                  <a:pt x="379284" y="54775"/>
                </a:lnTo>
                <a:lnTo>
                  <a:pt x="379225" y="54109"/>
                </a:lnTo>
                <a:lnTo>
                  <a:pt x="379160" y="53461"/>
                </a:lnTo>
                <a:lnTo>
                  <a:pt x="379089" y="52831"/>
                </a:lnTo>
                <a:lnTo>
                  <a:pt x="379011" y="52218"/>
                </a:lnTo>
                <a:lnTo>
                  <a:pt x="378927" y="51624"/>
                </a:lnTo>
                <a:lnTo>
                  <a:pt x="378838" y="51048"/>
                </a:lnTo>
                <a:lnTo>
                  <a:pt x="378741" y="50490"/>
                </a:lnTo>
                <a:lnTo>
                  <a:pt x="378639" y="49950"/>
                </a:lnTo>
                <a:lnTo>
                  <a:pt x="378530" y="49428"/>
                </a:lnTo>
                <a:lnTo>
                  <a:pt x="378416" y="48924"/>
                </a:lnTo>
                <a:lnTo>
                  <a:pt x="378295" y="48438"/>
                </a:lnTo>
                <a:lnTo>
                  <a:pt x="378167" y="47970"/>
                </a:lnTo>
                <a:lnTo>
                  <a:pt x="378034" y="47520"/>
                </a:lnTo>
                <a:lnTo>
                  <a:pt x="377894" y="47087"/>
                </a:lnTo>
                <a:lnTo>
                  <a:pt x="377748" y="46673"/>
                </a:lnTo>
                <a:lnTo>
                  <a:pt x="377529" y="46099"/>
                </a:lnTo>
                <a:lnTo>
                  <a:pt x="377303" y="45539"/>
                </a:lnTo>
                <a:lnTo>
                  <a:pt x="377071" y="44993"/>
                </a:lnTo>
                <a:lnTo>
                  <a:pt x="376832" y="44460"/>
                </a:lnTo>
                <a:lnTo>
                  <a:pt x="376588" y="43941"/>
                </a:lnTo>
                <a:lnTo>
                  <a:pt x="376337" y="43435"/>
                </a:lnTo>
                <a:lnTo>
                  <a:pt x="376080" y="42943"/>
                </a:lnTo>
                <a:lnTo>
                  <a:pt x="375817" y="42465"/>
                </a:lnTo>
                <a:lnTo>
                  <a:pt x="375548" y="42000"/>
                </a:lnTo>
                <a:lnTo>
                  <a:pt x="375272" y="41549"/>
                </a:lnTo>
                <a:lnTo>
                  <a:pt x="374990" y="41112"/>
                </a:lnTo>
                <a:lnTo>
                  <a:pt x="374702" y="40688"/>
                </a:lnTo>
                <a:lnTo>
                  <a:pt x="374408" y="40278"/>
                </a:lnTo>
                <a:lnTo>
                  <a:pt x="374108" y="39882"/>
                </a:lnTo>
                <a:lnTo>
                  <a:pt x="373801" y="39499"/>
                </a:lnTo>
                <a:lnTo>
                  <a:pt x="373488" y="39130"/>
                </a:lnTo>
                <a:lnTo>
                  <a:pt x="373169" y="38775"/>
                </a:lnTo>
                <a:lnTo>
                  <a:pt x="372844" y="38433"/>
                </a:lnTo>
                <a:lnTo>
                  <a:pt x="372513" y="38105"/>
                </a:lnTo>
                <a:lnTo>
                  <a:pt x="372175" y="37790"/>
                </a:lnTo>
                <a:lnTo>
                  <a:pt x="371831" y="37489"/>
                </a:lnTo>
                <a:lnTo>
                  <a:pt x="371481" y="37202"/>
                </a:lnTo>
                <a:lnTo>
                  <a:pt x="371125" y="36929"/>
                </a:lnTo>
                <a:lnTo>
                  <a:pt x="370762" y="36669"/>
                </a:lnTo>
                <a:lnTo>
                  <a:pt x="370394" y="36421"/>
                </a:lnTo>
                <a:lnTo>
                  <a:pt x="370020" y="36184"/>
                </a:lnTo>
                <a:lnTo>
                  <a:pt x="369639" y="35957"/>
                </a:lnTo>
                <a:lnTo>
                  <a:pt x="369253" y="35741"/>
                </a:lnTo>
                <a:lnTo>
                  <a:pt x="368861" y="35535"/>
                </a:lnTo>
                <a:lnTo>
                  <a:pt x="368463" y="35340"/>
                </a:lnTo>
                <a:lnTo>
                  <a:pt x="368059" y="35155"/>
                </a:lnTo>
                <a:lnTo>
                  <a:pt x="367649" y="34981"/>
                </a:lnTo>
                <a:lnTo>
                  <a:pt x="367233" y="34817"/>
                </a:lnTo>
                <a:lnTo>
                  <a:pt x="366811" y="34664"/>
                </a:lnTo>
                <a:lnTo>
                  <a:pt x="366383" y="34522"/>
                </a:lnTo>
                <a:lnTo>
                  <a:pt x="365949" y="34390"/>
                </a:lnTo>
                <a:lnTo>
                  <a:pt x="365510" y="34269"/>
                </a:lnTo>
                <a:lnTo>
                  <a:pt x="365064" y="34158"/>
                </a:lnTo>
                <a:lnTo>
                  <a:pt x="364613" y="34058"/>
                </a:lnTo>
                <a:lnTo>
                  <a:pt x="364156" y="33968"/>
                </a:lnTo>
                <a:lnTo>
                  <a:pt x="363692" y="33889"/>
                </a:lnTo>
                <a:lnTo>
                  <a:pt x="363223" y="33820"/>
                </a:lnTo>
                <a:lnTo>
                  <a:pt x="362748" y="33762"/>
                </a:lnTo>
                <a:lnTo>
                  <a:pt x="362267" y="33715"/>
                </a:lnTo>
                <a:lnTo>
                  <a:pt x="361780" y="33678"/>
                </a:lnTo>
                <a:lnTo>
                  <a:pt x="361287" y="33651"/>
                </a:lnTo>
                <a:lnTo>
                  <a:pt x="360788" y="33636"/>
                </a:lnTo>
                <a:lnTo>
                  <a:pt x="360283" y="33630"/>
                </a:lnTo>
                <a:lnTo>
                  <a:pt x="359293" y="33658"/>
                </a:lnTo>
                <a:lnTo>
                  <a:pt x="358298" y="33739"/>
                </a:lnTo>
                <a:lnTo>
                  <a:pt x="357299" y="33875"/>
                </a:lnTo>
                <a:lnTo>
                  <a:pt x="356296" y="34066"/>
                </a:lnTo>
                <a:lnTo>
                  <a:pt x="355289" y="34311"/>
                </a:lnTo>
                <a:lnTo>
                  <a:pt x="354277" y="34610"/>
                </a:lnTo>
                <a:lnTo>
                  <a:pt x="353261" y="34964"/>
                </a:lnTo>
                <a:lnTo>
                  <a:pt x="352241" y="35372"/>
                </a:lnTo>
                <a:lnTo>
                  <a:pt x="351217" y="35835"/>
                </a:lnTo>
                <a:lnTo>
                  <a:pt x="350189" y="36352"/>
                </a:lnTo>
                <a:lnTo>
                  <a:pt x="349156" y="36924"/>
                </a:lnTo>
                <a:lnTo>
                  <a:pt x="348119" y="37550"/>
                </a:lnTo>
                <a:lnTo>
                  <a:pt x="347078" y="38230"/>
                </a:lnTo>
                <a:lnTo>
                  <a:pt x="346032" y="38965"/>
                </a:lnTo>
                <a:lnTo>
                  <a:pt x="344982" y="39755"/>
                </a:lnTo>
                <a:lnTo>
                  <a:pt x="343929" y="40598"/>
                </a:lnTo>
                <a:lnTo>
                  <a:pt x="342870" y="41497"/>
                </a:lnTo>
                <a:lnTo>
                  <a:pt x="341808" y="42449"/>
                </a:lnTo>
                <a:lnTo>
                  <a:pt x="340741" y="43456"/>
                </a:lnTo>
                <a:lnTo>
                  <a:pt x="339671" y="44518"/>
                </a:lnTo>
                <a:lnTo>
                  <a:pt x="338596" y="45634"/>
                </a:lnTo>
                <a:lnTo>
                  <a:pt x="337516" y="46804"/>
                </a:lnTo>
                <a:lnTo>
                  <a:pt x="336433" y="48029"/>
                </a:lnTo>
                <a:lnTo>
                  <a:pt x="335345" y="49308"/>
                </a:lnTo>
                <a:lnTo>
                  <a:pt x="335345" y="33630"/>
                </a:lnTo>
                <a:lnTo>
                  <a:pt x="331852" y="33630"/>
                </a:lnTo>
                <a:lnTo>
                  <a:pt x="309852" y="42558"/>
                </a:lnTo>
                <a:lnTo>
                  <a:pt x="309848" y="42351"/>
                </a:lnTo>
                <a:lnTo>
                  <a:pt x="309833" y="42057"/>
                </a:lnTo>
                <a:lnTo>
                  <a:pt x="309808" y="41767"/>
                </a:lnTo>
                <a:close/>
                <a:moveTo>
                  <a:pt x="248987" y="60493"/>
                </a:moveTo>
                <a:lnTo>
                  <a:pt x="248889" y="59413"/>
                </a:lnTo>
                <a:lnTo>
                  <a:pt x="248763" y="58352"/>
                </a:lnTo>
                <a:lnTo>
                  <a:pt x="248610" y="57310"/>
                </a:lnTo>
                <a:lnTo>
                  <a:pt x="248428" y="56288"/>
                </a:lnTo>
                <a:lnTo>
                  <a:pt x="248219" y="55285"/>
                </a:lnTo>
                <a:lnTo>
                  <a:pt x="247981" y="54301"/>
                </a:lnTo>
                <a:lnTo>
                  <a:pt x="247716" y="53336"/>
                </a:lnTo>
                <a:lnTo>
                  <a:pt x="247423" y="52391"/>
                </a:lnTo>
                <a:lnTo>
                  <a:pt x="247102" y="51465"/>
                </a:lnTo>
                <a:lnTo>
                  <a:pt x="246753" y="50558"/>
                </a:lnTo>
                <a:lnTo>
                  <a:pt x="246376" y="49671"/>
                </a:lnTo>
                <a:lnTo>
                  <a:pt x="245971" y="48802"/>
                </a:lnTo>
                <a:lnTo>
                  <a:pt x="245538" y="47953"/>
                </a:lnTo>
                <a:lnTo>
                  <a:pt x="245077" y="47124"/>
                </a:lnTo>
                <a:lnTo>
                  <a:pt x="244589" y="46313"/>
                </a:lnTo>
                <a:lnTo>
                  <a:pt x="244072" y="45522"/>
                </a:lnTo>
                <a:lnTo>
                  <a:pt x="243528" y="44750"/>
                </a:lnTo>
                <a:lnTo>
                  <a:pt x="242955" y="43997"/>
                </a:lnTo>
                <a:lnTo>
                  <a:pt x="242355" y="43264"/>
                </a:lnTo>
                <a:lnTo>
                  <a:pt x="241726" y="42550"/>
                </a:lnTo>
                <a:lnTo>
                  <a:pt x="241070" y="41855"/>
                </a:lnTo>
                <a:lnTo>
                  <a:pt x="240392" y="41184"/>
                </a:lnTo>
                <a:lnTo>
                  <a:pt x="239699" y="40542"/>
                </a:lnTo>
                <a:lnTo>
                  <a:pt x="238990" y="39928"/>
                </a:lnTo>
                <a:lnTo>
                  <a:pt x="238266" y="39342"/>
                </a:lnTo>
                <a:lnTo>
                  <a:pt x="237526" y="38785"/>
                </a:lnTo>
                <a:lnTo>
                  <a:pt x="236770" y="38257"/>
                </a:lnTo>
                <a:lnTo>
                  <a:pt x="235999" y="37757"/>
                </a:lnTo>
                <a:lnTo>
                  <a:pt x="235213" y="37286"/>
                </a:lnTo>
                <a:lnTo>
                  <a:pt x="234410" y="36843"/>
                </a:lnTo>
                <a:lnTo>
                  <a:pt x="233593" y="36429"/>
                </a:lnTo>
                <a:lnTo>
                  <a:pt x="232760" y="36044"/>
                </a:lnTo>
                <a:lnTo>
                  <a:pt x="231911" y="35687"/>
                </a:lnTo>
                <a:lnTo>
                  <a:pt x="231047" y="35358"/>
                </a:lnTo>
                <a:lnTo>
                  <a:pt x="230168" y="35058"/>
                </a:lnTo>
                <a:lnTo>
                  <a:pt x="229272" y="34787"/>
                </a:lnTo>
                <a:lnTo>
                  <a:pt x="228362" y="34544"/>
                </a:lnTo>
                <a:lnTo>
                  <a:pt x="227436" y="34330"/>
                </a:lnTo>
                <a:lnTo>
                  <a:pt x="226494" y="34144"/>
                </a:lnTo>
                <a:lnTo>
                  <a:pt x="225537" y="33987"/>
                </a:lnTo>
                <a:lnTo>
                  <a:pt x="224564" y="33859"/>
                </a:lnTo>
                <a:lnTo>
                  <a:pt x="223576" y="33759"/>
                </a:lnTo>
                <a:lnTo>
                  <a:pt x="222572" y="33687"/>
                </a:lnTo>
                <a:lnTo>
                  <a:pt x="221553" y="33645"/>
                </a:lnTo>
                <a:lnTo>
                  <a:pt x="220518" y="33630"/>
                </a:lnTo>
                <a:lnTo>
                  <a:pt x="219295" y="33649"/>
                </a:lnTo>
                <a:lnTo>
                  <a:pt x="218089" y="33704"/>
                </a:lnTo>
                <a:lnTo>
                  <a:pt x="216900" y="33797"/>
                </a:lnTo>
                <a:lnTo>
                  <a:pt x="215729" y="33927"/>
                </a:lnTo>
                <a:lnTo>
                  <a:pt x="214575" y="34093"/>
                </a:lnTo>
                <a:lnTo>
                  <a:pt x="213438" y="34297"/>
                </a:lnTo>
                <a:lnTo>
                  <a:pt x="212319" y="34537"/>
                </a:lnTo>
                <a:lnTo>
                  <a:pt x="211217" y="34815"/>
                </a:lnTo>
                <a:lnTo>
                  <a:pt x="210133" y="35130"/>
                </a:lnTo>
                <a:lnTo>
                  <a:pt x="209065" y="35481"/>
                </a:lnTo>
                <a:lnTo>
                  <a:pt x="208016" y="35870"/>
                </a:lnTo>
                <a:lnTo>
                  <a:pt x="206983" y="36296"/>
                </a:lnTo>
                <a:lnTo>
                  <a:pt x="205968" y="36759"/>
                </a:lnTo>
                <a:lnTo>
                  <a:pt x="204970" y="37258"/>
                </a:lnTo>
                <a:lnTo>
                  <a:pt x="203989" y="37795"/>
                </a:lnTo>
                <a:lnTo>
                  <a:pt x="203026" y="38369"/>
                </a:lnTo>
                <a:lnTo>
                  <a:pt x="202080" y="38980"/>
                </a:lnTo>
                <a:lnTo>
                  <a:pt x="201152" y="39628"/>
                </a:lnTo>
                <a:lnTo>
                  <a:pt x="200241" y="40313"/>
                </a:lnTo>
                <a:lnTo>
                  <a:pt x="199347" y="41034"/>
                </a:lnTo>
                <a:lnTo>
                  <a:pt x="198471" y="41793"/>
                </a:lnTo>
                <a:lnTo>
                  <a:pt x="197612" y="42589"/>
                </a:lnTo>
                <a:lnTo>
                  <a:pt x="196770" y="43422"/>
                </a:lnTo>
                <a:lnTo>
                  <a:pt x="195945" y="44292"/>
                </a:lnTo>
                <a:lnTo>
                  <a:pt x="195147" y="45195"/>
                </a:lnTo>
                <a:lnTo>
                  <a:pt x="194382" y="46127"/>
                </a:lnTo>
                <a:lnTo>
                  <a:pt x="193651" y="47088"/>
                </a:lnTo>
                <a:lnTo>
                  <a:pt x="192955" y="48078"/>
                </a:lnTo>
                <a:lnTo>
                  <a:pt x="192292" y="49098"/>
                </a:lnTo>
                <a:lnTo>
                  <a:pt x="191663" y="50146"/>
                </a:lnTo>
                <a:lnTo>
                  <a:pt x="191068" y="51224"/>
                </a:lnTo>
                <a:lnTo>
                  <a:pt x="190507" y="52331"/>
                </a:lnTo>
                <a:lnTo>
                  <a:pt x="189981" y="53466"/>
                </a:lnTo>
                <a:lnTo>
                  <a:pt x="189488" y="54631"/>
                </a:lnTo>
                <a:lnTo>
                  <a:pt x="189029" y="55826"/>
                </a:lnTo>
                <a:lnTo>
                  <a:pt x="188604" y="57049"/>
                </a:lnTo>
                <a:lnTo>
                  <a:pt x="188213" y="58301"/>
                </a:lnTo>
                <a:lnTo>
                  <a:pt x="187856" y="59583"/>
                </a:lnTo>
                <a:lnTo>
                  <a:pt x="187533" y="60894"/>
                </a:lnTo>
                <a:lnTo>
                  <a:pt x="187245" y="62233"/>
                </a:lnTo>
                <a:lnTo>
                  <a:pt x="186990" y="63602"/>
                </a:lnTo>
                <a:lnTo>
                  <a:pt x="186769" y="65000"/>
                </a:lnTo>
                <a:lnTo>
                  <a:pt x="186582" y="66428"/>
                </a:lnTo>
                <a:lnTo>
                  <a:pt x="186429" y="67884"/>
                </a:lnTo>
                <a:lnTo>
                  <a:pt x="186310" y="69369"/>
                </a:lnTo>
                <a:lnTo>
                  <a:pt x="186225" y="70884"/>
                </a:lnTo>
                <a:lnTo>
                  <a:pt x="186174" y="72428"/>
                </a:lnTo>
                <a:lnTo>
                  <a:pt x="186157" y="74001"/>
                </a:lnTo>
                <a:lnTo>
                  <a:pt x="186173" y="75454"/>
                </a:lnTo>
                <a:lnTo>
                  <a:pt x="186223" y="76883"/>
                </a:lnTo>
                <a:lnTo>
                  <a:pt x="186306" y="78286"/>
                </a:lnTo>
                <a:lnTo>
                  <a:pt x="186422" y="79665"/>
                </a:lnTo>
                <a:lnTo>
                  <a:pt x="186571" y="81019"/>
                </a:lnTo>
                <a:lnTo>
                  <a:pt x="186753" y="82348"/>
                </a:lnTo>
                <a:lnTo>
                  <a:pt x="186969" y="83652"/>
                </a:lnTo>
                <a:lnTo>
                  <a:pt x="187217" y="84931"/>
                </a:lnTo>
                <a:lnTo>
                  <a:pt x="187499" y="86186"/>
                </a:lnTo>
                <a:lnTo>
                  <a:pt x="187814" y="87415"/>
                </a:lnTo>
                <a:lnTo>
                  <a:pt x="188162" y="88620"/>
                </a:lnTo>
                <a:lnTo>
                  <a:pt x="188543" y="89799"/>
                </a:lnTo>
                <a:lnTo>
                  <a:pt x="188957" y="90954"/>
                </a:lnTo>
                <a:lnTo>
                  <a:pt x="189405" y="92083"/>
                </a:lnTo>
                <a:lnTo>
                  <a:pt x="189885" y="93188"/>
                </a:lnTo>
                <a:lnTo>
                  <a:pt x="190399" y="94268"/>
                </a:lnTo>
                <a:lnTo>
                  <a:pt x="190946" y="95323"/>
                </a:lnTo>
                <a:lnTo>
                  <a:pt x="191526" y="96353"/>
                </a:lnTo>
                <a:lnTo>
                  <a:pt x="192139" y="97358"/>
                </a:lnTo>
                <a:lnTo>
                  <a:pt x="192785" y="98339"/>
                </a:lnTo>
                <a:lnTo>
                  <a:pt x="193465" y="99294"/>
                </a:lnTo>
                <a:lnTo>
                  <a:pt x="194177" y="100224"/>
                </a:lnTo>
                <a:lnTo>
                  <a:pt x="194923" y="101130"/>
                </a:lnTo>
                <a:lnTo>
                  <a:pt x="195702" y="102011"/>
                </a:lnTo>
                <a:lnTo>
                  <a:pt x="196504" y="102861"/>
                </a:lnTo>
                <a:lnTo>
                  <a:pt x="197319" y="103674"/>
                </a:lnTo>
                <a:lnTo>
                  <a:pt x="198148" y="104452"/>
                </a:lnTo>
                <a:lnTo>
                  <a:pt x="198991" y="105193"/>
                </a:lnTo>
                <a:lnTo>
                  <a:pt x="199846" y="105898"/>
                </a:lnTo>
                <a:lnTo>
                  <a:pt x="200715" y="106567"/>
                </a:lnTo>
                <a:lnTo>
                  <a:pt x="201598" y="107200"/>
                </a:lnTo>
                <a:lnTo>
                  <a:pt x="202494" y="107797"/>
                </a:lnTo>
                <a:lnTo>
                  <a:pt x="203403" y="108358"/>
                </a:lnTo>
                <a:lnTo>
                  <a:pt x="204326" y="108882"/>
                </a:lnTo>
                <a:lnTo>
                  <a:pt x="205262" y="109370"/>
                </a:lnTo>
                <a:lnTo>
                  <a:pt x="206211" y="109822"/>
                </a:lnTo>
                <a:lnTo>
                  <a:pt x="207174" y="110238"/>
                </a:lnTo>
                <a:lnTo>
                  <a:pt x="208150" y="110618"/>
                </a:lnTo>
                <a:lnTo>
                  <a:pt x="209140" y="110962"/>
                </a:lnTo>
                <a:lnTo>
                  <a:pt x="210143" y="111269"/>
                </a:lnTo>
                <a:lnTo>
                  <a:pt x="211160" y="111540"/>
                </a:lnTo>
                <a:lnTo>
                  <a:pt x="212189" y="111775"/>
                </a:lnTo>
                <a:lnTo>
                  <a:pt x="213233" y="111974"/>
                </a:lnTo>
                <a:lnTo>
                  <a:pt x="214289" y="112137"/>
                </a:lnTo>
                <a:lnTo>
                  <a:pt x="215359" y="112263"/>
                </a:lnTo>
                <a:lnTo>
                  <a:pt x="216443" y="112354"/>
                </a:lnTo>
                <a:lnTo>
                  <a:pt x="217540" y="112408"/>
                </a:lnTo>
                <a:lnTo>
                  <a:pt x="218650" y="112426"/>
                </a:lnTo>
                <a:lnTo>
                  <a:pt x="219672" y="112410"/>
                </a:lnTo>
                <a:lnTo>
                  <a:pt x="220679" y="112362"/>
                </a:lnTo>
                <a:lnTo>
                  <a:pt x="221672" y="112283"/>
                </a:lnTo>
                <a:lnTo>
                  <a:pt x="222651" y="112171"/>
                </a:lnTo>
                <a:lnTo>
                  <a:pt x="223615" y="112027"/>
                </a:lnTo>
                <a:lnTo>
                  <a:pt x="224565" y="111852"/>
                </a:lnTo>
                <a:lnTo>
                  <a:pt x="225500" y="111645"/>
                </a:lnTo>
                <a:lnTo>
                  <a:pt x="226421" y="111405"/>
                </a:lnTo>
                <a:lnTo>
                  <a:pt x="227328" y="111134"/>
                </a:lnTo>
                <a:lnTo>
                  <a:pt x="228220" y="110831"/>
                </a:lnTo>
                <a:lnTo>
                  <a:pt x="229098" y="110496"/>
                </a:lnTo>
                <a:lnTo>
                  <a:pt x="229962" y="110129"/>
                </a:lnTo>
                <a:lnTo>
                  <a:pt x="230811" y="109731"/>
                </a:lnTo>
                <a:lnTo>
                  <a:pt x="231646" y="109300"/>
                </a:lnTo>
                <a:lnTo>
                  <a:pt x="232466" y="108838"/>
                </a:lnTo>
                <a:lnTo>
                  <a:pt x="233272" y="108343"/>
                </a:lnTo>
                <a:lnTo>
                  <a:pt x="234064" y="107817"/>
                </a:lnTo>
                <a:lnTo>
                  <a:pt x="234841" y="107259"/>
                </a:lnTo>
                <a:lnTo>
                  <a:pt x="235604" y="106668"/>
                </a:lnTo>
                <a:lnTo>
                  <a:pt x="236352" y="106046"/>
                </a:lnTo>
                <a:lnTo>
                  <a:pt x="237086" y="105392"/>
                </a:lnTo>
                <a:lnTo>
                  <a:pt x="237806" y="104707"/>
                </a:lnTo>
                <a:lnTo>
                  <a:pt x="238511" y="103989"/>
                </a:lnTo>
                <a:lnTo>
                  <a:pt x="239202" y="103239"/>
                </a:lnTo>
                <a:lnTo>
                  <a:pt x="239874" y="102470"/>
                </a:lnTo>
                <a:lnTo>
                  <a:pt x="240524" y="101694"/>
                </a:lnTo>
                <a:lnTo>
                  <a:pt x="241152" y="100911"/>
                </a:lnTo>
                <a:lnTo>
                  <a:pt x="241756" y="100121"/>
                </a:lnTo>
                <a:lnTo>
                  <a:pt x="242338" y="99325"/>
                </a:lnTo>
                <a:lnTo>
                  <a:pt x="242898" y="98521"/>
                </a:lnTo>
                <a:lnTo>
                  <a:pt x="243435" y="97710"/>
                </a:lnTo>
                <a:lnTo>
                  <a:pt x="243950" y="96892"/>
                </a:lnTo>
                <a:lnTo>
                  <a:pt x="244441" y="96068"/>
                </a:lnTo>
                <a:lnTo>
                  <a:pt x="244911" y="95236"/>
                </a:lnTo>
                <a:lnTo>
                  <a:pt x="245358" y="94398"/>
                </a:lnTo>
                <a:lnTo>
                  <a:pt x="245782" y="93552"/>
                </a:lnTo>
                <a:lnTo>
                  <a:pt x="246183" y="92700"/>
                </a:lnTo>
                <a:lnTo>
                  <a:pt x="246563" y="91841"/>
                </a:lnTo>
                <a:lnTo>
                  <a:pt x="246919" y="90974"/>
                </a:lnTo>
                <a:lnTo>
                  <a:pt x="247253" y="90101"/>
                </a:lnTo>
                <a:lnTo>
                  <a:pt x="247564" y="89221"/>
                </a:lnTo>
                <a:lnTo>
                  <a:pt x="247853" y="88334"/>
                </a:lnTo>
                <a:lnTo>
                  <a:pt x="248119" y="87440"/>
                </a:lnTo>
                <a:lnTo>
                  <a:pt x="248363" y="86539"/>
                </a:lnTo>
                <a:lnTo>
                  <a:pt x="248584" y="85631"/>
                </a:lnTo>
                <a:lnTo>
                  <a:pt x="248783" y="84716"/>
                </a:lnTo>
                <a:lnTo>
                  <a:pt x="248959" y="83794"/>
                </a:lnTo>
                <a:lnTo>
                  <a:pt x="249112" y="82865"/>
                </a:lnTo>
                <a:lnTo>
                  <a:pt x="246594" y="81233"/>
                </a:lnTo>
                <a:lnTo>
                  <a:pt x="246286" y="82039"/>
                </a:lnTo>
                <a:lnTo>
                  <a:pt x="245973" y="82825"/>
                </a:lnTo>
                <a:lnTo>
                  <a:pt x="245653" y="83591"/>
                </a:lnTo>
                <a:lnTo>
                  <a:pt x="245327" y="84337"/>
                </a:lnTo>
                <a:lnTo>
                  <a:pt x="244995" y="85064"/>
                </a:lnTo>
                <a:lnTo>
                  <a:pt x="244657" y="85770"/>
                </a:lnTo>
                <a:lnTo>
                  <a:pt x="244313" y="86456"/>
                </a:lnTo>
                <a:lnTo>
                  <a:pt x="243963" y="87122"/>
                </a:lnTo>
                <a:lnTo>
                  <a:pt x="243607" y="87769"/>
                </a:lnTo>
                <a:lnTo>
                  <a:pt x="243245" y="88395"/>
                </a:lnTo>
                <a:lnTo>
                  <a:pt x="242876" y="89001"/>
                </a:lnTo>
                <a:lnTo>
                  <a:pt x="242502" y="89588"/>
                </a:lnTo>
                <a:lnTo>
                  <a:pt x="242122" y="90154"/>
                </a:lnTo>
                <a:lnTo>
                  <a:pt x="241735" y="90700"/>
                </a:lnTo>
                <a:lnTo>
                  <a:pt x="241343" y="91227"/>
                </a:lnTo>
                <a:lnTo>
                  <a:pt x="240944" y="91733"/>
                </a:lnTo>
                <a:lnTo>
                  <a:pt x="240539" y="92220"/>
                </a:lnTo>
                <a:lnTo>
                  <a:pt x="240128" y="92686"/>
                </a:lnTo>
                <a:lnTo>
                  <a:pt x="239712" y="93133"/>
                </a:lnTo>
                <a:lnTo>
                  <a:pt x="239289" y="93559"/>
                </a:lnTo>
                <a:lnTo>
                  <a:pt x="238860" y="93966"/>
                </a:lnTo>
                <a:lnTo>
                  <a:pt x="238425" y="94352"/>
                </a:lnTo>
                <a:lnTo>
                  <a:pt x="237984" y="94719"/>
                </a:lnTo>
                <a:lnTo>
                  <a:pt x="237537" y="95065"/>
                </a:lnTo>
                <a:lnTo>
                  <a:pt x="237083" y="95395"/>
                </a:lnTo>
                <a:lnTo>
                  <a:pt x="236623" y="95710"/>
                </a:lnTo>
                <a:lnTo>
                  <a:pt x="236156" y="96012"/>
                </a:lnTo>
                <a:lnTo>
                  <a:pt x="235683" y="96299"/>
                </a:lnTo>
                <a:lnTo>
                  <a:pt x="235203" y="96573"/>
                </a:lnTo>
                <a:lnTo>
                  <a:pt x="234716" y="96832"/>
                </a:lnTo>
                <a:lnTo>
                  <a:pt x="234223" y="97078"/>
                </a:lnTo>
                <a:lnTo>
                  <a:pt x="233723" y="97309"/>
                </a:lnTo>
                <a:lnTo>
                  <a:pt x="233217" y="97526"/>
                </a:lnTo>
                <a:lnTo>
                  <a:pt x="232704" y="97730"/>
                </a:lnTo>
                <a:lnTo>
                  <a:pt x="232184" y="97919"/>
                </a:lnTo>
                <a:lnTo>
                  <a:pt x="231657" y="98094"/>
                </a:lnTo>
                <a:lnTo>
                  <a:pt x="231124" y="98256"/>
                </a:lnTo>
                <a:lnTo>
                  <a:pt x="230585" y="98403"/>
                </a:lnTo>
                <a:lnTo>
                  <a:pt x="230038" y="98536"/>
                </a:lnTo>
                <a:lnTo>
                  <a:pt x="229486" y="98655"/>
                </a:lnTo>
                <a:lnTo>
                  <a:pt x="228926" y="98760"/>
                </a:lnTo>
                <a:lnTo>
                  <a:pt x="228360" y="98852"/>
                </a:lnTo>
                <a:lnTo>
                  <a:pt x="227787" y="98929"/>
                </a:lnTo>
                <a:lnTo>
                  <a:pt x="227208" y="98992"/>
                </a:lnTo>
                <a:lnTo>
                  <a:pt x="226622" y="99041"/>
                </a:lnTo>
                <a:lnTo>
                  <a:pt x="226029" y="99076"/>
                </a:lnTo>
                <a:lnTo>
                  <a:pt x="225430" y="99097"/>
                </a:lnTo>
                <a:lnTo>
                  <a:pt x="224824" y="99104"/>
                </a:lnTo>
                <a:lnTo>
                  <a:pt x="223915" y="99088"/>
                </a:lnTo>
                <a:lnTo>
                  <a:pt x="223016" y="99039"/>
                </a:lnTo>
                <a:lnTo>
                  <a:pt x="222127" y="98957"/>
                </a:lnTo>
                <a:lnTo>
                  <a:pt x="221247" y="98843"/>
                </a:lnTo>
                <a:lnTo>
                  <a:pt x="220378" y="98697"/>
                </a:lnTo>
                <a:lnTo>
                  <a:pt x="219518" y="98518"/>
                </a:lnTo>
                <a:lnTo>
                  <a:pt x="218669" y="98306"/>
                </a:lnTo>
                <a:lnTo>
                  <a:pt x="217829" y="98062"/>
                </a:lnTo>
                <a:lnTo>
                  <a:pt x="216999" y="97785"/>
                </a:lnTo>
                <a:lnTo>
                  <a:pt x="216179" y="97476"/>
                </a:lnTo>
                <a:lnTo>
                  <a:pt x="215368" y="97134"/>
                </a:lnTo>
                <a:lnTo>
                  <a:pt x="214568" y="96759"/>
                </a:lnTo>
                <a:lnTo>
                  <a:pt x="213778" y="96352"/>
                </a:lnTo>
                <a:lnTo>
                  <a:pt x="212997" y="95912"/>
                </a:lnTo>
                <a:lnTo>
                  <a:pt x="212226" y="95440"/>
                </a:lnTo>
                <a:lnTo>
                  <a:pt x="211465" y="94935"/>
                </a:lnTo>
                <a:lnTo>
                  <a:pt x="210714" y="94398"/>
                </a:lnTo>
                <a:lnTo>
                  <a:pt x="209973" y="93828"/>
                </a:lnTo>
                <a:lnTo>
                  <a:pt x="209242" y="93225"/>
                </a:lnTo>
                <a:lnTo>
                  <a:pt x="208521" y="92590"/>
                </a:lnTo>
                <a:lnTo>
                  <a:pt x="207809" y="91923"/>
                </a:lnTo>
                <a:lnTo>
                  <a:pt x="207108" y="91222"/>
                </a:lnTo>
                <a:lnTo>
                  <a:pt x="206416" y="90490"/>
                </a:lnTo>
                <a:lnTo>
                  <a:pt x="205734" y="89724"/>
                </a:lnTo>
                <a:lnTo>
                  <a:pt x="205071" y="88930"/>
                </a:lnTo>
                <a:lnTo>
                  <a:pt x="204437" y="88111"/>
                </a:lnTo>
                <a:lnTo>
                  <a:pt x="203831" y="87268"/>
                </a:lnTo>
                <a:lnTo>
                  <a:pt x="203254" y="86400"/>
                </a:lnTo>
                <a:lnTo>
                  <a:pt x="202705" y="85507"/>
                </a:lnTo>
                <a:lnTo>
                  <a:pt x="202185" y="84590"/>
                </a:lnTo>
                <a:lnTo>
                  <a:pt x="201693" y="83647"/>
                </a:lnTo>
                <a:lnTo>
                  <a:pt x="201230" y="82680"/>
                </a:lnTo>
                <a:lnTo>
                  <a:pt x="200795" y="81689"/>
                </a:lnTo>
                <a:lnTo>
                  <a:pt x="200389" y="80672"/>
                </a:lnTo>
                <a:lnTo>
                  <a:pt x="200011" y="79631"/>
                </a:lnTo>
                <a:lnTo>
                  <a:pt x="199662" y="78565"/>
                </a:lnTo>
                <a:lnTo>
                  <a:pt x="199341" y="77475"/>
                </a:lnTo>
                <a:lnTo>
                  <a:pt x="199049" y="76360"/>
                </a:lnTo>
                <a:lnTo>
                  <a:pt x="198785" y="75220"/>
                </a:lnTo>
                <a:lnTo>
                  <a:pt x="198549" y="74055"/>
                </a:lnTo>
                <a:lnTo>
                  <a:pt x="198343" y="72866"/>
                </a:lnTo>
                <a:lnTo>
                  <a:pt x="198164" y="71652"/>
                </a:lnTo>
                <a:lnTo>
                  <a:pt x="198014" y="70413"/>
                </a:lnTo>
                <a:lnTo>
                  <a:pt x="197893" y="69150"/>
                </a:lnTo>
                <a:lnTo>
                  <a:pt x="197800" y="67862"/>
                </a:lnTo>
                <a:lnTo>
                  <a:pt x="197735" y="66549"/>
                </a:lnTo>
                <a:lnTo>
                  <a:pt x="197699" y="65211"/>
                </a:lnTo>
                <a:lnTo>
                  <a:pt x="197692" y="63849"/>
                </a:lnTo>
                <a:lnTo>
                  <a:pt x="249112" y="63849"/>
                </a:lnTo>
                <a:lnTo>
                  <a:pt x="249098" y="62711"/>
                </a:lnTo>
                <a:lnTo>
                  <a:pt x="249056" y="61592"/>
                </a:lnTo>
                <a:lnTo>
                  <a:pt x="248987" y="60493"/>
                </a:lnTo>
                <a:close/>
                <a:moveTo>
                  <a:pt x="198113" y="56162"/>
                </a:moveTo>
                <a:lnTo>
                  <a:pt x="198256" y="55453"/>
                </a:lnTo>
                <a:lnTo>
                  <a:pt x="198415" y="54759"/>
                </a:lnTo>
                <a:lnTo>
                  <a:pt x="198590" y="54079"/>
                </a:lnTo>
                <a:lnTo>
                  <a:pt x="198780" y="53413"/>
                </a:lnTo>
                <a:lnTo>
                  <a:pt x="198985" y="52761"/>
                </a:lnTo>
                <a:lnTo>
                  <a:pt x="199205" y="52123"/>
                </a:lnTo>
                <a:lnTo>
                  <a:pt x="199441" y="51499"/>
                </a:lnTo>
                <a:lnTo>
                  <a:pt x="199692" y="50889"/>
                </a:lnTo>
                <a:lnTo>
                  <a:pt x="199959" y="50294"/>
                </a:lnTo>
                <a:lnTo>
                  <a:pt x="200241" y="49712"/>
                </a:lnTo>
                <a:lnTo>
                  <a:pt x="200538" y="49145"/>
                </a:lnTo>
                <a:lnTo>
                  <a:pt x="200851" y="48592"/>
                </a:lnTo>
                <a:lnTo>
                  <a:pt x="201179" y="48053"/>
                </a:lnTo>
                <a:lnTo>
                  <a:pt x="201523" y="47528"/>
                </a:lnTo>
                <a:lnTo>
                  <a:pt x="201881" y="47017"/>
                </a:lnTo>
                <a:lnTo>
                  <a:pt x="202256" y="46521"/>
                </a:lnTo>
                <a:lnTo>
                  <a:pt x="202645" y="46038"/>
                </a:lnTo>
                <a:lnTo>
                  <a:pt x="203050" y="45570"/>
                </a:lnTo>
                <a:lnTo>
                  <a:pt x="203471" y="45116"/>
                </a:lnTo>
                <a:lnTo>
                  <a:pt x="203906" y="44676"/>
                </a:lnTo>
                <a:lnTo>
                  <a:pt x="204352" y="44251"/>
                </a:lnTo>
                <a:lnTo>
                  <a:pt x="204803" y="43846"/>
                </a:lnTo>
                <a:lnTo>
                  <a:pt x="205259" y="43458"/>
                </a:lnTo>
                <a:lnTo>
                  <a:pt x="205719" y="43088"/>
                </a:lnTo>
                <a:lnTo>
                  <a:pt x="206185" y="42736"/>
                </a:lnTo>
                <a:lnTo>
                  <a:pt x="206656" y="42402"/>
                </a:lnTo>
                <a:lnTo>
                  <a:pt x="207131" y="42086"/>
                </a:lnTo>
                <a:lnTo>
                  <a:pt x="207611" y="41789"/>
                </a:lnTo>
                <a:lnTo>
                  <a:pt x="208097" y="41509"/>
                </a:lnTo>
                <a:lnTo>
                  <a:pt x="208587" y="41247"/>
                </a:lnTo>
                <a:lnTo>
                  <a:pt x="209082" y="41004"/>
                </a:lnTo>
                <a:lnTo>
                  <a:pt x="209582" y="40778"/>
                </a:lnTo>
                <a:lnTo>
                  <a:pt x="210088" y="40571"/>
                </a:lnTo>
                <a:lnTo>
                  <a:pt x="210598" y="40381"/>
                </a:lnTo>
                <a:lnTo>
                  <a:pt x="211113" y="40210"/>
                </a:lnTo>
                <a:lnTo>
                  <a:pt x="211632" y="40057"/>
                </a:lnTo>
                <a:lnTo>
                  <a:pt x="212157" y="39921"/>
                </a:lnTo>
                <a:lnTo>
                  <a:pt x="212687" y="39804"/>
                </a:lnTo>
                <a:lnTo>
                  <a:pt x="213222" y="39705"/>
                </a:lnTo>
                <a:lnTo>
                  <a:pt x="213761" y="39623"/>
                </a:lnTo>
                <a:lnTo>
                  <a:pt x="214306" y="39560"/>
                </a:lnTo>
                <a:lnTo>
                  <a:pt x="214856" y="39515"/>
                </a:lnTo>
                <a:lnTo>
                  <a:pt x="215410" y="39488"/>
                </a:lnTo>
                <a:lnTo>
                  <a:pt x="215969" y="39479"/>
                </a:lnTo>
                <a:lnTo>
                  <a:pt x="216334" y="39484"/>
                </a:lnTo>
                <a:lnTo>
                  <a:pt x="216698" y="39497"/>
                </a:lnTo>
                <a:lnTo>
                  <a:pt x="217060" y="39519"/>
                </a:lnTo>
                <a:lnTo>
                  <a:pt x="217421" y="39551"/>
                </a:lnTo>
                <a:lnTo>
                  <a:pt x="217781" y="39591"/>
                </a:lnTo>
                <a:lnTo>
                  <a:pt x="218140" y="39640"/>
                </a:lnTo>
                <a:lnTo>
                  <a:pt x="218497" y="39699"/>
                </a:lnTo>
                <a:lnTo>
                  <a:pt x="218853" y="39766"/>
                </a:lnTo>
                <a:lnTo>
                  <a:pt x="219208" y="39842"/>
                </a:lnTo>
                <a:lnTo>
                  <a:pt x="219561" y="39927"/>
                </a:lnTo>
                <a:lnTo>
                  <a:pt x="219914" y="40021"/>
                </a:lnTo>
                <a:lnTo>
                  <a:pt x="220265" y="40124"/>
                </a:lnTo>
                <a:lnTo>
                  <a:pt x="220614" y="40236"/>
                </a:lnTo>
                <a:lnTo>
                  <a:pt x="220963" y="40357"/>
                </a:lnTo>
                <a:lnTo>
                  <a:pt x="221310" y="40487"/>
                </a:lnTo>
                <a:lnTo>
                  <a:pt x="221656" y="40625"/>
                </a:lnTo>
                <a:lnTo>
                  <a:pt x="222000" y="40773"/>
                </a:lnTo>
                <a:lnTo>
                  <a:pt x="222344" y="40930"/>
                </a:lnTo>
                <a:lnTo>
                  <a:pt x="222686" y="41096"/>
                </a:lnTo>
                <a:lnTo>
                  <a:pt x="223026" y="41270"/>
                </a:lnTo>
                <a:lnTo>
                  <a:pt x="223366" y="41454"/>
                </a:lnTo>
                <a:lnTo>
                  <a:pt x="223704" y="41646"/>
                </a:lnTo>
                <a:lnTo>
                  <a:pt x="224041" y="41848"/>
                </a:lnTo>
                <a:lnTo>
                  <a:pt x="224377" y="42058"/>
                </a:lnTo>
                <a:lnTo>
                  <a:pt x="224709" y="42276"/>
                </a:lnTo>
                <a:lnTo>
                  <a:pt x="225033" y="42501"/>
                </a:lnTo>
                <a:lnTo>
                  <a:pt x="225351" y="42733"/>
                </a:lnTo>
                <a:lnTo>
                  <a:pt x="225662" y="42971"/>
                </a:lnTo>
                <a:lnTo>
                  <a:pt x="225966" y="43216"/>
                </a:lnTo>
                <a:lnTo>
                  <a:pt x="226263" y="43468"/>
                </a:lnTo>
                <a:lnTo>
                  <a:pt x="226553" y="43726"/>
                </a:lnTo>
                <a:lnTo>
                  <a:pt x="226836" y="43991"/>
                </a:lnTo>
                <a:lnTo>
                  <a:pt x="227113" y="44263"/>
                </a:lnTo>
                <a:lnTo>
                  <a:pt x="227382" y="44542"/>
                </a:lnTo>
                <a:lnTo>
                  <a:pt x="227645" y="44827"/>
                </a:lnTo>
                <a:lnTo>
                  <a:pt x="227900" y="45119"/>
                </a:lnTo>
                <a:lnTo>
                  <a:pt x="228149" y="45418"/>
                </a:lnTo>
                <a:lnTo>
                  <a:pt x="228391" y="45723"/>
                </a:lnTo>
                <a:lnTo>
                  <a:pt x="228626" y="46036"/>
                </a:lnTo>
                <a:lnTo>
                  <a:pt x="228854" y="46355"/>
                </a:lnTo>
                <a:lnTo>
                  <a:pt x="229075" y="46680"/>
                </a:lnTo>
                <a:lnTo>
                  <a:pt x="229289" y="47013"/>
                </a:lnTo>
                <a:lnTo>
                  <a:pt x="229496" y="47352"/>
                </a:lnTo>
                <a:lnTo>
                  <a:pt x="229697" y="47698"/>
                </a:lnTo>
                <a:lnTo>
                  <a:pt x="229890" y="48050"/>
                </a:lnTo>
                <a:lnTo>
                  <a:pt x="230077" y="48410"/>
                </a:lnTo>
                <a:lnTo>
                  <a:pt x="230256" y="48776"/>
                </a:lnTo>
                <a:lnTo>
                  <a:pt x="230429" y="49148"/>
                </a:lnTo>
                <a:lnTo>
                  <a:pt x="230536" y="49397"/>
                </a:lnTo>
                <a:lnTo>
                  <a:pt x="230639" y="49661"/>
                </a:lnTo>
                <a:lnTo>
                  <a:pt x="230740" y="49939"/>
                </a:lnTo>
                <a:lnTo>
                  <a:pt x="230837" y="50231"/>
                </a:lnTo>
                <a:lnTo>
                  <a:pt x="230932" y="50538"/>
                </a:lnTo>
                <a:lnTo>
                  <a:pt x="231023" y="50860"/>
                </a:lnTo>
                <a:lnTo>
                  <a:pt x="231111" y="51196"/>
                </a:lnTo>
                <a:lnTo>
                  <a:pt x="231196" y="51547"/>
                </a:lnTo>
                <a:lnTo>
                  <a:pt x="231278" y="51912"/>
                </a:lnTo>
                <a:lnTo>
                  <a:pt x="231357" y="52292"/>
                </a:lnTo>
                <a:lnTo>
                  <a:pt x="231432" y="52686"/>
                </a:lnTo>
                <a:lnTo>
                  <a:pt x="231505" y="53095"/>
                </a:lnTo>
                <a:lnTo>
                  <a:pt x="231575" y="53519"/>
                </a:lnTo>
                <a:lnTo>
                  <a:pt x="231641" y="53957"/>
                </a:lnTo>
                <a:lnTo>
                  <a:pt x="231704" y="54409"/>
                </a:lnTo>
                <a:lnTo>
                  <a:pt x="231765" y="54876"/>
                </a:lnTo>
                <a:lnTo>
                  <a:pt x="231822" y="55358"/>
                </a:lnTo>
                <a:lnTo>
                  <a:pt x="231876" y="55854"/>
                </a:lnTo>
                <a:lnTo>
                  <a:pt x="231927" y="56365"/>
                </a:lnTo>
                <a:lnTo>
                  <a:pt x="231974" y="56891"/>
                </a:lnTo>
                <a:lnTo>
                  <a:pt x="232019" y="57430"/>
                </a:lnTo>
                <a:lnTo>
                  <a:pt x="232061" y="57985"/>
                </a:lnTo>
                <a:lnTo>
                  <a:pt x="232099" y="58554"/>
                </a:lnTo>
                <a:lnTo>
                  <a:pt x="232135" y="59137"/>
                </a:lnTo>
                <a:lnTo>
                  <a:pt x="197692" y="59137"/>
                </a:lnTo>
                <a:lnTo>
                  <a:pt x="197774" y="58372"/>
                </a:lnTo>
                <a:lnTo>
                  <a:pt x="197872" y="57621"/>
                </a:lnTo>
                <a:lnTo>
                  <a:pt x="197985" y="56885"/>
                </a:lnTo>
                <a:lnTo>
                  <a:pt x="198113" y="56162"/>
                </a:lnTo>
                <a:close/>
                <a:moveTo>
                  <a:pt x="460347" y="60493"/>
                </a:moveTo>
                <a:lnTo>
                  <a:pt x="460249" y="59413"/>
                </a:lnTo>
                <a:lnTo>
                  <a:pt x="460124" y="58352"/>
                </a:lnTo>
                <a:lnTo>
                  <a:pt x="459970" y="57310"/>
                </a:lnTo>
                <a:lnTo>
                  <a:pt x="459788" y="56288"/>
                </a:lnTo>
                <a:lnTo>
                  <a:pt x="459579" y="55285"/>
                </a:lnTo>
                <a:lnTo>
                  <a:pt x="459342" y="54301"/>
                </a:lnTo>
                <a:lnTo>
                  <a:pt x="459076" y="53336"/>
                </a:lnTo>
                <a:lnTo>
                  <a:pt x="458783" y="52391"/>
                </a:lnTo>
                <a:lnTo>
                  <a:pt x="458462" y="51465"/>
                </a:lnTo>
                <a:lnTo>
                  <a:pt x="458113" y="50558"/>
                </a:lnTo>
                <a:lnTo>
                  <a:pt x="457736" y="49671"/>
                </a:lnTo>
                <a:lnTo>
                  <a:pt x="457331" y="48802"/>
                </a:lnTo>
                <a:lnTo>
                  <a:pt x="456898" y="47953"/>
                </a:lnTo>
                <a:lnTo>
                  <a:pt x="456438" y="47124"/>
                </a:lnTo>
                <a:lnTo>
                  <a:pt x="455949" y="46313"/>
                </a:lnTo>
                <a:lnTo>
                  <a:pt x="455432" y="45522"/>
                </a:lnTo>
                <a:lnTo>
                  <a:pt x="454888" y="44750"/>
                </a:lnTo>
                <a:lnTo>
                  <a:pt x="454315" y="43997"/>
                </a:lnTo>
                <a:lnTo>
                  <a:pt x="453715" y="43264"/>
                </a:lnTo>
                <a:lnTo>
                  <a:pt x="453087" y="42550"/>
                </a:lnTo>
                <a:lnTo>
                  <a:pt x="452431" y="41855"/>
                </a:lnTo>
                <a:lnTo>
                  <a:pt x="451753" y="41184"/>
                </a:lnTo>
                <a:lnTo>
                  <a:pt x="451059" y="40542"/>
                </a:lnTo>
                <a:lnTo>
                  <a:pt x="450350" y="39928"/>
                </a:lnTo>
                <a:lnTo>
                  <a:pt x="449626" y="39342"/>
                </a:lnTo>
                <a:lnTo>
                  <a:pt x="448886" y="38785"/>
                </a:lnTo>
                <a:lnTo>
                  <a:pt x="448130" y="38257"/>
                </a:lnTo>
                <a:lnTo>
                  <a:pt x="447359" y="37757"/>
                </a:lnTo>
                <a:lnTo>
                  <a:pt x="446573" y="37286"/>
                </a:lnTo>
                <a:lnTo>
                  <a:pt x="445771" y="36843"/>
                </a:lnTo>
                <a:lnTo>
                  <a:pt x="444953" y="36429"/>
                </a:lnTo>
                <a:lnTo>
                  <a:pt x="444120" y="36044"/>
                </a:lnTo>
                <a:lnTo>
                  <a:pt x="443272" y="35687"/>
                </a:lnTo>
                <a:lnTo>
                  <a:pt x="442407" y="35358"/>
                </a:lnTo>
                <a:lnTo>
                  <a:pt x="441528" y="35058"/>
                </a:lnTo>
                <a:lnTo>
                  <a:pt x="440633" y="34787"/>
                </a:lnTo>
                <a:lnTo>
                  <a:pt x="439722" y="34544"/>
                </a:lnTo>
                <a:lnTo>
                  <a:pt x="438796" y="34330"/>
                </a:lnTo>
                <a:lnTo>
                  <a:pt x="437854" y="34144"/>
                </a:lnTo>
                <a:lnTo>
                  <a:pt x="436897" y="33987"/>
                </a:lnTo>
                <a:lnTo>
                  <a:pt x="435924" y="33859"/>
                </a:lnTo>
                <a:lnTo>
                  <a:pt x="434936" y="33759"/>
                </a:lnTo>
                <a:lnTo>
                  <a:pt x="433933" y="33687"/>
                </a:lnTo>
                <a:lnTo>
                  <a:pt x="432913" y="33645"/>
                </a:lnTo>
                <a:lnTo>
                  <a:pt x="431879" y="33630"/>
                </a:lnTo>
                <a:lnTo>
                  <a:pt x="430655" y="33649"/>
                </a:lnTo>
                <a:lnTo>
                  <a:pt x="429449" y="33704"/>
                </a:lnTo>
                <a:lnTo>
                  <a:pt x="428261" y="33797"/>
                </a:lnTo>
                <a:lnTo>
                  <a:pt x="427089" y="33927"/>
                </a:lnTo>
                <a:lnTo>
                  <a:pt x="425935" y="34093"/>
                </a:lnTo>
                <a:lnTo>
                  <a:pt x="424799" y="34297"/>
                </a:lnTo>
                <a:lnTo>
                  <a:pt x="423679" y="34537"/>
                </a:lnTo>
                <a:lnTo>
                  <a:pt x="422577" y="34815"/>
                </a:lnTo>
                <a:lnTo>
                  <a:pt x="421493" y="35130"/>
                </a:lnTo>
                <a:lnTo>
                  <a:pt x="420426" y="35481"/>
                </a:lnTo>
                <a:lnTo>
                  <a:pt x="419376" y="35870"/>
                </a:lnTo>
                <a:lnTo>
                  <a:pt x="418343" y="36296"/>
                </a:lnTo>
                <a:lnTo>
                  <a:pt x="417328" y="36759"/>
                </a:lnTo>
                <a:lnTo>
                  <a:pt x="416330" y="37258"/>
                </a:lnTo>
                <a:lnTo>
                  <a:pt x="415350" y="37795"/>
                </a:lnTo>
                <a:lnTo>
                  <a:pt x="414386" y="38369"/>
                </a:lnTo>
                <a:lnTo>
                  <a:pt x="413441" y="38980"/>
                </a:lnTo>
                <a:lnTo>
                  <a:pt x="412512" y="39628"/>
                </a:lnTo>
                <a:lnTo>
                  <a:pt x="411601" y="40313"/>
                </a:lnTo>
                <a:lnTo>
                  <a:pt x="410707" y="41034"/>
                </a:lnTo>
                <a:lnTo>
                  <a:pt x="409831" y="41793"/>
                </a:lnTo>
                <a:lnTo>
                  <a:pt x="408972" y="42589"/>
                </a:lnTo>
                <a:lnTo>
                  <a:pt x="408130" y="43422"/>
                </a:lnTo>
                <a:lnTo>
                  <a:pt x="407306" y="44292"/>
                </a:lnTo>
                <a:lnTo>
                  <a:pt x="406507" y="45195"/>
                </a:lnTo>
                <a:lnTo>
                  <a:pt x="405742" y="46127"/>
                </a:lnTo>
                <a:lnTo>
                  <a:pt x="405011" y="47088"/>
                </a:lnTo>
                <a:lnTo>
                  <a:pt x="404315" y="48078"/>
                </a:lnTo>
                <a:lnTo>
                  <a:pt x="403652" y="49098"/>
                </a:lnTo>
                <a:lnTo>
                  <a:pt x="403023" y="50146"/>
                </a:lnTo>
                <a:lnTo>
                  <a:pt x="402428" y="51224"/>
                </a:lnTo>
                <a:lnTo>
                  <a:pt x="401868" y="52331"/>
                </a:lnTo>
                <a:lnTo>
                  <a:pt x="401341" y="53466"/>
                </a:lnTo>
                <a:lnTo>
                  <a:pt x="400848" y="54631"/>
                </a:lnTo>
                <a:lnTo>
                  <a:pt x="400389" y="55826"/>
                </a:lnTo>
                <a:lnTo>
                  <a:pt x="399964" y="57049"/>
                </a:lnTo>
                <a:lnTo>
                  <a:pt x="399573" y="58301"/>
                </a:lnTo>
                <a:lnTo>
                  <a:pt x="399217" y="59583"/>
                </a:lnTo>
                <a:lnTo>
                  <a:pt x="398894" y="60894"/>
                </a:lnTo>
                <a:lnTo>
                  <a:pt x="398605" y="62233"/>
                </a:lnTo>
                <a:lnTo>
                  <a:pt x="398350" y="63602"/>
                </a:lnTo>
                <a:lnTo>
                  <a:pt x="398129" y="65000"/>
                </a:lnTo>
                <a:lnTo>
                  <a:pt x="397942" y="66428"/>
                </a:lnTo>
                <a:lnTo>
                  <a:pt x="397789" y="67884"/>
                </a:lnTo>
                <a:lnTo>
                  <a:pt x="397670" y="69369"/>
                </a:lnTo>
                <a:lnTo>
                  <a:pt x="397585" y="70884"/>
                </a:lnTo>
                <a:lnTo>
                  <a:pt x="397534" y="72428"/>
                </a:lnTo>
                <a:lnTo>
                  <a:pt x="397517" y="74001"/>
                </a:lnTo>
                <a:lnTo>
                  <a:pt x="397534" y="75454"/>
                </a:lnTo>
                <a:lnTo>
                  <a:pt x="397583" y="76883"/>
                </a:lnTo>
                <a:lnTo>
                  <a:pt x="397666" y="78286"/>
                </a:lnTo>
                <a:lnTo>
                  <a:pt x="397782" y="79665"/>
                </a:lnTo>
                <a:lnTo>
                  <a:pt x="397931" y="81019"/>
                </a:lnTo>
                <a:lnTo>
                  <a:pt x="398114" y="82348"/>
                </a:lnTo>
                <a:lnTo>
                  <a:pt x="398329" y="83652"/>
                </a:lnTo>
                <a:lnTo>
                  <a:pt x="398578" y="84931"/>
                </a:lnTo>
                <a:lnTo>
                  <a:pt x="398859" y="86186"/>
                </a:lnTo>
                <a:lnTo>
                  <a:pt x="399174" y="87415"/>
                </a:lnTo>
                <a:lnTo>
                  <a:pt x="399522" y="88620"/>
                </a:lnTo>
                <a:lnTo>
                  <a:pt x="399903" y="89799"/>
                </a:lnTo>
                <a:lnTo>
                  <a:pt x="400318" y="90954"/>
                </a:lnTo>
                <a:lnTo>
                  <a:pt x="400765" y="92083"/>
                </a:lnTo>
                <a:lnTo>
                  <a:pt x="401246" y="93188"/>
                </a:lnTo>
                <a:lnTo>
                  <a:pt x="401759" y="94268"/>
                </a:lnTo>
                <a:lnTo>
                  <a:pt x="402306" y="95323"/>
                </a:lnTo>
                <a:lnTo>
                  <a:pt x="402886" y="96353"/>
                </a:lnTo>
                <a:lnTo>
                  <a:pt x="403499" y="97358"/>
                </a:lnTo>
                <a:lnTo>
                  <a:pt x="404146" y="98339"/>
                </a:lnTo>
                <a:lnTo>
                  <a:pt x="404825" y="99294"/>
                </a:lnTo>
                <a:lnTo>
                  <a:pt x="405537" y="100224"/>
                </a:lnTo>
                <a:lnTo>
                  <a:pt x="406283" y="101130"/>
                </a:lnTo>
                <a:lnTo>
                  <a:pt x="407062" y="102011"/>
                </a:lnTo>
                <a:lnTo>
                  <a:pt x="407864" y="102861"/>
                </a:lnTo>
                <a:lnTo>
                  <a:pt x="408680" y="103674"/>
                </a:lnTo>
                <a:lnTo>
                  <a:pt x="409508" y="104452"/>
                </a:lnTo>
                <a:lnTo>
                  <a:pt x="410351" y="105193"/>
                </a:lnTo>
                <a:lnTo>
                  <a:pt x="411206" y="105898"/>
                </a:lnTo>
                <a:lnTo>
                  <a:pt x="412076" y="106567"/>
                </a:lnTo>
                <a:lnTo>
                  <a:pt x="412958" y="107200"/>
                </a:lnTo>
                <a:lnTo>
                  <a:pt x="413854" y="107797"/>
                </a:lnTo>
                <a:lnTo>
                  <a:pt x="414763" y="108358"/>
                </a:lnTo>
                <a:lnTo>
                  <a:pt x="415686" y="108882"/>
                </a:lnTo>
                <a:lnTo>
                  <a:pt x="416622" y="109370"/>
                </a:lnTo>
                <a:lnTo>
                  <a:pt x="417571" y="109822"/>
                </a:lnTo>
                <a:lnTo>
                  <a:pt x="418534" y="110238"/>
                </a:lnTo>
                <a:lnTo>
                  <a:pt x="419511" y="110618"/>
                </a:lnTo>
                <a:lnTo>
                  <a:pt x="420500" y="110962"/>
                </a:lnTo>
                <a:lnTo>
                  <a:pt x="421503" y="111269"/>
                </a:lnTo>
                <a:lnTo>
                  <a:pt x="422520" y="111540"/>
                </a:lnTo>
                <a:lnTo>
                  <a:pt x="423550" y="111775"/>
                </a:lnTo>
                <a:lnTo>
                  <a:pt x="424593" y="111974"/>
                </a:lnTo>
                <a:lnTo>
                  <a:pt x="425650" y="112137"/>
                </a:lnTo>
                <a:lnTo>
                  <a:pt x="426720" y="112263"/>
                </a:lnTo>
                <a:lnTo>
                  <a:pt x="427803" y="112354"/>
                </a:lnTo>
                <a:lnTo>
                  <a:pt x="428900" y="112408"/>
                </a:lnTo>
                <a:lnTo>
                  <a:pt x="430010" y="112426"/>
                </a:lnTo>
                <a:lnTo>
                  <a:pt x="431032" y="112410"/>
                </a:lnTo>
                <a:lnTo>
                  <a:pt x="432039" y="112362"/>
                </a:lnTo>
                <a:lnTo>
                  <a:pt x="433032" y="112283"/>
                </a:lnTo>
                <a:lnTo>
                  <a:pt x="434011" y="112171"/>
                </a:lnTo>
                <a:lnTo>
                  <a:pt x="434975" y="112027"/>
                </a:lnTo>
                <a:lnTo>
                  <a:pt x="435925" y="111852"/>
                </a:lnTo>
                <a:lnTo>
                  <a:pt x="436860" y="111645"/>
                </a:lnTo>
                <a:lnTo>
                  <a:pt x="437782" y="111405"/>
                </a:lnTo>
                <a:lnTo>
                  <a:pt x="438688" y="111134"/>
                </a:lnTo>
                <a:lnTo>
                  <a:pt x="439580" y="110831"/>
                </a:lnTo>
                <a:lnTo>
                  <a:pt x="440458" y="110496"/>
                </a:lnTo>
                <a:lnTo>
                  <a:pt x="441322" y="110129"/>
                </a:lnTo>
                <a:lnTo>
                  <a:pt x="442171" y="109731"/>
                </a:lnTo>
                <a:lnTo>
                  <a:pt x="443006" y="109300"/>
                </a:lnTo>
                <a:lnTo>
                  <a:pt x="443826" y="108838"/>
                </a:lnTo>
                <a:lnTo>
                  <a:pt x="444632" y="108343"/>
                </a:lnTo>
                <a:lnTo>
                  <a:pt x="445424" y="107817"/>
                </a:lnTo>
                <a:lnTo>
                  <a:pt x="446201" y="107259"/>
                </a:lnTo>
                <a:lnTo>
                  <a:pt x="446964" y="106668"/>
                </a:lnTo>
                <a:lnTo>
                  <a:pt x="447712" y="106046"/>
                </a:lnTo>
                <a:lnTo>
                  <a:pt x="448446" y="105392"/>
                </a:lnTo>
                <a:lnTo>
                  <a:pt x="449166" y="104707"/>
                </a:lnTo>
                <a:lnTo>
                  <a:pt x="449871" y="103989"/>
                </a:lnTo>
                <a:lnTo>
                  <a:pt x="450562" y="103239"/>
                </a:lnTo>
                <a:lnTo>
                  <a:pt x="451235" y="102470"/>
                </a:lnTo>
                <a:lnTo>
                  <a:pt x="451884" y="101694"/>
                </a:lnTo>
                <a:lnTo>
                  <a:pt x="452512" y="100911"/>
                </a:lnTo>
                <a:lnTo>
                  <a:pt x="453116" y="100121"/>
                </a:lnTo>
                <a:lnTo>
                  <a:pt x="453699" y="99325"/>
                </a:lnTo>
                <a:lnTo>
                  <a:pt x="454258" y="98521"/>
                </a:lnTo>
                <a:lnTo>
                  <a:pt x="454795" y="97710"/>
                </a:lnTo>
                <a:lnTo>
                  <a:pt x="455310" y="96892"/>
                </a:lnTo>
                <a:lnTo>
                  <a:pt x="455802" y="96068"/>
                </a:lnTo>
                <a:lnTo>
                  <a:pt x="456271" y="95236"/>
                </a:lnTo>
                <a:lnTo>
                  <a:pt x="456718" y="94398"/>
                </a:lnTo>
                <a:lnTo>
                  <a:pt x="457142" y="93552"/>
                </a:lnTo>
                <a:lnTo>
                  <a:pt x="457544" y="92700"/>
                </a:lnTo>
                <a:lnTo>
                  <a:pt x="457923" y="91841"/>
                </a:lnTo>
                <a:lnTo>
                  <a:pt x="458279" y="90974"/>
                </a:lnTo>
                <a:lnTo>
                  <a:pt x="458613" y="90101"/>
                </a:lnTo>
                <a:lnTo>
                  <a:pt x="458925" y="89221"/>
                </a:lnTo>
                <a:lnTo>
                  <a:pt x="459213" y="88334"/>
                </a:lnTo>
                <a:lnTo>
                  <a:pt x="459480" y="87440"/>
                </a:lnTo>
                <a:lnTo>
                  <a:pt x="459723" y="86539"/>
                </a:lnTo>
                <a:lnTo>
                  <a:pt x="459945" y="85631"/>
                </a:lnTo>
                <a:lnTo>
                  <a:pt x="460143" y="84716"/>
                </a:lnTo>
                <a:lnTo>
                  <a:pt x="460319" y="83794"/>
                </a:lnTo>
                <a:lnTo>
                  <a:pt x="460473" y="82865"/>
                </a:lnTo>
                <a:lnTo>
                  <a:pt x="457954" y="81233"/>
                </a:lnTo>
                <a:lnTo>
                  <a:pt x="457647" y="82039"/>
                </a:lnTo>
                <a:lnTo>
                  <a:pt x="457333" y="82825"/>
                </a:lnTo>
                <a:lnTo>
                  <a:pt x="457013" y="83591"/>
                </a:lnTo>
                <a:lnTo>
                  <a:pt x="456687" y="84337"/>
                </a:lnTo>
                <a:lnTo>
                  <a:pt x="456355" y="85064"/>
                </a:lnTo>
                <a:lnTo>
                  <a:pt x="456017" y="85770"/>
                </a:lnTo>
                <a:lnTo>
                  <a:pt x="455673" y="86456"/>
                </a:lnTo>
                <a:lnTo>
                  <a:pt x="455323" y="87122"/>
                </a:lnTo>
                <a:lnTo>
                  <a:pt x="454967" y="87769"/>
                </a:lnTo>
                <a:lnTo>
                  <a:pt x="454605" y="88395"/>
                </a:lnTo>
                <a:lnTo>
                  <a:pt x="454237" y="89001"/>
                </a:lnTo>
                <a:lnTo>
                  <a:pt x="453862" y="89588"/>
                </a:lnTo>
                <a:lnTo>
                  <a:pt x="453482" y="90154"/>
                </a:lnTo>
                <a:lnTo>
                  <a:pt x="453095" y="90700"/>
                </a:lnTo>
                <a:lnTo>
                  <a:pt x="452703" y="91227"/>
                </a:lnTo>
                <a:lnTo>
                  <a:pt x="452304" y="91733"/>
                </a:lnTo>
                <a:lnTo>
                  <a:pt x="451899" y="92220"/>
                </a:lnTo>
                <a:lnTo>
                  <a:pt x="451489" y="92686"/>
                </a:lnTo>
                <a:lnTo>
                  <a:pt x="451072" y="93133"/>
                </a:lnTo>
                <a:lnTo>
                  <a:pt x="450649" y="93559"/>
                </a:lnTo>
                <a:lnTo>
                  <a:pt x="450220" y="93966"/>
                </a:lnTo>
                <a:lnTo>
                  <a:pt x="449785" y="94352"/>
                </a:lnTo>
                <a:lnTo>
                  <a:pt x="449344" y="94719"/>
                </a:lnTo>
                <a:lnTo>
                  <a:pt x="448897" y="95065"/>
                </a:lnTo>
                <a:lnTo>
                  <a:pt x="448443" y="95395"/>
                </a:lnTo>
                <a:lnTo>
                  <a:pt x="447983" y="95710"/>
                </a:lnTo>
                <a:lnTo>
                  <a:pt x="447517" y="96012"/>
                </a:lnTo>
                <a:lnTo>
                  <a:pt x="447043" y="96299"/>
                </a:lnTo>
                <a:lnTo>
                  <a:pt x="446563" y="96573"/>
                </a:lnTo>
                <a:lnTo>
                  <a:pt x="446077" y="96832"/>
                </a:lnTo>
                <a:lnTo>
                  <a:pt x="445583" y="97078"/>
                </a:lnTo>
                <a:lnTo>
                  <a:pt x="445083" y="97309"/>
                </a:lnTo>
                <a:lnTo>
                  <a:pt x="444577" y="97526"/>
                </a:lnTo>
                <a:lnTo>
                  <a:pt x="444064" y="97730"/>
                </a:lnTo>
                <a:lnTo>
                  <a:pt x="443544" y="97919"/>
                </a:lnTo>
                <a:lnTo>
                  <a:pt x="443018" y="98094"/>
                </a:lnTo>
                <a:lnTo>
                  <a:pt x="442485" y="98256"/>
                </a:lnTo>
                <a:lnTo>
                  <a:pt x="441945" y="98403"/>
                </a:lnTo>
                <a:lnTo>
                  <a:pt x="441399" y="98536"/>
                </a:lnTo>
                <a:lnTo>
                  <a:pt x="440846" y="98655"/>
                </a:lnTo>
                <a:lnTo>
                  <a:pt x="440286" y="98760"/>
                </a:lnTo>
                <a:lnTo>
                  <a:pt x="439720" y="98852"/>
                </a:lnTo>
                <a:lnTo>
                  <a:pt x="439147" y="98929"/>
                </a:lnTo>
                <a:lnTo>
                  <a:pt x="438568" y="98992"/>
                </a:lnTo>
                <a:lnTo>
                  <a:pt x="437982" y="99041"/>
                </a:lnTo>
                <a:lnTo>
                  <a:pt x="437389" y="99076"/>
                </a:lnTo>
                <a:lnTo>
                  <a:pt x="436790" y="99097"/>
                </a:lnTo>
                <a:lnTo>
                  <a:pt x="436184" y="99104"/>
                </a:lnTo>
                <a:lnTo>
                  <a:pt x="435275" y="99088"/>
                </a:lnTo>
                <a:lnTo>
                  <a:pt x="434376" y="99039"/>
                </a:lnTo>
                <a:lnTo>
                  <a:pt x="433487" y="98957"/>
                </a:lnTo>
                <a:lnTo>
                  <a:pt x="432607" y="98843"/>
                </a:lnTo>
                <a:lnTo>
                  <a:pt x="431738" y="98697"/>
                </a:lnTo>
                <a:lnTo>
                  <a:pt x="430878" y="98518"/>
                </a:lnTo>
                <a:lnTo>
                  <a:pt x="430029" y="98306"/>
                </a:lnTo>
                <a:lnTo>
                  <a:pt x="429189" y="98062"/>
                </a:lnTo>
                <a:lnTo>
                  <a:pt x="428359" y="97785"/>
                </a:lnTo>
                <a:lnTo>
                  <a:pt x="427539" y="97476"/>
                </a:lnTo>
                <a:lnTo>
                  <a:pt x="426729" y="97134"/>
                </a:lnTo>
                <a:lnTo>
                  <a:pt x="425928" y="96759"/>
                </a:lnTo>
                <a:lnTo>
                  <a:pt x="425138" y="96352"/>
                </a:lnTo>
                <a:lnTo>
                  <a:pt x="424357" y="95912"/>
                </a:lnTo>
                <a:lnTo>
                  <a:pt x="423587" y="95440"/>
                </a:lnTo>
                <a:lnTo>
                  <a:pt x="422826" y="94935"/>
                </a:lnTo>
                <a:lnTo>
                  <a:pt x="422075" y="94398"/>
                </a:lnTo>
                <a:lnTo>
                  <a:pt x="421334" y="93828"/>
                </a:lnTo>
                <a:lnTo>
                  <a:pt x="420602" y="93225"/>
                </a:lnTo>
                <a:lnTo>
                  <a:pt x="419881" y="92590"/>
                </a:lnTo>
                <a:lnTo>
                  <a:pt x="419169" y="91923"/>
                </a:lnTo>
                <a:lnTo>
                  <a:pt x="418468" y="91222"/>
                </a:lnTo>
                <a:lnTo>
                  <a:pt x="417776" y="90490"/>
                </a:lnTo>
                <a:lnTo>
                  <a:pt x="417094" y="89724"/>
                </a:lnTo>
                <a:lnTo>
                  <a:pt x="416432" y="88930"/>
                </a:lnTo>
                <a:lnTo>
                  <a:pt x="415797" y="88111"/>
                </a:lnTo>
                <a:lnTo>
                  <a:pt x="415192" y="87268"/>
                </a:lnTo>
                <a:lnTo>
                  <a:pt x="414614" y="86400"/>
                </a:lnTo>
                <a:lnTo>
                  <a:pt x="414066" y="85507"/>
                </a:lnTo>
                <a:lnTo>
                  <a:pt x="413545" y="84590"/>
                </a:lnTo>
                <a:lnTo>
                  <a:pt x="413054" y="83647"/>
                </a:lnTo>
                <a:lnTo>
                  <a:pt x="412590" y="82680"/>
                </a:lnTo>
                <a:lnTo>
                  <a:pt x="412156" y="81689"/>
                </a:lnTo>
                <a:lnTo>
                  <a:pt x="411749" y="80672"/>
                </a:lnTo>
                <a:lnTo>
                  <a:pt x="411371" y="79631"/>
                </a:lnTo>
                <a:lnTo>
                  <a:pt x="411022" y="78565"/>
                </a:lnTo>
                <a:lnTo>
                  <a:pt x="410701" y="77475"/>
                </a:lnTo>
                <a:lnTo>
                  <a:pt x="410409" y="76360"/>
                </a:lnTo>
                <a:lnTo>
                  <a:pt x="410145" y="75220"/>
                </a:lnTo>
                <a:lnTo>
                  <a:pt x="409910" y="74055"/>
                </a:lnTo>
                <a:lnTo>
                  <a:pt x="409703" y="72866"/>
                </a:lnTo>
                <a:lnTo>
                  <a:pt x="409524" y="71652"/>
                </a:lnTo>
                <a:lnTo>
                  <a:pt x="409374" y="70413"/>
                </a:lnTo>
                <a:lnTo>
                  <a:pt x="409253" y="69150"/>
                </a:lnTo>
                <a:lnTo>
                  <a:pt x="409160" y="67862"/>
                </a:lnTo>
                <a:lnTo>
                  <a:pt x="409096" y="66549"/>
                </a:lnTo>
                <a:lnTo>
                  <a:pt x="409060" y="65211"/>
                </a:lnTo>
                <a:lnTo>
                  <a:pt x="409052" y="63849"/>
                </a:lnTo>
                <a:lnTo>
                  <a:pt x="460473" y="63849"/>
                </a:lnTo>
                <a:lnTo>
                  <a:pt x="460459" y="62711"/>
                </a:lnTo>
                <a:lnTo>
                  <a:pt x="460417" y="61592"/>
                </a:lnTo>
                <a:lnTo>
                  <a:pt x="460347" y="60493"/>
                </a:lnTo>
                <a:close/>
                <a:moveTo>
                  <a:pt x="409473" y="56162"/>
                </a:moveTo>
                <a:lnTo>
                  <a:pt x="409617" y="55453"/>
                </a:lnTo>
                <a:lnTo>
                  <a:pt x="409776" y="54759"/>
                </a:lnTo>
                <a:lnTo>
                  <a:pt x="409950" y="54079"/>
                </a:lnTo>
                <a:lnTo>
                  <a:pt x="410140" y="53413"/>
                </a:lnTo>
                <a:lnTo>
                  <a:pt x="410345" y="52761"/>
                </a:lnTo>
                <a:lnTo>
                  <a:pt x="410565" y="52123"/>
                </a:lnTo>
                <a:lnTo>
                  <a:pt x="410801" y="51499"/>
                </a:lnTo>
                <a:lnTo>
                  <a:pt x="411053" y="50889"/>
                </a:lnTo>
                <a:lnTo>
                  <a:pt x="411319" y="50294"/>
                </a:lnTo>
                <a:lnTo>
                  <a:pt x="411601" y="49712"/>
                </a:lnTo>
                <a:lnTo>
                  <a:pt x="411899" y="49145"/>
                </a:lnTo>
                <a:lnTo>
                  <a:pt x="412211" y="48592"/>
                </a:lnTo>
                <a:lnTo>
                  <a:pt x="412539" y="48053"/>
                </a:lnTo>
                <a:lnTo>
                  <a:pt x="412883" y="47528"/>
                </a:lnTo>
                <a:lnTo>
                  <a:pt x="413242" y="47017"/>
                </a:lnTo>
                <a:lnTo>
                  <a:pt x="413616" y="46521"/>
                </a:lnTo>
                <a:lnTo>
                  <a:pt x="414005" y="46038"/>
                </a:lnTo>
                <a:lnTo>
                  <a:pt x="414410" y="45570"/>
                </a:lnTo>
                <a:lnTo>
                  <a:pt x="414831" y="45116"/>
                </a:lnTo>
                <a:lnTo>
                  <a:pt x="415267" y="44676"/>
                </a:lnTo>
                <a:lnTo>
                  <a:pt x="415712" y="44251"/>
                </a:lnTo>
                <a:lnTo>
                  <a:pt x="416163" y="43846"/>
                </a:lnTo>
                <a:lnTo>
                  <a:pt x="416619" y="43458"/>
                </a:lnTo>
                <a:lnTo>
                  <a:pt x="417080" y="43088"/>
                </a:lnTo>
                <a:lnTo>
                  <a:pt x="417545" y="42736"/>
                </a:lnTo>
                <a:lnTo>
                  <a:pt x="418016" y="42402"/>
                </a:lnTo>
                <a:lnTo>
                  <a:pt x="418491" y="42086"/>
                </a:lnTo>
                <a:lnTo>
                  <a:pt x="418972" y="41789"/>
                </a:lnTo>
                <a:lnTo>
                  <a:pt x="419457" y="41509"/>
                </a:lnTo>
                <a:lnTo>
                  <a:pt x="419947" y="41247"/>
                </a:lnTo>
                <a:lnTo>
                  <a:pt x="420442" y="41004"/>
                </a:lnTo>
                <a:lnTo>
                  <a:pt x="420943" y="40778"/>
                </a:lnTo>
                <a:lnTo>
                  <a:pt x="421448" y="40571"/>
                </a:lnTo>
                <a:lnTo>
                  <a:pt x="421958" y="40381"/>
                </a:lnTo>
                <a:lnTo>
                  <a:pt x="422473" y="40210"/>
                </a:lnTo>
                <a:lnTo>
                  <a:pt x="422993" y="40057"/>
                </a:lnTo>
                <a:lnTo>
                  <a:pt x="423517" y="39921"/>
                </a:lnTo>
                <a:lnTo>
                  <a:pt x="424047" y="39804"/>
                </a:lnTo>
                <a:lnTo>
                  <a:pt x="424582" y="39705"/>
                </a:lnTo>
                <a:lnTo>
                  <a:pt x="425122" y="39623"/>
                </a:lnTo>
                <a:lnTo>
                  <a:pt x="425666" y="39560"/>
                </a:lnTo>
                <a:lnTo>
                  <a:pt x="426216" y="39515"/>
                </a:lnTo>
                <a:lnTo>
                  <a:pt x="426770" y="39488"/>
                </a:lnTo>
                <a:lnTo>
                  <a:pt x="427330" y="39479"/>
                </a:lnTo>
                <a:lnTo>
                  <a:pt x="427694" y="39484"/>
                </a:lnTo>
                <a:lnTo>
                  <a:pt x="428058" y="39497"/>
                </a:lnTo>
                <a:lnTo>
                  <a:pt x="428421" y="39519"/>
                </a:lnTo>
                <a:lnTo>
                  <a:pt x="428782" y="39551"/>
                </a:lnTo>
                <a:lnTo>
                  <a:pt x="429141" y="39591"/>
                </a:lnTo>
                <a:lnTo>
                  <a:pt x="429500" y="39640"/>
                </a:lnTo>
                <a:lnTo>
                  <a:pt x="429857" y="39699"/>
                </a:lnTo>
                <a:lnTo>
                  <a:pt x="430213" y="39766"/>
                </a:lnTo>
                <a:lnTo>
                  <a:pt x="430568" y="39842"/>
                </a:lnTo>
                <a:lnTo>
                  <a:pt x="430922" y="39927"/>
                </a:lnTo>
                <a:lnTo>
                  <a:pt x="431274" y="40021"/>
                </a:lnTo>
                <a:lnTo>
                  <a:pt x="431625" y="40124"/>
                </a:lnTo>
                <a:lnTo>
                  <a:pt x="431974" y="40236"/>
                </a:lnTo>
                <a:lnTo>
                  <a:pt x="432323" y="40357"/>
                </a:lnTo>
                <a:lnTo>
                  <a:pt x="432670" y="40487"/>
                </a:lnTo>
                <a:lnTo>
                  <a:pt x="433016" y="40625"/>
                </a:lnTo>
                <a:lnTo>
                  <a:pt x="433360" y="40773"/>
                </a:lnTo>
                <a:lnTo>
                  <a:pt x="433704" y="40930"/>
                </a:lnTo>
                <a:lnTo>
                  <a:pt x="434046" y="41096"/>
                </a:lnTo>
                <a:lnTo>
                  <a:pt x="434387" y="41270"/>
                </a:lnTo>
                <a:lnTo>
                  <a:pt x="434726" y="41454"/>
                </a:lnTo>
                <a:lnTo>
                  <a:pt x="435064" y="41646"/>
                </a:lnTo>
                <a:lnTo>
                  <a:pt x="435401" y="41848"/>
                </a:lnTo>
                <a:lnTo>
                  <a:pt x="435737" y="42058"/>
                </a:lnTo>
                <a:lnTo>
                  <a:pt x="436069" y="42276"/>
                </a:lnTo>
                <a:lnTo>
                  <a:pt x="436394" y="42501"/>
                </a:lnTo>
                <a:lnTo>
                  <a:pt x="436711" y="42733"/>
                </a:lnTo>
                <a:lnTo>
                  <a:pt x="437022" y="42971"/>
                </a:lnTo>
                <a:lnTo>
                  <a:pt x="437326" y="43216"/>
                </a:lnTo>
                <a:lnTo>
                  <a:pt x="437623" y="43468"/>
                </a:lnTo>
                <a:lnTo>
                  <a:pt x="437913" y="43726"/>
                </a:lnTo>
                <a:lnTo>
                  <a:pt x="438197" y="43991"/>
                </a:lnTo>
                <a:lnTo>
                  <a:pt x="438473" y="44263"/>
                </a:lnTo>
                <a:lnTo>
                  <a:pt x="438742" y="44542"/>
                </a:lnTo>
                <a:lnTo>
                  <a:pt x="439005" y="44827"/>
                </a:lnTo>
                <a:lnTo>
                  <a:pt x="439261" y="45119"/>
                </a:lnTo>
                <a:lnTo>
                  <a:pt x="439509" y="45418"/>
                </a:lnTo>
                <a:lnTo>
                  <a:pt x="439751" y="45723"/>
                </a:lnTo>
                <a:lnTo>
                  <a:pt x="439986" y="46036"/>
                </a:lnTo>
                <a:lnTo>
                  <a:pt x="440214" y="46355"/>
                </a:lnTo>
                <a:lnTo>
                  <a:pt x="440435" y="46680"/>
                </a:lnTo>
                <a:lnTo>
                  <a:pt x="440649" y="47013"/>
                </a:lnTo>
                <a:lnTo>
                  <a:pt x="440856" y="47352"/>
                </a:lnTo>
                <a:lnTo>
                  <a:pt x="441057" y="47698"/>
                </a:lnTo>
                <a:lnTo>
                  <a:pt x="441250" y="48050"/>
                </a:lnTo>
                <a:lnTo>
                  <a:pt x="441437" y="48410"/>
                </a:lnTo>
                <a:lnTo>
                  <a:pt x="441616" y="48776"/>
                </a:lnTo>
                <a:lnTo>
                  <a:pt x="441789" y="49148"/>
                </a:lnTo>
                <a:lnTo>
                  <a:pt x="441896" y="49397"/>
                </a:lnTo>
                <a:lnTo>
                  <a:pt x="441999" y="49661"/>
                </a:lnTo>
                <a:lnTo>
                  <a:pt x="442100" y="49939"/>
                </a:lnTo>
                <a:lnTo>
                  <a:pt x="442197" y="50231"/>
                </a:lnTo>
                <a:lnTo>
                  <a:pt x="442292" y="50538"/>
                </a:lnTo>
                <a:lnTo>
                  <a:pt x="442383" y="50860"/>
                </a:lnTo>
                <a:lnTo>
                  <a:pt x="442471" y="51196"/>
                </a:lnTo>
                <a:lnTo>
                  <a:pt x="442556" y="51547"/>
                </a:lnTo>
                <a:lnTo>
                  <a:pt x="442638" y="51912"/>
                </a:lnTo>
                <a:lnTo>
                  <a:pt x="442717" y="52292"/>
                </a:lnTo>
                <a:lnTo>
                  <a:pt x="442793" y="52686"/>
                </a:lnTo>
                <a:lnTo>
                  <a:pt x="442865" y="53095"/>
                </a:lnTo>
                <a:lnTo>
                  <a:pt x="442935" y="53519"/>
                </a:lnTo>
                <a:lnTo>
                  <a:pt x="443001" y="53957"/>
                </a:lnTo>
                <a:lnTo>
                  <a:pt x="443065" y="54409"/>
                </a:lnTo>
                <a:lnTo>
                  <a:pt x="443125" y="54876"/>
                </a:lnTo>
                <a:lnTo>
                  <a:pt x="443182" y="55358"/>
                </a:lnTo>
                <a:lnTo>
                  <a:pt x="443236" y="55854"/>
                </a:lnTo>
                <a:lnTo>
                  <a:pt x="443287" y="56365"/>
                </a:lnTo>
                <a:lnTo>
                  <a:pt x="443335" y="56891"/>
                </a:lnTo>
                <a:lnTo>
                  <a:pt x="443379" y="57430"/>
                </a:lnTo>
                <a:lnTo>
                  <a:pt x="443421" y="57985"/>
                </a:lnTo>
                <a:lnTo>
                  <a:pt x="443460" y="58554"/>
                </a:lnTo>
                <a:lnTo>
                  <a:pt x="443495" y="59137"/>
                </a:lnTo>
                <a:lnTo>
                  <a:pt x="409052" y="59137"/>
                </a:lnTo>
                <a:lnTo>
                  <a:pt x="409134" y="58372"/>
                </a:lnTo>
                <a:lnTo>
                  <a:pt x="409232" y="57621"/>
                </a:lnTo>
                <a:lnTo>
                  <a:pt x="409345" y="56885"/>
                </a:lnTo>
                <a:lnTo>
                  <a:pt x="409473" y="561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046E9-B279-4CDB-9E9A-8F864800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172" y="4162352"/>
            <a:ext cx="737771" cy="94668"/>
          </a:xfrm>
          <a:custGeom xmlns:a="http://schemas.openxmlformats.org/drawingml/2006/main">
            <a:pathLst>
              <a:path w="737771" h="94668">
                <a:moveTo>
                  <a:pt x="87741" y="9887"/>
                </a:moveTo>
                <a:lnTo>
                  <a:pt x="88759" y="8348"/>
                </a:lnTo>
                <a:lnTo>
                  <a:pt x="89257" y="6560"/>
                </a:lnTo>
                <a:lnTo>
                  <a:pt x="89186" y="4713"/>
                </a:lnTo>
                <a:lnTo>
                  <a:pt x="88534" y="2984"/>
                </a:lnTo>
                <a:lnTo>
                  <a:pt x="87386" y="1527"/>
                </a:lnTo>
                <a:lnTo>
                  <a:pt x="85847" y="497"/>
                </a:lnTo>
                <a:lnTo>
                  <a:pt x="84059" y="0"/>
                </a:lnTo>
                <a:lnTo>
                  <a:pt x="82211" y="83"/>
                </a:lnTo>
                <a:lnTo>
                  <a:pt x="80471" y="734"/>
                </a:lnTo>
                <a:lnTo>
                  <a:pt x="0" y="46132"/>
                </a:lnTo>
                <a:lnTo>
                  <a:pt x="79121" y="93839"/>
                </a:lnTo>
                <a:lnTo>
                  <a:pt x="80838" y="94526"/>
                </a:lnTo>
                <a:lnTo>
                  <a:pt x="82697" y="94668"/>
                </a:lnTo>
                <a:lnTo>
                  <a:pt x="84485" y="94218"/>
                </a:lnTo>
                <a:lnTo>
                  <a:pt x="86060" y="93235"/>
                </a:lnTo>
                <a:lnTo>
                  <a:pt x="87256" y="91826"/>
                </a:lnTo>
                <a:lnTo>
                  <a:pt x="87954" y="90109"/>
                </a:lnTo>
                <a:lnTo>
                  <a:pt x="88085" y="88262"/>
                </a:lnTo>
                <a:lnTo>
                  <a:pt x="87635" y="86462"/>
                </a:lnTo>
                <a:lnTo>
                  <a:pt x="86652" y="84887"/>
                </a:lnTo>
                <a:lnTo>
                  <a:pt x="85243" y="83692"/>
                </a:lnTo>
                <a:lnTo>
                  <a:pt x="33555" y="52535"/>
                </a:lnTo>
                <a:lnTo>
                  <a:pt x="737594" y="62709"/>
                </a:lnTo>
                <a:lnTo>
                  <a:pt x="737771" y="50869"/>
                </a:lnTo>
                <a:lnTo>
                  <a:pt x="33741" y="40694"/>
                </a:lnTo>
                <a:lnTo>
                  <a:pt x="86285" y="11048"/>
                </a:lnTo>
                <a:lnTo>
                  <a:pt x="87741" y="9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E2C4B-75AC-4294-B453-E4795B8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7" y="2568258"/>
            <a:ext cx="1774325" cy="628930"/>
          </a:xfrm>
          <a:custGeom xmlns:a="http://schemas.openxmlformats.org/drawingml/2006/main">
            <a:pathLst>
              <a:path w="1774325" h="628930">
                <a:moveTo>
                  <a:pt x="0" y="628930"/>
                </a:moveTo>
                <a:lnTo>
                  <a:pt x="1774325" y="628930"/>
                </a:lnTo>
                <a:lnTo>
                  <a:pt x="1774325" y="0"/>
                </a:lnTo>
                <a:lnTo>
                  <a:pt x="0" y="0"/>
                </a:lnTo>
                <a:lnTo>
                  <a:pt x="0" y="628930"/>
                </a:lnTo>
                <a:close/>
                <a:moveTo>
                  <a:pt x="1762484" y="617089"/>
                </a:moveTo>
                <a:lnTo>
                  <a:pt x="11841" y="617089"/>
                </a:lnTo>
                <a:lnTo>
                  <a:pt x="11841" y="11841"/>
                </a:lnTo>
                <a:lnTo>
                  <a:pt x="1762484" y="11841"/>
                </a:lnTo>
                <a:lnTo>
                  <a:pt x="1762484" y="6170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Hardware:">
            <a:extLst xmlns:a="http://schemas.openxmlformats.org/drawingml/2006/main">
              <a:ext uri="{FF2B5EF4-FFF2-40B4-BE49-F238E27FC236}">
                <a16:creationId xmlns:a16="http://schemas.microsoft.com/office/drawing/2014/main" id="{B4E25893-DA15-4572-8202-2F66D5C7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82" y="2724494"/>
            <a:ext cx="682084" cy="117788"/>
          </a:xfrm>
          <a:custGeom xmlns:a="http://schemas.openxmlformats.org/drawingml/2006/main">
            <a:pathLst>
              <a:path w="682084" h="117788">
                <a:moveTo>
                  <a:pt x="31356" y="56376"/>
                </a:moveTo>
                <a:lnTo>
                  <a:pt x="82533" y="56376"/>
                </a:lnTo>
                <a:lnTo>
                  <a:pt x="82533" y="24857"/>
                </a:lnTo>
                <a:cubicBezTo>
                  <a:pt x="82533" y="19281"/>
                  <a:pt x="82181" y="15608"/>
                  <a:pt x="81476" y="13837"/>
                </a:cubicBezTo>
                <a:cubicBezTo>
                  <a:pt x="80935" y="12497"/>
                  <a:pt x="79798" y="11344"/>
                  <a:pt x="78065" y="10377"/>
                </a:cubicBezTo>
                <a:cubicBezTo>
                  <a:pt x="75736" y="9091"/>
                  <a:pt x="73272" y="8448"/>
                  <a:pt x="70673" y="8448"/>
                </a:cubicBezTo>
                <a:lnTo>
                  <a:pt x="66773" y="8448"/>
                </a:lnTo>
                <a:lnTo>
                  <a:pt x="66773" y="5361"/>
                </a:lnTo>
                <a:lnTo>
                  <a:pt x="113888" y="5361"/>
                </a:lnTo>
                <a:lnTo>
                  <a:pt x="113888" y="8448"/>
                </a:lnTo>
                <a:lnTo>
                  <a:pt x="109989" y="8448"/>
                </a:lnTo>
                <a:cubicBezTo>
                  <a:pt x="107390" y="8448"/>
                  <a:pt x="104926" y="9065"/>
                  <a:pt x="102597" y="10299"/>
                </a:cubicBezTo>
                <a:cubicBezTo>
                  <a:pt x="100864" y="11157"/>
                  <a:pt x="99686" y="12457"/>
                  <a:pt x="99063" y="14201"/>
                </a:cubicBezTo>
                <a:cubicBezTo>
                  <a:pt x="98441" y="15942"/>
                  <a:pt x="98129" y="19494"/>
                  <a:pt x="98129" y="24857"/>
                </a:cubicBezTo>
                <a:lnTo>
                  <a:pt x="98129" y="96017"/>
                </a:lnTo>
                <a:cubicBezTo>
                  <a:pt x="98129" y="101568"/>
                  <a:pt x="98481" y="105233"/>
                  <a:pt x="99185" y="107012"/>
                </a:cubicBezTo>
                <a:cubicBezTo>
                  <a:pt x="99727" y="108359"/>
                  <a:pt x="100837" y="109517"/>
                  <a:pt x="102516" y="110487"/>
                </a:cubicBezTo>
                <a:cubicBezTo>
                  <a:pt x="104899" y="111780"/>
                  <a:pt x="107390" y="112426"/>
                  <a:pt x="109989" y="112426"/>
                </a:cubicBezTo>
                <a:lnTo>
                  <a:pt x="113888" y="112426"/>
                </a:lnTo>
                <a:lnTo>
                  <a:pt x="113888" y="115513"/>
                </a:lnTo>
                <a:lnTo>
                  <a:pt x="66773" y="115513"/>
                </a:lnTo>
                <a:lnTo>
                  <a:pt x="66773" y="112426"/>
                </a:lnTo>
                <a:lnTo>
                  <a:pt x="70673" y="112426"/>
                </a:lnTo>
                <a:cubicBezTo>
                  <a:pt x="75167" y="112426"/>
                  <a:pt x="78444" y="111106"/>
                  <a:pt x="80502" y="108466"/>
                </a:cubicBezTo>
                <a:cubicBezTo>
                  <a:pt x="81856" y="106742"/>
                  <a:pt x="82533" y="102592"/>
                  <a:pt x="82533" y="96017"/>
                </a:cubicBezTo>
                <a:lnTo>
                  <a:pt x="82533" y="62387"/>
                </a:lnTo>
                <a:lnTo>
                  <a:pt x="31356" y="62387"/>
                </a:lnTo>
                <a:lnTo>
                  <a:pt x="31356" y="96017"/>
                </a:lnTo>
                <a:cubicBezTo>
                  <a:pt x="31356" y="101568"/>
                  <a:pt x="31708" y="105233"/>
                  <a:pt x="32412" y="107012"/>
                </a:cubicBezTo>
                <a:cubicBezTo>
                  <a:pt x="32953" y="108359"/>
                  <a:pt x="34091" y="109517"/>
                  <a:pt x="35824" y="110487"/>
                </a:cubicBezTo>
                <a:cubicBezTo>
                  <a:pt x="38152" y="111780"/>
                  <a:pt x="40616" y="112426"/>
                  <a:pt x="43216" y="112426"/>
                </a:cubicBezTo>
                <a:lnTo>
                  <a:pt x="47196" y="112426"/>
                </a:lnTo>
                <a:lnTo>
                  <a:pt x="47196" y="115513"/>
                </a:lnTo>
                <a:lnTo>
                  <a:pt x="0" y="115513"/>
                </a:lnTo>
                <a:lnTo>
                  <a:pt x="0" y="112426"/>
                </a:lnTo>
                <a:lnTo>
                  <a:pt x="3899" y="112426"/>
                </a:lnTo>
                <a:cubicBezTo>
                  <a:pt x="8448" y="112426"/>
                  <a:pt x="11752" y="111106"/>
                  <a:pt x="13810" y="108466"/>
                </a:cubicBezTo>
                <a:cubicBezTo>
                  <a:pt x="15109" y="106742"/>
                  <a:pt x="15759" y="102592"/>
                  <a:pt x="15759" y="96017"/>
                </a:cubicBezTo>
                <a:lnTo>
                  <a:pt x="15759" y="24857"/>
                </a:lnTo>
                <a:cubicBezTo>
                  <a:pt x="15759" y="19281"/>
                  <a:pt x="15407" y="15608"/>
                  <a:pt x="14703" y="13837"/>
                </a:cubicBezTo>
                <a:cubicBezTo>
                  <a:pt x="14162" y="12497"/>
                  <a:pt x="13051" y="11344"/>
                  <a:pt x="11373" y="10377"/>
                </a:cubicBezTo>
                <a:cubicBezTo>
                  <a:pt x="8990" y="9091"/>
                  <a:pt x="6499" y="8448"/>
                  <a:pt x="3899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7196" y="5361"/>
                </a:lnTo>
                <a:lnTo>
                  <a:pt x="47196" y="8448"/>
                </a:lnTo>
                <a:lnTo>
                  <a:pt x="43216" y="8448"/>
                </a:lnTo>
                <a:cubicBezTo>
                  <a:pt x="40616" y="8448"/>
                  <a:pt x="38152" y="9065"/>
                  <a:pt x="35824" y="10299"/>
                </a:cubicBezTo>
                <a:cubicBezTo>
                  <a:pt x="34145" y="11157"/>
                  <a:pt x="32981" y="12457"/>
                  <a:pt x="32331" y="14201"/>
                </a:cubicBezTo>
                <a:cubicBezTo>
                  <a:pt x="31681" y="15942"/>
                  <a:pt x="31356" y="19494"/>
                  <a:pt x="31356" y="24857"/>
                </a:cubicBezTo>
                <a:lnTo>
                  <a:pt x="31356" y="56376"/>
                </a:lnTo>
                <a:close/>
                <a:moveTo>
                  <a:pt x="164109" y="104877"/>
                </a:moveTo>
                <a:cubicBezTo>
                  <a:pt x="156473" y="110778"/>
                  <a:pt x="151680" y="114188"/>
                  <a:pt x="149731" y="115107"/>
                </a:cubicBezTo>
                <a:cubicBezTo>
                  <a:pt x="146806" y="116461"/>
                  <a:pt x="143692" y="117138"/>
                  <a:pt x="140389" y="117138"/>
                </a:cubicBezTo>
                <a:cubicBezTo>
                  <a:pt x="135244" y="117138"/>
                  <a:pt x="131006" y="115378"/>
                  <a:pt x="127676" y="111858"/>
                </a:cubicBezTo>
                <a:cubicBezTo>
                  <a:pt x="124345" y="108337"/>
                  <a:pt x="122680" y="103707"/>
                  <a:pt x="122680" y="97967"/>
                </a:cubicBezTo>
                <a:cubicBezTo>
                  <a:pt x="122680" y="94338"/>
                  <a:pt x="123492" y="91197"/>
                  <a:pt x="125117" y="88544"/>
                </a:cubicBezTo>
                <a:cubicBezTo>
                  <a:pt x="127337" y="84861"/>
                  <a:pt x="131196" y="81395"/>
                  <a:pt x="136693" y="78146"/>
                </a:cubicBezTo>
                <a:cubicBezTo>
                  <a:pt x="142189" y="74897"/>
                  <a:pt x="151328" y="70943"/>
                  <a:pt x="164109" y="66286"/>
                </a:cubicBezTo>
                <a:lnTo>
                  <a:pt x="164109" y="63372"/>
                </a:lnTo>
                <a:cubicBezTo>
                  <a:pt x="164109" y="55980"/>
                  <a:pt x="162931" y="50908"/>
                  <a:pt x="160575" y="48156"/>
                </a:cubicBezTo>
                <a:cubicBezTo>
                  <a:pt x="158219" y="45404"/>
                  <a:pt x="154794" y="44028"/>
                  <a:pt x="150299" y="44028"/>
                </a:cubicBezTo>
                <a:cubicBezTo>
                  <a:pt x="146887" y="44028"/>
                  <a:pt x="144180" y="44949"/>
                  <a:pt x="142176" y="46790"/>
                </a:cubicBezTo>
                <a:cubicBezTo>
                  <a:pt x="140118" y="48631"/>
                  <a:pt x="139089" y="50743"/>
                  <a:pt x="139089" y="53126"/>
                </a:cubicBezTo>
                <a:lnTo>
                  <a:pt x="139252" y="57838"/>
                </a:lnTo>
                <a:cubicBezTo>
                  <a:pt x="139252" y="60329"/>
                  <a:pt x="138615" y="62251"/>
                  <a:pt x="137343" y="63605"/>
                </a:cubicBezTo>
                <a:cubicBezTo>
                  <a:pt x="136070" y="64959"/>
                  <a:pt x="134405" y="65636"/>
                  <a:pt x="132347" y="65636"/>
                </a:cubicBezTo>
                <a:cubicBezTo>
                  <a:pt x="130343" y="65636"/>
                  <a:pt x="128705" y="64930"/>
                  <a:pt x="127432" y="63519"/>
                </a:cubicBezTo>
                <a:cubicBezTo>
                  <a:pt x="126159" y="62106"/>
                  <a:pt x="125523" y="60177"/>
                  <a:pt x="125523" y="57734"/>
                </a:cubicBezTo>
                <a:cubicBezTo>
                  <a:pt x="125523" y="53061"/>
                  <a:pt x="127906" y="48769"/>
                  <a:pt x="132672" y="44858"/>
                </a:cubicBezTo>
                <a:cubicBezTo>
                  <a:pt x="137437" y="40947"/>
                  <a:pt x="144125" y="38992"/>
                  <a:pt x="152736" y="38992"/>
                </a:cubicBezTo>
                <a:cubicBezTo>
                  <a:pt x="159343" y="38992"/>
                  <a:pt x="164759" y="40100"/>
                  <a:pt x="168983" y="42317"/>
                </a:cubicBezTo>
                <a:cubicBezTo>
                  <a:pt x="172178" y="43994"/>
                  <a:pt x="174534" y="46618"/>
                  <a:pt x="176050" y="50189"/>
                </a:cubicBezTo>
                <a:cubicBezTo>
                  <a:pt x="177025" y="52514"/>
                  <a:pt x="177512" y="57274"/>
                  <a:pt x="177512" y="64468"/>
                </a:cubicBezTo>
                <a:lnTo>
                  <a:pt x="177512" y="89701"/>
                </a:lnTo>
                <a:cubicBezTo>
                  <a:pt x="177512" y="96787"/>
                  <a:pt x="177648" y="101128"/>
                  <a:pt x="177918" y="102724"/>
                </a:cubicBezTo>
                <a:cubicBezTo>
                  <a:pt x="178189" y="104320"/>
                  <a:pt x="178636" y="105389"/>
                  <a:pt x="179259" y="105930"/>
                </a:cubicBezTo>
                <a:cubicBezTo>
                  <a:pt x="179881" y="106470"/>
                  <a:pt x="180599" y="106740"/>
                  <a:pt x="181411" y="106740"/>
                </a:cubicBezTo>
                <a:cubicBezTo>
                  <a:pt x="182278" y="106740"/>
                  <a:pt x="183036" y="106550"/>
                  <a:pt x="183686" y="106171"/>
                </a:cubicBezTo>
                <a:cubicBezTo>
                  <a:pt x="184823" y="105467"/>
                  <a:pt x="187016" y="103491"/>
                  <a:pt x="190266" y="100241"/>
                </a:cubicBezTo>
                <a:lnTo>
                  <a:pt x="190266" y="104790"/>
                </a:lnTo>
                <a:cubicBezTo>
                  <a:pt x="184200" y="112914"/>
                  <a:pt x="178406" y="116975"/>
                  <a:pt x="172882" y="116975"/>
                </a:cubicBezTo>
                <a:cubicBezTo>
                  <a:pt x="170228" y="116975"/>
                  <a:pt x="168116" y="116061"/>
                  <a:pt x="166546" y="114234"/>
                </a:cubicBezTo>
                <a:cubicBezTo>
                  <a:pt x="164975" y="112404"/>
                  <a:pt x="164163" y="109285"/>
                  <a:pt x="164109" y="104877"/>
                </a:cubicBezTo>
                <a:moveTo>
                  <a:pt x="164109" y="99609"/>
                </a:moveTo>
                <a:lnTo>
                  <a:pt x="164109" y="71322"/>
                </a:lnTo>
                <a:cubicBezTo>
                  <a:pt x="155931" y="74565"/>
                  <a:pt x="150651" y="76861"/>
                  <a:pt x="148268" y="78212"/>
                </a:cubicBezTo>
                <a:cubicBezTo>
                  <a:pt x="143990" y="80590"/>
                  <a:pt x="140930" y="83076"/>
                  <a:pt x="139089" y="85670"/>
                </a:cubicBezTo>
                <a:cubicBezTo>
                  <a:pt x="137248" y="88263"/>
                  <a:pt x="136327" y="91099"/>
                  <a:pt x="136327" y="94179"/>
                </a:cubicBezTo>
                <a:cubicBezTo>
                  <a:pt x="136327" y="98070"/>
                  <a:pt x="137491" y="101299"/>
                  <a:pt x="139820" y="103866"/>
                </a:cubicBezTo>
                <a:cubicBezTo>
                  <a:pt x="142149" y="106432"/>
                  <a:pt x="144829" y="107715"/>
                  <a:pt x="147862" y="107715"/>
                </a:cubicBezTo>
                <a:cubicBezTo>
                  <a:pt x="151978" y="107715"/>
                  <a:pt x="157394" y="105013"/>
                  <a:pt x="164109" y="99609"/>
                </a:cubicBezTo>
                <a:close/>
                <a:moveTo>
                  <a:pt x="217133" y="38992"/>
                </a:moveTo>
                <a:lnTo>
                  <a:pt x="217133" y="55726"/>
                </a:lnTo>
                <a:cubicBezTo>
                  <a:pt x="223361" y="44570"/>
                  <a:pt x="229751" y="38992"/>
                  <a:pt x="236304" y="38992"/>
                </a:cubicBezTo>
                <a:cubicBezTo>
                  <a:pt x="239282" y="38992"/>
                  <a:pt x="241746" y="39899"/>
                  <a:pt x="243696" y="41713"/>
                </a:cubicBezTo>
                <a:cubicBezTo>
                  <a:pt x="245646" y="43527"/>
                  <a:pt x="246620" y="45626"/>
                  <a:pt x="246620" y="48009"/>
                </a:cubicBezTo>
                <a:cubicBezTo>
                  <a:pt x="246620" y="50121"/>
                  <a:pt x="245916" y="51908"/>
                  <a:pt x="244508" y="53370"/>
                </a:cubicBezTo>
                <a:cubicBezTo>
                  <a:pt x="243100" y="54832"/>
                  <a:pt x="241421" y="55563"/>
                  <a:pt x="239472" y="55563"/>
                </a:cubicBezTo>
                <a:cubicBezTo>
                  <a:pt x="237576" y="55563"/>
                  <a:pt x="235451" y="54643"/>
                  <a:pt x="233095" y="52801"/>
                </a:cubicBezTo>
                <a:cubicBezTo>
                  <a:pt x="230739" y="50960"/>
                  <a:pt x="228993" y="50039"/>
                  <a:pt x="227856" y="50039"/>
                </a:cubicBezTo>
                <a:cubicBezTo>
                  <a:pt x="226881" y="50039"/>
                  <a:pt x="225825" y="50577"/>
                  <a:pt x="224688" y="51651"/>
                </a:cubicBezTo>
                <a:cubicBezTo>
                  <a:pt x="222251" y="53856"/>
                  <a:pt x="219732" y="57486"/>
                  <a:pt x="217133" y="62539"/>
                </a:cubicBezTo>
                <a:lnTo>
                  <a:pt x="217133" y="98129"/>
                </a:lnTo>
                <a:cubicBezTo>
                  <a:pt x="217133" y="102248"/>
                  <a:pt x="217647" y="105364"/>
                  <a:pt x="218676" y="107476"/>
                </a:cubicBezTo>
                <a:cubicBezTo>
                  <a:pt x="219380" y="108940"/>
                  <a:pt x="220626" y="110158"/>
                  <a:pt x="222413" y="111132"/>
                </a:cubicBezTo>
                <a:cubicBezTo>
                  <a:pt x="224200" y="112103"/>
                  <a:pt x="226772" y="112589"/>
                  <a:pt x="230130" y="112589"/>
                </a:cubicBezTo>
                <a:lnTo>
                  <a:pt x="230130" y="115513"/>
                </a:lnTo>
                <a:lnTo>
                  <a:pt x="192032" y="115513"/>
                </a:lnTo>
                <a:lnTo>
                  <a:pt x="192032" y="112589"/>
                </a:lnTo>
                <a:cubicBezTo>
                  <a:pt x="195823" y="112589"/>
                  <a:pt x="198639" y="111986"/>
                  <a:pt x="200480" y="110781"/>
                </a:cubicBezTo>
                <a:cubicBezTo>
                  <a:pt x="201834" y="109905"/>
                  <a:pt x="202782" y="108508"/>
                  <a:pt x="203323" y="106590"/>
                </a:cubicBezTo>
                <a:cubicBezTo>
                  <a:pt x="203594" y="105658"/>
                  <a:pt x="203729" y="103000"/>
                  <a:pt x="203729" y="98617"/>
                </a:cubicBezTo>
                <a:lnTo>
                  <a:pt x="203729" y="70023"/>
                </a:lnTo>
                <a:cubicBezTo>
                  <a:pt x="203729" y="61358"/>
                  <a:pt x="203553" y="56200"/>
                  <a:pt x="203201" y="54548"/>
                </a:cubicBezTo>
                <a:cubicBezTo>
                  <a:pt x="202849" y="52896"/>
                  <a:pt x="202200" y="51691"/>
                  <a:pt x="201252" y="50933"/>
                </a:cubicBezTo>
                <a:cubicBezTo>
                  <a:pt x="200304" y="50175"/>
                  <a:pt x="199126" y="49796"/>
                  <a:pt x="197718" y="49796"/>
                </a:cubicBezTo>
                <a:cubicBezTo>
                  <a:pt x="196039" y="49796"/>
                  <a:pt x="194144" y="50202"/>
                  <a:pt x="192032" y="51014"/>
                </a:cubicBezTo>
                <a:lnTo>
                  <a:pt x="191220" y="48090"/>
                </a:lnTo>
                <a:lnTo>
                  <a:pt x="213721" y="38992"/>
                </a:lnTo>
                <a:lnTo>
                  <a:pt x="217133" y="38992"/>
                </a:lnTo>
                <a:close/>
                <a:moveTo>
                  <a:pt x="302980" y="107151"/>
                </a:moveTo>
                <a:cubicBezTo>
                  <a:pt x="299352" y="110940"/>
                  <a:pt x="295805" y="113661"/>
                  <a:pt x="292339" y="115312"/>
                </a:cubicBezTo>
                <a:cubicBezTo>
                  <a:pt x="288873" y="116963"/>
                  <a:pt x="285136" y="117788"/>
                  <a:pt x="281129" y="117788"/>
                </a:cubicBezTo>
                <a:cubicBezTo>
                  <a:pt x="273005" y="117788"/>
                  <a:pt x="265911" y="114397"/>
                  <a:pt x="259846" y="107616"/>
                </a:cubicBezTo>
                <a:cubicBezTo>
                  <a:pt x="253780" y="100833"/>
                  <a:pt x="250748" y="92117"/>
                  <a:pt x="250748" y="81469"/>
                </a:cubicBezTo>
                <a:cubicBezTo>
                  <a:pt x="250748" y="70822"/>
                  <a:pt x="254105" y="61081"/>
                  <a:pt x="260821" y="52245"/>
                </a:cubicBezTo>
                <a:cubicBezTo>
                  <a:pt x="267536" y="43410"/>
                  <a:pt x="276174" y="38992"/>
                  <a:pt x="286734" y="38992"/>
                </a:cubicBezTo>
                <a:cubicBezTo>
                  <a:pt x="293287" y="38992"/>
                  <a:pt x="298702" y="41076"/>
                  <a:pt x="302980" y="45244"/>
                </a:cubicBezTo>
                <a:lnTo>
                  <a:pt x="302980" y="31356"/>
                </a:lnTo>
                <a:cubicBezTo>
                  <a:pt x="302980" y="22889"/>
                  <a:pt x="302777" y="17685"/>
                  <a:pt x="302371" y="15744"/>
                </a:cubicBezTo>
                <a:cubicBezTo>
                  <a:pt x="301965" y="13803"/>
                  <a:pt x="301329" y="12481"/>
                  <a:pt x="300462" y="11779"/>
                </a:cubicBezTo>
                <a:cubicBezTo>
                  <a:pt x="299596" y="11075"/>
                  <a:pt x="298513" y="10723"/>
                  <a:pt x="297213" y="10723"/>
                </a:cubicBezTo>
                <a:cubicBezTo>
                  <a:pt x="295805" y="10723"/>
                  <a:pt x="293936" y="11156"/>
                  <a:pt x="291608" y="12022"/>
                </a:cubicBezTo>
                <a:lnTo>
                  <a:pt x="290552" y="9098"/>
                </a:lnTo>
                <a:lnTo>
                  <a:pt x="312728" y="0"/>
                </a:lnTo>
                <a:lnTo>
                  <a:pt x="316384" y="0"/>
                </a:lnTo>
                <a:lnTo>
                  <a:pt x="316384" y="86107"/>
                </a:lnTo>
                <a:cubicBezTo>
                  <a:pt x="316384" y="94790"/>
                  <a:pt x="316587" y="100089"/>
                  <a:pt x="316993" y="102003"/>
                </a:cubicBezTo>
                <a:cubicBezTo>
                  <a:pt x="317399" y="103917"/>
                  <a:pt x="318049" y="105253"/>
                  <a:pt x="318943" y="106011"/>
                </a:cubicBezTo>
                <a:cubicBezTo>
                  <a:pt x="319836" y="106768"/>
                  <a:pt x="320879" y="107146"/>
                  <a:pt x="322070" y="107146"/>
                </a:cubicBezTo>
                <a:cubicBezTo>
                  <a:pt x="323532" y="107146"/>
                  <a:pt x="325482" y="106686"/>
                  <a:pt x="327919" y="105765"/>
                </a:cubicBezTo>
                <a:lnTo>
                  <a:pt x="328812" y="108689"/>
                </a:lnTo>
                <a:lnTo>
                  <a:pt x="306717" y="117788"/>
                </a:lnTo>
                <a:lnTo>
                  <a:pt x="302980" y="117788"/>
                </a:lnTo>
                <a:lnTo>
                  <a:pt x="302980" y="107151"/>
                </a:lnTo>
                <a:moveTo>
                  <a:pt x="302980" y="101478"/>
                </a:moveTo>
                <a:lnTo>
                  <a:pt x="302980" y="63232"/>
                </a:lnTo>
                <a:cubicBezTo>
                  <a:pt x="302655" y="59558"/>
                  <a:pt x="301681" y="56209"/>
                  <a:pt x="300056" y="53185"/>
                </a:cubicBezTo>
                <a:cubicBezTo>
                  <a:pt x="298431" y="50159"/>
                  <a:pt x="296279" y="47877"/>
                  <a:pt x="293598" y="46338"/>
                </a:cubicBezTo>
                <a:cubicBezTo>
                  <a:pt x="290917" y="44798"/>
                  <a:pt x="288304" y="44028"/>
                  <a:pt x="285759" y="44028"/>
                </a:cubicBezTo>
                <a:cubicBezTo>
                  <a:pt x="280993" y="44028"/>
                  <a:pt x="276742" y="46162"/>
                  <a:pt x="273005" y="50430"/>
                </a:cubicBezTo>
                <a:cubicBezTo>
                  <a:pt x="268077" y="56047"/>
                  <a:pt x="265613" y="64258"/>
                  <a:pt x="265613" y="75062"/>
                </a:cubicBezTo>
                <a:cubicBezTo>
                  <a:pt x="265613" y="85974"/>
                  <a:pt x="267996" y="94334"/>
                  <a:pt x="272762" y="100142"/>
                </a:cubicBezTo>
                <a:cubicBezTo>
                  <a:pt x="277527" y="105949"/>
                  <a:pt x="282835" y="108852"/>
                  <a:pt x="288683" y="108852"/>
                </a:cubicBezTo>
                <a:cubicBezTo>
                  <a:pt x="293611" y="108852"/>
                  <a:pt x="298377" y="106394"/>
                  <a:pt x="302980" y="101478"/>
                </a:cubicBezTo>
                <a:close/>
                <a:moveTo>
                  <a:pt x="329166" y="41104"/>
                </a:moveTo>
                <a:lnTo>
                  <a:pt x="360360" y="41104"/>
                </a:lnTo>
                <a:lnTo>
                  <a:pt x="360360" y="44028"/>
                </a:lnTo>
                <a:cubicBezTo>
                  <a:pt x="357489" y="44246"/>
                  <a:pt x="355608" y="44765"/>
                  <a:pt x="354714" y="45584"/>
                </a:cubicBezTo>
                <a:cubicBezTo>
                  <a:pt x="353820" y="46402"/>
                  <a:pt x="353374" y="47574"/>
                  <a:pt x="353374" y="49100"/>
                </a:cubicBezTo>
                <a:cubicBezTo>
                  <a:pt x="353374" y="50792"/>
                  <a:pt x="353834" y="52839"/>
                  <a:pt x="354755" y="55238"/>
                </a:cubicBezTo>
                <a:lnTo>
                  <a:pt x="370676" y="97957"/>
                </a:lnTo>
                <a:lnTo>
                  <a:pt x="386679" y="63113"/>
                </a:lnTo>
                <a:lnTo>
                  <a:pt x="382455" y="52233"/>
                </a:lnTo>
                <a:cubicBezTo>
                  <a:pt x="381155" y="48951"/>
                  <a:pt x="379449" y="46681"/>
                  <a:pt x="377337" y="45422"/>
                </a:cubicBezTo>
                <a:cubicBezTo>
                  <a:pt x="376146" y="44657"/>
                  <a:pt x="373926" y="44192"/>
                  <a:pt x="370676" y="44028"/>
                </a:cubicBezTo>
                <a:lnTo>
                  <a:pt x="370676" y="41104"/>
                </a:lnTo>
                <a:lnTo>
                  <a:pt x="406094" y="41104"/>
                </a:lnTo>
                <a:lnTo>
                  <a:pt x="406094" y="44028"/>
                </a:lnTo>
                <a:cubicBezTo>
                  <a:pt x="402195" y="44192"/>
                  <a:pt x="399433" y="44905"/>
                  <a:pt x="397808" y="46166"/>
                </a:cubicBezTo>
                <a:cubicBezTo>
                  <a:pt x="396725" y="47044"/>
                  <a:pt x="396183" y="48443"/>
                  <a:pt x="396183" y="50362"/>
                </a:cubicBezTo>
                <a:cubicBezTo>
                  <a:pt x="396183" y="51445"/>
                  <a:pt x="396400" y="52556"/>
                  <a:pt x="396833" y="53695"/>
                </a:cubicBezTo>
                <a:lnTo>
                  <a:pt x="413730" y="96469"/>
                </a:lnTo>
                <a:lnTo>
                  <a:pt x="429408" y="55238"/>
                </a:lnTo>
                <a:cubicBezTo>
                  <a:pt x="430491" y="52292"/>
                  <a:pt x="431032" y="49946"/>
                  <a:pt x="431032" y="48202"/>
                </a:cubicBezTo>
                <a:cubicBezTo>
                  <a:pt x="431032" y="47164"/>
                  <a:pt x="430504" y="46237"/>
                  <a:pt x="429448" y="45419"/>
                </a:cubicBezTo>
                <a:cubicBezTo>
                  <a:pt x="428392" y="44600"/>
                  <a:pt x="426321" y="44136"/>
                  <a:pt x="423234" y="44028"/>
                </a:cubicBezTo>
                <a:lnTo>
                  <a:pt x="423234" y="41104"/>
                </a:lnTo>
                <a:lnTo>
                  <a:pt x="446710" y="41104"/>
                </a:lnTo>
                <a:lnTo>
                  <a:pt x="446710" y="44028"/>
                </a:lnTo>
                <a:cubicBezTo>
                  <a:pt x="441999" y="44736"/>
                  <a:pt x="438533" y="47945"/>
                  <a:pt x="436312" y="53657"/>
                </a:cubicBezTo>
                <a:lnTo>
                  <a:pt x="411455" y="117788"/>
                </a:lnTo>
                <a:lnTo>
                  <a:pt x="408125" y="117788"/>
                </a:lnTo>
                <a:lnTo>
                  <a:pt x="389522" y="70353"/>
                </a:lnTo>
                <a:lnTo>
                  <a:pt x="367833" y="117788"/>
                </a:lnTo>
                <a:lnTo>
                  <a:pt x="364827" y="117788"/>
                </a:lnTo>
                <a:lnTo>
                  <a:pt x="340945" y="55238"/>
                </a:lnTo>
                <a:cubicBezTo>
                  <a:pt x="339375" y="51256"/>
                  <a:pt x="337831" y="48570"/>
                  <a:pt x="336315" y="47178"/>
                </a:cubicBezTo>
                <a:cubicBezTo>
                  <a:pt x="334798" y="45787"/>
                  <a:pt x="332416" y="44737"/>
                  <a:pt x="329166" y="44028"/>
                </a:cubicBezTo>
                <a:lnTo>
                  <a:pt x="329166" y="41104"/>
                </a:lnTo>
                <a:close/>
                <a:moveTo>
                  <a:pt x="495062" y="104877"/>
                </a:moveTo>
                <a:cubicBezTo>
                  <a:pt x="487426" y="110778"/>
                  <a:pt x="482634" y="114188"/>
                  <a:pt x="480684" y="115107"/>
                </a:cubicBezTo>
                <a:cubicBezTo>
                  <a:pt x="477760" y="116461"/>
                  <a:pt x="474646" y="117138"/>
                  <a:pt x="471342" y="117138"/>
                </a:cubicBezTo>
                <a:cubicBezTo>
                  <a:pt x="466197" y="117138"/>
                  <a:pt x="461960" y="115378"/>
                  <a:pt x="458629" y="111858"/>
                </a:cubicBezTo>
                <a:cubicBezTo>
                  <a:pt x="455299" y="108337"/>
                  <a:pt x="453633" y="103707"/>
                  <a:pt x="453633" y="97967"/>
                </a:cubicBezTo>
                <a:cubicBezTo>
                  <a:pt x="453633" y="94338"/>
                  <a:pt x="454446" y="91197"/>
                  <a:pt x="456070" y="88544"/>
                </a:cubicBezTo>
                <a:cubicBezTo>
                  <a:pt x="458291" y="84861"/>
                  <a:pt x="462149" y="81395"/>
                  <a:pt x="467646" y="78146"/>
                </a:cubicBezTo>
                <a:cubicBezTo>
                  <a:pt x="473143" y="74897"/>
                  <a:pt x="482282" y="70943"/>
                  <a:pt x="495062" y="66286"/>
                </a:cubicBezTo>
                <a:lnTo>
                  <a:pt x="495062" y="63372"/>
                </a:lnTo>
                <a:cubicBezTo>
                  <a:pt x="495062" y="55980"/>
                  <a:pt x="493884" y="50908"/>
                  <a:pt x="491529" y="48156"/>
                </a:cubicBezTo>
                <a:cubicBezTo>
                  <a:pt x="489173" y="45404"/>
                  <a:pt x="485747" y="44028"/>
                  <a:pt x="481253" y="44028"/>
                </a:cubicBezTo>
                <a:cubicBezTo>
                  <a:pt x="477841" y="44028"/>
                  <a:pt x="475133" y="44949"/>
                  <a:pt x="473129" y="46790"/>
                </a:cubicBezTo>
                <a:cubicBezTo>
                  <a:pt x="471071" y="48631"/>
                  <a:pt x="470042" y="50743"/>
                  <a:pt x="470042" y="53126"/>
                </a:cubicBezTo>
                <a:lnTo>
                  <a:pt x="470205" y="57838"/>
                </a:lnTo>
                <a:cubicBezTo>
                  <a:pt x="470205" y="60329"/>
                  <a:pt x="469569" y="62251"/>
                  <a:pt x="468296" y="63605"/>
                </a:cubicBezTo>
                <a:cubicBezTo>
                  <a:pt x="467023" y="64959"/>
                  <a:pt x="465358" y="65636"/>
                  <a:pt x="463300" y="65636"/>
                </a:cubicBezTo>
                <a:cubicBezTo>
                  <a:pt x="461296" y="65636"/>
                  <a:pt x="459658" y="64930"/>
                  <a:pt x="458386" y="63519"/>
                </a:cubicBezTo>
                <a:cubicBezTo>
                  <a:pt x="457113" y="62106"/>
                  <a:pt x="456477" y="60177"/>
                  <a:pt x="456477" y="57734"/>
                </a:cubicBezTo>
                <a:cubicBezTo>
                  <a:pt x="456477" y="53061"/>
                  <a:pt x="458859" y="48769"/>
                  <a:pt x="463625" y="44858"/>
                </a:cubicBezTo>
                <a:cubicBezTo>
                  <a:pt x="468391" y="40947"/>
                  <a:pt x="475079" y="38992"/>
                  <a:pt x="483690" y="38992"/>
                </a:cubicBezTo>
                <a:cubicBezTo>
                  <a:pt x="490296" y="38992"/>
                  <a:pt x="495712" y="40100"/>
                  <a:pt x="499936" y="42317"/>
                </a:cubicBezTo>
                <a:cubicBezTo>
                  <a:pt x="503131" y="43994"/>
                  <a:pt x="505487" y="46618"/>
                  <a:pt x="507003" y="50189"/>
                </a:cubicBezTo>
                <a:cubicBezTo>
                  <a:pt x="507978" y="52514"/>
                  <a:pt x="508466" y="57274"/>
                  <a:pt x="508466" y="64468"/>
                </a:cubicBezTo>
                <a:lnTo>
                  <a:pt x="508466" y="89701"/>
                </a:lnTo>
                <a:cubicBezTo>
                  <a:pt x="508466" y="96787"/>
                  <a:pt x="508601" y="101128"/>
                  <a:pt x="508872" y="102724"/>
                </a:cubicBezTo>
                <a:cubicBezTo>
                  <a:pt x="509142" y="104320"/>
                  <a:pt x="509589" y="105389"/>
                  <a:pt x="510212" y="105930"/>
                </a:cubicBezTo>
                <a:cubicBezTo>
                  <a:pt x="510835" y="106470"/>
                  <a:pt x="511552" y="106740"/>
                  <a:pt x="512365" y="106740"/>
                </a:cubicBezTo>
                <a:cubicBezTo>
                  <a:pt x="513231" y="106740"/>
                  <a:pt x="513989" y="106550"/>
                  <a:pt x="514639" y="106171"/>
                </a:cubicBezTo>
                <a:cubicBezTo>
                  <a:pt x="515777" y="105467"/>
                  <a:pt x="517970" y="103491"/>
                  <a:pt x="521219" y="100241"/>
                </a:cubicBezTo>
                <a:lnTo>
                  <a:pt x="521219" y="104790"/>
                </a:lnTo>
                <a:cubicBezTo>
                  <a:pt x="515154" y="112914"/>
                  <a:pt x="509359" y="116975"/>
                  <a:pt x="503835" y="116975"/>
                </a:cubicBezTo>
                <a:cubicBezTo>
                  <a:pt x="501182" y="116975"/>
                  <a:pt x="499070" y="116061"/>
                  <a:pt x="497499" y="114234"/>
                </a:cubicBezTo>
                <a:cubicBezTo>
                  <a:pt x="495929" y="112404"/>
                  <a:pt x="495116" y="109285"/>
                  <a:pt x="495062" y="104877"/>
                </a:cubicBezTo>
                <a:moveTo>
                  <a:pt x="495062" y="99609"/>
                </a:moveTo>
                <a:lnTo>
                  <a:pt x="495062" y="71322"/>
                </a:lnTo>
                <a:cubicBezTo>
                  <a:pt x="486885" y="74565"/>
                  <a:pt x="481605" y="76861"/>
                  <a:pt x="479222" y="78212"/>
                </a:cubicBezTo>
                <a:cubicBezTo>
                  <a:pt x="474943" y="80590"/>
                  <a:pt x="471884" y="83076"/>
                  <a:pt x="470042" y="85670"/>
                </a:cubicBezTo>
                <a:cubicBezTo>
                  <a:pt x="468201" y="88263"/>
                  <a:pt x="467281" y="91099"/>
                  <a:pt x="467281" y="94179"/>
                </a:cubicBezTo>
                <a:cubicBezTo>
                  <a:pt x="467281" y="98070"/>
                  <a:pt x="468445" y="101299"/>
                  <a:pt x="470774" y="103866"/>
                </a:cubicBezTo>
                <a:cubicBezTo>
                  <a:pt x="473102" y="106432"/>
                  <a:pt x="475783" y="107715"/>
                  <a:pt x="478816" y="107715"/>
                </a:cubicBezTo>
                <a:cubicBezTo>
                  <a:pt x="482931" y="107715"/>
                  <a:pt x="488347" y="105013"/>
                  <a:pt x="495062" y="99609"/>
                </a:cubicBezTo>
                <a:close/>
                <a:moveTo>
                  <a:pt x="548086" y="38992"/>
                </a:moveTo>
                <a:lnTo>
                  <a:pt x="548086" y="55726"/>
                </a:lnTo>
                <a:cubicBezTo>
                  <a:pt x="554314" y="44570"/>
                  <a:pt x="560705" y="38992"/>
                  <a:pt x="567257" y="38992"/>
                </a:cubicBezTo>
                <a:cubicBezTo>
                  <a:pt x="570236" y="38992"/>
                  <a:pt x="572700" y="39899"/>
                  <a:pt x="574649" y="41713"/>
                </a:cubicBezTo>
                <a:cubicBezTo>
                  <a:pt x="576599" y="43527"/>
                  <a:pt x="577574" y="45626"/>
                  <a:pt x="577574" y="48009"/>
                </a:cubicBezTo>
                <a:cubicBezTo>
                  <a:pt x="577574" y="50121"/>
                  <a:pt x="576870" y="51908"/>
                  <a:pt x="575462" y="53370"/>
                </a:cubicBezTo>
                <a:cubicBezTo>
                  <a:pt x="574054" y="54832"/>
                  <a:pt x="572375" y="55563"/>
                  <a:pt x="570425" y="55563"/>
                </a:cubicBezTo>
                <a:cubicBezTo>
                  <a:pt x="568530" y="55563"/>
                  <a:pt x="566404" y="54643"/>
                  <a:pt x="564049" y="52801"/>
                </a:cubicBezTo>
                <a:cubicBezTo>
                  <a:pt x="561693" y="50960"/>
                  <a:pt x="559946" y="50039"/>
                  <a:pt x="558809" y="50039"/>
                </a:cubicBezTo>
                <a:cubicBezTo>
                  <a:pt x="557834" y="50039"/>
                  <a:pt x="556778" y="50577"/>
                  <a:pt x="555641" y="51651"/>
                </a:cubicBezTo>
                <a:cubicBezTo>
                  <a:pt x="553204" y="53856"/>
                  <a:pt x="550686" y="57486"/>
                  <a:pt x="548086" y="62539"/>
                </a:cubicBezTo>
                <a:lnTo>
                  <a:pt x="548086" y="98129"/>
                </a:lnTo>
                <a:cubicBezTo>
                  <a:pt x="548086" y="102248"/>
                  <a:pt x="548601" y="105364"/>
                  <a:pt x="549630" y="107476"/>
                </a:cubicBezTo>
                <a:cubicBezTo>
                  <a:pt x="550334" y="108940"/>
                  <a:pt x="551579" y="110158"/>
                  <a:pt x="553366" y="111132"/>
                </a:cubicBezTo>
                <a:cubicBezTo>
                  <a:pt x="555154" y="112103"/>
                  <a:pt x="557726" y="112589"/>
                  <a:pt x="561084" y="112589"/>
                </a:cubicBezTo>
                <a:lnTo>
                  <a:pt x="561084" y="115513"/>
                </a:lnTo>
                <a:lnTo>
                  <a:pt x="522985" y="115513"/>
                </a:lnTo>
                <a:lnTo>
                  <a:pt x="522985" y="112589"/>
                </a:lnTo>
                <a:cubicBezTo>
                  <a:pt x="526776" y="112589"/>
                  <a:pt x="529592" y="111986"/>
                  <a:pt x="531434" y="110781"/>
                </a:cubicBezTo>
                <a:cubicBezTo>
                  <a:pt x="532787" y="109905"/>
                  <a:pt x="533735" y="108508"/>
                  <a:pt x="534277" y="106590"/>
                </a:cubicBezTo>
                <a:cubicBezTo>
                  <a:pt x="534548" y="105658"/>
                  <a:pt x="534683" y="103000"/>
                  <a:pt x="534683" y="98617"/>
                </a:cubicBezTo>
                <a:lnTo>
                  <a:pt x="534683" y="70023"/>
                </a:lnTo>
                <a:cubicBezTo>
                  <a:pt x="534683" y="61358"/>
                  <a:pt x="534507" y="56200"/>
                  <a:pt x="534155" y="54548"/>
                </a:cubicBezTo>
                <a:cubicBezTo>
                  <a:pt x="533803" y="52896"/>
                  <a:pt x="533153" y="51691"/>
                  <a:pt x="532205" y="50933"/>
                </a:cubicBezTo>
                <a:cubicBezTo>
                  <a:pt x="531258" y="50175"/>
                  <a:pt x="530080" y="49796"/>
                  <a:pt x="528672" y="49796"/>
                </a:cubicBezTo>
                <a:cubicBezTo>
                  <a:pt x="526993" y="49796"/>
                  <a:pt x="525097" y="50202"/>
                  <a:pt x="522985" y="51014"/>
                </a:cubicBezTo>
                <a:lnTo>
                  <a:pt x="522173" y="48090"/>
                </a:lnTo>
                <a:lnTo>
                  <a:pt x="544675" y="38992"/>
                </a:lnTo>
                <a:lnTo>
                  <a:pt x="548086" y="38992"/>
                </a:lnTo>
                <a:close/>
                <a:moveTo>
                  <a:pt x="593886" y="69210"/>
                </a:moveTo>
                <a:cubicBezTo>
                  <a:pt x="593832" y="80207"/>
                  <a:pt x="596512" y="88832"/>
                  <a:pt x="601928" y="95086"/>
                </a:cubicBezTo>
                <a:cubicBezTo>
                  <a:pt x="607344" y="101339"/>
                  <a:pt x="613707" y="104465"/>
                  <a:pt x="621018" y="104465"/>
                </a:cubicBezTo>
                <a:cubicBezTo>
                  <a:pt x="625892" y="104465"/>
                  <a:pt x="630129" y="103119"/>
                  <a:pt x="633731" y="100427"/>
                </a:cubicBezTo>
                <a:cubicBezTo>
                  <a:pt x="637332" y="97734"/>
                  <a:pt x="640351" y="93123"/>
                  <a:pt x="642788" y="86594"/>
                </a:cubicBezTo>
                <a:lnTo>
                  <a:pt x="645306" y="88226"/>
                </a:lnTo>
                <a:cubicBezTo>
                  <a:pt x="644169" y="95685"/>
                  <a:pt x="640866" y="102476"/>
                  <a:pt x="635396" y="108601"/>
                </a:cubicBezTo>
                <a:cubicBezTo>
                  <a:pt x="629926" y="114725"/>
                  <a:pt x="623076" y="117788"/>
                  <a:pt x="614844" y="117788"/>
                </a:cubicBezTo>
                <a:cubicBezTo>
                  <a:pt x="605908" y="117788"/>
                  <a:pt x="598259" y="114316"/>
                  <a:pt x="591896" y="107372"/>
                </a:cubicBezTo>
                <a:cubicBezTo>
                  <a:pt x="585533" y="100427"/>
                  <a:pt x="582351" y="91090"/>
                  <a:pt x="582351" y="79362"/>
                </a:cubicBezTo>
                <a:cubicBezTo>
                  <a:pt x="582351" y="66663"/>
                  <a:pt x="585614" y="56760"/>
                  <a:pt x="592139" y="49654"/>
                </a:cubicBezTo>
                <a:cubicBezTo>
                  <a:pt x="598665" y="42546"/>
                  <a:pt x="606856" y="38992"/>
                  <a:pt x="616712" y="38992"/>
                </a:cubicBezTo>
                <a:cubicBezTo>
                  <a:pt x="625052" y="38992"/>
                  <a:pt x="631903" y="41733"/>
                  <a:pt x="637264" y="47217"/>
                </a:cubicBezTo>
                <a:cubicBezTo>
                  <a:pt x="642626" y="52698"/>
                  <a:pt x="645306" y="60029"/>
                  <a:pt x="645306" y="69210"/>
                </a:cubicBezTo>
                <a:lnTo>
                  <a:pt x="593886" y="69210"/>
                </a:lnTo>
                <a:moveTo>
                  <a:pt x="593886" y="64499"/>
                </a:moveTo>
                <a:lnTo>
                  <a:pt x="628329" y="64499"/>
                </a:lnTo>
                <a:cubicBezTo>
                  <a:pt x="628058" y="59772"/>
                  <a:pt x="627489" y="56442"/>
                  <a:pt x="626623" y="54510"/>
                </a:cubicBezTo>
                <a:cubicBezTo>
                  <a:pt x="625269" y="51501"/>
                  <a:pt x="623252" y="49137"/>
                  <a:pt x="620571" y="47420"/>
                </a:cubicBezTo>
                <a:cubicBezTo>
                  <a:pt x="617890" y="45700"/>
                  <a:pt x="615088" y="44841"/>
                  <a:pt x="612163" y="44841"/>
                </a:cubicBezTo>
                <a:cubicBezTo>
                  <a:pt x="607668" y="44841"/>
                  <a:pt x="603647" y="46573"/>
                  <a:pt x="600100" y="50037"/>
                </a:cubicBezTo>
                <a:cubicBezTo>
                  <a:pt x="596553" y="53501"/>
                  <a:pt x="594482" y="58322"/>
                  <a:pt x="593886" y="64499"/>
                </a:cubicBezTo>
                <a:close/>
                <a:moveTo>
                  <a:pt x="673067" y="38992"/>
                </a:moveTo>
                <a:cubicBezTo>
                  <a:pt x="675558" y="38992"/>
                  <a:pt x="677684" y="39872"/>
                  <a:pt x="679444" y="41632"/>
                </a:cubicBezTo>
                <a:cubicBezTo>
                  <a:pt x="681204" y="43392"/>
                  <a:pt x="682084" y="45517"/>
                  <a:pt x="682084" y="48009"/>
                </a:cubicBezTo>
                <a:cubicBezTo>
                  <a:pt x="682084" y="50500"/>
                  <a:pt x="681204" y="52625"/>
                  <a:pt x="679444" y="54385"/>
                </a:cubicBezTo>
                <a:cubicBezTo>
                  <a:pt x="677684" y="56145"/>
                  <a:pt x="675558" y="57025"/>
                  <a:pt x="673067" y="57025"/>
                </a:cubicBezTo>
                <a:cubicBezTo>
                  <a:pt x="670576" y="57025"/>
                  <a:pt x="668450" y="56145"/>
                  <a:pt x="666690" y="54385"/>
                </a:cubicBezTo>
                <a:cubicBezTo>
                  <a:pt x="664930" y="52625"/>
                  <a:pt x="664050" y="50500"/>
                  <a:pt x="664050" y="48009"/>
                </a:cubicBezTo>
                <a:cubicBezTo>
                  <a:pt x="664050" y="45517"/>
                  <a:pt x="664930" y="43392"/>
                  <a:pt x="666690" y="41632"/>
                </a:cubicBezTo>
                <a:cubicBezTo>
                  <a:pt x="668450" y="39872"/>
                  <a:pt x="670576" y="38992"/>
                  <a:pt x="673067" y="38992"/>
                </a:cubicBezTo>
                <a:moveTo>
                  <a:pt x="672905" y="99754"/>
                </a:moveTo>
                <a:cubicBezTo>
                  <a:pt x="675450" y="99754"/>
                  <a:pt x="677603" y="100644"/>
                  <a:pt x="679363" y="102424"/>
                </a:cubicBezTo>
                <a:cubicBezTo>
                  <a:pt x="681123" y="104203"/>
                  <a:pt x="682003" y="106332"/>
                  <a:pt x="682003" y="108811"/>
                </a:cubicBezTo>
                <a:cubicBezTo>
                  <a:pt x="682003" y="111291"/>
                  <a:pt x="681109" y="113407"/>
                  <a:pt x="679322" y="115160"/>
                </a:cubicBezTo>
                <a:cubicBezTo>
                  <a:pt x="677535" y="116912"/>
                  <a:pt x="675396" y="117788"/>
                  <a:pt x="672905" y="117788"/>
                </a:cubicBezTo>
                <a:cubicBezTo>
                  <a:pt x="670413" y="117788"/>
                  <a:pt x="668288" y="116912"/>
                  <a:pt x="666528" y="115160"/>
                </a:cubicBezTo>
                <a:cubicBezTo>
                  <a:pt x="664768" y="113407"/>
                  <a:pt x="663888" y="111291"/>
                  <a:pt x="663888" y="108811"/>
                </a:cubicBezTo>
                <a:cubicBezTo>
                  <a:pt x="663888" y="106332"/>
                  <a:pt x="664768" y="104203"/>
                  <a:pt x="666528" y="102424"/>
                </a:cubicBezTo>
                <a:cubicBezTo>
                  <a:pt x="668288" y="100644"/>
                  <a:pt x="670413" y="99754"/>
                  <a:pt x="672905" y="99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Sony,...">
            <a:extLst xmlns:a="http://schemas.openxmlformats.org/drawingml/2006/main">
              <a:ext uri="{FF2B5EF4-FFF2-40B4-BE49-F238E27FC236}">
                <a16:creationId xmlns:a16="http://schemas.microsoft.com/office/drawing/2014/main" id="{B85DA14C-A398-4398-81EE-1F26C650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6" y="2926345"/>
            <a:ext cx="484762" cy="148494"/>
          </a:xfrm>
          <a:custGeom xmlns:a="http://schemas.openxmlformats.org/drawingml/2006/main">
            <a:pathLst>
              <a:path w="484762" h="148494">
                <a:moveTo>
                  <a:pt x="65880" y="0"/>
                </a:moveTo>
                <a:lnTo>
                  <a:pt x="65880" y="38179"/>
                </a:lnTo>
                <a:lnTo>
                  <a:pt x="62874" y="38179"/>
                </a:lnTo>
                <a:cubicBezTo>
                  <a:pt x="61899" y="30850"/>
                  <a:pt x="60153" y="25014"/>
                  <a:pt x="57635" y="20671"/>
                </a:cubicBezTo>
                <a:cubicBezTo>
                  <a:pt x="55116" y="16327"/>
                  <a:pt x="51529" y="12879"/>
                  <a:pt x="46871" y="10327"/>
                </a:cubicBezTo>
                <a:cubicBezTo>
                  <a:pt x="42214" y="7775"/>
                  <a:pt x="37394" y="6499"/>
                  <a:pt x="32412" y="6499"/>
                </a:cubicBezTo>
                <a:cubicBezTo>
                  <a:pt x="26780" y="6499"/>
                  <a:pt x="22122" y="8216"/>
                  <a:pt x="18440" y="11649"/>
                </a:cubicBezTo>
                <a:cubicBezTo>
                  <a:pt x="14757" y="15083"/>
                  <a:pt x="12916" y="18989"/>
                  <a:pt x="12916" y="23367"/>
                </a:cubicBezTo>
                <a:cubicBezTo>
                  <a:pt x="12916" y="26720"/>
                  <a:pt x="14080" y="29775"/>
                  <a:pt x="16409" y="32534"/>
                </a:cubicBezTo>
                <a:cubicBezTo>
                  <a:pt x="19767" y="36589"/>
                  <a:pt x="27755" y="41995"/>
                  <a:pt x="40373" y="48752"/>
                </a:cubicBezTo>
                <a:cubicBezTo>
                  <a:pt x="50662" y="54268"/>
                  <a:pt x="57689" y="58499"/>
                  <a:pt x="61453" y="61448"/>
                </a:cubicBezTo>
                <a:cubicBezTo>
                  <a:pt x="65216" y="64394"/>
                  <a:pt x="68114" y="67868"/>
                  <a:pt x="70145" y="71871"/>
                </a:cubicBezTo>
                <a:cubicBezTo>
                  <a:pt x="72175" y="75871"/>
                  <a:pt x="73191" y="80063"/>
                  <a:pt x="73191" y="84444"/>
                </a:cubicBezTo>
                <a:cubicBezTo>
                  <a:pt x="73191" y="92772"/>
                  <a:pt x="69955" y="99951"/>
                  <a:pt x="63483" y="105981"/>
                </a:cubicBezTo>
                <a:cubicBezTo>
                  <a:pt x="57012" y="112011"/>
                  <a:pt x="48686" y="115026"/>
                  <a:pt x="38504" y="115026"/>
                </a:cubicBezTo>
                <a:cubicBezTo>
                  <a:pt x="35309" y="115026"/>
                  <a:pt x="32304" y="114779"/>
                  <a:pt x="29488" y="114284"/>
                </a:cubicBezTo>
                <a:cubicBezTo>
                  <a:pt x="27809" y="114010"/>
                  <a:pt x="24329" y="113009"/>
                  <a:pt x="19049" y="111281"/>
                </a:cubicBezTo>
                <a:cubicBezTo>
                  <a:pt x="13769" y="109553"/>
                  <a:pt x="10425" y="108689"/>
                  <a:pt x="9017" y="108689"/>
                </a:cubicBezTo>
                <a:cubicBezTo>
                  <a:pt x="7663" y="108689"/>
                  <a:pt x="6593" y="109101"/>
                  <a:pt x="5808" y="109923"/>
                </a:cubicBezTo>
                <a:cubicBezTo>
                  <a:pt x="5023" y="110746"/>
                  <a:pt x="4441" y="112446"/>
                  <a:pt x="4062" y="115026"/>
                </a:cubicBezTo>
                <a:lnTo>
                  <a:pt x="1056" y="115026"/>
                </a:lnTo>
                <a:lnTo>
                  <a:pt x="1056" y="77171"/>
                </a:lnTo>
                <a:lnTo>
                  <a:pt x="4062" y="77171"/>
                </a:lnTo>
                <a:cubicBezTo>
                  <a:pt x="5470" y="85098"/>
                  <a:pt x="7365" y="91030"/>
                  <a:pt x="9748" y="94966"/>
                </a:cubicBezTo>
                <a:cubicBezTo>
                  <a:pt x="12131" y="98903"/>
                  <a:pt x="15773" y="102174"/>
                  <a:pt x="20674" y="104780"/>
                </a:cubicBezTo>
                <a:cubicBezTo>
                  <a:pt x="25575" y="107386"/>
                  <a:pt x="30950" y="108689"/>
                  <a:pt x="36798" y="108689"/>
                </a:cubicBezTo>
                <a:cubicBezTo>
                  <a:pt x="43568" y="108689"/>
                  <a:pt x="48916" y="106902"/>
                  <a:pt x="52842" y="103326"/>
                </a:cubicBezTo>
                <a:cubicBezTo>
                  <a:pt x="56768" y="99750"/>
                  <a:pt x="58731" y="95524"/>
                  <a:pt x="58731" y="90648"/>
                </a:cubicBezTo>
                <a:cubicBezTo>
                  <a:pt x="58731" y="87939"/>
                  <a:pt x="57987" y="85203"/>
                  <a:pt x="56497" y="82441"/>
                </a:cubicBezTo>
                <a:cubicBezTo>
                  <a:pt x="55008" y="79678"/>
                  <a:pt x="52693" y="77103"/>
                  <a:pt x="49552" y="74719"/>
                </a:cubicBezTo>
                <a:cubicBezTo>
                  <a:pt x="47440" y="73094"/>
                  <a:pt x="41672" y="69662"/>
                  <a:pt x="32249" y="64423"/>
                </a:cubicBezTo>
                <a:cubicBezTo>
                  <a:pt x="22826" y="59181"/>
                  <a:pt x="16125" y="54992"/>
                  <a:pt x="12144" y="51854"/>
                </a:cubicBezTo>
                <a:cubicBezTo>
                  <a:pt x="8164" y="48717"/>
                  <a:pt x="5145" y="45254"/>
                  <a:pt x="3087" y="41467"/>
                </a:cubicBezTo>
                <a:cubicBezTo>
                  <a:pt x="1029" y="37679"/>
                  <a:pt x="0" y="33514"/>
                  <a:pt x="0" y="28970"/>
                </a:cubicBezTo>
                <a:cubicBezTo>
                  <a:pt x="0" y="21071"/>
                  <a:pt x="3033" y="14269"/>
                  <a:pt x="9098" y="8562"/>
                </a:cubicBezTo>
                <a:cubicBezTo>
                  <a:pt x="15163" y="2854"/>
                  <a:pt x="22881" y="0"/>
                  <a:pt x="32249" y="0"/>
                </a:cubicBezTo>
                <a:cubicBezTo>
                  <a:pt x="38098" y="0"/>
                  <a:pt x="44299" y="1435"/>
                  <a:pt x="50852" y="4305"/>
                </a:cubicBezTo>
                <a:cubicBezTo>
                  <a:pt x="53884" y="5659"/>
                  <a:pt x="56024" y="6336"/>
                  <a:pt x="57269" y="6336"/>
                </a:cubicBezTo>
                <a:cubicBezTo>
                  <a:pt x="58677" y="6336"/>
                  <a:pt x="59828" y="5916"/>
                  <a:pt x="60722" y="5077"/>
                </a:cubicBezTo>
                <a:cubicBezTo>
                  <a:pt x="61615" y="4238"/>
                  <a:pt x="62333" y="2545"/>
                  <a:pt x="62874" y="0"/>
                </a:cubicBezTo>
                <a:lnTo>
                  <a:pt x="65880" y="0"/>
                </a:lnTo>
                <a:close/>
                <a:moveTo>
                  <a:pt x="123552" y="36067"/>
                </a:moveTo>
                <a:cubicBezTo>
                  <a:pt x="134817" y="36067"/>
                  <a:pt x="143861" y="40341"/>
                  <a:pt x="150684" y="48889"/>
                </a:cubicBezTo>
                <a:cubicBezTo>
                  <a:pt x="156479" y="56192"/>
                  <a:pt x="159376" y="64578"/>
                  <a:pt x="159376" y="74046"/>
                </a:cubicBezTo>
                <a:cubicBezTo>
                  <a:pt x="159376" y="80701"/>
                  <a:pt x="157779" y="87436"/>
                  <a:pt x="154583" y="94253"/>
                </a:cubicBezTo>
                <a:cubicBezTo>
                  <a:pt x="151388" y="101068"/>
                  <a:pt x="146988" y="106207"/>
                  <a:pt x="141383" y="109669"/>
                </a:cubicBezTo>
                <a:cubicBezTo>
                  <a:pt x="135778" y="113132"/>
                  <a:pt x="129537" y="114863"/>
                  <a:pt x="122659" y="114863"/>
                </a:cubicBezTo>
                <a:cubicBezTo>
                  <a:pt x="111449" y="114863"/>
                  <a:pt x="102540" y="110400"/>
                  <a:pt x="95933" y="101472"/>
                </a:cubicBezTo>
                <a:cubicBezTo>
                  <a:pt x="90355" y="93953"/>
                  <a:pt x="87566" y="85514"/>
                  <a:pt x="87566" y="76156"/>
                </a:cubicBezTo>
                <a:cubicBezTo>
                  <a:pt x="87566" y="69339"/>
                  <a:pt x="89259" y="62563"/>
                  <a:pt x="92643" y="55827"/>
                </a:cubicBezTo>
                <a:cubicBezTo>
                  <a:pt x="96028" y="49092"/>
                  <a:pt x="100482" y="44114"/>
                  <a:pt x="106006" y="40896"/>
                </a:cubicBezTo>
                <a:cubicBezTo>
                  <a:pt x="111530" y="37677"/>
                  <a:pt x="117379" y="36067"/>
                  <a:pt x="123552" y="36067"/>
                </a:cubicBezTo>
                <a:moveTo>
                  <a:pt x="121034" y="41429"/>
                </a:moveTo>
                <a:cubicBezTo>
                  <a:pt x="118164" y="41429"/>
                  <a:pt x="115280" y="42279"/>
                  <a:pt x="112383" y="43980"/>
                </a:cubicBezTo>
                <a:cubicBezTo>
                  <a:pt x="109486" y="45679"/>
                  <a:pt x="107143" y="48660"/>
                  <a:pt x="105356" y="52923"/>
                </a:cubicBezTo>
                <a:cubicBezTo>
                  <a:pt x="103569" y="57186"/>
                  <a:pt x="102676" y="62663"/>
                  <a:pt x="102676" y="69352"/>
                </a:cubicBezTo>
                <a:cubicBezTo>
                  <a:pt x="102676" y="80145"/>
                  <a:pt x="104828" y="89453"/>
                  <a:pt x="109134" y="97279"/>
                </a:cubicBezTo>
                <a:cubicBezTo>
                  <a:pt x="113439" y="105103"/>
                  <a:pt x="119112" y="109014"/>
                  <a:pt x="126152" y="109014"/>
                </a:cubicBezTo>
                <a:cubicBezTo>
                  <a:pt x="131405" y="109014"/>
                  <a:pt x="135737" y="106856"/>
                  <a:pt x="139149" y="102539"/>
                </a:cubicBezTo>
                <a:cubicBezTo>
                  <a:pt x="142561" y="98221"/>
                  <a:pt x="144267" y="90802"/>
                  <a:pt x="144267" y="80281"/>
                </a:cubicBezTo>
                <a:cubicBezTo>
                  <a:pt x="144267" y="67114"/>
                  <a:pt x="141424" y="56754"/>
                  <a:pt x="135737" y="49199"/>
                </a:cubicBezTo>
                <a:cubicBezTo>
                  <a:pt x="131892" y="44019"/>
                  <a:pt x="126991" y="41429"/>
                  <a:pt x="121034" y="41429"/>
                </a:cubicBezTo>
                <a:close/>
                <a:moveTo>
                  <a:pt x="191736" y="51745"/>
                </a:moveTo>
                <a:cubicBezTo>
                  <a:pt x="200455" y="41293"/>
                  <a:pt x="208767" y="36067"/>
                  <a:pt x="216674" y="36067"/>
                </a:cubicBezTo>
                <a:cubicBezTo>
                  <a:pt x="220736" y="36067"/>
                  <a:pt x="224229" y="37080"/>
                  <a:pt x="227153" y="39106"/>
                </a:cubicBezTo>
                <a:cubicBezTo>
                  <a:pt x="230078" y="41130"/>
                  <a:pt x="232406" y="44465"/>
                  <a:pt x="234139" y="49110"/>
                </a:cubicBezTo>
                <a:cubicBezTo>
                  <a:pt x="235331" y="52351"/>
                  <a:pt x="235926" y="57320"/>
                  <a:pt x="235926" y="64017"/>
                </a:cubicBezTo>
                <a:lnTo>
                  <a:pt x="235926" y="95692"/>
                </a:lnTo>
                <a:cubicBezTo>
                  <a:pt x="235926" y="100431"/>
                  <a:pt x="236305" y="103645"/>
                  <a:pt x="237064" y="105334"/>
                </a:cubicBezTo>
                <a:cubicBezTo>
                  <a:pt x="237659" y="106696"/>
                  <a:pt x="238621" y="107759"/>
                  <a:pt x="239947" y="108522"/>
                </a:cubicBezTo>
                <a:cubicBezTo>
                  <a:pt x="241274" y="109283"/>
                  <a:pt x="243725" y="109664"/>
                  <a:pt x="247299" y="109664"/>
                </a:cubicBezTo>
                <a:lnTo>
                  <a:pt x="247299" y="112589"/>
                </a:lnTo>
                <a:lnTo>
                  <a:pt x="210500" y="112589"/>
                </a:lnTo>
                <a:lnTo>
                  <a:pt x="210500" y="109664"/>
                </a:lnTo>
                <a:lnTo>
                  <a:pt x="212044" y="109664"/>
                </a:lnTo>
                <a:cubicBezTo>
                  <a:pt x="215510" y="109664"/>
                  <a:pt x="217933" y="109134"/>
                  <a:pt x="219314" y="108073"/>
                </a:cubicBezTo>
                <a:cubicBezTo>
                  <a:pt x="220695" y="107010"/>
                  <a:pt x="221656" y="105444"/>
                  <a:pt x="222198" y="103374"/>
                </a:cubicBezTo>
                <a:cubicBezTo>
                  <a:pt x="222415" y="102556"/>
                  <a:pt x="222523" y="99996"/>
                  <a:pt x="222523" y="95692"/>
                </a:cubicBezTo>
                <a:lnTo>
                  <a:pt x="222523" y="65281"/>
                </a:lnTo>
                <a:cubicBezTo>
                  <a:pt x="222523" y="58521"/>
                  <a:pt x="221643" y="53614"/>
                  <a:pt x="219883" y="50560"/>
                </a:cubicBezTo>
                <a:cubicBezTo>
                  <a:pt x="218123" y="47505"/>
                  <a:pt x="215158" y="45978"/>
                  <a:pt x="210988" y="45978"/>
                </a:cubicBezTo>
                <a:cubicBezTo>
                  <a:pt x="204543" y="45978"/>
                  <a:pt x="198126" y="49498"/>
                  <a:pt x="191736" y="56538"/>
                </a:cubicBezTo>
                <a:lnTo>
                  <a:pt x="191736" y="95692"/>
                </a:lnTo>
                <a:cubicBezTo>
                  <a:pt x="191736" y="100757"/>
                  <a:pt x="192033" y="103890"/>
                  <a:pt x="192629" y="105090"/>
                </a:cubicBezTo>
                <a:cubicBezTo>
                  <a:pt x="193387" y="106669"/>
                  <a:pt x="194430" y="107826"/>
                  <a:pt x="195757" y="108563"/>
                </a:cubicBezTo>
                <a:cubicBezTo>
                  <a:pt x="197083" y="109297"/>
                  <a:pt x="199778" y="109664"/>
                  <a:pt x="203839" y="109664"/>
                </a:cubicBezTo>
                <a:lnTo>
                  <a:pt x="203839" y="112589"/>
                </a:lnTo>
                <a:lnTo>
                  <a:pt x="167041" y="112589"/>
                </a:lnTo>
                <a:lnTo>
                  <a:pt x="167041" y="109664"/>
                </a:lnTo>
                <a:lnTo>
                  <a:pt x="168666" y="109664"/>
                </a:lnTo>
                <a:cubicBezTo>
                  <a:pt x="172456" y="109664"/>
                  <a:pt x="175015" y="108698"/>
                  <a:pt x="176342" y="106765"/>
                </a:cubicBezTo>
                <a:cubicBezTo>
                  <a:pt x="177669" y="104831"/>
                  <a:pt x="178332" y="101140"/>
                  <a:pt x="178332" y="95692"/>
                </a:cubicBezTo>
                <a:lnTo>
                  <a:pt x="178332" y="68236"/>
                </a:lnTo>
                <a:cubicBezTo>
                  <a:pt x="178332" y="59300"/>
                  <a:pt x="178129" y="53857"/>
                  <a:pt x="177723" y="51908"/>
                </a:cubicBezTo>
                <a:cubicBezTo>
                  <a:pt x="177317" y="49958"/>
                  <a:pt x="176694" y="48631"/>
                  <a:pt x="175855" y="47927"/>
                </a:cubicBezTo>
                <a:cubicBezTo>
                  <a:pt x="175015" y="47223"/>
                  <a:pt x="173892" y="46871"/>
                  <a:pt x="172483" y="46871"/>
                </a:cubicBezTo>
                <a:cubicBezTo>
                  <a:pt x="170967" y="46871"/>
                  <a:pt x="169153" y="47277"/>
                  <a:pt x="167041" y="48090"/>
                </a:cubicBezTo>
                <a:lnTo>
                  <a:pt x="165822" y="45165"/>
                </a:lnTo>
                <a:lnTo>
                  <a:pt x="188243" y="36067"/>
                </a:lnTo>
                <a:lnTo>
                  <a:pt x="191736" y="36067"/>
                </a:lnTo>
                <a:lnTo>
                  <a:pt x="191736" y="51745"/>
                </a:lnTo>
                <a:close/>
                <a:moveTo>
                  <a:pt x="248709" y="38179"/>
                </a:moveTo>
                <a:lnTo>
                  <a:pt x="283395" y="38179"/>
                </a:lnTo>
                <a:lnTo>
                  <a:pt x="283395" y="41104"/>
                </a:lnTo>
                <a:lnTo>
                  <a:pt x="281689" y="41104"/>
                </a:lnTo>
                <a:cubicBezTo>
                  <a:pt x="279252" y="41104"/>
                  <a:pt x="277425" y="41634"/>
                  <a:pt x="276206" y="42695"/>
                </a:cubicBezTo>
                <a:cubicBezTo>
                  <a:pt x="274988" y="43757"/>
                  <a:pt x="274378" y="45076"/>
                  <a:pt x="274378" y="46653"/>
                </a:cubicBezTo>
                <a:cubicBezTo>
                  <a:pt x="274378" y="48775"/>
                  <a:pt x="275272" y="51713"/>
                  <a:pt x="277059" y="55467"/>
                </a:cubicBezTo>
                <a:lnTo>
                  <a:pt x="295174" y="93093"/>
                </a:lnTo>
                <a:lnTo>
                  <a:pt x="311827" y="51895"/>
                </a:lnTo>
                <a:cubicBezTo>
                  <a:pt x="312747" y="49661"/>
                  <a:pt x="313208" y="47453"/>
                  <a:pt x="313208" y="45272"/>
                </a:cubicBezTo>
                <a:cubicBezTo>
                  <a:pt x="313208" y="44292"/>
                  <a:pt x="313018" y="43557"/>
                  <a:pt x="312639" y="43066"/>
                </a:cubicBezTo>
                <a:cubicBezTo>
                  <a:pt x="312206" y="42467"/>
                  <a:pt x="311529" y="41991"/>
                  <a:pt x="310608" y="41637"/>
                </a:cubicBezTo>
                <a:cubicBezTo>
                  <a:pt x="309688" y="41281"/>
                  <a:pt x="308063" y="41104"/>
                  <a:pt x="305734" y="41104"/>
                </a:cubicBezTo>
                <a:lnTo>
                  <a:pt x="305734" y="38179"/>
                </a:lnTo>
                <a:lnTo>
                  <a:pt x="329942" y="38179"/>
                </a:lnTo>
                <a:lnTo>
                  <a:pt x="329942" y="41104"/>
                </a:lnTo>
                <a:cubicBezTo>
                  <a:pt x="327938" y="41320"/>
                  <a:pt x="326394" y="41755"/>
                  <a:pt x="325311" y="42409"/>
                </a:cubicBezTo>
                <a:cubicBezTo>
                  <a:pt x="324228" y="43060"/>
                  <a:pt x="323037" y="44283"/>
                  <a:pt x="321737" y="46077"/>
                </a:cubicBezTo>
                <a:cubicBezTo>
                  <a:pt x="321250" y="46838"/>
                  <a:pt x="320329" y="48931"/>
                  <a:pt x="318975" y="52355"/>
                </a:cubicBezTo>
                <a:lnTo>
                  <a:pt x="288675" y="126566"/>
                </a:lnTo>
                <a:cubicBezTo>
                  <a:pt x="285751" y="133794"/>
                  <a:pt x="281920" y="139255"/>
                  <a:pt x="277181" y="142949"/>
                </a:cubicBezTo>
                <a:cubicBezTo>
                  <a:pt x="272442" y="146646"/>
                  <a:pt x="267880" y="148494"/>
                  <a:pt x="263493" y="148494"/>
                </a:cubicBezTo>
                <a:cubicBezTo>
                  <a:pt x="260298" y="148494"/>
                  <a:pt x="257672" y="147568"/>
                  <a:pt x="255614" y="145716"/>
                </a:cubicBezTo>
                <a:cubicBezTo>
                  <a:pt x="253556" y="143867"/>
                  <a:pt x="252527" y="141745"/>
                  <a:pt x="252527" y="139352"/>
                </a:cubicBezTo>
                <a:cubicBezTo>
                  <a:pt x="252527" y="137066"/>
                  <a:pt x="253271" y="135229"/>
                  <a:pt x="254761" y="133841"/>
                </a:cubicBezTo>
                <a:cubicBezTo>
                  <a:pt x="256250" y="132453"/>
                  <a:pt x="258294" y="131760"/>
                  <a:pt x="260894" y="131760"/>
                </a:cubicBezTo>
                <a:cubicBezTo>
                  <a:pt x="262681" y="131760"/>
                  <a:pt x="265118" y="132339"/>
                  <a:pt x="268205" y="133498"/>
                </a:cubicBezTo>
                <a:cubicBezTo>
                  <a:pt x="270371" y="134289"/>
                  <a:pt x="271725" y="134684"/>
                  <a:pt x="272266" y="134684"/>
                </a:cubicBezTo>
                <a:cubicBezTo>
                  <a:pt x="273891" y="134684"/>
                  <a:pt x="275665" y="133850"/>
                  <a:pt x="277587" y="132184"/>
                </a:cubicBezTo>
                <a:cubicBezTo>
                  <a:pt x="279510" y="130517"/>
                  <a:pt x="281446" y="127291"/>
                  <a:pt x="283395" y="122507"/>
                </a:cubicBezTo>
                <a:lnTo>
                  <a:pt x="288675" y="109509"/>
                </a:lnTo>
                <a:lnTo>
                  <a:pt x="261950" y="53525"/>
                </a:lnTo>
                <a:cubicBezTo>
                  <a:pt x="261137" y="51836"/>
                  <a:pt x="259838" y="49738"/>
                  <a:pt x="258051" y="47232"/>
                </a:cubicBezTo>
                <a:cubicBezTo>
                  <a:pt x="256697" y="45326"/>
                  <a:pt x="255587" y="44046"/>
                  <a:pt x="254720" y="43391"/>
                </a:cubicBezTo>
                <a:cubicBezTo>
                  <a:pt x="253475" y="42519"/>
                  <a:pt x="251471" y="41757"/>
                  <a:pt x="248709" y="41104"/>
                </a:cubicBezTo>
                <a:lnTo>
                  <a:pt x="248709" y="38179"/>
                </a:lnTo>
                <a:close/>
                <a:moveTo>
                  <a:pt x="339556" y="140370"/>
                </a:moveTo>
                <a:lnTo>
                  <a:pt x="339556" y="136786"/>
                </a:lnTo>
                <a:cubicBezTo>
                  <a:pt x="345134" y="134940"/>
                  <a:pt x="349453" y="132074"/>
                  <a:pt x="352513" y="128190"/>
                </a:cubicBezTo>
                <a:cubicBezTo>
                  <a:pt x="355572" y="124306"/>
                  <a:pt x="357102" y="120192"/>
                  <a:pt x="357102" y="115848"/>
                </a:cubicBezTo>
                <a:cubicBezTo>
                  <a:pt x="357102" y="114816"/>
                  <a:pt x="356859" y="113947"/>
                  <a:pt x="356371" y="113241"/>
                </a:cubicBezTo>
                <a:cubicBezTo>
                  <a:pt x="355992" y="112752"/>
                  <a:pt x="355613" y="112507"/>
                  <a:pt x="355234" y="112507"/>
                </a:cubicBezTo>
                <a:cubicBezTo>
                  <a:pt x="354638" y="112507"/>
                  <a:pt x="353338" y="113049"/>
                  <a:pt x="351335" y="114132"/>
                </a:cubicBezTo>
                <a:cubicBezTo>
                  <a:pt x="350360" y="114619"/>
                  <a:pt x="349331" y="114863"/>
                  <a:pt x="348248" y="114863"/>
                </a:cubicBezTo>
                <a:cubicBezTo>
                  <a:pt x="345594" y="114863"/>
                  <a:pt x="343482" y="114078"/>
                  <a:pt x="341912" y="112507"/>
                </a:cubicBezTo>
                <a:cubicBezTo>
                  <a:pt x="340341" y="110937"/>
                  <a:pt x="339556" y="108771"/>
                  <a:pt x="339556" y="106009"/>
                </a:cubicBezTo>
                <a:cubicBezTo>
                  <a:pt x="339556" y="103355"/>
                  <a:pt x="340571" y="101081"/>
                  <a:pt x="342602" y="99185"/>
                </a:cubicBezTo>
                <a:cubicBezTo>
                  <a:pt x="344633" y="97290"/>
                  <a:pt x="347111" y="96342"/>
                  <a:pt x="350035" y="96342"/>
                </a:cubicBezTo>
                <a:cubicBezTo>
                  <a:pt x="353609" y="96342"/>
                  <a:pt x="356791" y="97902"/>
                  <a:pt x="359580" y="101023"/>
                </a:cubicBezTo>
                <a:cubicBezTo>
                  <a:pt x="362369" y="104142"/>
                  <a:pt x="363763" y="108278"/>
                  <a:pt x="363763" y="113431"/>
                </a:cubicBezTo>
                <a:cubicBezTo>
                  <a:pt x="363763" y="119021"/>
                  <a:pt x="361827" y="124217"/>
                  <a:pt x="357955" y="129018"/>
                </a:cubicBezTo>
                <a:cubicBezTo>
                  <a:pt x="354083" y="133819"/>
                  <a:pt x="347950" y="137603"/>
                  <a:pt x="339556" y="140370"/>
                </a:cubicBezTo>
                <a:close/>
                <a:moveTo>
                  <a:pt x="392859" y="96829"/>
                </a:moveTo>
                <a:cubicBezTo>
                  <a:pt x="395404" y="96829"/>
                  <a:pt x="397544" y="97710"/>
                  <a:pt x="399277" y="99470"/>
                </a:cubicBezTo>
                <a:cubicBezTo>
                  <a:pt x="401010" y="101230"/>
                  <a:pt x="401876" y="103355"/>
                  <a:pt x="401876" y="105846"/>
                </a:cubicBezTo>
                <a:cubicBezTo>
                  <a:pt x="401876" y="108337"/>
                  <a:pt x="400996" y="110463"/>
                  <a:pt x="399236" y="112223"/>
                </a:cubicBezTo>
                <a:cubicBezTo>
                  <a:pt x="397476" y="113983"/>
                  <a:pt x="395350" y="114863"/>
                  <a:pt x="392859" y="114863"/>
                </a:cubicBezTo>
                <a:cubicBezTo>
                  <a:pt x="390368" y="114863"/>
                  <a:pt x="388242" y="113983"/>
                  <a:pt x="386482" y="112223"/>
                </a:cubicBezTo>
                <a:cubicBezTo>
                  <a:pt x="384722" y="110463"/>
                  <a:pt x="383842" y="108337"/>
                  <a:pt x="383842" y="105846"/>
                </a:cubicBezTo>
                <a:cubicBezTo>
                  <a:pt x="383842" y="103301"/>
                  <a:pt x="384722" y="101162"/>
                  <a:pt x="386482" y="99429"/>
                </a:cubicBezTo>
                <a:cubicBezTo>
                  <a:pt x="388242" y="97696"/>
                  <a:pt x="390368" y="96829"/>
                  <a:pt x="392859" y="96829"/>
                </a:cubicBezTo>
                <a:close/>
                <a:moveTo>
                  <a:pt x="434302" y="96829"/>
                </a:moveTo>
                <a:cubicBezTo>
                  <a:pt x="436848" y="96829"/>
                  <a:pt x="438987" y="97710"/>
                  <a:pt x="440720" y="99470"/>
                </a:cubicBezTo>
                <a:cubicBezTo>
                  <a:pt x="442453" y="101230"/>
                  <a:pt x="443319" y="103355"/>
                  <a:pt x="443319" y="105846"/>
                </a:cubicBezTo>
                <a:cubicBezTo>
                  <a:pt x="443319" y="108337"/>
                  <a:pt x="442439" y="110463"/>
                  <a:pt x="440679" y="112223"/>
                </a:cubicBezTo>
                <a:cubicBezTo>
                  <a:pt x="438919" y="113983"/>
                  <a:pt x="436793" y="114863"/>
                  <a:pt x="434302" y="114863"/>
                </a:cubicBezTo>
                <a:cubicBezTo>
                  <a:pt x="431811" y="114863"/>
                  <a:pt x="429686" y="113983"/>
                  <a:pt x="427925" y="112223"/>
                </a:cubicBezTo>
                <a:cubicBezTo>
                  <a:pt x="426165" y="110463"/>
                  <a:pt x="425285" y="108337"/>
                  <a:pt x="425285" y="105846"/>
                </a:cubicBezTo>
                <a:cubicBezTo>
                  <a:pt x="425285" y="103301"/>
                  <a:pt x="426165" y="101162"/>
                  <a:pt x="427925" y="99429"/>
                </a:cubicBezTo>
                <a:cubicBezTo>
                  <a:pt x="429686" y="97696"/>
                  <a:pt x="431811" y="96829"/>
                  <a:pt x="434302" y="96829"/>
                </a:cubicBezTo>
                <a:close/>
                <a:moveTo>
                  <a:pt x="475745" y="96829"/>
                </a:moveTo>
                <a:cubicBezTo>
                  <a:pt x="478291" y="96829"/>
                  <a:pt x="480430" y="97710"/>
                  <a:pt x="482163" y="99470"/>
                </a:cubicBezTo>
                <a:cubicBezTo>
                  <a:pt x="483896" y="101230"/>
                  <a:pt x="484762" y="103355"/>
                  <a:pt x="484762" y="105846"/>
                </a:cubicBezTo>
                <a:cubicBezTo>
                  <a:pt x="484762" y="108337"/>
                  <a:pt x="483882" y="110463"/>
                  <a:pt x="482122" y="112223"/>
                </a:cubicBezTo>
                <a:cubicBezTo>
                  <a:pt x="480362" y="113983"/>
                  <a:pt x="478237" y="114863"/>
                  <a:pt x="475745" y="114863"/>
                </a:cubicBezTo>
                <a:cubicBezTo>
                  <a:pt x="473254" y="114863"/>
                  <a:pt x="471129" y="113983"/>
                  <a:pt x="469369" y="112223"/>
                </a:cubicBezTo>
                <a:cubicBezTo>
                  <a:pt x="467609" y="110463"/>
                  <a:pt x="466729" y="108337"/>
                  <a:pt x="466729" y="105846"/>
                </a:cubicBezTo>
                <a:cubicBezTo>
                  <a:pt x="466729" y="103301"/>
                  <a:pt x="467609" y="101162"/>
                  <a:pt x="469369" y="99429"/>
                </a:cubicBezTo>
                <a:cubicBezTo>
                  <a:pt x="471129" y="97696"/>
                  <a:pt x="473254" y="96829"/>
                  <a:pt x="475745" y="96829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b60754b4c4277"/>
          <a:stretch xmlns:a="http://schemas.openxmlformats.org/drawingml/2006/main"/>
        </p:blipFill>
        <p:spPr>
          <a:xfrm xmlns:a="http://schemas.openxmlformats.org/drawingml/2006/main">
            <a:off x="186240" y="2629116"/>
            <a:ext cx="835495" cy="489157"/>
          </a:xfrm>
          <a:prstGeom xmlns:a="http://schemas.openxmlformats.org/drawingml/2006/main" prst="rect">
            <a:avLst/>
          </a:prstGeom>
        </p:spPr>
      </p:pic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5E653-2662-4502-8B92-9C6BB75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7" y="2060129"/>
            <a:ext cx="1774325" cy="465478"/>
          </a:xfrm>
          <a:custGeom xmlns:a="http://schemas.openxmlformats.org/drawingml/2006/main">
            <a:pathLst>
              <a:path w="1774325" h="465478">
                <a:moveTo>
                  <a:pt x="0" y="465478"/>
                </a:moveTo>
                <a:lnTo>
                  <a:pt x="1774325" y="465478"/>
                </a:lnTo>
                <a:lnTo>
                  <a:pt x="1774325" y="0"/>
                </a:lnTo>
                <a:lnTo>
                  <a:pt x="0" y="0"/>
                </a:lnTo>
                <a:lnTo>
                  <a:pt x="0" y="465478"/>
                </a:lnTo>
                <a:close/>
                <a:moveTo>
                  <a:pt x="1762484" y="453637"/>
                </a:moveTo>
                <a:lnTo>
                  <a:pt x="11841" y="453637"/>
                </a:lnTo>
                <a:lnTo>
                  <a:pt x="11841" y="11841"/>
                </a:lnTo>
                <a:lnTo>
                  <a:pt x="1762484" y="11841"/>
                </a:lnTo>
                <a:lnTo>
                  <a:pt x="1762484" y="453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OperatingSystem:">
            <a:extLst xmlns:a="http://schemas.openxmlformats.org/drawingml/2006/main">
              <a:ext uri="{FF2B5EF4-FFF2-40B4-BE49-F238E27FC236}">
                <a16:creationId xmlns:a16="http://schemas.microsoft.com/office/drawing/2014/main" id="{D8F342D0-A0A4-4E7E-A85D-FF8519E5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12" y="2135254"/>
            <a:ext cx="1219024" cy="151418"/>
          </a:xfrm>
          <a:custGeom xmlns:a="http://schemas.openxmlformats.org/drawingml/2006/main">
            <a:pathLst>
              <a:path w="1219024" h="151418">
                <a:moveTo>
                  <a:pt x="54995" y="2924"/>
                </a:moveTo>
                <a:cubicBezTo>
                  <a:pt x="69292" y="2924"/>
                  <a:pt x="81680" y="8346"/>
                  <a:pt x="92159" y="19189"/>
                </a:cubicBezTo>
                <a:cubicBezTo>
                  <a:pt x="102638" y="30032"/>
                  <a:pt x="107877" y="43564"/>
                  <a:pt x="107877" y="59787"/>
                </a:cubicBezTo>
                <a:cubicBezTo>
                  <a:pt x="107877" y="76498"/>
                  <a:pt x="102597" y="90369"/>
                  <a:pt x="92037" y="101401"/>
                </a:cubicBezTo>
                <a:cubicBezTo>
                  <a:pt x="81476" y="112434"/>
                  <a:pt x="68696" y="117950"/>
                  <a:pt x="53695" y="117950"/>
                </a:cubicBezTo>
                <a:cubicBezTo>
                  <a:pt x="38531" y="117950"/>
                  <a:pt x="25791" y="112569"/>
                  <a:pt x="15475" y="101808"/>
                </a:cubicBezTo>
                <a:cubicBezTo>
                  <a:pt x="5158" y="91046"/>
                  <a:pt x="0" y="77120"/>
                  <a:pt x="0" y="60031"/>
                </a:cubicBezTo>
                <a:cubicBezTo>
                  <a:pt x="0" y="42564"/>
                  <a:pt x="5957" y="28315"/>
                  <a:pt x="17871" y="17282"/>
                </a:cubicBezTo>
                <a:cubicBezTo>
                  <a:pt x="28215" y="7710"/>
                  <a:pt x="40589" y="2924"/>
                  <a:pt x="54995" y="2924"/>
                </a:cubicBezTo>
                <a:moveTo>
                  <a:pt x="53451" y="8773"/>
                </a:moveTo>
                <a:cubicBezTo>
                  <a:pt x="43595" y="8773"/>
                  <a:pt x="35688" y="12423"/>
                  <a:pt x="29731" y="19722"/>
                </a:cubicBezTo>
                <a:cubicBezTo>
                  <a:pt x="22312" y="28806"/>
                  <a:pt x="18602" y="42108"/>
                  <a:pt x="18602" y="59627"/>
                </a:cubicBezTo>
                <a:cubicBezTo>
                  <a:pt x="18602" y="77578"/>
                  <a:pt x="22447" y="91393"/>
                  <a:pt x="30137" y="101071"/>
                </a:cubicBezTo>
                <a:cubicBezTo>
                  <a:pt x="36040" y="108425"/>
                  <a:pt x="43839" y="112101"/>
                  <a:pt x="53532" y="112101"/>
                </a:cubicBezTo>
                <a:cubicBezTo>
                  <a:pt x="63876" y="112101"/>
                  <a:pt x="72419" y="108073"/>
                  <a:pt x="79161" y="100018"/>
                </a:cubicBezTo>
                <a:cubicBezTo>
                  <a:pt x="85904" y="91961"/>
                  <a:pt x="89275" y="79254"/>
                  <a:pt x="89275" y="61897"/>
                </a:cubicBezTo>
                <a:cubicBezTo>
                  <a:pt x="89275" y="43081"/>
                  <a:pt x="85565" y="29050"/>
                  <a:pt x="78146" y="19803"/>
                </a:cubicBezTo>
                <a:cubicBezTo>
                  <a:pt x="72189" y="12450"/>
                  <a:pt x="63957" y="8773"/>
                  <a:pt x="53451" y="8773"/>
                </a:cubicBezTo>
                <a:close/>
                <a:moveTo>
                  <a:pt x="113582" y="48252"/>
                </a:moveTo>
                <a:lnTo>
                  <a:pt x="136490" y="39154"/>
                </a:lnTo>
                <a:lnTo>
                  <a:pt x="139576" y="39154"/>
                </a:lnTo>
                <a:lnTo>
                  <a:pt x="139576" y="56619"/>
                </a:lnTo>
                <a:cubicBezTo>
                  <a:pt x="143421" y="50097"/>
                  <a:pt x="147280" y="45528"/>
                  <a:pt x="151152" y="42914"/>
                </a:cubicBezTo>
                <a:cubicBezTo>
                  <a:pt x="155024" y="40299"/>
                  <a:pt x="159099" y="38992"/>
                  <a:pt x="163378" y="38992"/>
                </a:cubicBezTo>
                <a:cubicBezTo>
                  <a:pt x="170851" y="38992"/>
                  <a:pt x="177079" y="41913"/>
                  <a:pt x="182061" y="47755"/>
                </a:cubicBezTo>
                <a:cubicBezTo>
                  <a:pt x="188181" y="54896"/>
                  <a:pt x="191241" y="64202"/>
                  <a:pt x="191241" y="75671"/>
                </a:cubicBezTo>
                <a:cubicBezTo>
                  <a:pt x="191241" y="88492"/>
                  <a:pt x="187558" y="99096"/>
                  <a:pt x="180193" y="107481"/>
                </a:cubicBezTo>
                <a:cubicBezTo>
                  <a:pt x="174127" y="114352"/>
                  <a:pt x="166492" y="117788"/>
                  <a:pt x="157285" y="117788"/>
                </a:cubicBezTo>
                <a:cubicBezTo>
                  <a:pt x="153278" y="117788"/>
                  <a:pt x="149812" y="117219"/>
                  <a:pt x="146887" y="116082"/>
                </a:cubicBezTo>
                <a:cubicBezTo>
                  <a:pt x="144721" y="115269"/>
                  <a:pt x="142284" y="113645"/>
                  <a:pt x="139576" y="111208"/>
                </a:cubicBezTo>
                <a:lnTo>
                  <a:pt x="139576" y="133872"/>
                </a:lnTo>
                <a:cubicBezTo>
                  <a:pt x="139576" y="138991"/>
                  <a:pt x="139888" y="142245"/>
                  <a:pt x="140511" y="143635"/>
                </a:cubicBezTo>
                <a:cubicBezTo>
                  <a:pt x="141133" y="145024"/>
                  <a:pt x="142217" y="146127"/>
                  <a:pt x="143760" y="146943"/>
                </a:cubicBezTo>
                <a:cubicBezTo>
                  <a:pt x="145303" y="147760"/>
                  <a:pt x="148106" y="148169"/>
                  <a:pt x="152168" y="148169"/>
                </a:cubicBezTo>
                <a:lnTo>
                  <a:pt x="152168" y="151093"/>
                </a:lnTo>
                <a:lnTo>
                  <a:pt x="113176" y="151093"/>
                </a:lnTo>
                <a:lnTo>
                  <a:pt x="113176" y="148169"/>
                </a:lnTo>
                <a:lnTo>
                  <a:pt x="115207" y="148169"/>
                </a:lnTo>
                <a:cubicBezTo>
                  <a:pt x="118185" y="148223"/>
                  <a:pt x="120730" y="147651"/>
                  <a:pt x="122843" y="146453"/>
                </a:cubicBezTo>
                <a:cubicBezTo>
                  <a:pt x="123871" y="145853"/>
                  <a:pt x="124670" y="144887"/>
                  <a:pt x="125239" y="143554"/>
                </a:cubicBezTo>
                <a:cubicBezTo>
                  <a:pt x="125808" y="142220"/>
                  <a:pt x="126092" y="138830"/>
                  <a:pt x="126092" y="133384"/>
                </a:cubicBezTo>
                <a:lnTo>
                  <a:pt x="126092" y="62874"/>
                </a:lnTo>
                <a:cubicBezTo>
                  <a:pt x="126092" y="58022"/>
                  <a:pt x="125875" y="54942"/>
                  <a:pt x="125442" y="53634"/>
                </a:cubicBezTo>
                <a:cubicBezTo>
                  <a:pt x="125009" y="52324"/>
                  <a:pt x="124318" y="51343"/>
                  <a:pt x="123371" y="50692"/>
                </a:cubicBezTo>
                <a:cubicBezTo>
                  <a:pt x="122423" y="50040"/>
                  <a:pt x="121137" y="49714"/>
                  <a:pt x="119512" y="49714"/>
                </a:cubicBezTo>
                <a:cubicBezTo>
                  <a:pt x="118212" y="49714"/>
                  <a:pt x="116561" y="50094"/>
                  <a:pt x="114557" y="50852"/>
                </a:cubicBezTo>
                <a:lnTo>
                  <a:pt x="113582" y="48252"/>
                </a:lnTo>
                <a:moveTo>
                  <a:pt x="139576" y="61412"/>
                </a:moveTo>
                <a:lnTo>
                  <a:pt x="139576" y="89194"/>
                </a:lnTo>
                <a:cubicBezTo>
                  <a:pt x="139576" y="95205"/>
                  <a:pt x="139820" y="99158"/>
                  <a:pt x="140308" y="101054"/>
                </a:cubicBezTo>
                <a:cubicBezTo>
                  <a:pt x="141066" y="104195"/>
                  <a:pt x="142921" y="106957"/>
                  <a:pt x="145872" y="109339"/>
                </a:cubicBezTo>
                <a:cubicBezTo>
                  <a:pt x="148823" y="111722"/>
                  <a:pt x="152547" y="112914"/>
                  <a:pt x="157042" y="112914"/>
                </a:cubicBezTo>
                <a:cubicBezTo>
                  <a:pt x="162457" y="112914"/>
                  <a:pt x="166844" y="110802"/>
                  <a:pt x="170201" y="106577"/>
                </a:cubicBezTo>
                <a:cubicBezTo>
                  <a:pt x="174588" y="101054"/>
                  <a:pt x="176781" y="93282"/>
                  <a:pt x="176781" y="83264"/>
                </a:cubicBezTo>
                <a:cubicBezTo>
                  <a:pt x="176781" y="71891"/>
                  <a:pt x="174290" y="63145"/>
                  <a:pt x="169308" y="57025"/>
                </a:cubicBezTo>
                <a:cubicBezTo>
                  <a:pt x="165842" y="52801"/>
                  <a:pt x="161726" y="50689"/>
                  <a:pt x="156960" y="50689"/>
                </a:cubicBezTo>
                <a:cubicBezTo>
                  <a:pt x="154361" y="50689"/>
                  <a:pt x="151788" y="51339"/>
                  <a:pt x="149243" y="52639"/>
                </a:cubicBezTo>
                <a:cubicBezTo>
                  <a:pt x="147294" y="53614"/>
                  <a:pt x="144071" y="56538"/>
                  <a:pt x="139576" y="61412"/>
                </a:cubicBezTo>
                <a:close/>
                <a:moveTo>
                  <a:pt x="214340" y="69210"/>
                </a:moveTo>
                <a:cubicBezTo>
                  <a:pt x="214285" y="80207"/>
                  <a:pt x="216966" y="88832"/>
                  <a:pt x="222382" y="95086"/>
                </a:cubicBezTo>
                <a:cubicBezTo>
                  <a:pt x="227797" y="101339"/>
                  <a:pt x="234160" y="104465"/>
                  <a:pt x="241471" y="104465"/>
                </a:cubicBezTo>
                <a:cubicBezTo>
                  <a:pt x="246345" y="104465"/>
                  <a:pt x="250583" y="103119"/>
                  <a:pt x="254184" y="100427"/>
                </a:cubicBezTo>
                <a:cubicBezTo>
                  <a:pt x="257786" y="97734"/>
                  <a:pt x="260805" y="93123"/>
                  <a:pt x="263242" y="86594"/>
                </a:cubicBezTo>
                <a:lnTo>
                  <a:pt x="265760" y="88226"/>
                </a:lnTo>
                <a:cubicBezTo>
                  <a:pt x="264623" y="95685"/>
                  <a:pt x="261319" y="102476"/>
                  <a:pt x="255850" y="108601"/>
                </a:cubicBezTo>
                <a:cubicBezTo>
                  <a:pt x="250380" y="114725"/>
                  <a:pt x="243529" y="117788"/>
                  <a:pt x="235298" y="117788"/>
                </a:cubicBezTo>
                <a:cubicBezTo>
                  <a:pt x="226362" y="117788"/>
                  <a:pt x="218713" y="114316"/>
                  <a:pt x="212349" y="107372"/>
                </a:cubicBezTo>
                <a:cubicBezTo>
                  <a:pt x="205986" y="100427"/>
                  <a:pt x="202804" y="91090"/>
                  <a:pt x="202804" y="79362"/>
                </a:cubicBezTo>
                <a:cubicBezTo>
                  <a:pt x="202804" y="66663"/>
                  <a:pt x="206067" y="56760"/>
                  <a:pt x="212593" y="49654"/>
                </a:cubicBezTo>
                <a:cubicBezTo>
                  <a:pt x="219119" y="42546"/>
                  <a:pt x="227310" y="38992"/>
                  <a:pt x="237166" y="38992"/>
                </a:cubicBezTo>
                <a:cubicBezTo>
                  <a:pt x="245506" y="38992"/>
                  <a:pt x="252356" y="41733"/>
                  <a:pt x="257718" y="47217"/>
                </a:cubicBezTo>
                <a:cubicBezTo>
                  <a:pt x="263079" y="52698"/>
                  <a:pt x="265760" y="60029"/>
                  <a:pt x="265760" y="69210"/>
                </a:cubicBezTo>
                <a:lnTo>
                  <a:pt x="214340" y="69210"/>
                </a:lnTo>
                <a:moveTo>
                  <a:pt x="214340" y="64499"/>
                </a:moveTo>
                <a:lnTo>
                  <a:pt x="248782" y="64499"/>
                </a:lnTo>
                <a:cubicBezTo>
                  <a:pt x="248511" y="59772"/>
                  <a:pt x="247943" y="56442"/>
                  <a:pt x="247076" y="54510"/>
                </a:cubicBezTo>
                <a:cubicBezTo>
                  <a:pt x="245722" y="51501"/>
                  <a:pt x="243705" y="49137"/>
                  <a:pt x="241025" y="47420"/>
                </a:cubicBezTo>
                <a:cubicBezTo>
                  <a:pt x="238344" y="45700"/>
                  <a:pt x="235541" y="44841"/>
                  <a:pt x="232617" y="44841"/>
                </a:cubicBezTo>
                <a:cubicBezTo>
                  <a:pt x="228122" y="44841"/>
                  <a:pt x="224101" y="46573"/>
                  <a:pt x="220554" y="50037"/>
                </a:cubicBezTo>
                <a:cubicBezTo>
                  <a:pt x="217007" y="53501"/>
                  <a:pt x="214935" y="58322"/>
                  <a:pt x="214340" y="64499"/>
                </a:cubicBezTo>
                <a:close/>
                <a:moveTo>
                  <a:pt x="297014" y="38992"/>
                </a:moveTo>
                <a:lnTo>
                  <a:pt x="297014" y="55726"/>
                </a:lnTo>
                <a:cubicBezTo>
                  <a:pt x="303242" y="44570"/>
                  <a:pt x="309632" y="38992"/>
                  <a:pt x="316185" y="38992"/>
                </a:cubicBezTo>
                <a:cubicBezTo>
                  <a:pt x="319163" y="38992"/>
                  <a:pt x="321627" y="39899"/>
                  <a:pt x="323577" y="41713"/>
                </a:cubicBezTo>
                <a:cubicBezTo>
                  <a:pt x="325526" y="43527"/>
                  <a:pt x="326501" y="45626"/>
                  <a:pt x="326501" y="48009"/>
                </a:cubicBezTo>
                <a:cubicBezTo>
                  <a:pt x="326501" y="50121"/>
                  <a:pt x="325797" y="51908"/>
                  <a:pt x="324389" y="53370"/>
                </a:cubicBezTo>
                <a:cubicBezTo>
                  <a:pt x="322981" y="54832"/>
                  <a:pt x="321302" y="55563"/>
                  <a:pt x="319353" y="55563"/>
                </a:cubicBezTo>
                <a:cubicBezTo>
                  <a:pt x="317457" y="55563"/>
                  <a:pt x="315332" y="54643"/>
                  <a:pt x="312976" y="52801"/>
                </a:cubicBezTo>
                <a:cubicBezTo>
                  <a:pt x="310620" y="50960"/>
                  <a:pt x="308874" y="50039"/>
                  <a:pt x="307736" y="50039"/>
                </a:cubicBezTo>
                <a:cubicBezTo>
                  <a:pt x="306762" y="50039"/>
                  <a:pt x="305706" y="50577"/>
                  <a:pt x="304568" y="51651"/>
                </a:cubicBezTo>
                <a:cubicBezTo>
                  <a:pt x="302131" y="53856"/>
                  <a:pt x="299613" y="57486"/>
                  <a:pt x="297014" y="62539"/>
                </a:cubicBezTo>
                <a:lnTo>
                  <a:pt x="297014" y="98129"/>
                </a:lnTo>
                <a:cubicBezTo>
                  <a:pt x="297014" y="102248"/>
                  <a:pt x="297528" y="105364"/>
                  <a:pt x="298557" y="107476"/>
                </a:cubicBezTo>
                <a:cubicBezTo>
                  <a:pt x="299261" y="108940"/>
                  <a:pt x="300507" y="110158"/>
                  <a:pt x="302294" y="111132"/>
                </a:cubicBezTo>
                <a:cubicBezTo>
                  <a:pt x="304081" y="112103"/>
                  <a:pt x="306653" y="112589"/>
                  <a:pt x="310011" y="112589"/>
                </a:cubicBezTo>
                <a:lnTo>
                  <a:pt x="310011" y="115513"/>
                </a:lnTo>
                <a:lnTo>
                  <a:pt x="271913" y="115513"/>
                </a:lnTo>
                <a:lnTo>
                  <a:pt x="271913" y="112589"/>
                </a:lnTo>
                <a:cubicBezTo>
                  <a:pt x="275704" y="112589"/>
                  <a:pt x="278520" y="111986"/>
                  <a:pt x="280361" y="110781"/>
                </a:cubicBezTo>
                <a:cubicBezTo>
                  <a:pt x="281715" y="109905"/>
                  <a:pt x="282663" y="108508"/>
                  <a:pt x="283204" y="106590"/>
                </a:cubicBezTo>
                <a:cubicBezTo>
                  <a:pt x="283475" y="105658"/>
                  <a:pt x="283610" y="103000"/>
                  <a:pt x="283610" y="98617"/>
                </a:cubicBezTo>
                <a:lnTo>
                  <a:pt x="283610" y="70023"/>
                </a:lnTo>
                <a:cubicBezTo>
                  <a:pt x="283610" y="61358"/>
                  <a:pt x="283434" y="56200"/>
                  <a:pt x="283082" y="54548"/>
                </a:cubicBezTo>
                <a:cubicBezTo>
                  <a:pt x="282730" y="52896"/>
                  <a:pt x="282080" y="51691"/>
                  <a:pt x="281133" y="50933"/>
                </a:cubicBezTo>
                <a:cubicBezTo>
                  <a:pt x="280185" y="50175"/>
                  <a:pt x="279007" y="49796"/>
                  <a:pt x="277599" y="49796"/>
                </a:cubicBezTo>
                <a:cubicBezTo>
                  <a:pt x="275920" y="49796"/>
                  <a:pt x="274025" y="50202"/>
                  <a:pt x="271913" y="51014"/>
                </a:cubicBezTo>
                <a:lnTo>
                  <a:pt x="271100" y="48090"/>
                </a:lnTo>
                <a:lnTo>
                  <a:pt x="293602" y="38992"/>
                </a:lnTo>
                <a:lnTo>
                  <a:pt x="297014" y="38992"/>
                </a:lnTo>
                <a:close/>
                <a:moveTo>
                  <a:pt x="372463" y="104877"/>
                </a:moveTo>
                <a:cubicBezTo>
                  <a:pt x="364828" y="110778"/>
                  <a:pt x="360035" y="114188"/>
                  <a:pt x="358085" y="115107"/>
                </a:cubicBezTo>
                <a:cubicBezTo>
                  <a:pt x="355161" y="116461"/>
                  <a:pt x="352047" y="117138"/>
                  <a:pt x="348743" y="117138"/>
                </a:cubicBezTo>
                <a:cubicBezTo>
                  <a:pt x="343599" y="117138"/>
                  <a:pt x="339361" y="115378"/>
                  <a:pt x="336030" y="111858"/>
                </a:cubicBezTo>
                <a:cubicBezTo>
                  <a:pt x="332700" y="108337"/>
                  <a:pt x="331035" y="103707"/>
                  <a:pt x="331035" y="97967"/>
                </a:cubicBezTo>
                <a:cubicBezTo>
                  <a:pt x="331035" y="94338"/>
                  <a:pt x="331847" y="91197"/>
                  <a:pt x="333472" y="88544"/>
                </a:cubicBezTo>
                <a:cubicBezTo>
                  <a:pt x="335692" y="84861"/>
                  <a:pt x="339551" y="81395"/>
                  <a:pt x="345047" y="78146"/>
                </a:cubicBezTo>
                <a:cubicBezTo>
                  <a:pt x="350544" y="74897"/>
                  <a:pt x="359683" y="70943"/>
                  <a:pt x="372463" y="66286"/>
                </a:cubicBezTo>
                <a:lnTo>
                  <a:pt x="372463" y="63372"/>
                </a:lnTo>
                <a:cubicBezTo>
                  <a:pt x="372463" y="55980"/>
                  <a:pt x="371286" y="50908"/>
                  <a:pt x="368930" y="48156"/>
                </a:cubicBezTo>
                <a:cubicBezTo>
                  <a:pt x="366574" y="45404"/>
                  <a:pt x="363149" y="44028"/>
                  <a:pt x="358654" y="44028"/>
                </a:cubicBezTo>
                <a:cubicBezTo>
                  <a:pt x="355242" y="44028"/>
                  <a:pt x="352534" y="44949"/>
                  <a:pt x="350531" y="46790"/>
                </a:cubicBezTo>
                <a:cubicBezTo>
                  <a:pt x="348473" y="48631"/>
                  <a:pt x="347444" y="50743"/>
                  <a:pt x="347444" y="53126"/>
                </a:cubicBezTo>
                <a:lnTo>
                  <a:pt x="347606" y="57838"/>
                </a:lnTo>
                <a:cubicBezTo>
                  <a:pt x="347606" y="60329"/>
                  <a:pt x="346970" y="62251"/>
                  <a:pt x="345697" y="63605"/>
                </a:cubicBezTo>
                <a:cubicBezTo>
                  <a:pt x="344425" y="64959"/>
                  <a:pt x="342759" y="65636"/>
                  <a:pt x="340701" y="65636"/>
                </a:cubicBezTo>
                <a:cubicBezTo>
                  <a:pt x="338698" y="65636"/>
                  <a:pt x="337059" y="64930"/>
                  <a:pt x="335787" y="63519"/>
                </a:cubicBezTo>
                <a:cubicBezTo>
                  <a:pt x="334514" y="62106"/>
                  <a:pt x="333878" y="60177"/>
                  <a:pt x="333878" y="57734"/>
                </a:cubicBezTo>
                <a:cubicBezTo>
                  <a:pt x="333878" y="53061"/>
                  <a:pt x="336261" y="48769"/>
                  <a:pt x="341026" y="44858"/>
                </a:cubicBezTo>
                <a:cubicBezTo>
                  <a:pt x="345792" y="40947"/>
                  <a:pt x="352480" y="38992"/>
                  <a:pt x="361091" y="38992"/>
                </a:cubicBezTo>
                <a:cubicBezTo>
                  <a:pt x="367698" y="38992"/>
                  <a:pt x="373113" y="40100"/>
                  <a:pt x="377337" y="42317"/>
                </a:cubicBezTo>
                <a:cubicBezTo>
                  <a:pt x="380533" y="43994"/>
                  <a:pt x="382888" y="46618"/>
                  <a:pt x="384405" y="50189"/>
                </a:cubicBezTo>
                <a:cubicBezTo>
                  <a:pt x="385379" y="52514"/>
                  <a:pt x="385867" y="57274"/>
                  <a:pt x="385867" y="64468"/>
                </a:cubicBezTo>
                <a:lnTo>
                  <a:pt x="385867" y="89701"/>
                </a:lnTo>
                <a:cubicBezTo>
                  <a:pt x="385867" y="96787"/>
                  <a:pt x="386002" y="101128"/>
                  <a:pt x="386273" y="102724"/>
                </a:cubicBezTo>
                <a:cubicBezTo>
                  <a:pt x="386544" y="104320"/>
                  <a:pt x="386991" y="105389"/>
                  <a:pt x="387613" y="105930"/>
                </a:cubicBezTo>
                <a:cubicBezTo>
                  <a:pt x="388236" y="106470"/>
                  <a:pt x="388954" y="106740"/>
                  <a:pt x="389766" y="106740"/>
                </a:cubicBezTo>
                <a:cubicBezTo>
                  <a:pt x="390632" y="106740"/>
                  <a:pt x="391391" y="106550"/>
                  <a:pt x="392041" y="106171"/>
                </a:cubicBezTo>
                <a:cubicBezTo>
                  <a:pt x="393178" y="105467"/>
                  <a:pt x="395371" y="103491"/>
                  <a:pt x="398620" y="100241"/>
                </a:cubicBezTo>
                <a:lnTo>
                  <a:pt x="398620" y="104790"/>
                </a:lnTo>
                <a:cubicBezTo>
                  <a:pt x="392555" y="112914"/>
                  <a:pt x="386760" y="116975"/>
                  <a:pt x="381237" y="116975"/>
                </a:cubicBezTo>
                <a:cubicBezTo>
                  <a:pt x="378583" y="116975"/>
                  <a:pt x="376471" y="116061"/>
                  <a:pt x="374900" y="114234"/>
                </a:cubicBezTo>
                <a:cubicBezTo>
                  <a:pt x="373330" y="112404"/>
                  <a:pt x="372518" y="109285"/>
                  <a:pt x="372463" y="104877"/>
                </a:cubicBezTo>
                <a:moveTo>
                  <a:pt x="372463" y="99609"/>
                </a:moveTo>
                <a:lnTo>
                  <a:pt x="372463" y="71322"/>
                </a:lnTo>
                <a:cubicBezTo>
                  <a:pt x="364286" y="74565"/>
                  <a:pt x="359006" y="76861"/>
                  <a:pt x="356623" y="78212"/>
                </a:cubicBezTo>
                <a:cubicBezTo>
                  <a:pt x="352345" y="80590"/>
                  <a:pt x="349285" y="83076"/>
                  <a:pt x="347444" y="85670"/>
                </a:cubicBezTo>
                <a:cubicBezTo>
                  <a:pt x="345602" y="88263"/>
                  <a:pt x="344682" y="91099"/>
                  <a:pt x="344682" y="94179"/>
                </a:cubicBezTo>
                <a:cubicBezTo>
                  <a:pt x="344682" y="98070"/>
                  <a:pt x="345846" y="101299"/>
                  <a:pt x="348175" y="103866"/>
                </a:cubicBezTo>
                <a:cubicBezTo>
                  <a:pt x="350503" y="106432"/>
                  <a:pt x="353184" y="107715"/>
                  <a:pt x="356217" y="107715"/>
                </a:cubicBezTo>
                <a:cubicBezTo>
                  <a:pt x="360333" y="107715"/>
                  <a:pt x="365748" y="105013"/>
                  <a:pt x="372463" y="99609"/>
                </a:cubicBezTo>
                <a:close/>
                <a:moveTo>
                  <a:pt x="425325" y="16571"/>
                </a:moveTo>
                <a:lnTo>
                  <a:pt x="425325" y="41104"/>
                </a:lnTo>
                <a:lnTo>
                  <a:pt x="442709" y="41104"/>
                </a:lnTo>
                <a:lnTo>
                  <a:pt x="442709" y="46628"/>
                </a:lnTo>
                <a:lnTo>
                  <a:pt x="425325" y="46790"/>
                </a:lnTo>
                <a:lnTo>
                  <a:pt x="425325" y="95108"/>
                </a:lnTo>
                <a:cubicBezTo>
                  <a:pt x="425325" y="99933"/>
                  <a:pt x="426016" y="103187"/>
                  <a:pt x="427397" y="104869"/>
                </a:cubicBezTo>
                <a:cubicBezTo>
                  <a:pt x="428778" y="106550"/>
                  <a:pt x="430551" y="107390"/>
                  <a:pt x="432717" y="107390"/>
                </a:cubicBezTo>
                <a:cubicBezTo>
                  <a:pt x="434504" y="107390"/>
                  <a:pt x="436237" y="106828"/>
                  <a:pt x="437916" y="105704"/>
                </a:cubicBezTo>
                <a:cubicBezTo>
                  <a:pt x="439595" y="104580"/>
                  <a:pt x="440895" y="102922"/>
                  <a:pt x="441815" y="100729"/>
                </a:cubicBezTo>
                <a:lnTo>
                  <a:pt x="444984" y="100729"/>
                </a:lnTo>
                <a:cubicBezTo>
                  <a:pt x="443088" y="106063"/>
                  <a:pt x="440407" y="110077"/>
                  <a:pt x="436941" y="112771"/>
                </a:cubicBezTo>
                <a:cubicBezTo>
                  <a:pt x="433476" y="115466"/>
                  <a:pt x="429901" y="116813"/>
                  <a:pt x="426219" y="116813"/>
                </a:cubicBezTo>
                <a:cubicBezTo>
                  <a:pt x="423728" y="116813"/>
                  <a:pt x="421291" y="116120"/>
                  <a:pt x="418908" y="114734"/>
                </a:cubicBezTo>
                <a:cubicBezTo>
                  <a:pt x="416525" y="113348"/>
                  <a:pt x="414765" y="111364"/>
                  <a:pt x="413628" y="108783"/>
                </a:cubicBezTo>
                <a:cubicBezTo>
                  <a:pt x="412490" y="106203"/>
                  <a:pt x="411922" y="102222"/>
                  <a:pt x="411922" y="96842"/>
                </a:cubicBezTo>
                <a:lnTo>
                  <a:pt x="411922" y="46628"/>
                </a:lnTo>
                <a:lnTo>
                  <a:pt x="400143" y="46628"/>
                </a:lnTo>
                <a:lnTo>
                  <a:pt x="400143" y="44023"/>
                </a:lnTo>
                <a:cubicBezTo>
                  <a:pt x="403122" y="42838"/>
                  <a:pt x="406168" y="40833"/>
                  <a:pt x="409282" y="38007"/>
                </a:cubicBezTo>
                <a:cubicBezTo>
                  <a:pt x="412396" y="35181"/>
                  <a:pt x="415171" y="31812"/>
                  <a:pt x="417608" y="27901"/>
                </a:cubicBezTo>
                <a:cubicBezTo>
                  <a:pt x="418854" y="25836"/>
                  <a:pt x="420587" y="22060"/>
                  <a:pt x="422807" y="16571"/>
                </a:cubicBezTo>
                <a:lnTo>
                  <a:pt x="425325" y="16571"/>
                </a:lnTo>
                <a:close/>
                <a:moveTo>
                  <a:pt x="468824" y="0"/>
                </a:moveTo>
                <a:cubicBezTo>
                  <a:pt x="471099" y="0"/>
                  <a:pt x="473035" y="803"/>
                  <a:pt x="474632" y="2409"/>
                </a:cubicBezTo>
                <a:cubicBezTo>
                  <a:pt x="476230" y="4013"/>
                  <a:pt x="477029" y="5959"/>
                  <a:pt x="477029" y="8245"/>
                </a:cubicBezTo>
                <a:cubicBezTo>
                  <a:pt x="477029" y="10531"/>
                  <a:pt x="476230" y="12491"/>
                  <a:pt x="474632" y="14124"/>
                </a:cubicBezTo>
                <a:cubicBezTo>
                  <a:pt x="473035" y="15756"/>
                  <a:pt x="471099" y="16571"/>
                  <a:pt x="468824" y="16571"/>
                </a:cubicBezTo>
                <a:cubicBezTo>
                  <a:pt x="466550" y="16571"/>
                  <a:pt x="464600" y="15756"/>
                  <a:pt x="462975" y="14124"/>
                </a:cubicBezTo>
                <a:cubicBezTo>
                  <a:pt x="461351" y="12491"/>
                  <a:pt x="460538" y="10531"/>
                  <a:pt x="460538" y="8245"/>
                </a:cubicBezTo>
                <a:cubicBezTo>
                  <a:pt x="460538" y="5959"/>
                  <a:pt x="461337" y="4013"/>
                  <a:pt x="462935" y="2409"/>
                </a:cubicBezTo>
                <a:cubicBezTo>
                  <a:pt x="464532" y="803"/>
                  <a:pt x="466495" y="0"/>
                  <a:pt x="468824" y="0"/>
                </a:cubicBezTo>
                <a:moveTo>
                  <a:pt x="475566" y="38992"/>
                </a:moveTo>
                <a:lnTo>
                  <a:pt x="475566" y="98617"/>
                </a:lnTo>
                <a:cubicBezTo>
                  <a:pt x="475566" y="103301"/>
                  <a:pt x="475905" y="106420"/>
                  <a:pt x="476582" y="107974"/>
                </a:cubicBezTo>
                <a:cubicBezTo>
                  <a:pt x="477259" y="109526"/>
                  <a:pt x="478261" y="110683"/>
                  <a:pt x="479587" y="111446"/>
                </a:cubicBezTo>
                <a:cubicBezTo>
                  <a:pt x="480914" y="112208"/>
                  <a:pt x="483338" y="112589"/>
                  <a:pt x="486858" y="112589"/>
                </a:cubicBezTo>
                <a:lnTo>
                  <a:pt x="486858" y="115513"/>
                </a:lnTo>
                <a:lnTo>
                  <a:pt x="450709" y="115513"/>
                </a:lnTo>
                <a:lnTo>
                  <a:pt x="450709" y="112589"/>
                </a:lnTo>
                <a:cubicBezTo>
                  <a:pt x="454338" y="112589"/>
                  <a:pt x="456775" y="112235"/>
                  <a:pt x="458020" y="111528"/>
                </a:cubicBezTo>
                <a:cubicBezTo>
                  <a:pt x="459266" y="110818"/>
                  <a:pt x="460254" y="109647"/>
                  <a:pt x="460985" y="108014"/>
                </a:cubicBezTo>
                <a:cubicBezTo>
                  <a:pt x="461716" y="106379"/>
                  <a:pt x="462082" y="103247"/>
                  <a:pt x="462082" y="98617"/>
                </a:cubicBezTo>
                <a:lnTo>
                  <a:pt x="462082" y="70185"/>
                </a:lnTo>
                <a:cubicBezTo>
                  <a:pt x="462082" y="62082"/>
                  <a:pt x="461838" y="56834"/>
                  <a:pt x="461351" y="54441"/>
                </a:cubicBezTo>
                <a:cubicBezTo>
                  <a:pt x="460972" y="52700"/>
                  <a:pt x="460376" y="51491"/>
                  <a:pt x="459564" y="50814"/>
                </a:cubicBezTo>
                <a:cubicBezTo>
                  <a:pt x="458751" y="50135"/>
                  <a:pt x="457641" y="49796"/>
                  <a:pt x="456233" y="49796"/>
                </a:cubicBezTo>
                <a:cubicBezTo>
                  <a:pt x="454717" y="49796"/>
                  <a:pt x="452875" y="50202"/>
                  <a:pt x="450709" y="51014"/>
                </a:cubicBezTo>
                <a:lnTo>
                  <a:pt x="449572" y="48090"/>
                </a:lnTo>
                <a:lnTo>
                  <a:pt x="471992" y="38992"/>
                </a:lnTo>
                <a:lnTo>
                  <a:pt x="475566" y="38992"/>
                </a:lnTo>
                <a:close/>
                <a:moveTo>
                  <a:pt x="517765" y="54670"/>
                </a:moveTo>
                <a:cubicBezTo>
                  <a:pt x="526484" y="44218"/>
                  <a:pt x="534797" y="38992"/>
                  <a:pt x="542704" y="38992"/>
                </a:cubicBezTo>
                <a:cubicBezTo>
                  <a:pt x="546766" y="38992"/>
                  <a:pt x="550259" y="40005"/>
                  <a:pt x="553183" y="42030"/>
                </a:cubicBezTo>
                <a:cubicBezTo>
                  <a:pt x="556107" y="44054"/>
                  <a:pt x="558436" y="47389"/>
                  <a:pt x="560169" y="52035"/>
                </a:cubicBezTo>
                <a:cubicBezTo>
                  <a:pt x="561360" y="55276"/>
                  <a:pt x="561956" y="60244"/>
                  <a:pt x="561956" y="66941"/>
                </a:cubicBezTo>
                <a:lnTo>
                  <a:pt x="561956" y="98617"/>
                </a:lnTo>
                <a:cubicBezTo>
                  <a:pt x="561956" y="103355"/>
                  <a:pt x="562335" y="106569"/>
                  <a:pt x="563093" y="108258"/>
                </a:cubicBezTo>
                <a:cubicBezTo>
                  <a:pt x="563689" y="109620"/>
                  <a:pt x="564650" y="110683"/>
                  <a:pt x="565977" y="111446"/>
                </a:cubicBezTo>
                <a:cubicBezTo>
                  <a:pt x="567304" y="112208"/>
                  <a:pt x="569754" y="112589"/>
                  <a:pt x="573329" y="112589"/>
                </a:cubicBezTo>
                <a:lnTo>
                  <a:pt x="573329" y="115513"/>
                </a:lnTo>
                <a:lnTo>
                  <a:pt x="536530" y="115513"/>
                </a:lnTo>
                <a:lnTo>
                  <a:pt x="536530" y="112589"/>
                </a:lnTo>
                <a:lnTo>
                  <a:pt x="538074" y="112589"/>
                </a:lnTo>
                <a:cubicBezTo>
                  <a:pt x="541540" y="112589"/>
                  <a:pt x="543963" y="112058"/>
                  <a:pt x="545344" y="110997"/>
                </a:cubicBezTo>
                <a:cubicBezTo>
                  <a:pt x="546725" y="109934"/>
                  <a:pt x="547686" y="108368"/>
                  <a:pt x="548228" y="106298"/>
                </a:cubicBezTo>
                <a:cubicBezTo>
                  <a:pt x="548444" y="105481"/>
                  <a:pt x="548553" y="102920"/>
                  <a:pt x="548553" y="98617"/>
                </a:cubicBezTo>
                <a:lnTo>
                  <a:pt x="548553" y="68205"/>
                </a:lnTo>
                <a:cubicBezTo>
                  <a:pt x="548553" y="61446"/>
                  <a:pt x="547673" y="56539"/>
                  <a:pt x="545913" y="53484"/>
                </a:cubicBezTo>
                <a:cubicBezTo>
                  <a:pt x="544153" y="50429"/>
                  <a:pt x="541188" y="48902"/>
                  <a:pt x="537018" y="48902"/>
                </a:cubicBezTo>
                <a:cubicBezTo>
                  <a:pt x="530573" y="48902"/>
                  <a:pt x="524156" y="52422"/>
                  <a:pt x="517765" y="59462"/>
                </a:cubicBezTo>
                <a:lnTo>
                  <a:pt x="517765" y="98617"/>
                </a:lnTo>
                <a:cubicBezTo>
                  <a:pt x="517765" y="103682"/>
                  <a:pt x="518063" y="106814"/>
                  <a:pt x="518659" y="108014"/>
                </a:cubicBezTo>
                <a:cubicBezTo>
                  <a:pt x="519417" y="109593"/>
                  <a:pt x="520460" y="110751"/>
                  <a:pt x="521787" y="111487"/>
                </a:cubicBezTo>
                <a:cubicBezTo>
                  <a:pt x="523113" y="112221"/>
                  <a:pt x="525808" y="112589"/>
                  <a:pt x="529869" y="112589"/>
                </a:cubicBezTo>
                <a:lnTo>
                  <a:pt x="529869" y="115513"/>
                </a:lnTo>
                <a:lnTo>
                  <a:pt x="493071" y="115513"/>
                </a:lnTo>
                <a:lnTo>
                  <a:pt x="493071" y="112589"/>
                </a:lnTo>
                <a:lnTo>
                  <a:pt x="494695" y="112589"/>
                </a:lnTo>
                <a:cubicBezTo>
                  <a:pt x="498486" y="112589"/>
                  <a:pt x="501045" y="111622"/>
                  <a:pt x="502372" y="109690"/>
                </a:cubicBezTo>
                <a:cubicBezTo>
                  <a:pt x="503699" y="107755"/>
                  <a:pt x="504362" y="104064"/>
                  <a:pt x="504362" y="98617"/>
                </a:cubicBezTo>
                <a:lnTo>
                  <a:pt x="504362" y="71160"/>
                </a:lnTo>
                <a:cubicBezTo>
                  <a:pt x="504362" y="62224"/>
                  <a:pt x="504159" y="56782"/>
                  <a:pt x="503753" y="54832"/>
                </a:cubicBezTo>
                <a:cubicBezTo>
                  <a:pt x="503347" y="52883"/>
                  <a:pt x="502724" y="51556"/>
                  <a:pt x="501884" y="50852"/>
                </a:cubicBezTo>
                <a:cubicBezTo>
                  <a:pt x="501045" y="50148"/>
                  <a:pt x="499921" y="49796"/>
                  <a:pt x="498513" y="49796"/>
                </a:cubicBezTo>
                <a:cubicBezTo>
                  <a:pt x="496997" y="49796"/>
                  <a:pt x="495183" y="50202"/>
                  <a:pt x="493071" y="51014"/>
                </a:cubicBezTo>
                <a:lnTo>
                  <a:pt x="491852" y="48090"/>
                </a:lnTo>
                <a:lnTo>
                  <a:pt x="514272" y="38992"/>
                </a:lnTo>
                <a:lnTo>
                  <a:pt x="517765" y="38992"/>
                </a:lnTo>
                <a:lnTo>
                  <a:pt x="517765" y="54670"/>
                </a:lnTo>
                <a:close/>
                <a:moveTo>
                  <a:pt x="598865" y="88399"/>
                </a:moveTo>
                <a:cubicBezTo>
                  <a:pt x="594316" y="86182"/>
                  <a:pt x="590823" y="83086"/>
                  <a:pt x="588386" y="79111"/>
                </a:cubicBezTo>
                <a:cubicBezTo>
                  <a:pt x="585949" y="75135"/>
                  <a:pt x="584730" y="70740"/>
                  <a:pt x="584730" y="65925"/>
                </a:cubicBezTo>
                <a:cubicBezTo>
                  <a:pt x="584730" y="58571"/>
                  <a:pt x="587506" y="52243"/>
                  <a:pt x="593057" y="46942"/>
                </a:cubicBezTo>
                <a:cubicBezTo>
                  <a:pt x="598608" y="41642"/>
                  <a:pt x="605715" y="38992"/>
                  <a:pt x="614380" y="38992"/>
                </a:cubicBezTo>
                <a:cubicBezTo>
                  <a:pt x="621475" y="38992"/>
                  <a:pt x="627621" y="40725"/>
                  <a:pt x="632820" y="44191"/>
                </a:cubicBezTo>
                <a:lnTo>
                  <a:pt x="648579" y="44191"/>
                </a:lnTo>
                <a:cubicBezTo>
                  <a:pt x="650908" y="44191"/>
                  <a:pt x="652262" y="44258"/>
                  <a:pt x="652641" y="44394"/>
                </a:cubicBezTo>
                <a:cubicBezTo>
                  <a:pt x="653020" y="44529"/>
                  <a:pt x="653291" y="44759"/>
                  <a:pt x="653453" y="45084"/>
                </a:cubicBezTo>
                <a:cubicBezTo>
                  <a:pt x="653778" y="45572"/>
                  <a:pt x="653941" y="46438"/>
                  <a:pt x="653941" y="47684"/>
                </a:cubicBezTo>
                <a:cubicBezTo>
                  <a:pt x="653941" y="49092"/>
                  <a:pt x="653805" y="50066"/>
                  <a:pt x="653534" y="50608"/>
                </a:cubicBezTo>
                <a:cubicBezTo>
                  <a:pt x="653372" y="50879"/>
                  <a:pt x="653088" y="51095"/>
                  <a:pt x="652681" y="51258"/>
                </a:cubicBezTo>
                <a:cubicBezTo>
                  <a:pt x="652275" y="51420"/>
                  <a:pt x="650908" y="51502"/>
                  <a:pt x="648579" y="51502"/>
                </a:cubicBezTo>
                <a:lnTo>
                  <a:pt x="638913" y="51502"/>
                </a:lnTo>
                <a:cubicBezTo>
                  <a:pt x="641945" y="55401"/>
                  <a:pt x="643462" y="60383"/>
                  <a:pt x="643462" y="66448"/>
                </a:cubicBezTo>
                <a:cubicBezTo>
                  <a:pt x="643462" y="73380"/>
                  <a:pt x="640808" y="79310"/>
                  <a:pt x="635501" y="84238"/>
                </a:cubicBezTo>
                <a:cubicBezTo>
                  <a:pt x="630194" y="89167"/>
                  <a:pt x="623072" y="91631"/>
                  <a:pt x="614137" y="91631"/>
                </a:cubicBezTo>
                <a:cubicBezTo>
                  <a:pt x="610454" y="91631"/>
                  <a:pt x="606690" y="91078"/>
                  <a:pt x="602845" y="89973"/>
                </a:cubicBezTo>
                <a:cubicBezTo>
                  <a:pt x="600462" y="92000"/>
                  <a:pt x="598851" y="93774"/>
                  <a:pt x="598012" y="95294"/>
                </a:cubicBezTo>
                <a:cubicBezTo>
                  <a:pt x="597172" y="96813"/>
                  <a:pt x="596753" y="98106"/>
                  <a:pt x="596753" y="99173"/>
                </a:cubicBezTo>
                <a:cubicBezTo>
                  <a:pt x="596753" y="100080"/>
                  <a:pt x="597199" y="100960"/>
                  <a:pt x="598093" y="101813"/>
                </a:cubicBezTo>
                <a:cubicBezTo>
                  <a:pt x="598987" y="102666"/>
                  <a:pt x="600733" y="103279"/>
                  <a:pt x="603333" y="103653"/>
                </a:cubicBezTo>
                <a:cubicBezTo>
                  <a:pt x="604849" y="103900"/>
                  <a:pt x="608640" y="104117"/>
                  <a:pt x="614705" y="104303"/>
                </a:cubicBezTo>
                <a:cubicBezTo>
                  <a:pt x="625861" y="104613"/>
                  <a:pt x="633091" y="105046"/>
                  <a:pt x="636394" y="105603"/>
                </a:cubicBezTo>
                <a:cubicBezTo>
                  <a:pt x="641431" y="106305"/>
                  <a:pt x="645452" y="108170"/>
                  <a:pt x="648457" y="111198"/>
                </a:cubicBezTo>
                <a:cubicBezTo>
                  <a:pt x="651463" y="114225"/>
                  <a:pt x="652966" y="117955"/>
                  <a:pt x="652966" y="122387"/>
                </a:cubicBezTo>
                <a:cubicBezTo>
                  <a:pt x="652966" y="128497"/>
                  <a:pt x="650096" y="134227"/>
                  <a:pt x="644355" y="139578"/>
                </a:cubicBezTo>
                <a:cubicBezTo>
                  <a:pt x="635907" y="147471"/>
                  <a:pt x="624886" y="151418"/>
                  <a:pt x="611293" y="151418"/>
                </a:cubicBezTo>
                <a:cubicBezTo>
                  <a:pt x="600841" y="151418"/>
                  <a:pt x="592014" y="149061"/>
                  <a:pt x="584811" y="144348"/>
                </a:cubicBezTo>
                <a:cubicBezTo>
                  <a:pt x="580750" y="141640"/>
                  <a:pt x="578719" y="138823"/>
                  <a:pt x="578719" y="135897"/>
                </a:cubicBezTo>
                <a:cubicBezTo>
                  <a:pt x="578719" y="134598"/>
                  <a:pt x="579017" y="133298"/>
                  <a:pt x="579613" y="131998"/>
                </a:cubicBezTo>
                <a:cubicBezTo>
                  <a:pt x="580533" y="129994"/>
                  <a:pt x="582429" y="127205"/>
                  <a:pt x="585299" y="123629"/>
                </a:cubicBezTo>
                <a:cubicBezTo>
                  <a:pt x="585678" y="123141"/>
                  <a:pt x="588440" y="120216"/>
                  <a:pt x="593585" y="114853"/>
                </a:cubicBezTo>
                <a:cubicBezTo>
                  <a:pt x="590769" y="113176"/>
                  <a:pt x="588778" y="111675"/>
                  <a:pt x="587614" y="110350"/>
                </a:cubicBezTo>
                <a:cubicBezTo>
                  <a:pt x="586450" y="109025"/>
                  <a:pt x="585868" y="107523"/>
                  <a:pt x="585868" y="105846"/>
                </a:cubicBezTo>
                <a:cubicBezTo>
                  <a:pt x="585868" y="103953"/>
                  <a:pt x="586639" y="101735"/>
                  <a:pt x="588183" y="99193"/>
                </a:cubicBezTo>
                <a:cubicBezTo>
                  <a:pt x="589726" y="96649"/>
                  <a:pt x="593287" y="93051"/>
                  <a:pt x="598865" y="88399"/>
                </a:cubicBezTo>
                <a:moveTo>
                  <a:pt x="612999" y="43053"/>
                </a:moveTo>
                <a:cubicBezTo>
                  <a:pt x="608992" y="43053"/>
                  <a:pt x="605634" y="44643"/>
                  <a:pt x="602926" y="47821"/>
                </a:cubicBezTo>
                <a:cubicBezTo>
                  <a:pt x="600219" y="50997"/>
                  <a:pt x="598865" y="55871"/>
                  <a:pt x="598865" y="62443"/>
                </a:cubicBezTo>
                <a:cubicBezTo>
                  <a:pt x="598865" y="70953"/>
                  <a:pt x="600706" y="77551"/>
                  <a:pt x="604389" y="82236"/>
                </a:cubicBezTo>
                <a:cubicBezTo>
                  <a:pt x="607205" y="85791"/>
                  <a:pt x="610779" y="87569"/>
                  <a:pt x="615111" y="87569"/>
                </a:cubicBezTo>
                <a:cubicBezTo>
                  <a:pt x="619227" y="87569"/>
                  <a:pt x="622612" y="86034"/>
                  <a:pt x="625265" y="82964"/>
                </a:cubicBezTo>
                <a:cubicBezTo>
                  <a:pt x="627919" y="79894"/>
                  <a:pt x="629246" y="75073"/>
                  <a:pt x="629246" y="68502"/>
                </a:cubicBezTo>
                <a:cubicBezTo>
                  <a:pt x="629246" y="59939"/>
                  <a:pt x="627377" y="53233"/>
                  <a:pt x="623641" y="48384"/>
                </a:cubicBezTo>
                <a:cubicBezTo>
                  <a:pt x="620879" y="44830"/>
                  <a:pt x="617332" y="43053"/>
                  <a:pt x="612999" y="43053"/>
                </a:cubicBezTo>
                <a:moveTo>
                  <a:pt x="598052" y="115513"/>
                </a:moveTo>
                <a:cubicBezTo>
                  <a:pt x="595507" y="118258"/>
                  <a:pt x="593585" y="120814"/>
                  <a:pt x="592285" y="123182"/>
                </a:cubicBezTo>
                <a:cubicBezTo>
                  <a:pt x="590985" y="125550"/>
                  <a:pt x="590335" y="127729"/>
                  <a:pt x="590335" y="129721"/>
                </a:cubicBezTo>
                <a:cubicBezTo>
                  <a:pt x="590335" y="132304"/>
                  <a:pt x="591906" y="134564"/>
                  <a:pt x="595047" y="136502"/>
                </a:cubicBezTo>
                <a:cubicBezTo>
                  <a:pt x="600462" y="139839"/>
                  <a:pt x="608288" y="141508"/>
                  <a:pt x="618523" y="141508"/>
                </a:cubicBezTo>
                <a:cubicBezTo>
                  <a:pt x="628271" y="141508"/>
                  <a:pt x="635460" y="139805"/>
                  <a:pt x="640090" y="136400"/>
                </a:cubicBezTo>
                <a:cubicBezTo>
                  <a:pt x="644721" y="132997"/>
                  <a:pt x="647036" y="129365"/>
                  <a:pt x="647036" y="125505"/>
                </a:cubicBezTo>
                <a:cubicBezTo>
                  <a:pt x="647036" y="122717"/>
                  <a:pt x="645655" y="120734"/>
                  <a:pt x="642893" y="119554"/>
                </a:cubicBezTo>
                <a:cubicBezTo>
                  <a:pt x="640077" y="118375"/>
                  <a:pt x="634499" y="117678"/>
                  <a:pt x="626159" y="117463"/>
                </a:cubicBezTo>
                <a:cubicBezTo>
                  <a:pt x="613974" y="117124"/>
                  <a:pt x="604605" y="116474"/>
                  <a:pt x="598052" y="115513"/>
                </a:cubicBezTo>
                <a:close/>
                <a:moveTo>
                  <a:pt x="774371" y="2924"/>
                </a:moveTo>
                <a:lnTo>
                  <a:pt x="774371" y="41104"/>
                </a:lnTo>
                <a:lnTo>
                  <a:pt x="771365" y="41104"/>
                </a:lnTo>
                <a:cubicBezTo>
                  <a:pt x="770391" y="33774"/>
                  <a:pt x="768644" y="27938"/>
                  <a:pt x="766126" y="23596"/>
                </a:cubicBezTo>
                <a:cubicBezTo>
                  <a:pt x="763608" y="19251"/>
                  <a:pt x="760020" y="15803"/>
                  <a:pt x="755363" y="13251"/>
                </a:cubicBezTo>
                <a:cubicBezTo>
                  <a:pt x="750705" y="10699"/>
                  <a:pt x="745885" y="9423"/>
                  <a:pt x="740903" y="9423"/>
                </a:cubicBezTo>
                <a:cubicBezTo>
                  <a:pt x="735271" y="9423"/>
                  <a:pt x="730614" y="11140"/>
                  <a:pt x="726931" y="14574"/>
                </a:cubicBezTo>
                <a:cubicBezTo>
                  <a:pt x="723249" y="18007"/>
                  <a:pt x="721407" y="21913"/>
                  <a:pt x="721407" y="26292"/>
                </a:cubicBezTo>
                <a:cubicBezTo>
                  <a:pt x="721407" y="29644"/>
                  <a:pt x="722572" y="32700"/>
                  <a:pt x="724900" y="35458"/>
                </a:cubicBezTo>
                <a:cubicBezTo>
                  <a:pt x="728258" y="39513"/>
                  <a:pt x="736246" y="44919"/>
                  <a:pt x="748864" y="51677"/>
                </a:cubicBezTo>
                <a:cubicBezTo>
                  <a:pt x="759153" y="57192"/>
                  <a:pt x="766180" y="61424"/>
                  <a:pt x="769944" y="64372"/>
                </a:cubicBezTo>
                <a:cubicBezTo>
                  <a:pt x="773708" y="67318"/>
                  <a:pt x="776605" y="70793"/>
                  <a:pt x="778636" y="74795"/>
                </a:cubicBezTo>
                <a:cubicBezTo>
                  <a:pt x="780667" y="78796"/>
                  <a:pt x="781682" y="82987"/>
                  <a:pt x="781682" y="87368"/>
                </a:cubicBezTo>
                <a:cubicBezTo>
                  <a:pt x="781682" y="95696"/>
                  <a:pt x="778446" y="102875"/>
                  <a:pt x="771975" y="108905"/>
                </a:cubicBezTo>
                <a:cubicBezTo>
                  <a:pt x="765503" y="114935"/>
                  <a:pt x="757177" y="117950"/>
                  <a:pt x="746996" y="117950"/>
                </a:cubicBezTo>
                <a:cubicBezTo>
                  <a:pt x="743800" y="117950"/>
                  <a:pt x="740795" y="117703"/>
                  <a:pt x="737979" y="117209"/>
                </a:cubicBezTo>
                <a:cubicBezTo>
                  <a:pt x="736300" y="116935"/>
                  <a:pt x="732820" y="115934"/>
                  <a:pt x="727540" y="114206"/>
                </a:cubicBezTo>
                <a:cubicBezTo>
                  <a:pt x="722260" y="112478"/>
                  <a:pt x="718916" y="111614"/>
                  <a:pt x="717508" y="111614"/>
                </a:cubicBezTo>
                <a:cubicBezTo>
                  <a:pt x="716154" y="111614"/>
                  <a:pt x="715085" y="112025"/>
                  <a:pt x="714299" y="112848"/>
                </a:cubicBezTo>
                <a:cubicBezTo>
                  <a:pt x="713514" y="113670"/>
                  <a:pt x="712932" y="115371"/>
                  <a:pt x="712553" y="117950"/>
                </a:cubicBezTo>
                <a:lnTo>
                  <a:pt x="709547" y="117950"/>
                </a:lnTo>
                <a:lnTo>
                  <a:pt x="709547" y="80096"/>
                </a:lnTo>
                <a:lnTo>
                  <a:pt x="712553" y="80096"/>
                </a:lnTo>
                <a:cubicBezTo>
                  <a:pt x="713961" y="88023"/>
                  <a:pt x="715856" y="93954"/>
                  <a:pt x="718239" y="97891"/>
                </a:cubicBezTo>
                <a:cubicBezTo>
                  <a:pt x="720622" y="101827"/>
                  <a:pt x="724264" y="105098"/>
                  <a:pt x="729165" y="107705"/>
                </a:cubicBezTo>
                <a:cubicBezTo>
                  <a:pt x="734066" y="110311"/>
                  <a:pt x="739441" y="111614"/>
                  <a:pt x="745290" y="111614"/>
                </a:cubicBezTo>
                <a:cubicBezTo>
                  <a:pt x="752059" y="111614"/>
                  <a:pt x="757407" y="109826"/>
                  <a:pt x="761333" y="106250"/>
                </a:cubicBezTo>
                <a:cubicBezTo>
                  <a:pt x="765259" y="102674"/>
                  <a:pt x="767223" y="98448"/>
                  <a:pt x="767223" y="93573"/>
                </a:cubicBezTo>
                <a:cubicBezTo>
                  <a:pt x="767223" y="90863"/>
                  <a:pt x="766478" y="88127"/>
                  <a:pt x="764989" y="85366"/>
                </a:cubicBezTo>
                <a:cubicBezTo>
                  <a:pt x="763499" y="82602"/>
                  <a:pt x="761184" y="80028"/>
                  <a:pt x="758043" y="77643"/>
                </a:cubicBezTo>
                <a:cubicBezTo>
                  <a:pt x="755931" y="76019"/>
                  <a:pt x="750164" y="72587"/>
                  <a:pt x="740741" y="67347"/>
                </a:cubicBezTo>
                <a:cubicBezTo>
                  <a:pt x="731318" y="62106"/>
                  <a:pt x="724616" y="57916"/>
                  <a:pt x="720636" y="54779"/>
                </a:cubicBezTo>
                <a:cubicBezTo>
                  <a:pt x="716655" y="51641"/>
                  <a:pt x="713636" y="48179"/>
                  <a:pt x="711578" y="44391"/>
                </a:cubicBezTo>
                <a:cubicBezTo>
                  <a:pt x="709520" y="40604"/>
                  <a:pt x="708491" y="36438"/>
                  <a:pt x="708491" y="31894"/>
                </a:cubicBezTo>
                <a:cubicBezTo>
                  <a:pt x="708491" y="23996"/>
                  <a:pt x="711524" y="17193"/>
                  <a:pt x="717589" y="11487"/>
                </a:cubicBezTo>
                <a:cubicBezTo>
                  <a:pt x="723655" y="5779"/>
                  <a:pt x="731372" y="2924"/>
                  <a:pt x="740741" y="2924"/>
                </a:cubicBezTo>
                <a:cubicBezTo>
                  <a:pt x="746589" y="2924"/>
                  <a:pt x="752790" y="4359"/>
                  <a:pt x="759343" y="7230"/>
                </a:cubicBezTo>
                <a:cubicBezTo>
                  <a:pt x="762376" y="8584"/>
                  <a:pt x="764515" y="9261"/>
                  <a:pt x="765760" y="9261"/>
                </a:cubicBezTo>
                <a:cubicBezTo>
                  <a:pt x="767168" y="9261"/>
                  <a:pt x="768319" y="8841"/>
                  <a:pt x="769213" y="8001"/>
                </a:cubicBezTo>
                <a:cubicBezTo>
                  <a:pt x="770106" y="7162"/>
                  <a:pt x="770824" y="5470"/>
                  <a:pt x="771365" y="2924"/>
                </a:cubicBezTo>
                <a:lnTo>
                  <a:pt x="774371" y="2924"/>
                </a:lnTo>
                <a:close/>
                <a:moveTo>
                  <a:pt x="791427" y="41104"/>
                </a:moveTo>
                <a:lnTo>
                  <a:pt x="826114" y="41104"/>
                </a:lnTo>
                <a:lnTo>
                  <a:pt x="826114" y="44028"/>
                </a:lnTo>
                <a:lnTo>
                  <a:pt x="824408" y="44028"/>
                </a:lnTo>
                <a:cubicBezTo>
                  <a:pt x="821971" y="44028"/>
                  <a:pt x="820143" y="44559"/>
                  <a:pt x="818925" y="45620"/>
                </a:cubicBezTo>
                <a:cubicBezTo>
                  <a:pt x="817706" y="46681"/>
                  <a:pt x="817097" y="48000"/>
                  <a:pt x="817097" y="49577"/>
                </a:cubicBezTo>
                <a:cubicBezTo>
                  <a:pt x="817097" y="51700"/>
                  <a:pt x="817990" y="54638"/>
                  <a:pt x="819778" y="58391"/>
                </a:cubicBezTo>
                <a:lnTo>
                  <a:pt x="837893" y="96017"/>
                </a:lnTo>
                <a:lnTo>
                  <a:pt x="854545" y="54819"/>
                </a:lnTo>
                <a:cubicBezTo>
                  <a:pt x="855466" y="52586"/>
                  <a:pt x="855926" y="50378"/>
                  <a:pt x="855926" y="48196"/>
                </a:cubicBezTo>
                <a:cubicBezTo>
                  <a:pt x="855926" y="47217"/>
                  <a:pt x="855737" y="46481"/>
                  <a:pt x="855358" y="45990"/>
                </a:cubicBezTo>
                <a:cubicBezTo>
                  <a:pt x="854924" y="45391"/>
                  <a:pt x="854247" y="44915"/>
                  <a:pt x="853327" y="44561"/>
                </a:cubicBezTo>
                <a:cubicBezTo>
                  <a:pt x="852406" y="44206"/>
                  <a:pt x="850781" y="44028"/>
                  <a:pt x="848453" y="44028"/>
                </a:cubicBezTo>
                <a:lnTo>
                  <a:pt x="848453" y="41104"/>
                </a:lnTo>
                <a:lnTo>
                  <a:pt x="872660" y="41104"/>
                </a:lnTo>
                <a:lnTo>
                  <a:pt x="872660" y="44028"/>
                </a:lnTo>
                <a:cubicBezTo>
                  <a:pt x="870656" y="44245"/>
                  <a:pt x="869113" y="44680"/>
                  <a:pt x="868030" y="45333"/>
                </a:cubicBezTo>
                <a:cubicBezTo>
                  <a:pt x="866947" y="45985"/>
                  <a:pt x="865755" y="47207"/>
                  <a:pt x="864456" y="49001"/>
                </a:cubicBezTo>
                <a:cubicBezTo>
                  <a:pt x="863968" y="49763"/>
                  <a:pt x="863048" y="51855"/>
                  <a:pt x="861694" y="55279"/>
                </a:cubicBezTo>
                <a:lnTo>
                  <a:pt x="831394" y="129490"/>
                </a:lnTo>
                <a:cubicBezTo>
                  <a:pt x="828470" y="136718"/>
                  <a:pt x="824638" y="142179"/>
                  <a:pt x="819899" y="145874"/>
                </a:cubicBezTo>
                <a:cubicBezTo>
                  <a:pt x="815161" y="149570"/>
                  <a:pt x="810598" y="151418"/>
                  <a:pt x="806212" y="151418"/>
                </a:cubicBezTo>
                <a:cubicBezTo>
                  <a:pt x="803017" y="151418"/>
                  <a:pt x="800390" y="150492"/>
                  <a:pt x="798332" y="148641"/>
                </a:cubicBezTo>
                <a:cubicBezTo>
                  <a:pt x="796274" y="146791"/>
                  <a:pt x="795245" y="144670"/>
                  <a:pt x="795245" y="142277"/>
                </a:cubicBezTo>
                <a:cubicBezTo>
                  <a:pt x="795245" y="139990"/>
                  <a:pt x="795990" y="138153"/>
                  <a:pt x="797479" y="136766"/>
                </a:cubicBezTo>
                <a:cubicBezTo>
                  <a:pt x="798968" y="135378"/>
                  <a:pt x="801013" y="134684"/>
                  <a:pt x="803612" y="134684"/>
                </a:cubicBezTo>
                <a:cubicBezTo>
                  <a:pt x="805399" y="134684"/>
                  <a:pt x="807836" y="135264"/>
                  <a:pt x="810923" y="136423"/>
                </a:cubicBezTo>
                <a:cubicBezTo>
                  <a:pt x="813089" y="137213"/>
                  <a:pt x="814443" y="137608"/>
                  <a:pt x="814985" y="137608"/>
                </a:cubicBezTo>
                <a:cubicBezTo>
                  <a:pt x="816610" y="137608"/>
                  <a:pt x="818383" y="136775"/>
                  <a:pt x="820306" y="135108"/>
                </a:cubicBezTo>
                <a:cubicBezTo>
                  <a:pt x="822228" y="133441"/>
                  <a:pt x="824164" y="130215"/>
                  <a:pt x="826114" y="125431"/>
                </a:cubicBezTo>
                <a:lnTo>
                  <a:pt x="831394" y="112434"/>
                </a:lnTo>
                <a:lnTo>
                  <a:pt x="804668" y="56449"/>
                </a:lnTo>
                <a:cubicBezTo>
                  <a:pt x="803856" y="54760"/>
                  <a:pt x="802556" y="52663"/>
                  <a:pt x="800769" y="50156"/>
                </a:cubicBezTo>
                <a:cubicBezTo>
                  <a:pt x="799415" y="48251"/>
                  <a:pt x="798305" y="46970"/>
                  <a:pt x="797439" y="46315"/>
                </a:cubicBezTo>
                <a:cubicBezTo>
                  <a:pt x="796193" y="45444"/>
                  <a:pt x="794189" y="44681"/>
                  <a:pt x="791427" y="44028"/>
                </a:cubicBezTo>
                <a:lnTo>
                  <a:pt x="791427" y="41104"/>
                </a:lnTo>
                <a:close/>
                <a:moveTo>
                  <a:pt x="926628" y="38992"/>
                </a:moveTo>
                <a:lnTo>
                  <a:pt x="926628" y="64336"/>
                </a:lnTo>
                <a:lnTo>
                  <a:pt x="923947" y="64336"/>
                </a:lnTo>
                <a:cubicBezTo>
                  <a:pt x="921889" y="56408"/>
                  <a:pt x="919249" y="51014"/>
                  <a:pt x="916027" y="48156"/>
                </a:cubicBezTo>
                <a:cubicBezTo>
                  <a:pt x="912805" y="45296"/>
                  <a:pt x="908702" y="43866"/>
                  <a:pt x="903720" y="43866"/>
                </a:cubicBezTo>
                <a:cubicBezTo>
                  <a:pt x="899929" y="43866"/>
                  <a:pt x="896869" y="44864"/>
                  <a:pt x="894541" y="46861"/>
                </a:cubicBezTo>
                <a:cubicBezTo>
                  <a:pt x="892212" y="48858"/>
                  <a:pt x="891048" y="51071"/>
                  <a:pt x="891048" y="53499"/>
                </a:cubicBezTo>
                <a:cubicBezTo>
                  <a:pt x="891048" y="56520"/>
                  <a:pt x="891914" y="59110"/>
                  <a:pt x="893647" y="61270"/>
                </a:cubicBezTo>
                <a:cubicBezTo>
                  <a:pt x="895326" y="63482"/>
                  <a:pt x="898738" y="65829"/>
                  <a:pt x="903883" y="68312"/>
                </a:cubicBezTo>
                <a:lnTo>
                  <a:pt x="915742" y="74059"/>
                </a:lnTo>
                <a:cubicBezTo>
                  <a:pt x="926736" y="79414"/>
                  <a:pt x="932233" y="86471"/>
                  <a:pt x="932233" y="95233"/>
                </a:cubicBezTo>
                <a:cubicBezTo>
                  <a:pt x="932233" y="101994"/>
                  <a:pt x="929674" y="107443"/>
                  <a:pt x="924556" y="111581"/>
                </a:cubicBezTo>
                <a:cubicBezTo>
                  <a:pt x="919439" y="115719"/>
                  <a:pt x="913712" y="117788"/>
                  <a:pt x="907376" y="117788"/>
                </a:cubicBezTo>
                <a:cubicBezTo>
                  <a:pt x="902826" y="117788"/>
                  <a:pt x="897628" y="117016"/>
                  <a:pt x="891779" y="115472"/>
                </a:cubicBezTo>
                <a:cubicBezTo>
                  <a:pt x="889992" y="114958"/>
                  <a:pt x="888530" y="114701"/>
                  <a:pt x="887392" y="114701"/>
                </a:cubicBezTo>
                <a:cubicBezTo>
                  <a:pt x="886147" y="114701"/>
                  <a:pt x="885172" y="115351"/>
                  <a:pt x="884468" y="116650"/>
                </a:cubicBezTo>
                <a:lnTo>
                  <a:pt x="881787" y="116650"/>
                </a:lnTo>
                <a:lnTo>
                  <a:pt x="881787" y="90006"/>
                </a:lnTo>
                <a:lnTo>
                  <a:pt x="884468" y="90006"/>
                </a:lnTo>
                <a:cubicBezTo>
                  <a:pt x="885984" y="97588"/>
                  <a:pt x="888882" y="103301"/>
                  <a:pt x="893160" y="107146"/>
                </a:cubicBezTo>
                <a:cubicBezTo>
                  <a:pt x="897438" y="110991"/>
                  <a:pt x="902231" y="112914"/>
                  <a:pt x="907538" y="112914"/>
                </a:cubicBezTo>
                <a:cubicBezTo>
                  <a:pt x="911275" y="112914"/>
                  <a:pt x="914321" y="111823"/>
                  <a:pt x="916677" y="109641"/>
                </a:cubicBezTo>
                <a:cubicBezTo>
                  <a:pt x="919032" y="107458"/>
                  <a:pt x="920210" y="104831"/>
                  <a:pt x="920210" y="101759"/>
                </a:cubicBezTo>
                <a:cubicBezTo>
                  <a:pt x="920210" y="98041"/>
                  <a:pt x="918897" y="94916"/>
                  <a:pt x="916271" y="92385"/>
                </a:cubicBezTo>
                <a:cubicBezTo>
                  <a:pt x="913644" y="89851"/>
                  <a:pt x="908404" y="86652"/>
                  <a:pt x="900552" y="82786"/>
                </a:cubicBezTo>
                <a:cubicBezTo>
                  <a:pt x="892699" y="78919"/>
                  <a:pt x="887555" y="75413"/>
                  <a:pt x="885118" y="72267"/>
                </a:cubicBezTo>
                <a:cubicBezTo>
                  <a:pt x="882681" y="69175"/>
                  <a:pt x="881462" y="65270"/>
                  <a:pt x="881462" y="60551"/>
                </a:cubicBezTo>
                <a:cubicBezTo>
                  <a:pt x="881462" y="54422"/>
                  <a:pt x="883561" y="49296"/>
                  <a:pt x="887758" y="45176"/>
                </a:cubicBezTo>
                <a:cubicBezTo>
                  <a:pt x="891955" y="41053"/>
                  <a:pt x="897384" y="38992"/>
                  <a:pt x="904045" y="38992"/>
                </a:cubicBezTo>
                <a:cubicBezTo>
                  <a:pt x="906969" y="38992"/>
                  <a:pt x="910517" y="39615"/>
                  <a:pt x="914686" y="40860"/>
                </a:cubicBezTo>
                <a:cubicBezTo>
                  <a:pt x="917448" y="41672"/>
                  <a:pt x="919290" y="42079"/>
                  <a:pt x="920210" y="42079"/>
                </a:cubicBezTo>
                <a:cubicBezTo>
                  <a:pt x="921077" y="42079"/>
                  <a:pt x="921754" y="41889"/>
                  <a:pt x="922241" y="41510"/>
                </a:cubicBezTo>
                <a:cubicBezTo>
                  <a:pt x="922729" y="41131"/>
                  <a:pt x="923297" y="40291"/>
                  <a:pt x="923947" y="38992"/>
                </a:cubicBezTo>
                <a:lnTo>
                  <a:pt x="926628" y="38992"/>
                </a:lnTo>
                <a:close/>
                <a:moveTo>
                  <a:pt x="964679" y="16571"/>
                </a:moveTo>
                <a:lnTo>
                  <a:pt x="964679" y="41104"/>
                </a:lnTo>
                <a:lnTo>
                  <a:pt x="982063" y="41104"/>
                </a:lnTo>
                <a:lnTo>
                  <a:pt x="982063" y="46628"/>
                </a:lnTo>
                <a:lnTo>
                  <a:pt x="964679" y="46790"/>
                </a:lnTo>
                <a:lnTo>
                  <a:pt x="964679" y="95108"/>
                </a:lnTo>
                <a:cubicBezTo>
                  <a:pt x="964679" y="99933"/>
                  <a:pt x="965369" y="103187"/>
                  <a:pt x="966750" y="104869"/>
                </a:cubicBezTo>
                <a:cubicBezTo>
                  <a:pt x="968131" y="106550"/>
                  <a:pt x="969905" y="107390"/>
                  <a:pt x="972071" y="107390"/>
                </a:cubicBezTo>
                <a:cubicBezTo>
                  <a:pt x="973858" y="107390"/>
                  <a:pt x="975591" y="106828"/>
                  <a:pt x="977270" y="105704"/>
                </a:cubicBezTo>
                <a:cubicBezTo>
                  <a:pt x="978949" y="104580"/>
                  <a:pt x="980248" y="102922"/>
                  <a:pt x="981169" y="100729"/>
                </a:cubicBezTo>
                <a:lnTo>
                  <a:pt x="984337" y="100729"/>
                </a:lnTo>
                <a:cubicBezTo>
                  <a:pt x="982442" y="106063"/>
                  <a:pt x="979761" y="110077"/>
                  <a:pt x="976295" y="112771"/>
                </a:cubicBezTo>
                <a:cubicBezTo>
                  <a:pt x="972829" y="115466"/>
                  <a:pt x="969255" y="116813"/>
                  <a:pt x="965572" y="116813"/>
                </a:cubicBezTo>
                <a:cubicBezTo>
                  <a:pt x="963081" y="116813"/>
                  <a:pt x="960644" y="116120"/>
                  <a:pt x="958261" y="114734"/>
                </a:cubicBezTo>
                <a:cubicBezTo>
                  <a:pt x="955878" y="113348"/>
                  <a:pt x="954118" y="111364"/>
                  <a:pt x="952981" y="108783"/>
                </a:cubicBezTo>
                <a:cubicBezTo>
                  <a:pt x="951844" y="106203"/>
                  <a:pt x="951275" y="102222"/>
                  <a:pt x="951275" y="96842"/>
                </a:cubicBezTo>
                <a:lnTo>
                  <a:pt x="951275" y="46628"/>
                </a:lnTo>
                <a:lnTo>
                  <a:pt x="939497" y="46628"/>
                </a:lnTo>
                <a:lnTo>
                  <a:pt x="939497" y="44023"/>
                </a:lnTo>
                <a:cubicBezTo>
                  <a:pt x="942475" y="42838"/>
                  <a:pt x="945521" y="40833"/>
                  <a:pt x="948635" y="38007"/>
                </a:cubicBezTo>
                <a:cubicBezTo>
                  <a:pt x="951749" y="35181"/>
                  <a:pt x="954525" y="31812"/>
                  <a:pt x="956962" y="27901"/>
                </a:cubicBezTo>
                <a:cubicBezTo>
                  <a:pt x="958207" y="25836"/>
                  <a:pt x="959940" y="22060"/>
                  <a:pt x="962160" y="16571"/>
                </a:cubicBezTo>
                <a:lnTo>
                  <a:pt x="964679" y="16571"/>
                </a:lnTo>
                <a:close/>
                <a:moveTo>
                  <a:pt x="1001760" y="69210"/>
                </a:moveTo>
                <a:cubicBezTo>
                  <a:pt x="1001706" y="80207"/>
                  <a:pt x="1004387" y="88832"/>
                  <a:pt x="1009802" y="95086"/>
                </a:cubicBezTo>
                <a:cubicBezTo>
                  <a:pt x="1015218" y="101339"/>
                  <a:pt x="1021581" y="104465"/>
                  <a:pt x="1028892" y="104465"/>
                </a:cubicBezTo>
                <a:cubicBezTo>
                  <a:pt x="1033766" y="104465"/>
                  <a:pt x="1038004" y="103119"/>
                  <a:pt x="1041605" y="100427"/>
                </a:cubicBezTo>
                <a:cubicBezTo>
                  <a:pt x="1045206" y="97734"/>
                  <a:pt x="1048225" y="93123"/>
                  <a:pt x="1050662" y="86594"/>
                </a:cubicBezTo>
                <a:lnTo>
                  <a:pt x="1053180" y="88226"/>
                </a:lnTo>
                <a:cubicBezTo>
                  <a:pt x="1052043" y="95685"/>
                  <a:pt x="1048740" y="102476"/>
                  <a:pt x="1043270" y="108601"/>
                </a:cubicBezTo>
                <a:cubicBezTo>
                  <a:pt x="1037800" y="114725"/>
                  <a:pt x="1030950" y="117788"/>
                  <a:pt x="1022718" y="117788"/>
                </a:cubicBezTo>
                <a:cubicBezTo>
                  <a:pt x="1013783" y="117788"/>
                  <a:pt x="1006133" y="114316"/>
                  <a:pt x="999770" y="107372"/>
                </a:cubicBezTo>
                <a:cubicBezTo>
                  <a:pt x="993407" y="100427"/>
                  <a:pt x="990225" y="91090"/>
                  <a:pt x="990225" y="79362"/>
                </a:cubicBezTo>
                <a:cubicBezTo>
                  <a:pt x="990225" y="66663"/>
                  <a:pt x="993488" y="56760"/>
                  <a:pt x="1000014" y="49654"/>
                </a:cubicBezTo>
                <a:cubicBezTo>
                  <a:pt x="1006539" y="42546"/>
                  <a:pt x="1014730" y="38992"/>
                  <a:pt x="1024587" y="38992"/>
                </a:cubicBezTo>
                <a:cubicBezTo>
                  <a:pt x="1032926" y="38992"/>
                  <a:pt x="1039777" y="41733"/>
                  <a:pt x="1045138" y="47217"/>
                </a:cubicBezTo>
                <a:cubicBezTo>
                  <a:pt x="1050500" y="52698"/>
                  <a:pt x="1053180" y="60029"/>
                  <a:pt x="1053180" y="69210"/>
                </a:cubicBezTo>
                <a:lnTo>
                  <a:pt x="1001760" y="69210"/>
                </a:lnTo>
                <a:moveTo>
                  <a:pt x="1001760" y="64499"/>
                </a:moveTo>
                <a:lnTo>
                  <a:pt x="1036203" y="64499"/>
                </a:lnTo>
                <a:cubicBezTo>
                  <a:pt x="1035932" y="59772"/>
                  <a:pt x="1035363" y="56442"/>
                  <a:pt x="1034497" y="54510"/>
                </a:cubicBezTo>
                <a:cubicBezTo>
                  <a:pt x="1033143" y="51501"/>
                  <a:pt x="1031126" y="49137"/>
                  <a:pt x="1028445" y="47420"/>
                </a:cubicBezTo>
                <a:cubicBezTo>
                  <a:pt x="1025764" y="45700"/>
                  <a:pt x="1022962" y="44841"/>
                  <a:pt x="1020038" y="44841"/>
                </a:cubicBezTo>
                <a:cubicBezTo>
                  <a:pt x="1015543" y="44841"/>
                  <a:pt x="1011522" y="46573"/>
                  <a:pt x="1007974" y="50037"/>
                </a:cubicBezTo>
                <a:cubicBezTo>
                  <a:pt x="1004427" y="53501"/>
                  <a:pt x="1002356" y="58322"/>
                  <a:pt x="1001760" y="64499"/>
                </a:cubicBezTo>
                <a:close/>
                <a:moveTo>
                  <a:pt x="1084759" y="54972"/>
                </a:moveTo>
                <a:cubicBezTo>
                  <a:pt x="1090175" y="49509"/>
                  <a:pt x="1093370" y="46368"/>
                  <a:pt x="1094345" y="45549"/>
                </a:cubicBezTo>
                <a:cubicBezTo>
                  <a:pt x="1096782" y="43472"/>
                  <a:pt x="1099408" y="41860"/>
                  <a:pt x="1102224" y="40713"/>
                </a:cubicBezTo>
                <a:cubicBezTo>
                  <a:pt x="1105040" y="39565"/>
                  <a:pt x="1107829" y="38992"/>
                  <a:pt x="1110591" y="38992"/>
                </a:cubicBezTo>
                <a:cubicBezTo>
                  <a:pt x="1115249" y="38992"/>
                  <a:pt x="1119256" y="40357"/>
                  <a:pt x="1122614" y="43089"/>
                </a:cubicBezTo>
                <a:cubicBezTo>
                  <a:pt x="1125971" y="45820"/>
                  <a:pt x="1128219" y="49781"/>
                  <a:pt x="1129356" y="54972"/>
                </a:cubicBezTo>
                <a:cubicBezTo>
                  <a:pt x="1134934" y="48416"/>
                  <a:pt x="1139646" y="44114"/>
                  <a:pt x="1143491" y="42066"/>
                </a:cubicBezTo>
                <a:cubicBezTo>
                  <a:pt x="1147336" y="40016"/>
                  <a:pt x="1151289" y="38992"/>
                  <a:pt x="1155351" y="38992"/>
                </a:cubicBezTo>
                <a:cubicBezTo>
                  <a:pt x="1159304" y="38992"/>
                  <a:pt x="1162810" y="40005"/>
                  <a:pt x="1165870" y="42030"/>
                </a:cubicBezTo>
                <a:cubicBezTo>
                  <a:pt x="1168930" y="44054"/>
                  <a:pt x="1171353" y="47362"/>
                  <a:pt x="1173141" y="51953"/>
                </a:cubicBezTo>
                <a:cubicBezTo>
                  <a:pt x="1174332" y="55086"/>
                  <a:pt x="1174928" y="60001"/>
                  <a:pt x="1174928" y="66697"/>
                </a:cubicBezTo>
                <a:lnTo>
                  <a:pt x="1174928" y="98617"/>
                </a:lnTo>
                <a:cubicBezTo>
                  <a:pt x="1174928" y="103301"/>
                  <a:pt x="1175280" y="106515"/>
                  <a:pt x="1175984" y="108258"/>
                </a:cubicBezTo>
                <a:cubicBezTo>
                  <a:pt x="1176525" y="109456"/>
                  <a:pt x="1177527" y="110477"/>
                  <a:pt x="1178989" y="111322"/>
                </a:cubicBezTo>
                <a:cubicBezTo>
                  <a:pt x="1180452" y="112166"/>
                  <a:pt x="1182834" y="112589"/>
                  <a:pt x="1186138" y="112589"/>
                </a:cubicBezTo>
                <a:lnTo>
                  <a:pt x="1186138" y="115513"/>
                </a:lnTo>
                <a:lnTo>
                  <a:pt x="1149421" y="115513"/>
                </a:lnTo>
                <a:lnTo>
                  <a:pt x="1149421" y="112589"/>
                </a:lnTo>
                <a:lnTo>
                  <a:pt x="1150964" y="112589"/>
                </a:lnTo>
                <a:cubicBezTo>
                  <a:pt x="1154159" y="112589"/>
                  <a:pt x="1156650" y="111962"/>
                  <a:pt x="1158437" y="110710"/>
                </a:cubicBezTo>
                <a:cubicBezTo>
                  <a:pt x="1159683" y="109839"/>
                  <a:pt x="1160577" y="108449"/>
                  <a:pt x="1161118" y="106542"/>
                </a:cubicBezTo>
                <a:cubicBezTo>
                  <a:pt x="1161335" y="105616"/>
                  <a:pt x="1161443" y="102974"/>
                  <a:pt x="1161443" y="98617"/>
                </a:cubicBezTo>
                <a:lnTo>
                  <a:pt x="1161443" y="66819"/>
                </a:lnTo>
                <a:cubicBezTo>
                  <a:pt x="1161443" y="60793"/>
                  <a:pt x="1160712" y="56542"/>
                  <a:pt x="1159250" y="54068"/>
                </a:cubicBezTo>
                <a:cubicBezTo>
                  <a:pt x="1157138" y="50624"/>
                  <a:pt x="1153753" y="48902"/>
                  <a:pt x="1149096" y="48902"/>
                </a:cubicBezTo>
                <a:cubicBezTo>
                  <a:pt x="1146225" y="48902"/>
                  <a:pt x="1143342" y="49617"/>
                  <a:pt x="1140444" y="51047"/>
                </a:cubicBezTo>
                <a:cubicBezTo>
                  <a:pt x="1137547" y="52477"/>
                  <a:pt x="1134041" y="55134"/>
                  <a:pt x="1129925" y="59018"/>
                </a:cubicBezTo>
                <a:lnTo>
                  <a:pt x="1129762" y="59909"/>
                </a:lnTo>
                <a:lnTo>
                  <a:pt x="1129925" y="63377"/>
                </a:lnTo>
                <a:lnTo>
                  <a:pt x="1129925" y="98617"/>
                </a:lnTo>
                <a:cubicBezTo>
                  <a:pt x="1129925" y="103738"/>
                  <a:pt x="1130209" y="106924"/>
                  <a:pt x="1130778" y="108177"/>
                </a:cubicBezTo>
                <a:cubicBezTo>
                  <a:pt x="1131346" y="109429"/>
                  <a:pt x="1132416" y="110477"/>
                  <a:pt x="1133986" y="111322"/>
                </a:cubicBezTo>
                <a:cubicBezTo>
                  <a:pt x="1135557" y="112166"/>
                  <a:pt x="1138238" y="112589"/>
                  <a:pt x="1142028" y="112589"/>
                </a:cubicBezTo>
                <a:lnTo>
                  <a:pt x="1142028" y="115513"/>
                </a:lnTo>
                <a:lnTo>
                  <a:pt x="1104418" y="115513"/>
                </a:lnTo>
                <a:lnTo>
                  <a:pt x="1104418" y="112589"/>
                </a:lnTo>
                <a:cubicBezTo>
                  <a:pt x="1108533" y="112589"/>
                  <a:pt x="1111363" y="112099"/>
                  <a:pt x="1112906" y="111119"/>
                </a:cubicBezTo>
                <a:cubicBezTo>
                  <a:pt x="1114450" y="110137"/>
                  <a:pt x="1115519" y="108667"/>
                  <a:pt x="1116115" y="106707"/>
                </a:cubicBezTo>
                <a:cubicBezTo>
                  <a:pt x="1116386" y="105779"/>
                  <a:pt x="1116521" y="103083"/>
                  <a:pt x="1116521" y="98617"/>
                </a:cubicBezTo>
                <a:lnTo>
                  <a:pt x="1116521" y="66839"/>
                </a:lnTo>
                <a:cubicBezTo>
                  <a:pt x="1116521" y="60816"/>
                  <a:pt x="1115628" y="56471"/>
                  <a:pt x="1113841" y="53804"/>
                </a:cubicBezTo>
                <a:cubicBezTo>
                  <a:pt x="1111458" y="50319"/>
                  <a:pt x="1108127" y="48577"/>
                  <a:pt x="1103849" y="48577"/>
                </a:cubicBezTo>
                <a:cubicBezTo>
                  <a:pt x="1100925" y="48577"/>
                  <a:pt x="1098027" y="49366"/>
                  <a:pt x="1095157" y="50943"/>
                </a:cubicBezTo>
                <a:cubicBezTo>
                  <a:pt x="1090662" y="53336"/>
                  <a:pt x="1087196" y="56028"/>
                  <a:pt x="1084759" y="59018"/>
                </a:cubicBezTo>
                <a:lnTo>
                  <a:pt x="1084759" y="98617"/>
                </a:lnTo>
                <a:cubicBezTo>
                  <a:pt x="1084759" y="103519"/>
                  <a:pt x="1085098" y="106706"/>
                  <a:pt x="1085775" y="108177"/>
                </a:cubicBezTo>
                <a:cubicBezTo>
                  <a:pt x="1086452" y="109647"/>
                  <a:pt x="1087453" y="110751"/>
                  <a:pt x="1088780" y="111487"/>
                </a:cubicBezTo>
                <a:cubicBezTo>
                  <a:pt x="1090107" y="112221"/>
                  <a:pt x="1092801" y="112589"/>
                  <a:pt x="1096863" y="112589"/>
                </a:cubicBezTo>
                <a:lnTo>
                  <a:pt x="1096863" y="115513"/>
                </a:lnTo>
                <a:lnTo>
                  <a:pt x="1060065" y="115513"/>
                </a:lnTo>
                <a:lnTo>
                  <a:pt x="1060065" y="112589"/>
                </a:lnTo>
                <a:cubicBezTo>
                  <a:pt x="1063476" y="112589"/>
                  <a:pt x="1065859" y="112221"/>
                  <a:pt x="1067213" y="111487"/>
                </a:cubicBezTo>
                <a:cubicBezTo>
                  <a:pt x="1068567" y="110751"/>
                  <a:pt x="1069596" y="109580"/>
                  <a:pt x="1070300" y="107974"/>
                </a:cubicBezTo>
                <a:cubicBezTo>
                  <a:pt x="1071004" y="106366"/>
                  <a:pt x="1071356" y="103247"/>
                  <a:pt x="1071356" y="98617"/>
                </a:cubicBezTo>
                <a:lnTo>
                  <a:pt x="1071356" y="70348"/>
                </a:lnTo>
                <a:cubicBezTo>
                  <a:pt x="1071356" y="62170"/>
                  <a:pt x="1071112" y="56890"/>
                  <a:pt x="1070625" y="54507"/>
                </a:cubicBezTo>
                <a:cubicBezTo>
                  <a:pt x="1070246" y="52720"/>
                  <a:pt x="1069650" y="51488"/>
                  <a:pt x="1068838" y="50811"/>
                </a:cubicBezTo>
                <a:cubicBezTo>
                  <a:pt x="1068025" y="50134"/>
                  <a:pt x="1066915" y="49796"/>
                  <a:pt x="1065507" y="49796"/>
                </a:cubicBezTo>
                <a:cubicBezTo>
                  <a:pt x="1063991" y="49796"/>
                  <a:pt x="1062177" y="50202"/>
                  <a:pt x="1060065" y="51014"/>
                </a:cubicBezTo>
                <a:lnTo>
                  <a:pt x="1058846" y="48090"/>
                </a:lnTo>
                <a:lnTo>
                  <a:pt x="1081266" y="38992"/>
                </a:lnTo>
                <a:lnTo>
                  <a:pt x="1084759" y="38992"/>
                </a:lnTo>
                <a:lnTo>
                  <a:pt x="1084759" y="54972"/>
                </a:lnTo>
                <a:close/>
                <a:moveTo>
                  <a:pt x="1210007" y="38992"/>
                </a:moveTo>
                <a:cubicBezTo>
                  <a:pt x="1212498" y="38992"/>
                  <a:pt x="1214624" y="39872"/>
                  <a:pt x="1216384" y="41632"/>
                </a:cubicBezTo>
                <a:cubicBezTo>
                  <a:pt x="1218144" y="43392"/>
                  <a:pt x="1219024" y="45517"/>
                  <a:pt x="1219024" y="48009"/>
                </a:cubicBezTo>
                <a:cubicBezTo>
                  <a:pt x="1219024" y="50500"/>
                  <a:pt x="1218144" y="52625"/>
                  <a:pt x="1216384" y="54385"/>
                </a:cubicBezTo>
                <a:cubicBezTo>
                  <a:pt x="1214624" y="56145"/>
                  <a:pt x="1212498" y="57025"/>
                  <a:pt x="1210007" y="57025"/>
                </a:cubicBezTo>
                <a:cubicBezTo>
                  <a:pt x="1207516" y="57025"/>
                  <a:pt x="1205391" y="56145"/>
                  <a:pt x="1203630" y="54385"/>
                </a:cubicBezTo>
                <a:cubicBezTo>
                  <a:pt x="1201870" y="52625"/>
                  <a:pt x="1200990" y="50500"/>
                  <a:pt x="1200990" y="48009"/>
                </a:cubicBezTo>
                <a:cubicBezTo>
                  <a:pt x="1200990" y="45517"/>
                  <a:pt x="1201870" y="43392"/>
                  <a:pt x="1203630" y="41632"/>
                </a:cubicBezTo>
                <a:cubicBezTo>
                  <a:pt x="1205391" y="39872"/>
                  <a:pt x="1207516" y="38992"/>
                  <a:pt x="1210007" y="38992"/>
                </a:cubicBezTo>
                <a:moveTo>
                  <a:pt x="1209845" y="99754"/>
                </a:moveTo>
                <a:cubicBezTo>
                  <a:pt x="1212390" y="99754"/>
                  <a:pt x="1214543" y="100644"/>
                  <a:pt x="1216303" y="102424"/>
                </a:cubicBezTo>
                <a:cubicBezTo>
                  <a:pt x="1218063" y="104203"/>
                  <a:pt x="1218943" y="106332"/>
                  <a:pt x="1218943" y="108811"/>
                </a:cubicBezTo>
                <a:cubicBezTo>
                  <a:pt x="1218943" y="111291"/>
                  <a:pt x="1218049" y="113407"/>
                  <a:pt x="1216262" y="115160"/>
                </a:cubicBezTo>
                <a:cubicBezTo>
                  <a:pt x="1214475" y="116912"/>
                  <a:pt x="1212336" y="117788"/>
                  <a:pt x="1209845" y="117788"/>
                </a:cubicBezTo>
                <a:cubicBezTo>
                  <a:pt x="1207354" y="117788"/>
                  <a:pt x="1205228" y="116912"/>
                  <a:pt x="1203468" y="115160"/>
                </a:cubicBezTo>
                <a:cubicBezTo>
                  <a:pt x="1201708" y="113407"/>
                  <a:pt x="1200828" y="111291"/>
                  <a:pt x="1200828" y="108811"/>
                </a:cubicBezTo>
                <a:cubicBezTo>
                  <a:pt x="1200828" y="106332"/>
                  <a:pt x="1201708" y="104203"/>
                  <a:pt x="1203468" y="102424"/>
                </a:cubicBezTo>
                <a:cubicBezTo>
                  <a:pt x="1205228" y="100644"/>
                  <a:pt x="1207354" y="99754"/>
                  <a:pt x="1209845" y="99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QNX,AGL,Android,...">
            <a:extLst xmlns:a="http://schemas.openxmlformats.org/drawingml/2006/main">
              <a:ext uri="{FF2B5EF4-FFF2-40B4-BE49-F238E27FC236}">
                <a16:creationId xmlns:a16="http://schemas.microsoft.com/office/drawing/2014/main" id="{06A945B4-AFC6-4F5A-BFC9-72A8BADE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12" y="2334182"/>
            <a:ext cx="1565650" cy="148169"/>
          </a:xfrm>
          <a:custGeom xmlns:a="http://schemas.openxmlformats.org/drawingml/2006/main">
            <a:pathLst>
              <a:path w="1565650" h="148169">
                <a:moveTo>
                  <a:pt x="67423" y="116813"/>
                </a:moveTo>
                <a:cubicBezTo>
                  <a:pt x="72947" y="126344"/>
                  <a:pt x="78918" y="133357"/>
                  <a:pt x="85335" y="137852"/>
                </a:cubicBezTo>
                <a:cubicBezTo>
                  <a:pt x="91752" y="142347"/>
                  <a:pt x="99050" y="144919"/>
                  <a:pt x="107227" y="145569"/>
                </a:cubicBezTo>
                <a:lnTo>
                  <a:pt x="107227" y="148169"/>
                </a:lnTo>
                <a:cubicBezTo>
                  <a:pt x="99754" y="147898"/>
                  <a:pt x="91766" y="146395"/>
                  <a:pt x="83264" y="143660"/>
                </a:cubicBezTo>
                <a:cubicBezTo>
                  <a:pt x="74761" y="140925"/>
                  <a:pt x="66706" y="137135"/>
                  <a:pt x="59097" y="132288"/>
                </a:cubicBezTo>
                <a:cubicBezTo>
                  <a:pt x="51488" y="127441"/>
                  <a:pt x="44922" y="122282"/>
                  <a:pt x="39398" y="116813"/>
                </a:cubicBezTo>
                <a:cubicBezTo>
                  <a:pt x="31600" y="113672"/>
                  <a:pt x="25426" y="110341"/>
                  <a:pt x="20877" y="106821"/>
                </a:cubicBezTo>
                <a:cubicBezTo>
                  <a:pt x="14270" y="101568"/>
                  <a:pt x="9139" y="95110"/>
                  <a:pt x="5483" y="87447"/>
                </a:cubicBezTo>
                <a:cubicBezTo>
                  <a:pt x="1828" y="79784"/>
                  <a:pt x="0" y="70727"/>
                  <a:pt x="0" y="60275"/>
                </a:cubicBezTo>
                <a:cubicBezTo>
                  <a:pt x="0" y="43812"/>
                  <a:pt x="5334" y="30137"/>
                  <a:pt x="16003" y="19252"/>
                </a:cubicBezTo>
                <a:cubicBezTo>
                  <a:pt x="26671" y="8367"/>
                  <a:pt x="39587" y="2924"/>
                  <a:pt x="54751" y="2924"/>
                </a:cubicBezTo>
                <a:cubicBezTo>
                  <a:pt x="69156" y="2924"/>
                  <a:pt x="81625" y="8381"/>
                  <a:pt x="92159" y="19293"/>
                </a:cubicBezTo>
                <a:cubicBezTo>
                  <a:pt x="102692" y="30205"/>
                  <a:pt x="107958" y="43974"/>
                  <a:pt x="107958" y="60600"/>
                </a:cubicBezTo>
                <a:cubicBezTo>
                  <a:pt x="107958" y="74084"/>
                  <a:pt x="104208" y="85917"/>
                  <a:pt x="96708" y="96098"/>
                </a:cubicBezTo>
                <a:cubicBezTo>
                  <a:pt x="89207" y="106280"/>
                  <a:pt x="79446" y="113184"/>
                  <a:pt x="67423" y="116813"/>
                </a:cubicBezTo>
                <a:moveTo>
                  <a:pt x="53776" y="9261"/>
                </a:moveTo>
                <a:cubicBezTo>
                  <a:pt x="43920" y="9261"/>
                  <a:pt x="35986" y="12778"/>
                  <a:pt x="29975" y="19813"/>
                </a:cubicBezTo>
                <a:cubicBezTo>
                  <a:pt x="22393" y="28634"/>
                  <a:pt x="18602" y="42134"/>
                  <a:pt x="18602" y="60315"/>
                </a:cubicBezTo>
                <a:cubicBezTo>
                  <a:pt x="18602" y="78119"/>
                  <a:pt x="22447" y="91836"/>
                  <a:pt x="30137" y="101467"/>
                </a:cubicBezTo>
                <a:cubicBezTo>
                  <a:pt x="36094" y="108882"/>
                  <a:pt x="43974" y="112589"/>
                  <a:pt x="53776" y="112589"/>
                </a:cubicBezTo>
                <a:cubicBezTo>
                  <a:pt x="63957" y="112589"/>
                  <a:pt x="72162" y="108882"/>
                  <a:pt x="78390" y="101467"/>
                </a:cubicBezTo>
                <a:cubicBezTo>
                  <a:pt x="85701" y="92703"/>
                  <a:pt x="89356" y="79770"/>
                  <a:pt x="89356" y="62669"/>
                </a:cubicBezTo>
                <a:cubicBezTo>
                  <a:pt x="89356" y="49521"/>
                  <a:pt x="87352" y="38455"/>
                  <a:pt x="83345" y="29472"/>
                </a:cubicBezTo>
                <a:cubicBezTo>
                  <a:pt x="80258" y="22545"/>
                  <a:pt x="76156" y="17446"/>
                  <a:pt x="71038" y="14173"/>
                </a:cubicBezTo>
                <a:cubicBezTo>
                  <a:pt x="65920" y="10898"/>
                  <a:pt x="60166" y="9261"/>
                  <a:pt x="53776" y="9261"/>
                </a:cubicBezTo>
                <a:close/>
                <a:moveTo>
                  <a:pt x="111551" y="5361"/>
                </a:moveTo>
                <a:lnTo>
                  <a:pt x="141445" y="5361"/>
                </a:lnTo>
                <a:lnTo>
                  <a:pt x="208787" y="87975"/>
                </a:lnTo>
                <a:lnTo>
                  <a:pt x="208787" y="24532"/>
                </a:lnTo>
                <a:cubicBezTo>
                  <a:pt x="208787" y="17763"/>
                  <a:pt x="208029" y="13539"/>
                  <a:pt x="206512" y="11860"/>
                </a:cubicBezTo>
                <a:cubicBezTo>
                  <a:pt x="204509" y="9585"/>
                  <a:pt x="201340" y="8448"/>
                  <a:pt x="197008" y="8448"/>
                </a:cubicBezTo>
                <a:lnTo>
                  <a:pt x="193190" y="8448"/>
                </a:lnTo>
                <a:lnTo>
                  <a:pt x="193190" y="5361"/>
                </a:lnTo>
                <a:lnTo>
                  <a:pt x="231532" y="5361"/>
                </a:lnTo>
                <a:lnTo>
                  <a:pt x="231532" y="8448"/>
                </a:lnTo>
                <a:lnTo>
                  <a:pt x="227633" y="8448"/>
                </a:lnTo>
                <a:cubicBezTo>
                  <a:pt x="222975" y="8448"/>
                  <a:pt x="219672" y="9856"/>
                  <a:pt x="217722" y="12672"/>
                </a:cubicBezTo>
                <a:cubicBezTo>
                  <a:pt x="216531" y="14405"/>
                  <a:pt x="215935" y="18359"/>
                  <a:pt x="215935" y="24532"/>
                </a:cubicBezTo>
                <a:lnTo>
                  <a:pt x="215935" y="117300"/>
                </a:lnTo>
                <a:lnTo>
                  <a:pt x="213011" y="117300"/>
                </a:lnTo>
                <a:lnTo>
                  <a:pt x="140389" y="28558"/>
                </a:lnTo>
                <a:lnTo>
                  <a:pt x="140389" y="96342"/>
                </a:lnTo>
                <a:cubicBezTo>
                  <a:pt x="140389" y="103111"/>
                  <a:pt x="141120" y="107336"/>
                  <a:pt x="142582" y="109014"/>
                </a:cubicBezTo>
                <a:cubicBezTo>
                  <a:pt x="144640" y="111289"/>
                  <a:pt x="147808" y="112426"/>
                  <a:pt x="152086" y="112426"/>
                </a:cubicBezTo>
                <a:lnTo>
                  <a:pt x="155985" y="112426"/>
                </a:lnTo>
                <a:lnTo>
                  <a:pt x="155985" y="115513"/>
                </a:lnTo>
                <a:lnTo>
                  <a:pt x="117644" y="115513"/>
                </a:lnTo>
                <a:lnTo>
                  <a:pt x="117644" y="112426"/>
                </a:lnTo>
                <a:lnTo>
                  <a:pt x="121462" y="112426"/>
                </a:lnTo>
                <a:cubicBezTo>
                  <a:pt x="126173" y="112426"/>
                  <a:pt x="129504" y="111018"/>
                  <a:pt x="131453" y="108202"/>
                </a:cubicBezTo>
                <a:cubicBezTo>
                  <a:pt x="132645" y="106469"/>
                  <a:pt x="133240" y="102516"/>
                  <a:pt x="133240" y="96342"/>
                </a:cubicBezTo>
                <a:lnTo>
                  <a:pt x="133240" y="19821"/>
                </a:lnTo>
                <a:cubicBezTo>
                  <a:pt x="130045" y="16111"/>
                  <a:pt x="127622" y="13665"/>
                  <a:pt x="125970" y="12482"/>
                </a:cubicBezTo>
                <a:cubicBezTo>
                  <a:pt x="124318" y="11299"/>
                  <a:pt x="121895" y="10196"/>
                  <a:pt x="118700" y="9174"/>
                </a:cubicBezTo>
                <a:cubicBezTo>
                  <a:pt x="117129" y="8690"/>
                  <a:pt x="114746" y="8448"/>
                  <a:pt x="111551" y="8448"/>
                </a:cubicBezTo>
                <a:lnTo>
                  <a:pt x="111551" y="5361"/>
                </a:lnTo>
                <a:close/>
                <a:moveTo>
                  <a:pt x="301213" y="54507"/>
                </a:moveTo>
                <a:lnTo>
                  <a:pt x="324887" y="89762"/>
                </a:lnTo>
                <a:cubicBezTo>
                  <a:pt x="331440" y="99475"/>
                  <a:pt x="336300" y="105613"/>
                  <a:pt x="339468" y="108177"/>
                </a:cubicBezTo>
                <a:cubicBezTo>
                  <a:pt x="342636" y="110741"/>
                  <a:pt x="346657" y="112157"/>
                  <a:pt x="351531" y="112426"/>
                </a:cubicBezTo>
                <a:lnTo>
                  <a:pt x="351531" y="115513"/>
                </a:lnTo>
                <a:lnTo>
                  <a:pt x="304254" y="115513"/>
                </a:lnTo>
                <a:lnTo>
                  <a:pt x="304254" y="112426"/>
                </a:lnTo>
                <a:cubicBezTo>
                  <a:pt x="307395" y="112372"/>
                  <a:pt x="309724" y="112049"/>
                  <a:pt x="311240" y="111456"/>
                </a:cubicBezTo>
                <a:cubicBezTo>
                  <a:pt x="312377" y="110972"/>
                  <a:pt x="313311" y="110233"/>
                  <a:pt x="314042" y="109238"/>
                </a:cubicBezTo>
                <a:cubicBezTo>
                  <a:pt x="314773" y="108241"/>
                  <a:pt x="315139" y="107232"/>
                  <a:pt x="315139" y="106209"/>
                </a:cubicBezTo>
                <a:cubicBezTo>
                  <a:pt x="315139" y="104971"/>
                  <a:pt x="314895" y="103732"/>
                  <a:pt x="314408" y="102493"/>
                </a:cubicBezTo>
                <a:cubicBezTo>
                  <a:pt x="314029" y="101579"/>
                  <a:pt x="312540" y="99211"/>
                  <a:pt x="309940" y="95388"/>
                </a:cubicBezTo>
                <a:lnTo>
                  <a:pt x="291188" y="67304"/>
                </a:lnTo>
                <a:lnTo>
                  <a:pt x="268186" y="96667"/>
                </a:lnTo>
                <a:cubicBezTo>
                  <a:pt x="265750" y="99791"/>
                  <a:pt x="264287" y="101879"/>
                  <a:pt x="263800" y="102930"/>
                </a:cubicBezTo>
                <a:cubicBezTo>
                  <a:pt x="263313" y="103981"/>
                  <a:pt x="263069" y="105072"/>
                  <a:pt x="263069" y="106204"/>
                </a:cubicBezTo>
                <a:cubicBezTo>
                  <a:pt x="263069" y="107927"/>
                  <a:pt x="263800" y="109355"/>
                  <a:pt x="265262" y="110487"/>
                </a:cubicBezTo>
                <a:cubicBezTo>
                  <a:pt x="266724" y="111617"/>
                  <a:pt x="269513" y="112264"/>
                  <a:pt x="273629" y="112426"/>
                </a:cubicBezTo>
                <a:lnTo>
                  <a:pt x="273629" y="115513"/>
                </a:lnTo>
                <a:lnTo>
                  <a:pt x="234556" y="115513"/>
                </a:lnTo>
                <a:lnTo>
                  <a:pt x="234556" y="112426"/>
                </a:lnTo>
                <a:cubicBezTo>
                  <a:pt x="237318" y="112157"/>
                  <a:pt x="239701" y="111591"/>
                  <a:pt x="241705" y="110728"/>
                </a:cubicBezTo>
                <a:cubicBezTo>
                  <a:pt x="245062" y="109327"/>
                  <a:pt x="248257" y="107440"/>
                  <a:pt x="251290" y="105067"/>
                </a:cubicBezTo>
                <a:cubicBezTo>
                  <a:pt x="254323" y="102694"/>
                  <a:pt x="257789" y="99055"/>
                  <a:pt x="261688" y="94149"/>
                </a:cubicBezTo>
                <a:lnTo>
                  <a:pt x="287294" y="61470"/>
                </a:lnTo>
                <a:lnTo>
                  <a:pt x="265993" y="29673"/>
                </a:lnTo>
                <a:cubicBezTo>
                  <a:pt x="260090" y="21054"/>
                  <a:pt x="255081" y="15402"/>
                  <a:pt x="250965" y="12718"/>
                </a:cubicBezTo>
                <a:cubicBezTo>
                  <a:pt x="246849" y="10034"/>
                  <a:pt x="242111" y="8611"/>
                  <a:pt x="236749" y="8448"/>
                </a:cubicBezTo>
                <a:lnTo>
                  <a:pt x="236749" y="5361"/>
                </a:lnTo>
                <a:lnTo>
                  <a:pt x="287682" y="5361"/>
                </a:lnTo>
                <a:lnTo>
                  <a:pt x="287682" y="8448"/>
                </a:lnTo>
                <a:cubicBezTo>
                  <a:pt x="283350" y="8609"/>
                  <a:pt x="280385" y="9307"/>
                  <a:pt x="278787" y="10542"/>
                </a:cubicBezTo>
                <a:cubicBezTo>
                  <a:pt x="277190" y="11778"/>
                  <a:pt x="276391" y="13148"/>
                  <a:pt x="276391" y="14652"/>
                </a:cubicBezTo>
                <a:cubicBezTo>
                  <a:pt x="276391" y="16639"/>
                  <a:pt x="277691" y="19539"/>
                  <a:pt x="280290" y="23352"/>
                </a:cubicBezTo>
                <a:lnTo>
                  <a:pt x="297308" y="48694"/>
                </a:lnTo>
                <a:lnTo>
                  <a:pt x="316764" y="23865"/>
                </a:lnTo>
                <a:cubicBezTo>
                  <a:pt x="319038" y="20959"/>
                  <a:pt x="320433" y="18968"/>
                  <a:pt x="320947" y="17892"/>
                </a:cubicBezTo>
                <a:cubicBezTo>
                  <a:pt x="321462" y="16815"/>
                  <a:pt x="321719" y="15712"/>
                  <a:pt x="321719" y="14581"/>
                </a:cubicBezTo>
                <a:cubicBezTo>
                  <a:pt x="321719" y="13452"/>
                  <a:pt x="321394" y="12457"/>
                  <a:pt x="320744" y="11596"/>
                </a:cubicBezTo>
                <a:cubicBezTo>
                  <a:pt x="319932" y="10466"/>
                  <a:pt x="318903" y="9672"/>
                  <a:pt x="317657" y="9215"/>
                </a:cubicBezTo>
                <a:cubicBezTo>
                  <a:pt x="316412" y="8758"/>
                  <a:pt x="313839" y="8502"/>
                  <a:pt x="309940" y="8448"/>
                </a:cubicBezTo>
                <a:lnTo>
                  <a:pt x="309940" y="5361"/>
                </a:lnTo>
                <a:lnTo>
                  <a:pt x="349013" y="5361"/>
                </a:lnTo>
                <a:lnTo>
                  <a:pt x="349013" y="8448"/>
                </a:lnTo>
                <a:cubicBezTo>
                  <a:pt x="345926" y="8611"/>
                  <a:pt x="343408" y="9097"/>
                  <a:pt x="341458" y="9908"/>
                </a:cubicBezTo>
                <a:cubicBezTo>
                  <a:pt x="338534" y="11152"/>
                  <a:pt x="335853" y="12828"/>
                  <a:pt x="333416" y="14937"/>
                </a:cubicBezTo>
                <a:cubicBezTo>
                  <a:pt x="330979" y="17044"/>
                  <a:pt x="327541" y="20935"/>
                  <a:pt x="323100" y="26611"/>
                </a:cubicBezTo>
                <a:lnTo>
                  <a:pt x="301213" y="54507"/>
                </a:lnTo>
                <a:close/>
                <a:moveTo>
                  <a:pt x="361866" y="143295"/>
                </a:moveTo>
                <a:lnTo>
                  <a:pt x="361866" y="139710"/>
                </a:lnTo>
                <a:cubicBezTo>
                  <a:pt x="367444" y="137864"/>
                  <a:pt x="371763" y="134999"/>
                  <a:pt x="374823" y="131115"/>
                </a:cubicBezTo>
                <a:cubicBezTo>
                  <a:pt x="377883" y="127231"/>
                  <a:pt x="379413" y="123117"/>
                  <a:pt x="379413" y="118773"/>
                </a:cubicBezTo>
                <a:cubicBezTo>
                  <a:pt x="379413" y="117740"/>
                  <a:pt x="379169" y="116871"/>
                  <a:pt x="378682" y="116165"/>
                </a:cubicBezTo>
                <a:cubicBezTo>
                  <a:pt x="378303" y="115676"/>
                  <a:pt x="377923" y="115432"/>
                  <a:pt x="377544" y="115432"/>
                </a:cubicBezTo>
                <a:cubicBezTo>
                  <a:pt x="376949" y="115432"/>
                  <a:pt x="375649" y="115973"/>
                  <a:pt x="373645" y="117056"/>
                </a:cubicBezTo>
                <a:cubicBezTo>
                  <a:pt x="372670" y="117544"/>
                  <a:pt x="371641" y="117788"/>
                  <a:pt x="370558" y="117788"/>
                </a:cubicBezTo>
                <a:cubicBezTo>
                  <a:pt x="367905" y="117788"/>
                  <a:pt x="365793" y="117002"/>
                  <a:pt x="364222" y="115432"/>
                </a:cubicBezTo>
                <a:cubicBezTo>
                  <a:pt x="362652" y="113861"/>
                  <a:pt x="361866" y="111695"/>
                  <a:pt x="361866" y="108933"/>
                </a:cubicBezTo>
                <a:cubicBezTo>
                  <a:pt x="361866" y="106280"/>
                  <a:pt x="362882" y="104005"/>
                  <a:pt x="364913" y="102110"/>
                </a:cubicBezTo>
                <a:cubicBezTo>
                  <a:pt x="366943" y="100214"/>
                  <a:pt x="369421" y="99266"/>
                  <a:pt x="372345" y="99266"/>
                </a:cubicBezTo>
                <a:cubicBezTo>
                  <a:pt x="375920" y="99266"/>
                  <a:pt x="379101" y="100827"/>
                  <a:pt x="381890" y="103948"/>
                </a:cubicBezTo>
                <a:cubicBezTo>
                  <a:pt x="384679" y="107067"/>
                  <a:pt x="386074" y="111203"/>
                  <a:pt x="386074" y="116356"/>
                </a:cubicBezTo>
                <a:cubicBezTo>
                  <a:pt x="386074" y="121946"/>
                  <a:pt x="384138" y="127141"/>
                  <a:pt x="380266" y="131942"/>
                </a:cubicBezTo>
                <a:cubicBezTo>
                  <a:pt x="376394" y="136744"/>
                  <a:pt x="370260" y="140528"/>
                  <a:pt x="361866" y="143295"/>
                </a:cubicBezTo>
                <a:close/>
                <a:moveTo>
                  <a:pt x="511932" y="78633"/>
                </a:moveTo>
                <a:lnTo>
                  <a:pt x="469285" y="78633"/>
                </a:lnTo>
                <a:lnTo>
                  <a:pt x="461812" y="96017"/>
                </a:lnTo>
                <a:cubicBezTo>
                  <a:pt x="459970" y="100275"/>
                  <a:pt x="459050" y="103454"/>
                  <a:pt x="459050" y="105554"/>
                </a:cubicBezTo>
                <a:cubicBezTo>
                  <a:pt x="459050" y="107226"/>
                  <a:pt x="459849" y="108695"/>
                  <a:pt x="461446" y="109961"/>
                </a:cubicBezTo>
                <a:cubicBezTo>
                  <a:pt x="463044" y="111227"/>
                  <a:pt x="466496" y="112049"/>
                  <a:pt x="471803" y="112426"/>
                </a:cubicBezTo>
                <a:lnTo>
                  <a:pt x="471803" y="115513"/>
                </a:lnTo>
                <a:lnTo>
                  <a:pt x="437117" y="115513"/>
                </a:lnTo>
                <a:lnTo>
                  <a:pt x="437117" y="112426"/>
                </a:lnTo>
                <a:cubicBezTo>
                  <a:pt x="441720" y="111616"/>
                  <a:pt x="444699" y="110562"/>
                  <a:pt x="446052" y="109266"/>
                </a:cubicBezTo>
                <a:cubicBezTo>
                  <a:pt x="448814" y="106671"/>
                  <a:pt x="451874" y="101403"/>
                  <a:pt x="455232" y="93461"/>
                </a:cubicBezTo>
                <a:lnTo>
                  <a:pt x="493980" y="2924"/>
                </a:lnTo>
                <a:lnTo>
                  <a:pt x="496823" y="2924"/>
                </a:lnTo>
                <a:lnTo>
                  <a:pt x="535165" y="94474"/>
                </a:lnTo>
                <a:cubicBezTo>
                  <a:pt x="538252" y="101805"/>
                  <a:pt x="541054" y="106563"/>
                  <a:pt x="543572" y="108748"/>
                </a:cubicBezTo>
                <a:cubicBezTo>
                  <a:pt x="546091" y="110931"/>
                  <a:pt x="549597" y="112157"/>
                  <a:pt x="554092" y="112426"/>
                </a:cubicBezTo>
                <a:lnTo>
                  <a:pt x="554092" y="115513"/>
                </a:lnTo>
                <a:lnTo>
                  <a:pt x="510633" y="115513"/>
                </a:lnTo>
                <a:lnTo>
                  <a:pt x="510633" y="112426"/>
                </a:lnTo>
                <a:cubicBezTo>
                  <a:pt x="515019" y="112211"/>
                  <a:pt x="517984" y="111484"/>
                  <a:pt x="519528" y="110243"/>
                </a:cubicBezTo>
                <a:cubicBezTo>
                  <a:pt x="521071" y="109003"/>
                  <a:pt x="521843" y="107493"/>
                  <a:pt x="521843" y="105714"/>
                </a:cubicBezTo>
                <a:cubicBezTo>
                  <a:pt x="521843" y="103342"/>
                  <a:pt x="520760" y="99595"/>
                  <a:pt x="518593" y="94474"/>
                </a:cubicBezTo>
                <a:lnTo>
                  <a:pt x="511932" y="78633"/>
                </a:lnTo>
                <a:moveTo>
                  <a:pt x="509658" y="72622"/>
                </a:moveTo>
                <a:lnTo>
                  <a:pt x="490974" y="28107"/>
                </a:lnTo>
                <a:lnTo>
                  <a:pt x="471803" y="72622"/>
                </a:lnTo>
                <a:lnTo>
                  <a:pt x="509658" y="72622"/>
                </a:lnTo>
                <a:close/>
                <a:moveTo>
                  <a:pt x="657520" y="2924"/>
                </a:moveTo>
                <a:lnTo>
                  <a:pt x="660363" y="37692"/>
                </a:lnTo>
                <a:lnTo>
                  <a:pt x="657520" y="37692"/>
                </a:lnTo>
                <a:cubicBezTo>
                  <a:pt x="654650" y="29076"/>
                  <a:pt x="650940" y="22587"/>
                  <a:pt x="646391" y="18224"/>
                </a:cubicBezTo>
                <a:cubicBezTo>
                  <a:pt x="639838" y="11923"/>
                  <a:pt x="631417" y="8773"/>
                  <a:pt x="621128" y="8773"/>
                </a:cubicBezTo>
                <a:cubicBezTo>
                  <a:pt x="607101" y="8773"/>
                  <a:pt x="596433" y="14307"/>
                  <a:pt x="589122" y="25375"/>
                </a:cubicBezTo>
                <a:cubicBezTo>
                  <a:pt x="583002" y="34713"/>
                  <a:pt x="579943" y="45834"/>
                  <a:pt x="579943" y="58736"/>
                </a:cubicBezTo>
                <a:cubicBezTo>
                  <a:pt x="579943" y="69210"/>
                  <a:pt x="581973" y="78766"/>
                  <a:pt x="586035" y="87404"/>
                </a:cubicBezTo>
                <a:cubicBezTo>
                  <a:pt x="590097" y="96042"/>
                  <a:pt x="595418" y="102372"/>
                  <a:pt x="601997" y="106395"/>
                </a:cubicBezTo>
                <a:cubicBezTo>
                  <a:pt x="608577" y="110416"/>
                  <a:pt x="615333" y="112426"/>
                  <a:pt x="622265" y="112426"/>
                </a:cubicBezTo>
                <a:cubicBezTo>
                  <a:pt x="626327" y="112426"/>
                  <a:pt x="630253" y="111913"/>
                  <a:pt x="634044" y="110888"/>
                </a:cubicBezTo>
                <a:cubicBezTo>
                  <a:pt x="637835" y="109861"/>
                  <a:pt x="641490" y="108347"/>
                  <a:pt x="645010" y="106346"/>
                </a:cubicBezTo>
                <a:lnTo>
                  <a:pt x="645010" y="74572"/>
                </a:lnTo>
                <a:cubicBezTo>
                  <a:pt x="645010" y="69048"/>
                  <a:pt x="644590" y="65433"/>
                  <a:pt x="643751" y="63727"/>
                </a:cubicBezTo>
                <a:cubicBezTo>
                  <a:pt x="642912" y="62021"/>
                  <a:pt x="641612" y="60722"/>
                  <a:pt x="639852" y="59828"/>
                </a:cubicBezTo>
                <a:cubicBezTo>
                  <a:pt x="638092" y="58934"/>
                  <a:pt x="634991" y="58488"/>
                  <a:pt x="630551" y="58488"/>
                </a:cubicBezTo>
                <a:lnTo>
                  <a:pt x="630551" y="55401"/>
                </a:lnTo>
                <a:lnTo>
                  <a:pt x="673198" y="55401"/>
                </a:lnTo>
                <a:lnTo>
                  <a:pt x="673198" y="58488"/>
                </a:lnTo>
                <a:lnTo>
                  <a:pt x="671167" y="58488"/>
                </a:lnTo>
                <a:cubicBezTo>
                  <a:pt x="666943" y="58488"/>
                  <a:pt x="664046" y="59896"/>
                  <a:pt x="662475" y="62712"/>
                </a:cubicBezTo>
                <a:cubicBezTo>
                  <a:pt x="661392" y="64715"/>
                  <a:pt x="660851" y="68669"/>
                  <a:pt x="660851" y="74572"/>
                </a:cubicBezTo>
                <a:lnTo>
                  <a:pt x="660851" y="108220"/>
                </a:lnTo>
                <a:cubicBezTo>
                  <a:pt x="654623" y="111571"/>
                  <a:pt x="648476" y="114030"/>
                  <a:pt x="642411" y="115597"/>
                </a:cubicBezTo>
                <a:cubicBezTo>
                  <a:pt x="636345" y="117166"/>
                  <a:pt x="629603" y="117950"/>
                  <a:pt x="622184" y="117950"/>
                </a:cubicBezTo>
                <a:cubicBezTo>
                  <a:pt x="600901" y="117950"/>
                  <a:pt x="584735" y="111136"/>
                  <a:pt x="573688" y="97507"/>
                </a:cubicBezTo>
                <a:cubicBezTo>
                  <a:pt x="565402" y="87287"/>
                  <a:pt x="561259" y="75498"/>
                  <a:pt x="561259" y="62141"/>
                </a:cubicBezTo>
                <a:cubicBezTo>
                  <a:pt x="561259" y="52460"/>
                  <a:pt x="563588" y="43186"/>
                  <a:pt x="568245" y="34318"/>
                </a:cubicBezTo>
                <a:cubicBezTo>
                  <a:pt x="573769" y="23772"/>
                  <a:pt x="581351" y="15659"/>
                  <a:pt x="590990" y="9981"/>
                </a:cubicBezTo>
                <a:cubicBezTo>
                  <a:pt x="599059" y="5277"/>
                  <a:pt x="608591" y="2924"/>
                  <a:pt x="619584" y="2924"/>
                </a:cubicBezTo>
                <a:cubicBezTo>
                  <a:pt x="623592" y="2924"/>
                  <a:pt x="627234" y="3249"/>
                  <a:pt x="630510" y="3899"/>
                </a:cubicBezTo>
                <a:cubicBezTo>
                  <a:pt x="633786" y="4549"/>
                  <a:pt x="638430" y="5984"/>
                  <a:pt x="644442" y="8205"/>
                </a:cubicBezTo>
                <a:cubicBezTo>
                  <a:pt x="647474" y="9342"/>
                  <a:pt x="649505" y="9910"/>
                  <a:pt x="650534" y="9910"/>
                </a:cubicBezTo>
                <a:cubicBezTo>
                  <a:pt x="651563" y="9910"/>
                  <a:pt x="652443" y="9437"/>
                  <a:pt x="653174" y="8489"/>
                </a:cubicBezTo>
                <a:cubicBezTo>
                  <a:pt x="653905" y="7541"/>
                  <a:pt x="654352" y="5686"/>
                  <a:pt x="654514" y="2924"/>
                </a:cubicBezTo>
                <a:lnTo>
                  <a:pt x="657520" y="2924"/>
                </a:lnTo>
                <a:close/>
                <a:moveTo>
                  <a:pt x="770371" y="84970"/>
                </a:moveTo>
                <a:lnTo>
                  <a:pt x="773051" y="85541"/>
                </a:lnTo>
                <a:lnTo>
                  <a:pt x="763628" y="115513"/>
                </a:lnTo>
                <a:lnTo>
                  <a:pt x="678334" y="115513"/>
                </a:lnTo>
                <a:lnTo>
                  <a:pt x="678334" y="112426"/>
                </a:lnTo>
                <a:lnTo>
                  <a:pt x="682477" y="112426"/>
                </a:lnTo>
                <a:cubicBezTo>
                  <a:pt x="687134" y="112426"/>
                  <a:pt x="690465" y="110925"/>
                  <a:pt x="692469" y="107923"/>
                </a:cubicBezTo>
                <a:cubicBezTo>
                  <a:pt x="693606" y="106207"/>
                  <a:pt x="694174" y="102238"/>
                  <a:pt x="694174" y="96017"/>
                </a:cubicBezTo>
                <a:lnTo>
                  <a:pt x="694174" y="24857"/>
                </a:lnTo>
                <a:cubicBezTo>
                  <a:pt x="694174" y="18013"/>
                  <a:pt x="693416" y="13729"/>
                  <a:pt x="691900" y="12005"/>
                </a:cubicBezTo>
                <a:cubicBezTo>
                  <a:pt x="689788" y="9634"/>
                  <a:pt x="686647" y="8448"/>
                  <a:pt x="682477" y="8448"/>
                </a:cubicBezTo>
                <a:lnTo>
                  <a:pt x="678334" y="8448"/>
                </a:lnTo>
                <a:lnTo>
                  <a:pt x="678334" y="5361"/>
                </a:lnTo>
                <a:lnTo>
                  <a:pt x="728211" y="5361"/>
                </a:lnTo>
                <a:lnTo>
                  <a:pt x="728211" y="8448"/>
                </a:lnTo>
                <a:cubicBezTo>
                  <a:pt x="722362" y="8394"/>
                  <a:pt x="718260" y="8931"/>
                  <a:pt x="715904" y="10058"/>
                </a:cubicBezTo>
                <a:cubicBezTo>
                  <a:pt x="713548" y="11185"/>
                  <a:pt x="711937" y="12607"/>
                  <a:pt x="711071" y="14325"/>
                </a:cubicBezTo>
                <a:cubicBezTo>
                  <a:pt x="710204" y="16043"/>
                  <a:pt x="709771" y="20149"/>
                  <a:pt x="709771" y="26644"/>
                </a:cubicBezTo>
                <a:lnTo>
                  <a:pt x="709771" y="95923"/>
                </a:lnTo>
                <a:cubicBezTo>
                  <a:pt x="709771" y="100423"/>
                  <a:pt x="710204" y="103513"/>
                  <a:pt x="711071" y="105194"/>
                </a:cubicBezTo>
                <a:cubicBezTo>
                  <a:pt x="711721" y="106331"/>
                  <a:pt x="712723" y="107171"/>
                  <a:pt x="714076" y="107715"/>
                </a:cubicBezTo>
                <a:cubicBezTo>
                  <a:pt x="715430" y="108256"/>
                  <a:pt x="719654" y="108527"/>
                  <a:pt x="726749" y="108527"/>
                </a:cubicBezTo>
                <a:lnTo>
                  <a:pt x="734791" y="108527"/>
                </a:lnTo>
                <a:cubicBezTo>
                  <a:pt x="743239" y="108527"/>
                  <a:pt x="749169" y="107903"/>
                  <a:pt x="752581" y="106654"/>
                </a:cubicBezTo>
                <a:cubicBezTo>
                  <a:pt x="755993" y="105403"/>
                  <a:pt x="759107" y="103189"/>
                  <a:pt x="761923" y="100010"/>
                </a:cubicBezTo>
                <a:cubicBezTo>
                  <a:pt x="764739" y="96830"/>
                  <a:pt x="767555" y="91817"/>
                  <a:pt x="770371" y="84970"/>
                </a:cubicBezTo>
                <a:close/>
                <a:moveTo>
                  <a:pt x="785179" y="143295"/>
                </a:moveTo>
                <a:lnTo>
                  <a:pt x="785179" y="139710"/>
                </a:lnTo>
                <a:cubicBezTo>
                  <a:pt x="790757" y="137864"/>
                  <a:pt x="795076" y="134999"/>
                  <a:pt x="798136" y="131115"/>
                </a:cubicBezTo>
                <a:cubicBezTo>
                  <a:pt x="801195" y="127231"/>
                  <a:pt x="802725" y="123117"/>
                  <a:pt x="802725" y="118773"/>
                </a:cubicBezTo>
                <a:cubicBezTo>
                  <a:pt x="802725" y="117740"/>
                  <a:pt x="802482" y="116871"/>
                  <a:pt x="801994" y="116165"/>
                </a:cubicBezTo>
                <a:cubicBezTo>
                  <a:pt x="801615" y="115676"/>
                  <a:pt x="801236" y="115432"/>
                  <a:pt x="800857" y="115432"/>
                </a:cubicBezTo>
                <a:cubicBezTo>
                  <a:pt x="800261" y="115432"/>
                  <a:pt x="798961" y="115973"/>
                  <a:pt x="796958" y="117056"/>
                </a:cubicBezTo>
                <a:cubicBezTo>
                  <a:pt x="795983" y="117544"/>
                  <a:pt x="794954" y="117788"/>
                  <a:pt x="793871" y="117788"/>
                </a:cubicBezTo>
                <a:cubicBezTo>
                  <a:pt x="791217" y="117788"/>
                  <a:pt x="789105" y="117002"/>
                  <a:pt x="787535" y="115432"/>
                </a:cubicBezTo>
                <a:cubicBezTo>
                  <a:pt x="785964" y="113861"/>
                  <a:pt x="785179" y="111695"/>
                  <a:pt x="785179" y="108933"/>
                </a:cubicBezTo>
                <a:cubicBezTo>
                  <a:pt x="785179" y="106280"/>
                  <a:pt x="786194" y="104005"/>
                  <a:pt x="788225" y="102110"/>
                </a:cubicBezTo>
                <a:cubicBezTo>
                  <a:pt x="790256" y="100214"/>
                  <a:pt x="792734" y="99266"/>
                  <a:pt x="795658" y="99266"/>
                </a:cubicBezTo>
                <a:cubicBezTo>
                  <a:pt x="799232" y="99266"/>
                  <a:pt x="802414" y="100827"/>
                  <a:pt x="805203" y="103948"/>
                </a:cubicBezTo>
                <a:cubicBezTo>
                  <a:pt x="807992" y="107067"/>
                  <a:pt x="809386" y="111203"/>
                  <a:pt x="809386" y="116356"/>
                </a:cubicBezTo>
                <a:cubicBezTo>
                  <a:pt x="809386" y="121946"/>
                  <a:pt x="807450" y="127141"/>
                  <a:pt x="803578" y="131942"/>
                </a:cubicBezTo>
                <a:cubicBezTo>
                  <a:pt x="799706" y="136744"/>
                  <a:pt x="793573" y="140528"/>
                  <a:pt x="785179" y="143295"/>
                </a:cubicBezTo>
                <a:close/>
                <a:moveTo>
                  <a:pt x="935245" y="78633"/>
                </a:moveTo>
                <a:lnTo>
                  <a:pt x="892598" y="78633"/>
                </a:lnTo>
                <a:lnTo>
                  <a:pt x="885124" y="96017"/>
                </a:lnTo>
                <a:cubicBezTo>
                  <a:pt x="883283" y="100275"/>
                  <a:pt x="882362" y="103454"/>
                  <a:pt x="882362" y="105554"/>
                </a:cubicBezTo>
                <a:cubicBezTo>
                  <a:pt x="882362" y="107226"/>
                  <a:pt x="883161" y="108695"/>
                  <a:pt x="884759" y="109961"/>
                </a:cubicBezTo>
                <a:cubicBezTo>
                  <a:pt x="886356" y="111227"/>
                  <a:pt x="889809" y="112049"/>
                  <a:pt x="895116" y="112426"/>
                </a:cubicBezTo>
                <a:lnTo>
                  <a:pt x="895116" y="115513"/>
                </a:lnTo>
                <a:lnTo>
                  <a:pt x="860429" y="115513"/>
                </a:lnTo>
                <a:lnTo>
                  <a:pt x="860429" y="112426"/>
                </a:lnTo>
                <a:cubicBezTo>
                  <a:pt x="865033" y="111616"/>
                  <a:pt x="868011" y="110562"/>
                  <a:pt x="869365" y="109266"/>
                </a:cubicBezTo>
                <a:cubicBezTo>
                  <a:pt x="872127" y="106671"/>
                  <a:pt x="875187" y="101403"/>
                  <a:pt x="878544" y="93461"/>
                </a:cubicBezTo>
                <a:lnTo>
                  <a:pt x="917292" y="2924"/>
                </a:lnTo>
                <a:lnTo>
                  <a:pt x="920136" y="2924"/>
                </a:lnTo>
                <a:lnTo>
                  <a:pt x="958477" y="94474"/>
                </a:lnTo>
                <a:cubicBezTo>
                  <a:pt x="961564" y="101805"/>
                  <a:pt x="964367" y="106563"/>
                  <a:pt x="966885" y="108748"/>
                </a:cubicBezTo>
                <a:cubicBezTo>
                  <a:pt x="969403" y="110931"/>
                  <a:pt x="972910" y="112157"/>
                  <a:pt x="977405" y="112426"/>
                </a:cubicBezTo>
                <a:lnTo>
                  <a:pt x="977405" y="115513"/>
                </a:lnTo>
                <a:lnTo>
                  <a:pt x="933945" y="115513"/>
                </a:lnTo>
                <a:lnTo>
                  <a:pt x="933945" y="112426"/>
                </a:lnTo>
                <a:cubicBezTo>
                  <a:pt x="938332" y="112211"/>
                  <a:pt x="941297" y="111484"/>
                  <a:pt x="942840" y="110243"/>
                </a:cubicBezTo>
                <a:cubicBezTo>
                  <a:pt x="944384" y="109003"/>
                  <a:pt x="945155" y="107493"/>
                  <a:pt x="945155" y="105714"/>
                </a:cubicBezTo>
                <a:cubicBezTo>
                  <a:pt x="945155" y="103342"/>
                  <a:pt x="944072" y="99595"/>
                  <a:pt x="941906" y="94474"/>
                </a:cubicBezTo>
                <a:lnTo>
                  <a:pt x="935245" y="78633"/>
                </a:lnTo>
                <a:moveTo>
                  <a:pt x="932970" y="72622"/>
                </a:moveTo>
                <a:lnTo>
                  <a:pt x="914287" y="28107"/>
                </a:lnTo>
                <a:lnTo>
                  <a:pt x="895116" y="72622"/>
                </a:lnTo>
                <a:lnTo>
                  <a:pt x="932970" y="72622"/>
                </a:lnTo>
                <a:close/>
                <a:moveTo>
                  <a:pt x="1005611" y="54670"/>
                </a:moveTo>
                <a:cubicBezTo>
                  <a:pt x="1014330" y="44218"/>
                  <a:pt x="1022643" y="38992"/>
                  <a:pt x="1030549" y="38992"/>
                </a:cubicBezTo>
                <a:cubicBezTo>
                  <a:pt x="1034611" y="38992"/>
                  <a:pt x="1038104" y="40005"/>
                  <a:pt x="1041028" y="42030"/>
                </a:cubicBezTo>
                <a:cubicBezTo>
                  <a:pt x="1043953" y="44054"/>
                  <a:pt x="1046282" y="47389"/>
                  <a:pt x="1048014" y="52035"/>
                </a:cubicBezTo>
                <a:cubicBezTo>
                  <a:pt x="1049206" y="55276"/>
                  <a:pt x="1049802" y="60244"/>
                  <a:pt x="1049802" y="66941"/>
                </a:cubicBezTo>
                <a:lnTo>
                  <a:pt x="1049802" y="98617"/>
                </a:lnTo>
                <a:cubicBezTo>
                  <a:pt x="1049802" y="103355"/>
                  <a:pt x="1050181" y="106569"/>
                  <a:pt x="1050939" y="108258"/>
                </a:cubicBezTo>
                <a:cubicBezTo>
                  <a:pt x="1051535" y="109620"/>
                  <a:pt x="1052496" y="110683"/>
                  <a:pt x="1053823" y="111446"/>
                </a:cubicBezTo>
                <a:cubicBezTo>
                  <a:pt x="1055149" y="112208"/>
                  <a:pt x="1057600" y="112589"/>
                  <a:pt x="1061174" y="112589"/>
                </a:cubicBezTo>
                <a:lnTo>
                  <a:pt x="1061174" y="115513"/>
                </a:lnTo>
                <a:lnTo>
                  <a:pt x="1024376" y="115513"/>
                </a:lnTo>
                <a:lnTo>
                  <a:pt x="1024376" y="112589"/>
                </a:lnTo>
                <a:lnTo>
                  <a:pt x="1025919" y="112589"/>
                </a:lnTo>
                <a:cubicBezTo>
                  <a:pt x="1029385" y="112589"/>
                  <a:pt x="1031809" y="112058"/>
                  <a:pt x="1033189" y="110997"/>
                </a:cubicBezTo>
                <a:cubicBezTo>
                  <a:pt x="1034570" y="109934"/>
                  <a:pt x="1035532" y="108368"/>
                  <a:pt x="1036073" y="106298"/>
                </a:cubicBezTo>
                <a:cubicBezTo>
                  <a:pt x="1036290" y="105481"/>
                  <a:pt x="1036398" y="102920"/>
                  <a:pt x="1036398" y="98617"/>
                </a:cubicBezTo>
                <a:lnTo>
                  <a:pt x="1036398" y="68205"/>
                </a:lnTo>
                <a:cubicBezTo>
                  <a:pt x="1036398" y="61446"/>
                  <a:pt x="1035518" y="56539"/>
                  <a:pt x="1033758" y="53484"/>
                </a:cubicBezTo>
                <a:cubicBezTo>
                  <a:pt x="1031998" y="50429"/>
                  <a:pt x="1029033" y="48902"/>
                  <a:pt x="1024863" y="48902"/>
                </a:cubicBezTo>
                <a:cubicBezTo>
                  <a:pt x="1018419" y="48902"/>
                  <a:pt x="1012001" y="52422"/>
                  <a:pt x="1005611" y="59462"/>
                </a:cubicBezTo>
                <a:lnTo>
                  <a:pt x="1005611" y="98617"/>
                </a:lnTo>
                <a:cubicBezTo>
                  <a:pt x="1005611" y="103682"/>
                  <a:pt x="1005909" y="106814"/>
                  <a:pt x="1006505" y="108014"/>
                </a:cubicBezTo>
                <a:cubicBezTo>
                  <a:pt x="1007263" y="109593"/>
                  <a:pt x="1008305" y="110751"/>
                  <a:pt x="1009632" y="111487"/>
                </a:cubicBezTo>
                <a:cubicBezTo>
                  <a:pt x="1010959" y="112221"/>
                  <a:pt x="1013653" y="112589"/>
                  <a:pt x="1017715" y="112589"/>
                </a:cubicBezTo>
                <a:lnTo>
                  <a:pt x="1017715" y="115513"/>
                </a:lnTo>
                <a:lnTo>
                  <a:pt x="980916" y="115513"/>
                </a:lnTo>
                <a:lnTo>
                  <a:pt x="980916" y="112589"/>
                </a:lnTo>
                <a:lnTo>
                  <a:pt x="982541" y="112589"/>
                </a:lnTo>
                <a:cubicBezTo>
                  <a:pt x="986332" y="112589"/>
                  <a:pt x="988891" y="111622"/>
                  <a:pt x="990217" y="109690"/>
                </a:cubicBezTo>
                <a:cubicBezTo>
                  <a:pt x="991544" y="107755"/>
                  <a:pt x="992208" y="104064"/>
                  <a:pt x="992208" y="98617"/>
                </a:cubicBezTo>
                <a:lnTo>
                  <a:pt x="992208" y="71160"/>
                </a:lnTo>
                <a:cubicBezTo>
                  <a:pt x="992208" y="62224"/>
                  <a:pt x="992004" y="56782"/>
                  <a:pt x="991598" y="54832"/>
                </a:cubicBezTo>
                <a:cubicBezTo>
                  <a:pt x="991192" y="52883"/>
                  <a:pt x="990569" y="51556"/>
                  <a:pt x="989730" y="50852"/>
                </a:cubicBezTo>
                <a:cubicBezTo>
                  <a:pt x="988891" y="50148"/>
                  <a:pt x="987767" y="49796"/>
                  <a:pt x="986359" y="49796"/>
                </a:cubicBezTo>
                <a:cubicBezTo>
                  <a:pt x="984842" y="49796"/>
                  <a:pt x="983028" y="50202"/>
                  <a:pt x="980916" y="51014"/>
                </a:cubicBezTo>
                <a:lnTo>
                  <a:pt x="979698" y="48090"/>
                </a:lnTo>
                <a:lnTo>
                  <a:pt x="1002118" y="38992"/>
                </a:lnTo>
                <a:lnTo>
                  <a:pt x="1005611" y="38992"/>
                </a:lnTo>
                <a:lnTo>
                  <a:pt x="1005611" y="54670"/>
                </a:lnTo>
                <a:close/>
                <a:moveTo>
                  <a:pt x="1119366" y="107151"/>
                </a:moveTo>
                <a:cubicBezTo>
                  <a:pt x="1115737" y="110940"/>
                  <a:pt x="1112190" y="113661"/>
                  <a:pt x="1108724" y="115312"/>
                </a:cubicBezTo>
                <a:cubicBezTo>
                  <a:pt x="1105258" y="116963"/>
                  <a:pt x="1101522" y="117788"/>
                  <a:pt x="1097514" y="117788"/>
                </a:cubicBezTo>
                <a:cubicBezTo>
                  <a:pt x="1089391" y="117788"/>
                  <a:pt x="1082296" y="114397"/>
                  <a:pt x="1076231" y="107616"/>
                </a:cubicBezTo>
                <a:cubicBezTo>
                  <a:pt x="1070166" y="100833"/>
                  <a:pt x="1067133" y="92117"/>
                  <a:pt x="1067133" y="81469"/>
                </a:cubicBezTo>
                <a:cubicBezTo>
                  <a:pt x="1067133" y="70822"/>
                  <a:pt x="1070491" y="61081"/>
                  <a:pt x="1077206" y="52245"/>
                </a:cubicBezTo>
                <a:cubicBezTo>
                  <a:pt x="1083921" y="43410"/>
                  <a:pt x="1092559" y="38992"/>
                  <a:pt x="1103119" y="38992"/>
                </a:cubicBezTo>
                <a:cubicBezTo>
                  <a:pt x="1109672" y="38992"/>
                  <a:pt x="1115087" y="41076"/>
                  <a:pt x="1119366" y="45244"/>
                </a:cubicBezTo>
                <a:lnTo>
                  <a:pt x="1119366" y="31356"/>
                </a:lnTo>
                <a:cubicBezTo>
                  <a:pt x="1119366" y="22889"/>
                  <a:pt x="1119163" y="17685"/>
                  <a:pt x="1118756" y="15744"/>
                </a:cubicBezTo>
                <a:cubicBezTo>
                  <a:pt x="1118350" y="13803"/>
                  <a:pt x="1117714" y="12481"/>
                  <a:pt x="1116847" y="11779"/>
                </a:cubicBezTo>
                <a:cubicBezTo>
                  <a:pt x="1115981" y="11075"/>
                  <a:pt x="1114898" y="10723"/>
                  <a:pt x="1113598" y="10723"/>
                </a:cubicBezTo>
                <a:cubicBezTo>
                  <a:pt x="1112190" y="10723"/>
                  <a:pt x="1110322" y="11156"/>
                  <a:pt x="1107993" y="12022"/>
                </a:cubicBezTo>
                <a:lnTo>
                  <a:pt x="1106937" y="9098"/>
                </a:lnTo>
                <a:lnTo>
                  <a:pt x="1129114" y="0"/>
                </a:lnTo>
                <a:lnTo>
                  <a:pt x="1132769" y="0"/>
                </a:lnTo>
                <a:lnTo>
                  <a:pt x="1132769" y="86107"/>
                </a:lnTo>
                <a:cubicBezTo>
                  <a:pt x="1132769" y="94790"/>
                  <a:pt x="1132972" y="100089"/>
                  <a:pt x="1133378" y="102003"/>
                </a:cubicBezTo>
                <a:cubicBezTo>
                  <a:pt x="1133785" y="103917"/>
                  <a:pt x="1134434" y="105253"/>
                  <a:pt x="1135328" y="106011"/>
                </a:cubicBezTo>
                <a:cubicBezTo>
                  <a:pt x="1136222" y="106768"/>
                  <a:pt x="1137264" y="107146"/>
                  <a:pt x="1138455" y="107146"/>
                </a:cubicBezTo>
                <a:cubicBezTo>
                  <a:pt x="1139918" y="107146"/>
                  <a:pt x="1141867" y="106686"/>
                  <a:pt x="1144304" y="105765"/>
                </a:cubicBezTo>
                <a:lnTo>
                  <a:pt x="1145198" y="108689"/>
                </a:lnTo>
                <a:lnTo>
                  <a:pt x="1123102" y="117788"/>
                </a:lnTo>
                <a:lnTo>
                  <a:pt x="1119366" y="117788"/>
                </a:lnTo>
                <a:lnTo>
                  <a:pt x="1119366" y="107151"/>
                </a:lnTo>
                <a:moveTo>
                  <a:pt x="1119366" y="101478"/>
                </a:moveTo>
                <a:lnTo>
                  <a:pt x="1119366" y="63232"/>
                </a:lnTo>
                <a:cubicBezTo>
                  <a:pt x="1119041" y="59558"/>
                  <a:pt x="1118066" y="56209"/>
                  <a:pt x="1116441" y="53185"/>
                </a:cubicBezTo>
                <a:cubicBezTo>
                  <a:pt x="1114817" y="50159"/>
                  <a:pt x="1112664" y="47877"/>
                  <a:pt x="1109983" y="46338"/>
                </a:cubicBezTo>
                <a:cubicBezTo>
                  <a:pt x="1107303" y="44798"/>
                  <a:pt x="1104690" y="44028"/>
                  <a:pt x="1102144" y="44028"/>
                </a:cubicBezTo>
                <a:cubicBezTo>
                  <a:pt x="1097379" y="44028"/>
                  <a:pt x="1093128" y="46162"/>
                  <a:pt x="1089391" y="50430"/>
                </a:cubicBezTo>
                <a:cubicBezTo>
                  <a:pt x="1084463" y="56047"/>
                  <a:pt x="1081999" y="64258"/>
                  <a:pt x="1081999" y="75062"/>
                </a:cubicBezTo>
                <a:cubicBezTo>
                  <a:pt x="1081999" y="85974"/>
                  <a:pt x="1084381" y="94334"/>
                  <a:pt x="1089147" y="100142"/>
                </a:cubicBezTo>
                <a:cubicBezTo>
                  <a:pt x="1093913" y="105949"/>
                  <a:pt x="1099220" y="108852"/>
                  <a:pt x="1105069" y="108852"/>
                </a:cubicBezTo>
                <a:cubicBezTo>
                  <a:pt x="1109997" y="108852"/>
                  <a:pt x="1114763" y="106394"/>
                  <a:pt x="1119366" y="101478"/>
                </a:cubicBezTo>
                <a:close/>
                <a:moveTo>
                  <a:pt x="1171465" y="38992"/>
                </a:moveTo>
                <a:lnTo>
                  <a:pt x="1171465" y="55726"/>
                </a:lnTo>
                <a:cubicBezTo>
                  <a:pt x="1177693" y="44570"/>
                  <a:pt x="1184083" y="38992"/>
                  <a:pt x="1190636" y="38992"/>
                </a:cubicBezTo>
                <a:cubicBezTo>
                  <a:pt x="1193614" y="38992"/>
                  <a:pt x="1196078" y="39899"/>
                  <a:pt x="1198028" y="41713"/>
                </a:cubicBezTo>
                <a:cubicBezTo>
                  <a:pt x="1199978" y="43527"/>
                  <a:pt x="1200952" y="45626"/>
                  <a:pt x="1200952" y="48009"/>
                </a:cubicBezTo>
                <a:cubicBezTo>
                  <a:pt x="1200952" y="50121"/>
                  <a:pt x="1200248" y="51908"/>
                  <a:pt x="1198840" y="53370"/>
                </a:cubicBezTo>
                <a:cubicBezTo>
                  <a:pt x="1197432" y="54832"/>
                  <a:pt x="1195754" y="55563"/>
                  <a:pt x="1193804" y="55563"/>
                </a:cubicBezTo>
                <a:cubicBezTo>
                  <a:pt x="1191908" y="55563"/>
                  <a:pt x="1189783" y="54643"/>
                  <a:pt x="1187427" y="52801"/>
                </a:cubicBezTo>
                <a:cubicBezTo>
                  <a:pt x="1185071" y="50960"/>
                  <a:pt x="1183325" y="50039"/>
                  <a:pt x="1182188" y="50039"/>
                </a:cubicBezTo>
                <a:cubicBezTo>
                  <a:pt x="1181213" y="50039"/>
                  <a:pt x="1180157" y="50577"/>
                  <a:pt x="1179020" y="51651"/>
                </a:cubicBezTo>
                <a:cubicBezTo>
                  <a:pt x="1176583" y="53856"/>
                  <a:pt x="1174064" y="57486"/>
                  <a:pt x="1171465" y="62539"/>
                </a:cubicBezTo>
                <a:lnTo>
                  <a:pt x="1171465" y="98129"/>
                </a:lnTo>
                <a:cubicBezTo>
                  <a:pt x="1171465" y="102248"/>
                  <a:pt x="1171979" y="105364"/>
                  <a:pt x="1173008" y="107476"/>
                </a:cubicBezTo>
                <a:cubicBezTo>
                  <a:pt x="1173712" y="108940"/>
                  <a:pt x="1174958" y="110158"/>
                  <a:pt x="1176745" y="111132"/>
                </a:cubicBezTo>
                <a:cubicBezTo>
                  <a:pt x="1178532" y="112103"/>
                  <a:pt x="1181105" y="112589"/>
                  <a:pt x="1184462" y="112589"/>
                </a:cubicBezTo>
                <a:lnTo>
                  <a:pt x="1184462" y="115513"/>
                </a:lnTo>
                <a:lnTo>
                  <a:pt x="1146364" y="115513"/>
                </a:lnTo>
                <a:lnTo>
                  <a:pt x="1146364" y="112589"/>
                </a:lnTo>
                <a:cubicBezTo>
                  <a:pt x="1150155" y="112589"/>
                  <a:pt x="1152971" y="111986"/>
                  <a:pt x="1154812" y="110781"/>
                </a:cubicBezTo>
                <a:cubicBezTo>
                  <a:pt x="1156166" y="109905"/>
                  <a:pt x="1157114" y="108508"/>
                  <a:pt x="1157655" y="106590"/>
                </a:cubicBezTo>
                <a:cubicBezTo>
                  <a:pt x="1157926" y="105658"/>
                  <a:pt x="1158061" y="103000"/>
                  <a:pt x="1158061" y="98617"/>
                </a:cubicBezTo>
                <a:lnTo>
                  <a:pt x="1158061" y="70023"/>
                </a:lnTo>
                <a:cubicBezTo>
                  <a:pt x="1158061" y="61358"/>
                  <a:pt x="1157885" y="56200"/>
                  <a:pt x="1157533" y="54548"/>
                </a:cubicBezTo>
                <a:cubicBezTo>
                  <a:pt x="1157181" y="52896"/>
                  <a:pt x="1156532" y="51691"/>
                  <a:pt x="1155584" y="50933"/>
                </a:cubicBezTo>
                <a:cubicBezTo>
                  <a:pt x="1154636" y="50175"/>
                  <a:pt x="1153458" y="49796"/>
                  <a:pt x="1152050" y="49796"/>
                </a:cubicBezTo>
                <a:cubicBezTo>
                  <a:pt x="1150371" y="49796"/>
                  <a:pt x="1148476" y="50202"/>
                  <a:pt x="1146364" y="51014"/>
                </a:cubicBezTo>
                <a:lnTo>
                  <a:pt x="1145552" y="48090"/>
                </a:lnTo>
                <a:lnTo>
                  <a:pt x="1168053" y="38992"/>
                </a:lnTo>
                <a:lnTo>
                  <a:pt x="1171465" y="38992"/>
                </a:lnTo>
                <a:close/>
                <a:moveTo>
                  <a:pt x="1241147" y="38992"/>
                </a:moveTo>
                <a:cubicBezTo>
                  <a:pt x="1252411" y="38992"/>
                  <a:pt x="1261455" y="43266"/>
                  <a:pt x="1268279" y="51814"/>
                </a:cubicBezTo>
                <a:cubicBezTo>
                  <a:pt x="1274073" y="59116"/>
                  <a:pt x="1276971" y="67502"/>
                  <a:pt x="1276971" y="76971"/>
                </a:cubicBezTo>
                <a:cubicBezTo>
                  <a:pt x="1276971" y="83625"/>
                  <a:pt x="1275373" y="90360"/>
                  <a:pt x="1272178" y="97177"/>
                </a:cubicBezTo>
                <a:cubicBezTo>
                  <a:pt x="1268983" y="103992"/>
                  <a:pt x="1264583" y="109131"/>
                  <a:pt x="1258978" y="112594"/>
                </a:cubicBezTo>
                <a:cubicBezTo>
                  <a:pt x="1253373" y="116056"/>
                  <a:pt x="1247131" y="117788"/>
                  <a:pt x="1240253" y="117788"/>
                </a:cubicBezTo>
                <a:cubicBezTo>
                  <a:pt x="1229043" y="117788"/>
                  <a:pt x="1220135" y="113324"/>
                  <a:pt x="1213528" y="104397"/>
                </a:cubicBezTo>
                <a:cubicBezTo>
                  <a:pt x="1207950" y="96878"/>
                  <a:pt x="1205161" y="88439"/>
                  <a:pt x="1205161" y="79080"/>
                </a:cubicBezTo>
                <a:cubicBezTo>
                  <a:pt x="1205161" y="72263"/>
                  <a:pt x="1206853" y="65487"/>
                  <a:pt x="1210238" y="58752"/>
                </a:cubicBezTo>
                <a:cubicBezTo>
                  <a:pt x="1213623" y="52016"/>
                  <a:pt x="1218077" y="47039"/>
                  <a:pt x="1223601" y="43820"/>
                </a:cubicBezTo>
                <a:cubicBezTo>
                  <a:pt x="1229125" y="40601"/>
                  <a:pt x="1234973" y="38992"/>
                  <a:pt x="1241147" y="38992"/>
                </a:cubicBezTo>
                <a:moveTo>
                  <a:pt x="1238629" y="44353"/>
                </a:moveTo>
                <a:cubicBezTo>
                  <a:pt x="1235759" y="44353"/>
                  <a:pt x="1232875" y="45204"/>
                  <a:pt x="1229978" y="46904"/>
                </a:cubicBezTo>
                <a:cubicBezTo>
                  <a:pt x="1227080" y="48603"/>
                  <a:pt x="1224738" y="51585"/>
                  <a:pt x="1222951" y="55848"/>
                </a:cubicBezTo>
                <a:cubicBezTo>
                  <a:pt x="1221164" y="60111"/>
                  <a:pt x="1220270" y="65587"/>
                  <a:pt x="1220270" y="72277"/>
                </a:cubicBezTo>
                <a:cubicBezTo>
                  <a:pt x="1220270" y="83069"/>
                  <a:pt x="1222423" y="92378"/>
                  <a:pt x="1226728" y="100203"/>
                </a:cubicBezTo>
                <a:cubicBezTo>
                  <a:pt x="1231034" y="108027"/>
                  <a:pt x="1236706" y="111939"/>
                  <a:pt x="1243747" y="111939"/>
                </a:cubicBezTo>
                <a:cubicBezTo>
                  <a:pt x="1249000" y="111939"/>
                  <a:pt x="1253332" y="109780"/>
                  <a:pt x="1256744" y="105463"/>
                </a:cubicBezTo>
                <a:cubicBezTo>
                  <a:pt x="1260156" y="101146"/>
                  <a:pt x="1261861" y="93727"/>
                  <a:pt x="1261861" y="83205"/>
                </a:cubicBezTo>
                <a:cubicBezTo>
                  <a:pt x="1261861" y="70039"/>
                  <a:pt x="1259018" y="59678"/>
                  <a:pt x="1253332" y="52124"/>
                </a:cubicBezTo>
                <a:cubicBezTo>
                  <a:pt x="1249487" y="46943"/>
                  <a:pt x="1244586" y="44353"/>
                  <a:pt x="1238629" y="44353"/>
                </a:cubicBezTo>
                <a:close/>
                <a:moveTo>
                  <a:pt x="1306568" y="0"/>
                </a:moveTo>
                <a:cubicBezTo>
                  <a:pt x="1308843" y="0"/>
                  <a:pt x="1310779" y="803"/>
                  <a:pt x="1312376" y="2409"/>
                </a:cubicBezTo>
                <a:cubicBezTo>
                  <a:pt x="1313974" y="4013"/>
                  <a:pt x="1314773" y="5959"/>
                  <a:pt x="1314773" y="8245"/>
                </a:cubicBezTo>
                <a:cubicBezTo>
                  <a:pt x="1314773" y="10531"/>
                  <a:pt x="1313974" y="12491"/>
                  <a:pt x="1312376" y="14124"/>
                </a:cubicBezTo>
                <a:cubicBezTo>
                  <a:pt x="1310779" y="15756"/>
                  <a:pt x="1308843" y="16571"/>
                  <a:pt x="1306568" y="16571"/>
                </a:cubicBezTo>
                <a:cubicBezTo>
                  <a:pt x="1304294" y="16571"/>
                  <a:pt x="1302344" y="15756"/>
                  <a:pt x="1300719" y="14124"/>
                </a:cubicBezTo>
                <a:cubicBezTo>
                  <a:pt x="1299095" y="12491"/>
                  <a:pt x="1298283" y="10531"/>
                  <a:pt x="1298283" y="8245"/>
                </a:cubicBezTo>
                <a:cubicBezTo>
                  <a:pt x="1298283" y="5959"/>
                  <a:pt x="1299081" y="4013"/>
                  <a:pt x="1300679" y="2409"/>
                </a:cubicBezTo>
                <a:cubicBezTo>
                  <a:pt x="1302276" y="803"/>
                  <a:pt x="1304240" y="0"/>
                  <a:pt x="1306568" y="0"/>
                </a:cubicBezTo>
                <a:moveTo>
                  <a:pt x="1313311" y="38992"/>
                </a:moveTo>
                <a:lnTo>
                  <a:pt x="1313311" y="98617"/>
                </a:lnTo>
                <a:cubicBezTo>
                  <a:pt x="1313311" y="103301"/>
                  <a:pt x="1313649" y="106420"/>
                  <a:pt x="1314326" y="107974"/>
                </a:cubicBezTo>
                <a:cubicBezTo>
                  <a:pt x="1315003" y="109526"/>
                  <a:pt x="1316005" y="110683"/>
                  <a:pt x="1317332" y="111446"/>
                </a:cubicBezTo>
                <a:cubicBezTo>
                  <a:pt x="1318658" y="112208"/>
                  <a:pt x="1321082" y="112589"/>
                  <a:pt x="1324602" y="112589"/>
                </a:cubicBezTo>
                <a:lnTo>
                  <a:pt x="1324602" y="115513"/>
                </a:lnTo>
                <a:lnTo>
                  <a:pt x="1288453" y="115513"/>
                </a:lnTo>
                <a:lnTo>
                  <a:pt x="1288453" y="112589"/>
                </a:lnTo>
                <a:cubicBezTo>
                  <a:pt x="1292082" y="112589"/>
                  <a:pt x="1294519" y="112235"/>
                  <a:pt x="1295764" y="111528"/>
                </a:cubicBezTo>
                <a:cubicBezTo>
                  <a:pt x="1297010" y="110818"/>
                  <a:pt x="1297998" y="109647"/>
                  <a:pt x="1298729" y="108014"/>
                </a:cubicBezTo>
                <a:cubicBezTo>
                  <a:pt x="1299460" y="106379"/>
                  <a:pt x="1299826" y="103247"/>
                  <a:pt x="1299826" y="98617"/>
                </a:cubicBezTo>
                <a:lnTo>
                  <a:pt x="1299826" y="70185"/>
                </a:lnTo>
                <a:cubicBezTo>
                  <a:pt x="1299826" y="62082"/>
                  <a:pt x="1299582" y="56834"/>
                  <a:pt x="1299095" y="54441"/>
                </a:cubicBezTo>
                <a:cubicBezTo>
                  <a:pt x="1298716" y="52700"/>
                  <a:pt x="1298120" y="51491"/>
                  <a:pt x="1297308" y="50814"/>
                </a:cubicBezTo>
                <a:cubicBezTo>
                  <a:pt x="1296495" y="50135"/>
                  <a:pt x="1295385" y="49796"/>
                  <a:pt x="1293977" y="49796"/>
                </a:cubicBezTo>
                <a:cubicBezTo>
                  <a:pt x="1292461" y="49796"/>
                  <a:pt x="1290620" y="50202"/>
                  <a:pt x="1288453" y="51014"/>
                </a:cubicBezTo>
                <a:lnTo>
                  <a:pt x="1287316" y="48090"/>
                </a:lnTo>
                <a:lnTo>
                  <a:pt x="1309736" y="38992"/>
                </a:lnTo>
                <a:lnTo>
                  <a:pt x="1313311" y="38992"/>
                </a:lnTo>
                <a:close/>
                <a:moveTo>
                  <a:pt x="1386378" y="107151"/>
                </a:moveTo>
                <a:cubicBezTo>
                  <a:pt x="1382750" y="110940"/>
                  <a:pt x="1379203" y="113661"/>
                  <a:pt x="1375737" y="115312"/>
                </a:cubicBezTo>
                <a:cubicBezTo>
                  <a:pt x="1372271" y="116963"/>
                  <a:pt x="1368534" y="117788"/>
                  <a:pt x="1364527" y="117788"/>
                </a:cubicBezTo>
                <a:cubicBezTo>
                  <a:pt x="1356403" y="117788"/>
                  <a:pt x="1349309" y="114397"/>
                  <a:pt x="1343244" y="107616"/>
                </a:cubicBezTo>
                <a:cubicBezTo>
                  <a:pt x="1337178" y="100833"/>
                  <a:pt x="1334146" y="92117"/>
                  <a:pt x="1334146" y="81469"/>
                </a:cubicBezTo>
                <a:cubicBezTo>
                  <a:pt x="1334146" y="70822"/>
                  <a:pt x="1337503" y="61081"/>
                  <a:pt x="1344218" y="52245"/>
                </a:cubicBezTo>
                <a:cubicBezTo>
                  <a:pt x="1350934" y="43410"/>
                  <a:pt x="1359571" y="38992"/>
                  <a:pt x="1370132" y="38992"/>
                </a:cubicBezTo>
                <a:cubicBezTo>
                  <a:pt x="1376685" y="38992"/>
                  <a:pt x="1382100" y="41076"/>
                  <a:pt x="1386378" y="45244"/>
                </a:cubicBezTo>
                <a:lnTo>
                  <a:pt x="1386378" y="31356"/>
                </a:lnTo>
                <a:cubicBezTo>
                  <a:pt x="1386378" y="22889"/>
                  <a:pt x="1386175" y="17685"/>
                  <a:pt x="1385769" y="15744"/>
                </a:cubicBezTo>
                <a:cubicBezTo>
                  <a:pt x="1385363" y="13803"/>
                  <a:pt x="1384727" y="12481"/>
                  <a:pt x="1383860" y="11779"/>
                </a:cubicBezTo>
                <a:cubicBezTo>
                  <a:pt x="1382994" y="11075"/>
                  <a:pt x="1381911" y="10723"/>
                  <a:pt x="1380611" y="10723"/>
                </a:cubicBezTo>
                <a:cubicBezTo>
                  <a:pt x="1379203" y="10723"/>
                  <a:pt x="1377334" y="11156"/>
                  <a:pt x="1375006" y="12022"/>
                </a:cubicBezTo>
                <a:lnTo>
                  <a:pt x="1373950" y="9098"/>
                </a:lnTo>
                <a:lnTo>
                  <a:pt x="1396126" y="0"/>
                </a:lnTo>
                <a:lnTo>
                  <a:pt x="1399782" y="0"/>
                </a:lnTo>
                <a:lnTo>
                  <a:pt x="1399782" y="86107"/>
                </a:lnTo>
                <a:cubicBezTo>
                  <a:pt x="1399782" y="94790"/>
                  <a:pt x="1399985" y="100089"/>
                  <a:pt x="1400391" y="102003"/>
                </a:cubicBezTo>
                <a:cubicBezTo>
                  <a:pt x="1400797" y="103917"/>
                  <a:pt x="1401447" y="105253"/>
                  <a:pt x="1402341" y="106011"/>
                </a:cubicBezTo>
                <a:cubicBezTo>
                  <a:pt x="1403234" y="106768"/>
                  <a:pt x="1404277" y="107146"/>
                  <a:pt x="1405468" y="107146"/>
                </a:cubicBezTo>
                <a:cubicBezTo>
                  <a:pt x="1406930" y="107146"/>
                  <a:pt x="1408880" y="106686"/>
                  <a:pt x="1411317" y="105765"/>
                </a:cubicBezTo>
                <a:lnTo>
                  <a:pt x="1412210" y="108689"/>
                </a:lnTo>
                <a:lnTo>
                  <a:pt x="1390115" y="117788"/>
                </a:lnTo>
                <a:lnTo>
                  <a:pt x="1386378" y="117788"/>
                </a:lnTo>
                <a:lnTo>
                  <a:pt x="1386378" y="107151"/>
                </a:lnTo>
                <a:moveTo>
                  <a:pt x="1386378" y="101478"/>
                </a:moveTo>
                <a:lnTo>
                  <a:pt x="1386378" y="63232"/>
                </a:lnTo>
                <a:cubicBezTo>
                  <a:pt x="1386053" y="59558"/>
                  <a:pt x="1385079" y="56209"/>
                  <a:pt x="1383454" y="53185"/>
                </a:cubicBezTo>
                <a:cubicBezTo>
                  <a:pt x="1381829" y="50159"/>
                  <a:pt x="1379677" y="47877"/>
                  <a:pt x="1376996" y="46338"/>
                </a:cubicBezTo>
                <a:cubicBezTo>
                  <a:pt x="1374315" y="44798"/>
                  <a:pt x="1371702" y="44028"/>
                  <a:pt x="1369157" y="44028"/>
                </a:cubicBezTo>
                <a:cubicBezTo>
                  <a:pt x="1364391" y="44028"/>
                  <a:pt x="1360140" y="46162"/>
                  <a:pt x="1356403" y="50430"/>
                </a:cubicBezTo>
                <a:cubicBezTo>
                  <a:pt x="1351475" y="56047"/>
                  <a:pt x="1349011" y="64258"/>
                  <a:pt x="1349011" y="75062"/>
                </a:cubicBezTo>
                <a:cubicBezTo>
                  <a:pt x="1349011" y="85974"/>
                  <a:pt x="1351394" y="94334"/>
                  <a:pt x="1356160" y="100142"/>
                </a:cubicBezTo>
                <a:cubicBezTo>
                  <a:pt x="1360925" y="105949"/>
                  <a:pt x="1366233" y="108852"/>
                  <a:pt x="1372081" y="108852"/>
                </a:cubicBezTo>
                <a:cubicBezTo>
                  <a:pt x="1377009" y="108852"/>
                  <a:pt x="1381775" y="106394"/>
                  <a:pt x="1386378" y="101478"/>
                </a:cubicBezTo>
                <a:close/>
                <a:moveTo>
                  <a:pt x="1420444" y="143295"/>
                </a:moveTo>
                <a:lnTo>
                  <a:pt x="1420444" y="139710"/>
                </a:lnTo>
                <a:cubicBezTo>
                  <a:pt x="1426022" y="137864"/>
                  <a:pt x="1430340" y="134999"/>
                  <a:pt x="1433400" y="131115"/>
                </a:cubicBezTo>
                <a:cubicBezTo>
                  <a:pt x="1436460" y="127231"/>
                  <a:pt x="1437990" y="123117"/>
                  <a:pt x="1437990" y="118773"/>
                </a:cubicBezTo>
                <a:cubicBezTo>
                  <a:pt x="1437990" y="117740"/>
                  <a:pt x="1437746" y="116871"/>
                  <a:pt x="1437259" y="116165"/>
                </a:cubicBezTo>
                <a:cubicBezTo>
                  <a:pt x="1436880" y="115676"/>
                  <a:pt x="1436501" y="115432"/>
                  <a:pt x="1436121" y="115432"/>
                </a:cubicBezTo>
                <a:cubicBezTo>
                  <a:pt x="1435526" y="115432"/>
                  <a:pt x="1434226" y="115973"/>
                  <a:pt x="1432222" y="117056"/>
                </a:cubicBezTo>
                <a:cubicBezTo>
                  <a:pt x="1431248" y="117544"/>
                  <a:pt x="1430219" y="117788"/>
                  <a:pt x="1429135" y="117788"/>
                </a:cubicBezTo>
                <a:cubicBezTo>
                  <a:pt x="1426482" y="117788"/>
                  <a:pt x="1424370" y="117002"/>
                  <a:pt x="1422799" y="115432"/>
                </a:cubicBezTo>
                <a:cubicBezTo>
                  <a:pt x="1421229" y="113861"/>
                  <a:pt x="1420444" y="111695"/>
                  <a:pt x="1420444" y="108933"/>
                </a:cubicBezTo>
                <a:cubicBezTo>
                  <a:pt x="1420444" y="106280"/>
                  <a:pt x="1421459" y="104005"/>
                  <a:pt x="1423490" y="102110"/>
                </a:cubicBezTo>
                <a:cubicBezTo>
                  <a:pt x="1425521" y="100214"/>
                  <a:pt x="1427998" y="99266"/>
                  <a:pt x="1430923" y="99266"/>
                </a:cubicBezTo>
                <a:cubicBezTo>
                  <a:pt x="1434497" y="99266"/>
                  <a:pt x="1437678" y="100827"/>
                  <a:pt x="1440467" y="103948"/>
                </a:cubicBezTo>
                <a:cubicBezTo>
                  <a:pt x="1443256" y="107067"/>
                  <a:pt x="1444651" y="111203"/>
                  <a:pt x="1444651" y="116356"/>
                </a:cubicBezTo>
                <a:cubicBezTo>
                  <a:pt x="1444651" y="121946"/>
                  <a:pt x="1442715" y="127141"/>
                  <a:pt x="1438843" y="131942"/>
                </a:cubicBezTo>
                <a:cubicBezTo>
                  <a:pt x="1434971" y="136744"/>
                  <a:pt x="1428838" y="140528"/>
                  <a:pt x="1420444" y="143295"/>
                </a:cubicBezTo>
                <a:close/>
                <a:moveTo>
                  <a:pt x="1473747" y="99754"/>
                </a:moveTo>
                <a:cubicBezTo>
                  <a:pt x="1476292" y="99754"/>
                  <a:pt x="1478431" y="100634"/>
                  <a:pt x="1480164" y="102394"/>
                </a:cubicBezTo>
                <a:cubicBezTo>
                  <a:pt x="1481897" y="104154"/>
                  <a:pt x="1482764" y="106280"/>
                  <a:pt x="1482764" y="108771"/>
                </a:cubicBezTo>
                <a:cubicBezTo>
                  <a:pt x="1482764" y="111262"/>
                  <a:pt x="1481884" y="113387"/>
                  <a:pt x="1480124" y="115147"/>
                </a:cubicBezTo>
                <a:cubicBezTo>
                  <a:pt x="1478363" y="116908"/>
                  <a:pt x="1476238" y="117788"/>
                  <a:pt x="1473747" y="117788"/>
                </a:cubicBezTo>
                <a:cubicBezTo>
                  <a:pt x="1471256" y="117788"/>
                  <a:pt x="1469130" y="116908"/>
                  <a:pt x="1467370" y="115147"/>
                </a:cubicBezTo>
                <a:cubicBezTo>
                  <a:pt x="1465610" y="113387"/>
                  <a:pt x="1464730" y="111262"/>
                  <a:pt x="1464730" y="108771"/>
                </a:cubicBezTo>
                <a:cubicBezTo>
                  <a:pt x="1464730" y="106225"/>
                  <a:pt x="1465610" y="104086"/>
                  <a:pt x="1467370" y="102353"/>
                </a:cubicBezTo>
                <a:cubicBezTo>
                  <a:pt x="1469130" y="100620"/>
                  <a:pt x="1471256" y="99754"/>
                  <a:pt x="1473747" y="99754"/>
                </a:cubicBezTo>
                <a:close/>
                <a:moveTo>
                  <a:pt x="1515190" y="99754"/>
                </a:moveTo>
                <a:cubicBezTo>
                  <a:pt x="1517735" y="99754"/>
                  <a:pt x="1519874" y="100634"/>
                  <a:pt x="1521607" y="102394"/>
                </a:cubicBezTo>
                <a:cubicBezTo>
                  <a:pt x="1523340" y="104154"/>
                  <a:pt x="1524207" y="106280"/>
                  <a:pt x="1524207" y="108771"/>
                </a:cubicBezTo>
                <a:cubicBezTo>
                  <a:pt x="1524207" y="111262"/>
                  <a:pt x="1523327" y="113387"/>
                  <a:pt x="1521567" y="115147"/>
                </a:cubicBezTo>
                <a:cubicBezTo>
                  <a:pt x="1519807" y="116908"/>
                  <a:pt x="1517681" y="117788"/>
                  <a:pt x="1515190" y="117788"/>
                </a:cubicBezTo>
                <a:cubicBezTo>
                  <a:pt x="1512699" y="117788"/>
                  <a:pt x="1510573" y="116908"/>
                  <a:pt x="1508813" y="115147"/>
                </a:cubicBezTo>
                <a:cubicBezTo>
                  <a:pt x="1507053" y="113387"/>
                  <a:pt x="1506173" y="111262"/>
                  <a:pt x="1506173" y="108771"/>
                </a:cubicBezTo>
                <a:cubicBezTo>
                  <a:pt x="1506173" y="106225"/>
                  <a:pt x="1507053" y="104086"/>
                  <a:pt x="1508813" y="102353"/>
                </a:cubicBezTo>
                <a:cubicBezTo>
                  <a:pt x="1510573" y="100620"/>
                  <a:pt x="1512699" y="99754"/>
                  <a:pt x="1515190" y="99754"/>
                </a:cubicBezTo>
                <a:close/>
                <a:moveTo>
                  <a:pt x="1556633" y="99754"/>
                </a:moveTo>
                <a:cubicBezTo>
                  <a:pt x="1559178" y="99754"/>
                  <a:pt x="1561318" y="100634"/>
                  <a:pt x="1563050" y="102394"/>
                </a:cubicBezTo>
                <a:cubicBezTo>
                  <a:pt x="1564783" y="104154"/>
                  <a:pt x="1565650" y="106280"/>
                  <a:pt x="1565650" y="108771"/>
                </a:cubicBezTo>
                <a:cubicBezTo>
                  <a:pt x="1565650" y="111262"/>
                  <a:pt x="1564770" y="113387"/>
                  <a:pt x="1563010" y="115147"/>
                </a:cubicBezTo>
                <a:cubicBezTo>
                  <a:pt x="1561250" y="116908"/>
                  <a:pt x="1559124" y="117788"/>
                  <a:pt x="1556633" y="117788"/>
                </a:cubicBezTo>
                <a:cubicBezTo>
                  <a:pt x="1554142" y="117788"/>
                  <a:pt x="1552016" y="116908"/>
                  <a:pt x="1550256" y="115147"/>
                </a:cubicBezTo>
                <a:cubicBezTo>
                  <a:pt x="1548496" y="113387"/>
                  <a:pt x="1547616" y="111262"/>
                  <a:pt x="1547616" y="108771"/>
                </a:cubicBezTo>
                <a:cubicBezTo>
                  <a:pt x="1547616" y="106225"/>
                  <a:pt x="1548496" y="104086"/>
                  <a:pt x="1550256" y="102353"/>
                </a:cubicBezTo>
                <a:cubicBezTo>
                  <a:pt x="1552016" y="100620"/>
                  <a:pt x="1554142" y="99754"/>
                  <a:pt x="1556633" y="9975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076EF-CE3F-453A-B89B-82FD70B0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2" y="1476194"/>
            <a:ext cx="1909939" cy="1976248"/>
          </a:xfrm>
          <a:custGeom xmlns:a="http://schemas.openxmlformats.org/drawingml/2006/main">
            <a:pathLst>
              <a:path w="1909939" h="1976248">
                <a:moveTo>
                  <a:pt x="11841" y="16577"/>
                </a:moveTo>
                <a:lnTo>
                  <a:pt x="0" y="16577"/>
                </a:lnTo>
                <a:lnTo>
                  <a:pt x="0" y="63941"/>
                </a:lnTo>
                <a:lnTo>
                  <a:pt x="11841" y="63941"/>
                </a:lnTo>
                <a:lnTo>
                  <a:pt x="11841" y="16577"/>
                </a:lnTo>
                <a:close/>
                <a:moveTo>
                  <a:pt x="0" y="99464"/>
                </a:moveTo>
                <a:lnTo>
                  <a:pt x="0" y="146827"/>
                </a:lnTo>
                <a:lnTo>
                  <a:pt x="11841" y="146827"/>
                </a:lnTo>
                <a:lnTo>
                  <a:pt x="11841" y="99464"/>
                </a:lnTo>
                <a:lnTo>
                  <a:pt x="0" y="99464"/>
                </a:lnTo>
                <a:close/>
                <a:moveTo>
                  <a:pt x="0" y="182350"/>
                </a:moveTo>
                <a:lnTo>
                  <a:pt x="0" y="229714"/>
                </a:lnTo>
                <a:lnTo>
                  <a:pt x="11841" y="229714"/>
                </a:lnTo>
                <a:lnTo>
                  <a:pt x="11841" y="182350"/>
                </a:lnTo>
                <a:lnTo>
                  <a:pt x="0" y="182350"/>
                </a:lnTo>
                <a:close/>
                <a:moveTo>
                  <a:pt x="11841" y="265236"/>
                </a:moveTo>
                <a:lnTo>
                  <a:pt x="0" y="265236"/>
                </a:lnTo>
                <a:lnTo>
                  <a:pt x="0" y="312600"/>
                </a:lnTo>
                <a:lnTo>
                  <a:pt x="11841" y="312600"/>
                </a:lnTo>
                <a:lnTo>
                  <a:pt x="11841" y="265236"/>
                </a:lnTo>
                <a:close/>
                <a:moveTo>
                  <a:pt x="0" y="348123"/>
                </a:moveTo>
                <a:lnTo>
                  <a:pt x="0" y="395486"/>
                </a:lnTo>
                <a:lnTo>
                  <a:pt x="11841" y="395486"/>
                </a:lnTo>
                <a:lnTo>
                  <a:pt x="11841" y="348123"/>
                </a:lnTo>
                <a:lnTo>
                  <a:pt x="0" y="348123"/>
                </a:lnTo>
                <a:close/>
                <a:moveTo>
                  <a:pt x="0" y="431009"/>
                </a:moveTo>
                <a:lnTo>
                  <a:pt x="0" y="478373"/>
                </a:lnTo>
                <a:lnTo>
                  <a:pt x="11841" y="478373"/>
                </a:lnTo>
                <a:lnTo>
                  <a:pt x="11841" y="431009"/>
                </a:lnTo>
                <a:lnTo>
                  <a:pt x="0" y="431009"/>
                </a:lnTo>
                <a:close/>
                <a:moveTo>
                  <a:pt x="11841" y="513895"/>
                </a:moveTo>
                <a:lnTo>
                  <a:pt x="0" y="513895"/>
                </a:lnTo>
                <a:lnTo>
                  <a:pt x="0" y="561259"/>
                </a:lnTo>
                <a:lnTo>
                  <a:pt x="11841" y="561259"/>
                </a:lnTo>
                <a:lnTo>
                  <a:pt x="11841" y="513895"/>
                </a:lnTo>
                <a:close/>
                <a:moveTo>
                  <a:pt x="0" y="596782"/>
                </a:moveTo>
                <a:lnTo>
                  <a:pt x="0" y="644145"/>
                </a:lnTo>
                <a:lnTo>
                  <a:pt x="11841" y="644145"/>
                </a:lnTo>
                <a:lnTo>
                  <a:pt x="11841" y="596782"/>
                </a:lnTo>
                <a:lnTo>
                  <a:pt x="0" y="596782"/>
                </a:lnTo>
                <a:close/>
                <a:moveTo>
                  <a:pt x="0" y="679668"/>
                </a:moveTo>
                <a:lnTo>
                  <a:pt x="0" y="727032"/>
                </a:lnTo>
                <a:lnTo>
                  <a:pt x="11841" y="727032"/>
                </a:lnTo>
                <a:lnTo>
                  <a:pt x="11841" y="679668"/>
                </a:lnTo>
                <a:lnTo>
                  <a:pt x="0" y="679668"/>
                </a:lnTo>
                <a:close/>
                <a:moveTo>
                  <a:pt x="11841" y="762555"/>
                </a:moveTo>
                <a:lnTo>
                  <a:pt x="0" y="762555"/>
                </a:lnTo>
                <a:lnTo>
                  <a:pt x="0" y="809918"/>
                </a:lnTo>
                <a:lnTo>
                  <a:pt x="11841" y="809918"/>
                </a:lnTo>
                <a:lnTo>
                  <a:pt x="11841" y="762555"/>
                </a:lnTo>
                <a:close/>
                <a:moveTo>
                  <a:pt x="0" y="845441"/>
                </a:moveTo>
                <a:lnTo>
                  <a:pt x="0" y="892805"/>
                </a:lnTo>
                <a:lnTo>
                  <a:pt x="11841" y="892805"/>
                </a:lnTo>
                <a:lnTo>
                  <a:pt x="11841" y="845441"/>
                </a:lnTo>
                <a:lnTo>
                  <a:pt x="0" y="845441"/>
                </a:lnTo>
                <a:close/>
                <a:moveTo>
                  <a:pt x="0" y="928327"/>
                </a:moveTo>
                <a:lnTo>
                  <a:pt x="0" y="975691"/>
                </a:lnTo>
                <a:lnTo>
                  <a:pt x="11841" y="975691"/>
                </a:lnTo>
                <a:lnTo>
                  <a:pt x="11841" y="928327"/>
                </a:lnTo>
                <a:lnTo>
                  <a:pt x="0" y="928327"/>
                </a:lnTo>
                <a:close/>
                <a:moveTo>
                  <a:pt x="11841" y="1011214"/>
                </a:moveTo>
                <a:lnTo>
                  <a:pt x="0" y="1011214"/>
                </a:lnTo>
                <a:lnTo>
                  <a:pt x="0" y="1058577"/>
                </a:lnTo>
                <a:lnTo>
                  <a:pt x="11841" y="1058577"/>
                </a:lnTo>
                <a:lnTo>
                  <a:pt x="11841" y="1011214"/>
                </a:lnTo>
                <a:close/>
                <a:moveTo>
                  <a:pt x="0" y="1094100"/>
                </a:moveTo>
                <a:lnTo>
                  <a:pt x="0" y="1141464"/>
                </a:lnTo>
                <a:lnTo>
                  <a:pt x="11841" y="1141464"/>
                </a:lnTo>
                <a:lnTo>
                  <a:pt x="11841" y="1094100"/>
                </a:lnTo>
                <a:lnTo>
                  <a:pt x="0" y="1094100"/>
                </a:lnTo>
                <a:close/>
                <a:moveTo>
                  <a:pt x="0" y="1176986"/>
                </a:moveTo>
                <a:lnTo>
                  <a:pt x="0" y="1224350"/>
                </a:lnTo>
                <a:lnTo>
                  <a:pt x="11841" y="1224350"/>
                </a:lnTo>
                <a:lnTo>
                  <a:pt x="11841" y="1176986"/>
                </a:lnTo>
                <a:lnTo>
                  <a:pt x="0" y="1176986"/>
                </a:lnTo>
                <a:close/>
                <a:moveTo>
                  <a:pt x="11841" y="1259873"/>
                </a:moveTo>
                <a:lnTo>
                  <a:pt x="0" y="1259873"/>
                </a:lnTo>
                <a:lnTo>
                  <a:pt x="0" y="1307236"/>
                </a:lnTo>
                <a:lnTo>
                  <a:pt x="11841" y="1307236"/>
                </a:lnTo>
                <a:lnTo>
                  <a:pt x="11841" y="1259873"/>
                </a:lnTo>
                <a:close/>
                <a:moveTo>
                  <a:pt x="0" y="1342759"/>
                </a:moveTo>
                <a:lnTo>
                  <a:pt x="0" y="1390123"/>
                </a:lnTo>
                <a:lnTo>
                  <a:pt x="11841" y="1390123"/>
                </a:lnTo>
                <a:lnTo>
                  <a:pt x="11841" y="1342759"/>
                </a:lnTo>
                <a:lnTo>
                  <a:pt x="0" y="1342759"/>
                </a:lnTo>
                <a:close/>
                <a:moveTo>
                  <a:pt x="0" y="1425645"/>
                </a:moveTo>
                <a:lnTo>
                  <a:pt x="0" y="1473009"/>
                </a:lnTo>
                <a:lnTo>
                  <a:pt x="11841" y="1473009"/>
                </a:lnTo>
                <a:lnTo>
                  <a:pt x="11841" y="1425645"/>
                </a:lnTo>
                <a:lnTo>
                  <a:pt x="0" y="1425645"/>
                </a:lnTo>
                <a:close/>
                <a:moveTo>
                  <a:pt x="11841" y="1508532"/>
                </a:moveTo>
                <a:lnTo>
                  <a:pt x="0" y="1508532"/>
                </a:lnTo>
                <a:lnTo>
                  <a:pt x="0" y="1555895"/>
                </a:lnTo>
                <a:lnTo>
                  <a:pt x="11841" y="1555895"/>
                </a:lnTo>
                <a:lnTo>
                  <a:pt x="11841" y="1508532"/>
                </a:lnTo>
                <a:close/>
                <a:moveTo>
                  <a:pt x="0" y="1591418"/>
                </a:moveTo>
                <a:lnTo>
                  <a:pt x="0" y="1638782"/>
                </a:lnTo>
                <a:lnTo>
                  <a:pt x="11841" y="1638782"/>
                </a:lnTo>
                <a:lnTo>
                  <a:pt x="11841" y="1591418"/>
                </a:lnTo>
                <a:lnTo>
                  <a:pt x="0" y="1591418"/>
                </a:lnTo>
                <a:close/>
                <a:moveTo>
                  <a:pt x="0" y="1674304"/>
                </a:moveTo>
                <a:lnTo>
                  <a:pt x="0" y="1721668"/>
                </a:lnTo>
                <a:lnTo>
                  <a:pt x="11841" y="1721668"/>
                </a:lnTo>
                <a:lnTo>
                  <a:pt x="11841" y="1674304"/>
                </a:lnTo>
                <a:lnTo>
                  <a:pt x="0" y="1674304"/>
                </a:lnTo>
                <a:close/>
                <a:moveTo>
                  <a:pt x="11841" y="1757191"/>
                </a:moveTo>
                <a:lnTo>
                  <a:pt x="0" y="1757191"/>
                </a:lnTo>
                <a:lnTo>
                  <a:pt x="0" y="1804554"/>
                </a:lnTo>
                <a:lnTo>
                  <a:pt x="11841" y="1804554"/>
                </a:lnTo>
                <a:lnTo>
                  <a:pt x="11841" y="1757191"/>
                </a:lnTo>
                <a:close/>
                <a:moveTo>
                  <a:pt x="0" y="1840077"/>
                </a:moveTo>
                <a:lnTo>
                  <a:pt x="0" y="1887441"/>
                </a:lnTo>
                <a:lnTo>
                  <a:pt x="11841" y="1887441"/>
                </a:lnTo>
                <a:lnTo>
                  <a:pt x="11841" y="1840077"/>
                </a:lnTo>
                <a:lnTo>
                  <a:pt x="0" y="1840077"/>
                </a:lnTo>
                <a:close/>
                <a:moveTo>
                  <a:pt x="0" y="1922964"/>
                </a:moveTo>
                <a:lnTo>
                  <a:pt x="0" y="1970327"/>
                </a:lnTo>
                <a:lnTo>
                  <a:pt x="5920" y="1970327"/>
                </a:lnTo>
                <a:lnTo>
                  <a:pt x="5920" y="1976248"/>
                </a:lnTo>
                <a:lnTo>
                  <a:pt x="22498" y="1976248"/>
                </a:lnTo>
                <a:lnTo>
                  <a:pt x="22498" y="1964407"/>
                </a:lnTo>
                <a:lnTo>
                  <a:pt x="11841" y="1964407"/>
                </a:lnTo>
                <a:lnTo>
                  <a:pt x="11841" y="1922964"/>
                </a:lnTo>
                <a:lnTo>
                  <a:pt x="0" y="1922964"/>
                </a:lnTo>
                <a:close/>
                <a:moveTo>
                  <a:pt x="492582" y="11841"/>
                </a:moveTo>
                <a:lnTo>
                  <a:pt x="492582" y="0"/>
                </a:lnTo>
                <a:lnTo>
                  <a:pt x="445218" y="0"/>
                </a:lnTo>
                <a:lnTo>
                  <a:pt x="445218" y="11841"/>
                </a:lnTo>
                <a:lnTo>
                  <a:pt x="492582" y="11841"/>
                </a:lnTo>
                <a:close/>
                <a:moveTo>
                  <a:pt x="907014" y="0"/>
                </a:moveTo>
                <a:lnTo>
                  <a:pt x="859650" y="0"/>
                </a:lnTo>
                <a:lnTo>
                  <a:pt x="859650" y="11841"/>
                </a:lnTo>
                <a:lnTo>
                  <a:pt x="907014" y="11841"/>
                </a:lnTo>
                <a:lnTo>
                  <a:pt x="907014" y="0"/>
                </a:lnTo>
                <a:close/>
                <a:moveTo>
                  <a:pt x="78150" y="0"/>
                </a:moveTo>
                <a:lnTo>
                  <a:pt x="30786" y="0"/>
                </a:lnTo>
                <a:lnTo>
                  <a:pt x="30786" y="11841"/>
                </a:lnTo>
                <a:lnTo>
                  <a:pt x="78150" y="11841"/>
                </a:lnTo>
                <a:lnTo>
                  <a:pt x="78150" y="0"/>
                </a:lnTo>
                <a:close/>
                <a:moveTo>
                  <a:pt x="824127" y="11841"/>
                </a:moveTo>
                <a:lnTo>
                  <a:pt x="824127" y="0"/>
                </a:lnTo>
                <a:lnTo>
                  <a:pt x="776764" y="0"/>
                </a:lnTo>
                <a:lnTo>
                  <a:pt x="776764" y="11841"/>
                </a:lnTo>
                <a:lnTo>
                  <a:pt x="824127" y="11841"/>
                </a:lnTo>
                <a:close/>
                <a:moveTo>
                  <a:pt x="161036" y="0"/>
                </a:moveTo>
                <a:lnTo>
                  <a:pt x="113673" y="0"/>
                </a:lnTo>
                <a:lnTo>
                  <a:pt x="113673" y="11841"/>
                </a:lnTo>
                <a:lnTo>
                  <a:pt x="161036" y="11841"/>
                </a:lnTo>
                <a:lnTo>
                  <a:pt x="161036" y="0"/>
                </a:lnTo>
                <a:close/>
                <a:moveTo>
                  <a:pt x="741241" y="0"/>
                </a:moveTo>
                <a:lnTo>
                  <a:pt x="693877" y="0"/>
                </a:lnTo>
                <a:lnTo>
                  <a:pt x="693877" y="11841"/>
                </a:lnTo>
                <a:lnTo>
                  <a:pt x="741241" y="11841"/>
                </a:lnTo>
                <a:lnTo>
                  <a:pt x="741241" y="0"/>
                </a:lnTo>
                <a:close/>
                <a:moveTo>
                  <a:pt x="243923" y="11841"/>
                </a:moveTo>
                <a:lnTo>
                  <a:pt x="243923" y="0"/>
                </a:lnTo>
                <a:lnTo>
                  <a:pt x="196559" y="0"/>
                </a:lnTo>
                <a:lnTo>
                  <a:pt x="196559" y="11841"/>
                </a:lnTo>
                <a:lnTo>
                  <a:pt x="243923" y="11841"/>
                </a:lnTo>
                <a:close/>
                <a:moveTo>
                  <a:pt x="658355" y="0"/>
                </a:moveTo>
                <a:lnTo>
                  <a:pt x="610991" y="0"/>
                </a:lnTo>
                <a:lnTo>
                  <a:pt x="610991" y="11841"/>
                </a:lnTo>
                <a:lnTo>
                  <a:pt x="658355" y="11841"/>
                </a:lnTo>
                <a:lnTo>
                  <a:pt x="658355" y="0"/>
                </a:lnTo>
                <a:close/>
                <a:moveTo>
                  <a:pt x="326809" y="0"/>
                </a:moveTo>
                <a:lnTo>
                  <a:pt x="279445" y="0"/>
                </a:lnTo>
                <a:lnTo>
                  <a:pt x="279445" y="11841"/>
                </a:lnTo>
                <a:lnTo>
                  <a:pt x="326809" y="11841"/>
                </a:lnTo>
                <a:lnTo>
                  <a:pt x="326809" y="0"/>
                </a:lnTo>
                <a:close/>
                <a:moveTo>
                  <a:pt x="575468" y="11841"/>
                </a:moveTo>
                <a:lnTo>
                  <a:pt x="575468" y="0"/>
                </a:lnTo>
                <a:lnTo>
                  <a:pt x="528105" y="0"/>
                </a:lnTo>
                <a:lnTo>
                  <a:pt x="528105" y="11841"/>
                </a:lnTo>
                <a:lnTo>
                  <a:pt x="575468" y="11841"/>
                </a:lnTo>
                <a:close/>
                <a:moveTo>
                  <a:pt x="409695" y="0"/>
                </a:moveTo>
                <a:lnTo>
                  <a:pt x="362332" y="0"/>
                </a:lnTo>
                <a:lnTo>
                  <a:pt x="362332" y="11841"/>
                </a:lnTo>
                <a:lnTo>
                  <a:pt x="409695" y="11841"/>
                </a:lnTo>
                <a:lnTo>
                  <a:pt x="409695" y="0"/>
                </a:lnTo>
                <a:close/>
                <a:moveTo>
                  <a:pt x="389566" y="1964407"/>
                </a:moveTo>
                <a:lnTo>
                  <a:pt x="389566" y="1976248"/>
                </a:lnTo>
                <a:lnTo>
                  <a:pt x="436930" y="1976248"/>
                </a:lnTo>
                <a:lnTo>
                  <a:pt x="436930" y="1964407"/>
                </a:lnTo>
                <a:lnTo>
                  <a:pt x="389566" y="1964407"/>
                </a:lnTo>
                <a:close/>
                <a:moveTo>
                  <a:pt x="472452" y="1976248"/>
                </a:moveTo>
                <a:lnTo>
                  <a:pt x="519816" y="1976248"/>
                </a:lnTo>
                <a:lnTo>
                  <a:pt x="519816" y="1964407"/>
                </a:lnTo>
                <a:lnTo>
                  <a:pt x="472452" y="1964407"/>
                </a:lnTo>
                <a:lnTo>
                  <a:pt x="472452" y="1976248"/>
                </a:lnTo>
                <a:close/>
                <a:moveTo>
                  <a:pt x="306680" y="1976248"/>
                </a:moveTo>
                <a:lnTo>
                  <a:pt x="354043" y="1976248"/>
                </a:lnTo>
                <a:lnTo>
                  <a:pt x="354043" y="1964407"/>
                </a:lnTo>
                <a:lnTo>
                  <a:pt x="306680" y="1964407"/>
                </a:lnTo>
                <a:lnTo>
                  <a:pt x="306680" y="1976248"/>
                </a:lnTo>
                <a:close/>
                <a:moveTo>
                  <a:pt x="555339" y="1964407"/>
                </a:moveTo>
                <a:lnTo>
                  <a:pt x="555339" y="1976248"/>
                </a:lnTo>
                <a:lnTo>
                  <a:pt x="602702" y="1976248"/>
                </a:lnTo>
                <a:lnTo>
                  <a:pt x="602702" y="1964407"/>
                </a:lnTo>
                <a:lnTo>
                  <a:pt x="555339" y="1964407"/>
                </a:lnTo>
                <a:close/>
                <a:moveTo>
                  <a:pt x="223793" y="1976248"/>
                </a:moveTo>
                <a:lnTo>
                  <a:pt x="271157" y="1976248"/>
                </a:lnTo>
                <a:lnTo>
                  <a:pt x="271157" y="1964407"/>
                </a:lnTo>
                <a:lnTo>
                  <a:pt x="223793" y="1964407"/>
                </a:lnTo>
                <a:lnTo>
                  <a:pt x="223793" y="1976248"/>
                </a:lnTo>
                <a:close/>
                <a:moveTo>
                  <a:pt x="638225" y="1976248"/>
                </a:moveTo>
                <a:lnTo>
                  <a:pt x="685589" y="1976248"/>
                </a:lnTo>
                <a:lnTo>
                  <a:pt x="685589" y="1964407"/>
                </a:lnTo>
                <a:lnTo>
                  <a:pt x="638225" y="1964407"/>
                </a:lnTo>
                <a:lnTo>
                  <a:pt x="638225" y="1976248"/>
                </a:lnTo>
                <a:close/>
                <a:moveTo>
                  <a:pt x="140907" y="1964407"/>
                </a:moveTo>
                <a:lnTo>
                  <a:pt x="140907" y="1976248"/>
                </a:lnTo>
                <a:lnTo>
                  <a:pt x="188270" y="1976248"/>
                </a:lnTo>
                <a:lnTo>
                  <a:pt x="188270" y="1964407"/>
                </a:lnTo>
                <a:lnTo>
                  <a:pt x="140907" y="1964407"/>
                </a:lnTo>
                <a:close/>
                <a:moveTo>
                  <a:pt x="721111" y="1976248"/>
                </a:moveTo>
                <a:lnTo>
                  <a:pt x="768475" y="1976248"/>
                </a:lnTo>
                <a:lnTo>
                  <a:pt x="768475" y="1964407"/>
                </a:lnTo>
                <a:lnTo>
                  <a:pt x="721111" y="1964407"/>
                </a:lnTo>
                <a:lnTo>
                  <a:pt x="721111" y="1976248"/>
                </a:lnTo>
                <a:close/>
                <a:moveTo>
                  <a:pt x="58020" y="1976248"/>
                </a:moveTo>
                <a:lnTo>
                  <a:pt x="105384" y="1976248"/>
                </a:lnTo>
                <a:lnTo>
                  <a:pt x="105384" y="1964407"/>
                </a:lnTo>
                <a:lnTo>
                  <a:pt x="58020" y="1964407"/>
                </a:lnTo>
                <a:lnTo>
                  <a:pt x="58020" y="1976248"/>
                </a:lnTo>
                <a:close/>
                <a:moveTo>
                  <a:pt x="803998" y="1964407"/>
                </a:moveTo>
                <a:lnTo>
                  <a:pt x="803998" y="1976248"/>
                </a:lnTo>
                <a:lnTo>
                  <a:pt x="851361" y="1976248"/>
                </a:lnTo>
                <a:lnTo>
                  <a:pt x="851361" y="1964407"/>
                </a:lnTo>
                <a:lnTo>
                  <a:pt x="803998" y="1964407"/>
                </a:lnTo>
                <a:close/>
                <a:moveTo>
                  <a:pt x="886884" y="1976248"/>
                </a:moveTo>
                <a:lnTo>
                  <a:pt x="934248" y="1976248"/>
                </a:lnTo>
                <a:lnTo>
                  <a:pt x="934248" y="1964407"/>
                </a:lnTo>
                <a:lnTo>
                  <a:pt x="886884" y="1964407"/>
                </a:lnTo>
                <a:lnTo>
                  <a:pt x="886884" y="1976248"/>
                </a:lnTo>
                <a:close/>
                <a:moveTo>
                  <a:pt x="989900" y="11841"/>
                </a:moveTo>
                <a:lnTo>
                  <a:pt x="989900" y="0"/>
                </a:lnTo>
                <a:lnTo>
                  <a:pt x="942536" y="0"/>
                </a:lnTo>
                <a:lnTo>
                  <a:pt x="942536" y="11841"/>
                </a:lnTo>
                <a:lnTo>
                  <a:pt x="989900" y="11841"/>
                </a:lnTo>
                <a:close/>
                <a:moveTo>
                  <a:pt x="1072786" y="0"/>
                </a:moveTo>
                <a:lnTo>
                  <a:pt x="1025423" y="0"/>
                </a:lnTo>
                <a:lnTo>
                  <a:pt x="1025423" y="11841"/>
                </a:lnTo>
                <a:lnTo>
                  <a:pt x="1072786" y="11841"/>
                </a:lnTo>
                <a:lnTo>
                  <a:pt x="1072786" y="0"/>
                </a:lnTo>
                <a:close/>
                <a:moveTo>
                  <a:pt x="1155673" y="0"/>
                </a:moveTo>
                <a:lnTo>
                  <a:pt x="1108309" y="0"/>
                </a:lnTo>
                <a:lnTo>
                  <a:pt x="1108309" y="11841"/>
                </a:lnTo>
                <a:lnTo>
                  <a:pt x="1155673" y="11841"/>
                </a:lnTo>
                <a:lnTo>
                  <a:pt x="1155673" y="0"/>
                </a:lnTo>
                <a:close/>
                <a:moveTo>
                  <a:pt x="1238559" y="11841"/>
                </a:moveTo>
                <a:lnTo>
                  <a:pt x="1238559" y="0"/>
                </a:lnTo>
                <a:lnTo>
                  <a:pt x="1191195" y="0"/>
                </a:lnTo>
                <a:lnTo>
                  <a:pt x="1191195" y="11841"/>
                </a:lnTo>
                <a:lnTo>
                  <a:pt x="1238559" y="11841"/>
                </a:lnTo>
                <a:close/>
                <a:moveTo>
                  <a:pt x="1321445" y="0"/>
                </a:moveTo>
                <a:lnTo>
                  <a:pt x="1274082" y="0"/>
                </a:lnTo>
                <a:lnTo>
                  <a:pt x="1274082" y="11841"/>
                </a:lnTo>
                <a:lnTo>
                  <a:pt x="1321445" y="11841"/>
                </a:lnTo>
                <a:lnTo>
                  <a:pt x="1321445" y="0"/>
                </a:lnTo>
                <a:close/>
                <a:moveTo>
                  <a:pt x="1404332" y="0"/>
                </a:moveTo>
                <a:lnTo>
                  <a:pt x="1356968" y="0"/>
                </a:lnTo>
                <a:lnTo>
                  <a:pt x="1356968" y="11841"/>
                </a:lnTo>
                <a:lnTo>
                  <a:pt x="1404332" y="11841"/>
                </a:lnTo>
                <a:lnTo>
                  <a:pt x="1404332" y="0"/>
                </a:lnTo>
                <a:close/>
                <a:moveTo>
                  <a:pt x="1487218" y="11841"/>
                </a:moveTo>
                <a:lnTo>
                  <a:pt x="1487218" y="0"/>
                </a:lnTo>
                <a:lnTo>
                  <a:pt x="1439854" y="0"/>
                </a:lnTo>
                <a:lnTo>
                  <a:pt x="1439854" y="11841"/>
                </a:lnTo>
                <a:lnTo>
                  <a:pt x="1487218" y="11841"/>
                </a:lnTo>
                <a:close/>
                <a:moveTo>
                  <a:pt x="1570104" y="0"/>
                </a:moveTo>
                <a:lnTo>
                  <a:pt x="1522741" y="0"/>
                </a:lnTo>
                <a:lnTo>
                  <a:pt x="1522741" y="11841"/>
                </a:lnTo>
                <a:lnTo>
                  <a:pt x="1570104" y="11841"/>
                </a:lnTo>
                <a:lnTo>
                  <a:pt x="1570104" y="0"/>
                </a:lnTo>
                <a:close/>
                <a:moveTo>
                  <a:pt x="1652991" y="0"/>
                </a:moveTo>
                <a:lnTo>
                  <a:pt x="1605627" y="0"/>
                </a:lnTo>
                <a:lnTo>
                  <a:pt x="1605627" y="11841"/>
                </a:lnTo>
                <a:lnTo>
                  <a:pt x="1652991" y="11841"/>
                </a:lnTo>
                <a:lnTo>
                  <a:pt x="1652991" y="0"/>
                </a:lnTo>
                <a:close/>
                <a:moveTo>
                  <a:pt x="1735877" y="11841"/>
                </a:moveTo>
                <a:lnTo>
                  <a:pt x="1735877" y="0"/>
                </a:lnTo>
                <a:lnTo>
                  <a:pt x="1688514" y="0"/>
                </a:lnTo>
                <a:lnTo>
                  <a:pt x="1688514" y="11841"/>
                </a:lnTo>
                <a:lnTo>
                  <a:pt x="1735877" y="11841"/>
                </a:lnTo>
                <a:close/>
                <a:moveTo>
                  <a:pt x="1818764" y="0"/>
                </a:moveTo>
                <a:lnTo>
                  <a:pt x="1771400" y="0"/>
                </a:lnTo>
                <a:lnTo>
                  <a:pt x="1771400" y="11841"/>
                </a:lnTo>
                <a:lnTo>
                  <a:pt x="1818764" y="11841"/>
                </a:lnTo>
                <a:lnTo>
                  <a:pt x="1818764" y="0"/>
                </a:lnTo>
                <a:close/>
                <a:moveTo>
                  <a:pt x="1901650" y="0"/>
                </a:moveTo>
                <a:lnTo>
                  <a:pt x="1854286" y="0"/>
                </a:lnTo>
                <a:lnTo>
                  <a:pt x="1854286" y="11841"/>
                </a:lnTo>
                <a:lnTo>
                  <a:pt x="1901650" y="11841"/>
                </a:lnTo>
                <a:lnTo>
                  <a:pt x="1901650" y="0"/>
                </a:lnTo>
                <a:close/>
                <a:moveTo>
                  <a:pt x="1898098" y="1964407"/>
                </a:moveTo>
                <a:lnTo>
                  <a:pt x="1881520" y="1964407"/>
                </a:lnTo>
                <a:lnTo>
                  <a:pt x="1881520" y="1976248"/>
                </a:lnTo>
                <a:lnTo>
                  <a:pt x="1909939" y="1976248"/>
                </a:lnTo>
                <a:lnTo>
                  <a:pt x="1909939" y="1945461"/>
                </a:lnTo>
                <a:lnTo>
                  <a:pt x="1898098" y="1945461"/>
                </a:lnTo>
                <a:lnTo>
                  <a:pt x="1898098" y="1964407"/>
                </a:lnTo>
                <a:close/>
                <a:moveTo>
                  <a:pt x="969770" y="1976248"/>
                </a:moveTo>
                <a:lnTo>
                  <a:pt x="1017134" y="1976248"/>
                </a:lnTo>
                <a:lnTo>
                  <a:pt x="1017134" y="1964407"/>
                </a:lnTo>
                <a:lnTo>
                  <a:pt x="969770" y="1964407"/>
                </a:lnTo>
                <a:lnTo>
                  <a:pt x="969770" y="1976248"/>
                </a:lnTo>
                <a:close/>
                <a:moveTo>
                  <a:pt x="1052657" y="1976248"/>
                </a:moveTo>
                <a:lnTo>
                  <a:pt x="1100020" y="1976248"/>
                </a:lnTo>
                <a:lnTo>
                  <a:pt x="1100020" y="1964407"/>
                </a:lnTo>
                <a:lnTo>
                  <a:pt x="1052657" y="1964407"/>
                </a:lnTo>
                <a:lnTo>
                  <a:pt x="1052657" y="1976248"/>
                </a:lnTo>
                <a:close/>
                <a:moveTo>
                  <a:pt x="1135543" y="1964407"/>
                </a:moveTo>
                <a:lnTo>
                  <a:pt x="1135543" y="1976248"/>
                </a:lnTo>
                <a:lnTo>
                  <a:pt x="1182907" y="1976248"/>
                </a:lnTo>
                <a:lnTo>
                  <a:pt x="1182907" y="1964407"/>
                </a:lnTo>
                <a:lnTo>
                  <a:pt x="1135543" y="1964407"/>
                </a:lnTo>
                <a:close/>
                <a:moveTo>
                  <a:pt x="1218429" y="1976248"/>
                </a:moveTo>
                <a:lnTo>
                  <a:pt x="1265793" y="1976248"/>
                </a:lnTo>
                <a:lnTo>
                  <a:pt x="1265793" y="1964407"/>
                </a:lnTo>
                <a:lnTo>
                  <a:pt x="1218429" y="1964407"/>
                </a:lnTo>
                <a:lnTo>
                  <a:pt x="1218429" y="1976248"/>
                </a:lnTo>
                <a:close/>
                <a:moveTo>
                  <a:pt x="1301316" y="1976248"/>
                </a:moveTo>
                <a:lnTo>
                  <a:pt x="1348679" y="1976248"/>
                </a:lnTo>
                <a:lnTo>
                  <a:pt x="1348679" y="1964407"/>
                </a:lnTo>
                <a:lnTo>
                  <a:pt x="1301316" y="1964407"/>
                </a:lnTo>
                <a:lnTo>
                  <a:pt x="1301316" y="1976248"/>
                </a:lnTo>
                <a:close/>
                <a:moveTo>
                  <a:pt x="1384202" y="1964407"/>
                </a:moveTo>
                <a:lnTo>
                  <a:pt x="1384202" y="1976248"/>
                </a:lnTo>
                <a:lnTo>
                  <a:pt x="1431566" y="1976248"/>
                </a:lnTo>
                <a:lnTo>
                  <a:pt x="1431566" y="1964407"/>
                </a:lnTo>
                <a:lnTo>
                  <a:pt x="1384202" y="1964407"/>
                </a:lnTo>
                <a:close/>
                <a:moveTo>
                  <a:pt x="1467089" y="1976248"/>
                </a:moveTo>
                <a:lnTo>
                  <a:pt x="1514452" y="1976248"/>
                </a:lnTo>
                <a:lnTo>
                  <a:pt x="1514452" y="1964407"/>
                </a:lnTo>
                <a:lnTo>
                  <a:pt x="1467089" y="1964407"/>
                </a:lnTo>
                <a:lnTo>
                  <a:pt x="1467089" y="1976248"/>
                </a:lnTo>
                <a:close/>
                <a:moveTo>
                  <a:pt x="1549975" y="1976248"/>
                </a:moveTo>
                <a:lnTo>
                  <a:pt x="1597339" y="1976248"/>
                </a:lnTo>
                <a:lnTo>
                  <a:pt x="1597339" y="1964407"/>
                </a:lnTo>
                <a:lnTo>
                  <a:pt x="1549975" y="1964407"/>
                </a:lnTo>
                <a:lnTo>
                  <a:pt x="1549975" y="1976248"/>
                </a:lnTo>
                <a:close/>
                <a:moveTo>
                  <a:pt x="1632861" y="1964407"/>
                </a:moveTo>
                <a:lnTo>
                  <a:pt x="1632861" y="1976248"/>
                </a:lnTo>
                <a:lnTo>
                  <a:pt x="1680225" y="1976248"/>
                </a:lnTo>
                <a:lnTo>
                  <a:pt x="1680225" y="1964407"/>
                </a:lnTo>
                <a:lnTo>
                  <a:pt x="1632861" y="1964407"/>
                </a:lnTo>
                <a:close/>
                <a:moveTo>
                  <a:pt x="1715748" y="1976248"/>
                </a:moveTo>
                <a:lnTo>
                  <a:pt x="1763111" y="1976248"/>
                </a:lnTo>
                <a:lnTo>
                  <a:pt x="1763111" y="1964407"/>
                </a:lnTo>
                <a:lnTo>
                  <a:pt x="1715748" y="1964407"/>
                </a:lnTo>
                <a:lnTo>
                  <a:pt x="1715748" y="1976248"/>
                </a:lnTo>
                <a:close/>
                <a:moveTo>
                  <a:pt x="1798634" y="1976248"/>
                </a:moveTo>
                <a:lnTo>
                  <a:pt x="1845998" y="1976248"/>
                </a:lnTo>
                <a:lnTo>
                  <a:pt x="1845998" y="1964407"/>
                </a:lnTo>
                <a:lnTo>
                  <a:pt x="1798634" y="1964407"/>
                </a:lnTo>
                <a:lnTo>
                  <a:pt x="1798634" y="1976248"/>
                </a:lnTo>
                <a:close/>
                <a:moveTo>
                  <a:pt x="1898098" y="86439"/>
                </a:moveTo>
                <a:lnTo>
                  <a:pt x="1909939" y="86439"/>
                </a:lnTo>
                <a:lnTo>
                  <a:pt x="1909939" y="39075"/>
                </a:lnTo>
                <a:lnTo>
                  <a:pt x="1898098" y="39075"/>
                </a:lnTo>
                <a:lnTo>
                  <a:pt x="1898098" y="86439"/>
                </a:lnTo>
                <a:close/>
                <a:moveTo>
                  <a:pt x="1909939" y="169325"/>
                </a:moveTo>
                <a:lnTo>
                  <a:pt x="1909939" y="121961"/>
                </a:lnTo>
                <a:lnTo>
                  <a:pt x="1898098" y="121961"/>
                </a:lnTo>
                <a:lnTo>
                  <a:pt x="1898098" y="169325"/>
                </a:lnTo>
                <a:lnTo>
                  <a:pt x="1909939" y="169325"/>
                </a:lnTo>
                <a:close/>
                <a:moveTo>
                  <a:pt x="1909939" y="252211"/>
                </a:moveTo>
                <a:lnTo>
                  <a:pt x="1909939" y="204848"/>
                </a:lnTo>
                <a:lnTo>
                  <a:pt x="1898098" y="204848"/>
                </a:lnTo>
                <a:lnTo>
                  <a:pt x="1898098" y="252211"/>
                </a:lnTo>
                <a:lnTo>
                  <a:pt x="1909939" y="252211"/>
                </a:lnTo>
                <a:close/>
                <a:moveTo>
                  <a:pt x="1898098" y="335098"/>
                </a:moveTo>
                <a:lnTo>
                  <a:pt x="1909939" y="335098"/>
                </a:lnTo>
                <a:lnTo>
                  <a:pt x="1909939" y="287734"/>
                </a:lnTo>
                <a:lnTo>
                  <a:pt x="1898098" y="287734"/>
                </a:lnTo>
                <a:lnTo>
                  <a:pt x="1898098" y="335098"/>
                </a:lnTo>
                <a:close/>
                <a:moveTo>
                  <a:pt x="1909939" y="417984"/>
                </a:moveTo>
                <a:lnTo>
                  <a:pt x="1909939" y="370620"/>
                </a:lnTo>
                <a:lnTo>
                  <a:pt x="1898098" y="370620"/>
                </a:lnTo>
                <a:lnTo>
                  <a:pt x="1898098" y="417984"/>
                </a:lnTo>
                <a:lnTo>
                  <a:pt x="1909939" y="417984"/>
                </a:lnTo>
                <a:close/>
                <a:moveTo>
                  <a:pt x="1909939" y="500870"/>
                </a:moveTo>
                <a:lnTo>
                  <a:pt x="1909939" y="453507"/>
                </a:lnTo>
                <a:lnTo>
                  <a:pt x="1898098" y="453507"/>
                </a:lnTo>
                <a:lnTo>
                  <a:pt x="1898098" y="500870"/>
                </a:lnTo>
                <a:lnTo>
                  <a:pt x="1909939" y="500870"/>
                </a:lnTo>
                <a:close/>
                <a:moveTo>
                  <a:pt x="1898098" y="583757"/>
                </a:moveTo>
                <a:lnTo>
                  <a:pt x="1909939" y="583757"/>
                </a:lnTo>
                <a:lnTo>
                  <a:pt x="1909939" y="536393"/>
                </a:lnTo>
                <a:lnTo>
                  <a:pt x="1898098" y="536393"/>
                </a:lnTo>
                <a:lnTo>
                  <a:pt x="1898098" y="583757"/>
                </a:lnTo>
                <a:close/>
                <a:moveTo>
                  <a:pt x="1909939" y="666643"/>
                </a:moveTo>
                <a:lnTo>
                  <a:pt x="1909939" y="619280"/>
                </a:lnTo>
                <a:lnTo>
                  <a:pt x="1898098" y="619280"/>
                </a:lnTo>
                <a:lnTo>
                  <a:pt x="1898098" y="666643"/>
                </a:lnTo>
                <a:lnTo>
                  <a:pt x="1909939" y="666643"/>
                </a:lnTo>
                <a:close/>
                <a:moveTo>
                  <a:pt x="1909939" y="749530"/>
                </a:moveTo>
                <a:lnTo>
                  <a:pt x="1909939" y="702166"/>
                </a:lnTo>
                <a:lnTo>
                  <a:pt x="1898098" y="702166"/>
                </a:lnTo>
                <a:lnTo>
                  <a:pt x="1898098" y="749530"/>
                </a:lnTo>
                <a:lnTo>
                  <a:pt x="1909939" y="749530"/>
                </a:lnTo>
                <a:close/>
                <a:moveTo>
                  <a:pt x="1898098" y="832416"/>
                </a:moveTo>
                <a:lnTo>
                  <a:pt x="1909939" y="832416"/>
                </a:lnTo>
                <a:lnTo>
                  <a:pt x="1909939" y="785052"/>
                </a:lnTo>
                <a:lnTo>
                  <a:pt x="1898098" y="785052"/>
                </a:lnTo>
                <a:lnTo>
                  <a:pt x="1898098" y="832416"/>
                </a:lnTo>
                <a:close/>
                <a:moveTo>
                  <a:pt x="1909939" y="915302"/>
                </a:moveTo>
                <a:lnTo>
                  <a:pt x="1909939" y="867939"/>
                </a:lnTo>
                <a:lnTo>
                  <a:pt x="1898098" y="867939"/>
                </a:lnTo>
                <a:lnTo>
                  <a:pt x="1898098" y="915302"/>
                </a:lnTo>
                <a:lnTo>
                  <a:pt x="1909939" y="915302"/>
                </a:lnTo>
                <a:close/>
                <a:moveTo>
                  <a:pt x="1909939" y="998189"/>
                </a:moveTo>
                <a:lnTo>
                  <a:pt x="1909939" y="950825"/>
                </a:lnTo>
                <a:lnTo>
                  <a:pt x="1898098" y="950825"/>
                </a:lnTo>
                <a:lnTo>
                  <a:pt x="1898098" y="998189"/>
                </a:lnTo>
                <a:lnTo>
                  <a:pt x="1909939" y="998189"/>
                </a:lnTo>
                <a:close/>
                <a:moveTo>
                  <a:pt x="1898098" y="1081075"/>
                </a:moveTo>
                <a:lnTo>
                  <a:pt x="1909939" y="1081075"/>
                </a:lnTo>
                <a:lnTo>
                  <a:pt x="1909939" y="1033711"/>
                </a:lnTo>
                <a:lnTo>
                  <a:pt x="1898098" y="1033711"/>
                </a:lnTo>
                <a:lnTo>
                  <a:pt x="1898098" y="1081075"/>
                </a:lnTo>
                <a:close/>
                <a:moveTo>
                  <a:pt x="1909939" y="1163961"/>
                </a:moveTo>
                <a:lnTo>
                  <a:pt x="1909939" y="1116598"/>
                </a:lnTo>
                <a:lnTo>
                  <a:pt x="1898098" y="1116598"/>
                </a:lnTo>
                <a:lnTo>
                  <a:pt x="1898098" y="1163961"/>
                </a:lnTo>
                <a:lnTo>
                  <a:pt x="1909939" y="1163961"/>
                </a:lnTo>
                <a:close/>
                <a:moveTo>
                  <a:pt x="1909939" y="1246848"/>
                </a:moveTo>
                <a:lnTo>
                  <a:pt x="1909939" y="1199484"/>
                </a:lnTo>
                <a:lnTo>
                  <a:pt x="1898098" y="1199484"/>
                </a:lnTo>
                <a:lnTo>
                  <a:pt x="1898098" y="1246848"/>
                </a:lnTo>
                <a:lnTo>
                  <a:pt x="1909939" y="1246848"/>
                </a:lnTo>
                <a:close/>
                <a:moveTo>
                  <a:pt x="1898098" y="1329734"/>
                </a:moveTo>
                <a:lnTo>
                  <a:pt x="1909939" y="1329734"/>
                </a:lnTo>
                <a:lnTo>
                  <a:pt x="1909939" y="1282370"/>
                </a:lnTo>
                <a:lnTo>
                  <a:pt x="1898098" y="1282370"/>
                </a:lnTo>
                <a:lnTo>
                  <a:pt x="1898098" y="1329734"/>
                </a:lnTo>
                <a:close/>
                <a:moveTo>
                  <a:pt x="1909939" y="1412620"/>
                </a:moveTo>
                <a:lnTo>
                  <a:pt x="1909939" y="1365257"/>
                </a:lnTo>
                <a:lnTo>
                  <a:pt x="1898098" y="1365257"/>
                </a:lnTo>
                <a:lnTo>
                  <a:pt x="1898098" y="1412620"/>
                </a:lnTo>
                <a:lnTo>
                  <a:pt x="1909939" y="1412620"/>
                </a:lnTo>
                <a:close/>
                <a:moveTo>
                  <a:pt x="1909939" y="1495507"/>
                </a:moveTo>
                <a:lnTo>
                  <a:pt x="1909939" y="1448143"/>
                </a:lnTo>
                <a:lnTo>
                  <a:pt x="1898098" y="1448143"/>
                </a:lnTo>
                <a:lnTo>
                  <a:pt x="1898098" y="1495507"/>
                </a:lnTo>
                <a:lnTo>
                  <a:pt x="1909939" y="1495507"/>
                </a:lnTo>
                <a:close/>
                <a:moveTo>
                  <a:pt x="1898098" y="1578393"/>
                </a:moveTo>
                <a:lnTo>
                  <a:pt x="1909939" y="1578393"/>
                </a:lnTo>
                <a:lnTo>
                  <a:pt x="1909939" y="1531029"/>
                </a:lnTo>
                <a:lnTo>
                  <a:pt x="1898098" y="1531029"/>
                </a:lnTo>
                <a:lnTo>
                  <a:pt x="1898098" y="1578393"/>
                </a:lnTo>
                <a:close/>
                <a:moveTo>
                  <a:pt x="1909939" y="1661279"/>
                </a:moveTo>
                <a:lnTo>
                  <a:pt x="1909939" y="1613916"/>
                </a:lnTo>
                <a:lnTo>
                  <a:pt x="1898098" y="1613916"/>
                </a:lnTo>
                <a:lnTo>
                  <a:pt x="1898098" y="1661279"/>
                </a:lnTo>
                <a:lnTo>
                  <a:pt x="1909939" y="1661279"/>
                </a:lnTo>
                <a:close/>
                <a:moveTo>
                  <a:pt x="1909939" y="1744166"/>
                </a:moveTo>
                <a:lnTo>
                  <a:pt x="1909939" y="1696802"/>
                </a:lnTo>
                <a:lnTo>
                  <a:pt x="1898098" y="1696802"/>
                </a:lnTo>
                <a:lnTo>
                  <a:pt x="1898098" y="1744166"/>
                </a:lnTo>
                <a:lnTo>
                  <a:pt x="1909939" y="1744166"/>
                </a:lnTo>
                <a:close/>
                <a:moveTo>
                  <a:pt x="1898098" y="1827052"/>
                </a:moveTo>
                <a:lnTo>
                  <a:pt x="1909939" y="1827052"/>
                </a:lnTo>
                <a:lnTo>
                  <a:pt x="1909939" y="1779689"/>
                </a:lnTo>
                <a:lnTo>
                  <a:pt x="1898098" y="1779689"/>
                </a:lnTo>
                <a:lnTo>
                  <a:pt x="1898098" y="1827052"/>
                </a:lnTo>
                <a:close/>
                <a:moveTo>
                  <a:pt x="1909939" y="1909939"/>
                </a:moveTo>
                <a:lnTo>
                  <a:pt x="1909939" y="1862575"/>
                </a:lnTo>
                <a:lnTo>
                  <a:pt x="1898098" y="1862575"/>
                </a:lnTo>
                <a:lnTo>
                  <a:pt x="1898098" y="1909939"/>
                </a:lnTo>
                <a:lnTo>
                  <a:pt x="1909939" y="1909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④">
            <a:extLst xmlns:a="http://schemas.openxmlformats.org/drawingml/2006/main">
              <a:ext uri="{FF2B5EF4-FFF2-40B4-BE49-F238E27FC236}">
                <a16:creationId xmlns:a16="http://schemas.microsoft.com/office/drawing/2014/main" id="{DFC7D879-52F7-4BD5-B650-338BD60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42" y="3238824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2129" y="107138"/>
                </a:moveTo>
                <a:lnTo>
                  <a:pt x="91834" y="107138"/>
                </a:lnTo>
                <a:lnTo>
                  <a:pt x="91834" y="123276"/>
                </a:lnTo>
                <a:cubicBezTo>
                  <a:pt x="91834" y="125715"/>
                  <a:pt x="92887" y="127600"/>
                  <a:pt x="94994" y="128932"/>
                </a:cubicBezTo>
                <a:cubicBezTo>
                  <a:pt x="97435" y="130595"/>
                  <a:pt x="101372" y="131371"/>
                  <a:pt x="106806" y="131260"/>
                </a:cubicBezTo>
                <a:lnTo>
                  <a:pt x="106806" y="134920"/>
                </a:lnTo>
                <a:lnTo>
                  <a:pt x="65880" y="134920"/>
                </a:lnTo>
                <a:lnTo>
                  <a:pt x="65880" y="131260"/>
                </a:lnTo>
                <a:cubicBezTo>
                  <a:pt x="71981" y="131371"/>
                  <a:pt x="76362" y="130539"/>
                  <a:pt x="79024" y="128764"/>
                </a:cubicBezTo>
                <a:cubicBezTo>
                  <a:pt x="81131" y="127544"/>
                  <a:pt x="82185" y="125715"/>
                  <a:pt x="82185" y="123276"/>
                </a:cubicBezTo>
                <a:lnTo>
                  <a:pt x="82185" y="107138"/>
                </a:lnTo>
                <a:lnTo>
                  <a:pt x="36600" y="107138"/>
                </a:lnTo>
                <a:lnTo>
                  <a:pt x="36600" y="103310"/>
                </a:lnTo>
                <a:lnTo>
                  <a:pt x="86675" y="22791"/>
                </a:lnTo>
                <a:lnTo>
                  <a:pt x="91834" y="22791"/>
                </a:lnTo>
                <a:lnTo>
                  <a:pt x="91834" y="99317"/>
                </a:lnTo>
                <a:lnTo>
                  <a:pt x="112129" y="99317"/>
                </a:lnTo>
                <a:lnTo>
                  <a:pt x="112129" y="107138"/>
                </a:lnTo>
                <a:moveTo>
                  <a:pt x="82185" y="99317"/>
                </a:moveTo>
                <a:lnTo>
                  <a:pt x="82185" y="41091"/>
                </a:lnTo>
                <a:lnTo>
                  <a:pt x="44419" y="99317"/>
                </a:lnTo>
                <a:lnTo>
                  <a:pt x="82185" y="99317"/>
                </a:ln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IVI">
            <a:extLst xmlns:a="http://schemas.openxmlformats.org/drawingml/2006/main">
              <a:ext uri="{FF2B5EF4-FFF2-40B4-BE49-F238E27FC236}">
                <a16:creationId xmlns:a16="http://schemas.microsoft.com/office/drawing/2014/main" id="{50CC624E-5EDB-4044-8CFA-73C5AD74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075" y="3251116"/>
            <a:ext cx="221850" cy="112589"/>
          </a:xfrm>
          <a:custGeom xmlns:a="http://schemas.openxmlformats.org/drawingml/2006/main">
            <a:pathLst>
              <a:path w="221850" h="112589">
                <a:moveTo>
                  <a:pt x="47196" y="107065"/>
                </a:moveTo>
                <a:lnTo>
                  <a:pt x="47196" y="110152"/>
                </a:lnTo>
                <a:lnTo>
                  <a:pt x="0" y="110152"/>
                </a:lnTo>
                <a:lnTo>
                  <a:pt x="0" y="107065"/>
                </a:lnTo>
                <a:lnTo>
                  <a:pt x="3899" y="107065"/>
                </a:lnTo>
                <a:cubicBezTo>
                  <a:pt x="8448" y="107065"/>
                  <a:pt x="11752" y="105745"/>
                  <a:pt x="13810" y="103105"/>
                </a:cubicBezTo>
                <a:cubicBezTo>
                  <a:pt x="15109" y="101380"/>
                  <a:pt x="15759" y="97231"/>
                  <a:pt x="15759" y="90656"/>
                </a:cubicBezTo>
                <a:lnTo>
                  <a:pt x="15759" y="19496"/>
                </a:lnTo>
                <a:cubicBezTo>
                  <a:pt x="15759" y="13945"/>
                  <a:pt x="15407" y="10280"/>
                  <a:pt x="14703" y="8502"/>
                </a:cubicBezTo>
                <a:cubicBezTo>
                  <a:pt x="14162" y="7154"/>
                  <a:pt x="13051" y="5996"/>
                  <a:pt x="11373" y="5026"/>
                </a:cubicBezTo>
                <a:cubicBezTo>
                  <a:pt x="8990" y="3733"/>
                  <a:pt x="6499" y="3087"/>
                  <a:pt x="3899" y="3087"/>
                </a:cubicBezTo>
                <a:lnTo>
                  <a:pt x="0" y="3087"/>
                </a:lnTo>
                <a:lnTo>
                  <a:pt x="0" y="0"/>
                </a:lnTo>
                <a:lnTo>
                  <a:pt x="47196" y="0"/>
                </a:lnTo>
                <a:lnTo>
                  <a:pt x="47196" y="3087"/>
                </a:lnTo>
                <a:lnTo>
                  <a:pt x="43216" y="3087"/>
                </a:lnTo>
                <a:cubicBezTo>
                  <a:pt x="38721" y="3087"/>
                  <a:pt x="35445" y="4407"/>
                  <a:pt x="33387" y="7047"/>
                </a:cubicBezTo>
                <a:cubicBezTo>
                  <a:pt x="32033" y="8771"/>
                  <a:pt x="31356" y="12921"/>
                  <a:pt x="31356" y="19496"/>
                </a:cubicBezTo>
                <a:lnTo>
                  <a:pt x="31356" y="90656"/>
                </a:lnTo>
                <a:cubicBezTo>
                  <a:pt x="31356" y="96207"/>
                  <a:pt x="31708" y="99871"/>
                  <a:pt x="32412" y="101650"/>
                </a:cubicBezTo>
                <a:cubicBezTo>
                  <a:pt x="32953" y="102997"/>
                  <a:pt x="34091" y="104156"/>
                  <a:pt x="35824" y="105125"/>
                </a:cubicBezTo>
                <a:cubicBezTo>
                  <a:pt x="38152" y="106418"/>
                  <a:pt x="40616" y="107065"/>
                  <a:pt x="43216" y="107065"/>
                </a:cubicBezTo>
                <a:lnTo>
                  <a:pt x="47196" y="107065"/>
                </a:lnTo>
                <a:close/>
                <a:moveTo>
                  <a:pt x="169030" y="0"/>
                </a:moveTo>
                <a:lnTo>
                  <a:pt x="169030" y="3087"/>
                </a:lnTo>
                <a:cubicBezTo>
                  <a:pt x="165131" y="3786"/>
                  <a:pt x="162179" y="5023"/>
                  <a:pt x="160175" y="6798"/>
                </a:cubicBezTo>
                <a:cubicBezTo>
                  <a:pt x="157305" y="9435"/>
                  <a:pt x="154760" y="13470"/>
                  <a:pt x="152540" y="18904"/>
                </a:cubicBezTo>
                <a:lnTo>
                  <a:pt x="114116" y="112589"/>
                </a:lnTo>
                <a:lnTo>
                  <a:pt x="111111" y="112589"/>
                </a:lnTo>
                <a:lnTo>
                  <a:pt x="69845" y="17676"/>
                </a:lnTo>
                <a:cubicBezTo>
                  <a:pt x="67733" y="12839"/>
                  <a:pt x="66243" y="9883"/>
                  <a:pt x="65377" y="8809"/>
                </a:cubicBezTo>
                <a:cubicBezTo>
                  <a:pt x="64023" y="7143"/>
                  <a:pt x="62358" y="5841"/>
                  <a:pt x="60381" y="4902"/>
                </a:cubicBezTo>
                <a:cubicBezTo>
                  <a:pt x="58404" y="3961"/>
                  <a:pt x="55737" y="3356"/>
                  <a:pt x="52380" y="3087"/>
                </a:cubicBezTo>
                <a:lnTo>
                  <a:pt x="52380" y="0"/>
                </a:lnTo>
                <a:lnTo>
                  <a:pt x="97383" y="0"/>
                </a:lnTo>
                <a:lnTo>
                  <a:pt x="97383" y="3087"/>
                </a:lnTo>
                <a:cubicBezTo>
                  <a:pt x="92292" y="3574"/>
                  <a:pt x="88988" y="4441"/>
                  <a:pt x="87472" y="5686"/>
                </a:cubicBezTo>
                <a:cubicBezTo>
                  <a:pt x="85956" y="6932"/>
                  <a:pt x="85198" y="8529"/>
                  <a:pt x="85198" y="10479"/>
                </a:cubicBezTo>
                <a:cubicBezTo>
                  <a:pt x="85198" y="13187"/>
                  <a:pt x="86443" y="17411"/>
                  <a:pt x="88934" y="23151"/>
                </a:cubicBezTo>
                <a:lnTo>
                  <a:pt x="116960" y="87731"/>
                </a:lnTo>
                <a:lnTo>
                  <a:pt x="142954" y="23964"/>
                </a:lnTo>
                <a:cubicBezTo>
                  <a:pt x="145499" y="17682"/>
                  <a:pt x="146772" y="13322"/>
                  <a:pt x="146772" y="10885"/>
                </a:cubicBezTo>
                <a:cubicBezTo>
                  <a:pt x="146772" y="9315"/>
                  <a:pt x="145987" y="7812"/>
                  <a:pt x="144416" y="6377"/>
                </a:cubicBezTo>
                <a:cubicBezTo>
                  <a:pt x="142846" y="4942"/>
                  <a:pt x="140192" y="3926"/>
                  <a:pt x="136456" y="3331"/>
                </a:cubicBezTo>
                <a:cubicBezTo>
                  <a:pt x="136185" y="3276"/>
                  <a:pt x="135724" y="3195"/>
                  <a:pt x="135075" y="3087"/>
                </a:cubicBezTo>
                <a:lnTo>
                  <a:pt x="135075" y="0"/>
                </a:lnTo>
                <a:lnTo>
                  <a:pt x="169030" y="0"/>
                </a:lnTo>
                <a:close/>
                <a:moveTo>
                  <a:pt x="221850" y="107065"/>
                </a:moveTo>
                <a:lnTo>
                  <a:pt x="221850" y="110152"/>
                </a:lnTo>
                <a:lnTo>
                  <a:pt x="174653" y="110152"/>
                </a:lnTo>
                <a:lnTo>
                  <a:pt x="174653" y="107065"/>
                </a:lnTo>
                <a:lnTo>
                  <a:pt x="178553" y="107065"/>
                </a:lnTo>
                <a:cubicBezTo>
                  <a:pt x="183102" y="107065"/>
                  <a:pt x="186405" y="105745"/>
                  <a:pt x="188463" y="103105"/>
                </a:cubicBezTo>
                <a:cubicBezTo>
                  <a:pt x="189763" y="101380"/>
                  <a:pt x="190413" y="97231"/>
                  <a:pt x="190413" y="90656"/>
                </a:cubicBezTo>
                <a:lnTo>
                  <a:pt x="190413" y="19496"/>
                </a:lnTo>
                <a:cubicBezTo>
                  <a:pt x="190413" y="13945"/>
                  <a:pt x="190061" y="10280"/>
                  <a:pt x="189357" y="8502"/>
                </a:cubicBezTo>
                <a:cubicBezTo>
                  <a:pt x="188815" y="7154"/>
                  <a:pt x="187705" y="5996"/>
                  <a:pt x="186026" y="5026"/>
                </a:cubicBezTo>
                <a:cubicBezTo>
                  <a:pt x="183643" y="3733"/>
                  <a:pt x="181152" y="3087"/>
                  <a:pt x="178553" y="3087"/>
                </a:cubicBezTo>
                <a:lnTo>
                  <a:pt x="174653" y="3087"/>
                </a:lnTo>
                <a:lnTo>
                  <a:pt x="174653" y="0"/>
                </a:lnTo>
                <a:lnTo>
                  <a:pt x="221850" y="0"/>
                </a:lnTo>
                <a:lnTo>
                  <a:pt x="221850" y="3087"/>
                </a:lnTo>
                <a:lnTo>
                  <a:pt x="217869" y="3087"/>
                </a:lnTo>
                <a:cubicBezTo>
                  <a:pt x="213374" y="3087"/>
                  <a:pt x="210098" y="4407"/>
                  <a:pt x="208040" y="7047"/>
                </a:cubicBezTo>
                <a:cubicBezTo>
                  <a:pt x="206686" y="8771"/>
                  <a:pt x="206009" y="12921"/>
                  <a:pt x="206009" y="19496"/>
                </a:cubicBezTo>
                <a:lnTo>
                  <a:pt x="206009" y="90656"/>
                </a:lnTo>
                <a:cubicBezTo>
                  <a:pt x="206009" y="96207"/>
                  <a:pt x="206361" y="99871"/>
                  <a:pt x="207065" y="101650"/>
                </a:cubicBezTo>
                <a:cubicBezTo>
                  <a:pt x="207607" y="102997"/>
                  <a:pt x="208744" y="104156"/>
                  <a:pt x="210477" y="105125"/>
                </a:cubicBezTo>
                <a:cubicBezTo>
                  <a:pt x="212806" y="106418"/>
                  <a:pt x="215270" y="107065"/>
                  <a:pt x="217869" y="107065"/>
                </a:cubicBezTo>
                <a:lnTo>
                  <a:pt x="221850" y="107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E5765-0230-4415-B306-3957DF94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7" y="1541911"/>
            <a:ext cx="1774360" cy="465348"/>
          </a:xfrm>
          <a:custGeom xmlns:a="http://schemas.openxmlformats.org/drawingml/2006/main">
            <a:pathLst>
              <a:path w="1774360" h="465348">
                <a:moveTo>
                  <a:pt x="0" y="465348"/>
                </a:moveTo>
                <a:lnTo>
                  <a:pt x="1774360" y="465348"/>
                </a:lnTo>
                <a:lnTo>
                  <a:pt x="1774360" y="0"/>
                </a:lnTo>
                <a:lnTo>
                  <a:pt x="0" y="0"/>
                </a:lnTo>
                <a:lnTo>
                  <a:pt x="0" y="465348"/>
                </a:lnTo>
                <a:close/>
                <a:moveTo>
                  <a:pt x="1762519" y="453507"/>
                </a:moveTo>
                <a:lnTo>
                  <a:pt x="11841" y="453507"/>
                </a:lnTo>
                <a:lnTo>
                  <a:pt x="11841" y="11841"/>
                </a:lnTo>
                <a:lnTo>
                  <a:pt x="1762519" y="11841"/>
                </a:lnTo>
                <a:lnTo>
                  <a:pt x="1762519" y="453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Application:">
            <a:extLst xmlns:a="http://schemas.openxmlformats.org/drawingml/2006/main">
              <a:ext uri="{FF2B5EF4-FFF2-40B4-BE49-F238E27FC236}">
                <a16:creationId xmlns:a16="http://schemas.microsoft.com/office/drawing/2014/main" id="{C781AA83-D7FF-4D7E-8C4A-FEFCB6DB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43" y="1617037"/>
            <a:ext cx="813878" cy="151093"/>
          </a:xfrm>
          <a:custGeom xmlns:a="http://schemas.openxmlformats.org/drawingml/2006/main">
            <a:pathLst>
              <a:path w="813878" h="151093">
                <a:moveTo>
                  <a:pt x="74815" y="78633"/>
                </a:moveTo>
                <a:lnTo>
                  <a:pt x="32168" y="78633"/>
                </a:lnTo>
                <a:lnTo>
                  <a:pt x="24695" y="96017"/>
                </a:lnTo>
                <a:cubicBezTo>
                  <a:pt x="22853" y="100275"/>
                  <a:pt x="21933" y="103454"/>
                  <a:pt x="21933" y="105554"/>
                </a:cubicBezTo>
                <a:cubicBezTo>
                  <a:pt x="21933" y="107226"/>
                  <a:pt x="22732" y="108695"/>
                  <a:pt x="24329" y="109961"/>
                </a:cubicBezTo>
                <a:cubicBezTo>
                  <a:pt x="25927" y="111227"/>
                  <a:pt x="29379" y="112049"/>
                  <a:pt x="34686" y="112426"/>
                </a:cubicBezTo>
                <a:lnTo>
                  <a:pt x="34686" y="115513"/>
                </a:lnTo>
                <a:lnTo>
                  <a:pt x="0" y="115513"/>
                </a:lnTo>
                <a:lnTo>
                  <a:pt x="0" y="112426"/>
                </a:lnTo>
                <a:cubicBezTo>
                  <a:pt x="4603" y="111616"/>
                  <a:pt x="7582" y="110562"/>
                  <a:pt x="8936" y="109266"/>
                </a:cubicBezTo>
                <a:cubicBezTo>
                  <a:pt x="11698" y="106671"/>
                  <a:pt x="14757" y="101403"/>
                  <a:pt x="18115" y="93461"/>
                </a:cubicBezTo>
                <a:lnTo>
                  <a:pt x="56863" y="2924"/>
                </a:lnTo>
                <a:lnTo>
                  <a:pt x="59706" y="2924"/>
                </a:lnTo>
                <a:lnTo>
                  <a:pt x="98048" y="94474"/>
                </a:lnTo>
                <a:cubicBezTo>
                  <a:pt x="101135" y="101805"/>
                  <a:pt x="103937" y="106563"/>
                  <a:pt x="106456" y="108748"/>
                </a:cubicBezTo>
                <a:cubicBezTo>
                  <a:pt x="108974" y="110931"/>
                  <a:pt x="112480" y="112157"/>
                  <a:pt x="116975" y="112426"/>
                </a:cubicBezTo>
                <a:lnTo>
                  <a:pt x="116975" y="115513"/>
                </a:lnTo>
                <a:lnTo>
                  <a:pt x="73516" y="115513"/>
                </a:lnTo>
                <a:lnTo>
                  <a:pt x="73516" y="112426"/>
                </a:lnTo>
                <a:cubicBezTo>
                  <a:pt x="77902" y="112211"/>
                  <a:pt x="80867" y="111484"/>
                  <a:pt x="82411" y="110243"/>
                </a:cubicBezTo>
                <a:cubicBezTo>
                  <a:pt x="83954" y="109003"/>
                  <a:pt x="84726" y="107493"/>
                  <a:pt x="84726" y="105714"/>
                </a:cubicBezTo>
                <a:cubicBezTo>
                  <a:pt x="84726" y="103342"/>
                  <a:pt x="83643" y="99595"/>
                  <a:pt x="81476" y="94474"/>
                </a:cubicBezTo>
                <a:lnTo>
                  <a:pt x="74815" y="78633"/>
                </a:lnTo>
                <a:moveTo>
                  <a:pt x="72541" y="72622"/>
                </a:moveTo>
                <a:lnTo>
                  <a:pt x="53857" y="28107"/>
                </a:lnTo>
                <a:lnTo>
                  <a:pt x="34686" y="72622"/>
                </a:lnTo>
                <a:lnTo>
                  <a:pt x="72541" y="72622"/>
                </a:lnTo>
                <a:close/>
                <a:moveTo>
                  <a:pt x="118131" y="48252"/>
                </a:moveTo>
                <a:lnTo>
                  <a:pt x="141039" y="39154"/>
                </a:lnTo>
                <a:lnTo>
                  <a:pt x="144126" y="39154"/>
                </a:lnTo>
                <a:lnTo>
                  <a:pt x="144126" y="56619"/>
                </a:lnTo>
                <a:cubicBezTo>
                  <a:pt x="147971" y="50097"/>
                  <a:pt x="151829" y="45528"/>
                  <a:pt x="155701" y="42914"/>
                </a:cubicBezTo>
                <a:cubicBezTo>
                  <a:pt x="159573" y="40299"/>
                  <a:pt x="163648" y="38992"/>
                  <a:pt x="167927" y="38992"/>
                </a:cubicBezTo>
                <a:cubicBezTo>
                  <a:pt x="175400" y="38992"/>
                  <a:pt x="181628" y="41913"/>
                  <a:pt x="186610" y="47755"/>
                </a:cubicBezTo>
                <a:cubicBezTo>
                  <a:pt x="192730" y="54896"/>
                  <a:pt x="195790" y="64202"/>
                  <a:pt x="195790" y="75671"/>
                </a:cubicBezTo>
                <a:cubicBezTo>
                  <a:pt x="195790" y="88492"/>
                  <a:pt x="192107" y="99096"/>
                  <a:pt x="184742" y="107481"/>
                </a:cubicBezTo>
                <a:cubicBezTo>
                  <a:pt x="178677" y="114352"/>
                  <a:pt x="171041" y="117788"/>
                  <a:pt x="161834" y="117788"/>
                </a:cubicBezTo>
                <a:cubicBezTo>
                  <a:pt x="157827" y="117788"/>
                  <a:pt x="154361" y="117219"/>
                  <a:pt x="151436" y="116082"/>
                </a:cubicBezTo>
                <a:cubicBezTo>
                  <a:pt x="149270" y="115269"/>
                  <a:pt x="146833" y="113645"/>
                  <a:pt x="144126" y="111208"/>
                </a:cubicBezTo>
                <a:lnTo>
                  <a:pt x="144126" y="133872"/>
                </a:lnTo>
                <a:cubicBezTo>
                  <a:pt x="144126" y="138991"/>
                  <a:pt x="144437" y="142245"/>
                  <a:pt x="145060" y="143635"/>
                </a:cubicBezTo>
                <a:cubicBezTo>
                  <a:pt x="145682" y="145024"/>
                  <a:pt x="146766" y="146127"/>
                  <a:pt x="148309" y="146943"/>
                </a:cubicBezTo>
                <a:cubicBezTo>
                  <a:pt x="149852" y="147760"/>
                  <a:pt x="152655" y="148169"/>
                  <a:pt x="156717" y="148169"/>
                </a:cubicBezTo>
                <a:lnTo>
                  <a:pt x="156717" y="151093"/>
                </a:lnTo>
                <a:lnTo>
                  <a:pt x="117725" y="151093"/>
                </a:lnTo>
                <a:lnTo>
                  <a:pt x="117725" y="148169"/>
                </a:lnTo>
                <a:lnTo>
                  <a:pt x="119756" y="148169"/>
                </a:lnTo>
                <a:cubicBezTo>
                  <a:pt x="122734" y="148223"/>
                  <a:pt x="125280" y="147651"/>
                  <a:pt x="127392" y="146453"/>
                </a:cubicBezTo>
                <a:cubicBezTo>
                  <a:pt x="128421" y="145853"/>
                  <a:pt x="129219" y="144887"/>
                  <a:pt x="129788" y="143554"/>
                </a:cubicBezTo>
                <a:cubicBezTo>
                  <a:pt x="130357" y="142220"/>
                  <a:pt x="130641" y="138830"/>
                  <a:pt x="130641" y="133384"/>
                </a:cubicBezTo>
                <a:lnTo>
                  <a:pt x="130641" y="62874"/>
                </a:lnTo>
                <a:cubicBezTo>
                  <a:pt x="130641" y="58022"/>
                  <a:pt x="130424" y="54942"/>
                  <a:pt x="129991" y="53634"/>
                </a:cubicBezTo>
                <a:cubicBezTo>
                  <a:pt x="129558" y="52324"/>
                  <a:pt x="128867" y="51343"/>
                  <a:pt x="127920" y="50692"/>
                </a:cubicBezTo>
                <a:cubicBezTo>
                  <a:pt x="126972" y="50040"/>
                  <a:pt x="125686" y="49714"/>
                  <a:pt x="124061" y="49714"/>
                </a:cubicBezTo>
                <a:cubicBezTo>
                  <a:pt x="122761" y="49714"/>
                  <a:pt x="121110" y="50094"/>
                  <a:pt x="119106" y="50852"/>
                </a:cubicBezTo>
                <a:lnTo>
                  <a:pt x="118131" y="48252"/>
                </a:lnTo>
                <a:moveTo>
                  <a:pt x="144126" y="61412"/>
                </a:moveTo>
                <a:lnTo>
                  <a:pt x="144126" y="89194"/>
                </a:lnTo>
                <a:cubicBezTo>
                  <a:pt x="144126" y="95205"/>
                  <a:pt x="144369" y="99158"/>
                  <a:pt x="144857" y="101054"/>
                </a:cubicBezTo>
                <a:cubicBezTo>
                  <a:pt x="145615" y="104195"/>
                  <a:pt x="147470" y="106957"/>
                  <a:pt x="150421" y="109339"/>
                </a:cubicBezTo>
                <a:cubicBezTo>
                  <a:pt x="153373" y="111722"/>
                  <a:pt x="157096" y="112914"/>
                  <a:pt x="161591" y="112914"/>
                </a:cubicBezTo>
                <a:cubicBezTo>
                  <a:pt x="167006" y="112914"/>
                  <a:pt x="171393" y="110802"/>
                  <a:pt x="174750" y="106577"/>
                </a:cubicBezTo>
                <a:cubicBezTo>
                  <a:pt x="179137" y="101054"/>
                  <a:pt x="181330" y="93282"/>
                  <a:pt x="181330" y="83264"/>
                </a:cubicBezTo>
                <a:cubicBezTo>
                  <a:pt x="181330" y="71891"/>
                  <a:pt x="178839" y="63145"/>
                  <a:pt x="173857" y="57025"/>
                </a:cubicBezTo>
                <a:cubicBezTo>
                  <a:pt x="170391" y="52801"/>
                  <a:pt x="166275" y="50689"/>
                  <a:pt x="161509" y="50689"/>
                </a:cubicBezTo>
                <a:cubicBezTo>
                  <a:pt x="158910" y="50689"/>
                  <a:pt x="156338" y="51339"/>
                  <a:pt x="153792" y="52639"/>
                </a:cubicBezTo>
                <a:cubicBezTo>
                  <a:pt x="151843" y="53614"/>
                  <a:pt x="148620" y="56538"/>
                  <a:pt x="144126" y="61412"/>
                </a:cubicBezTo>
                <a:close/>
                <a:moveTo>
                  <a:pt x="201017" y="48252"/>
                </a:moveTo>
                <a:lnTo>
                  <a:pt x="223925" y="39154"/>
                </a:lnTo>
                <a:lnTo>
                  <a:pt x="227012" y="39154"/>
                </a:lnTo>
                <a:lnTo>
                  <a:pt x="227012" y="56619"/>
                </a:lnTo>
                <a:cubicBezTo>
                  <a:pt x="230857" y="50097"/>
                  <a:pt x="234715" y="45528"/>
                  <a:pt x="238588" y="42914"/>
                </a:cubicBezTo>
                <a:cubicBezTo>
                  <a:pt x="242460" y="40299"/>
                  <a:pt x="246535" y="38992"/>
                  <a:pt x="250813" y="38992"/>
                </a:cubicBezTo>
                <a:cubicBezTo>
                  <a:pt x="258286" y="38992"/>
                  <a:pt x="264514" y="41913"/>
                  <a:pt x="269497" y="47755"/>
                </a:cubicBezTo>
                <a:cubicBezTo>
                  <a:pt x="275616" y="54896"/>
                  <a:pt x="278676" y="64202"/>
                  <a:pt x="278676" y="75671"/>
                </a:cubicBezTo>
                <a:cubicBezTo>
                  <a:pt x="278676" y="88492"/>
                  <a:pt x="274993" y="99096"/>
                  <a:pt x="267628" y="107481"/>
                </a:cubicBezTo>
                <a:cubicBezTo>
                  <a:pt x="261563" y="114352"/>
                  <a:pt x="253927" y="117788"/>
                  <a:pt x="244721" y="117788"/>
                </a:cubicBezTo>
                <a:cubicBezTo>
                  <a:pt x="240713" y="117788"/>
                  <a:pt x="237247" y="117219"/>
                  <a:pt x="234323" y="116082"/>
                </a:cubicBezTo>
                <a:cubicBezTo>
                  <a:pt x="232157" y="115269"/>
                  <a:pt x="229720" y="113645"/>
                  <a:pt x="227012" y="111208"/>
                </a:cubicBezTo>
                <a:lnTo>
                  <a:pt x="227012" y="133872"/>
                </a:lnTo>
                <a:cubicBezTo>
                  <a:pt x="227012" y="138991"/>
                  <a:pt x="227323" y="142245"/>
                  <a:pt x="227946" y="143635"/>
                </a:cubicBezTo>
                <a:cubicBezTo>
                  <a:pt x="228569" y="145024"/>
                  <a:pt x="229652" y="146127"/>
                  <a:pt x="231195" y="146943"/>
                </a:cubicBezTo>
                <a:cubicBezTo>
                  <a:pt x="232739" y="147760"/>
                  <a:pt x="235541" y="148169"/>
                  <a:pt x="239603" y="148169"/>
                </a:cubicBezTo>
                <a:lnTo>
                  <a:pt x="239603" y="151093"/>
                </a:lnTo>
                <a:lnTo>
                  <a:pt x="200611" y="151093"/>
                </a:lnTo>
                <a:lnTo>
                  <a:pt x="200611" y="148169"/>
                </a:lnTo>
                <a:lnTo>
                  <a:pt x="202642" y="148169"/>
                </a:lnTo>
                <a:cubicBezTo>
                  <a:pt x="205621" y="148223"/>
                  <a:pt x="208166" y="147651"/>
                  <a:pt x="210278" y="146453"/>
                </a:cubicBezTo>
                <a:cubicBezTo>
                  <a:pt x="211307" y="145853"/>
                  <a:pt x="212106" y="144887"/>
                  <a:pt x="212674" y="143554"/>
                </a:cubicBezTo>
                <a:cubicBezTo>
                  <a:pt x="213243" y="142220"/>
                  <a:pt x="213527" y="138830"/>
                  <a:pt x="213527" y="133384"/>
                </a:cubicBezTo>
                <a:lnTo>
                  <a:pt x="213527" y="62874"/>
                </a:lnTo>
                <a:cubicBezTo>
                  <a:pt x="213527" y="58022"/>
                  <a:pt x="213311" y="54942"/>
                  <a:pt x="212877" y="53634"/>
                </a:cubicBezTo>
                <a:cubicBezTo>
                  <a:pt x="212444" y="52324"/>
                  <a:pt x="211754" y="51343"/>
                  <a:pt x="210806" y="50692"/>
                </a:cubicBezTo>
                <a:cubicBezTo>
                  <a:pt x="209858" y="50040"/>
                  <a:pt x="208572" y="49714"/>
                  <a:pt x="206947" y="49714"/>
                </a:cubicBezTo>
                <a:cubicBezTo>
                  <a:pt x="205648" y="49714"/>
                  <a:pt x="203996" y="50094"/>
                  <a:pt x="201992" y="50852"/>
                </a:cubicBezTo>
                <a:lnTo>
                  <a:pt x="201017" y="48252"/>
                </a:lnTo>
                <a:moveTo>
                  <a:pt x="227012" y="61412"/>
                </a:moveTo>
                <a:lnTo>
                  <a:pt x="227012" y="89194"/>
                </a:lnTo>
                <a:cubicBezTo>
                  <a:pt x="227012" y="95205"/>
                  <a:pt x="227256" y="99158"/>
                  <a:pt x="227743" y="101054"/>
                </a:cubicBezTo>
                <a:cubicBezTo>
                  <a:pt x="228501" y="104195"/>
                  <a:pt x="230356" y="106957"/>
                  <a:pt x="233307" y="109339"/>
                </a:cubicBezTo>
                <a:cubicBezTo>
                  <a:pt x="236259" y="111722"/>
                  <a:pt x="239982" y="112914"/>
                  <a:pt x="244477" y="112914"/>
                </a:cubicBezTo>
                <a:cubicBezTo>
                  <a:pt x="249892" y="112914"/>
                  <a:pt x="254279" y="110802"/>
                  <a:pt x="257637" y="106577"/>
                </a:cubicBezTo>
                <a:cubicBezTo>
                  <a:pt x="262023" y="101054"/>
                  <a:pt x="264216" y="93282"/>
                  <a:pt x="264216" y="83264"/>
                </a:cubicBezTo>
                <a:cubicBezTo>
                  <a:pt x="264216" y="71891"/>
                  <a:pt x="261725" y="63145"/>
                  <a:pt x="256743" y="57025"/>
                </a:cubicBezTo>
                <a:cubicBezTo>
                  <a:pt x="253277" y="52801"/>
                  <a:pt x="249161" y="50689"/>
                  <a:pt x="244396" y="50689"/>
                </a:cubicBezTo>
                <a:cubicBezTo>
                  <a:pt x="241796" y="50689"/>
                  <a:pt x="239224" y="51339"/>
                  <a:pt x="236679" y="52639"/>
                </a:cubicBezTo>
                <a:cubicBezTo>
                  <a:pt x="234729" y="53614"/>
                  <a:pt x="231507" y="56538"/>
                  <a:pt x="227012" y="61412"/>
                </a:cubicBezTo>
                <a:close/>
                <a:moveTo>
                  <a:pt x="314853" y="0"/>
                </a:moveTo>
                <a:lnTo>
                  <a:pt x="314853" y="98617"/>
                </a:lnTo>
                <a:cubicBezTo>
                  <a:pt x="314853" y="103301"/>
                  <a:pt x="315192" y="106407"/>
                  <a:pt x="315869" y="107933"/>
                </a:cubicBezTo>
                <a:cubicBezTo>
                  <a:pt x="316546" y="109458"/>
                  <a:pt x="317588" y="110615"/>
                  <a:pt x="318996" y="111406"/>
                </a:cubicBezTo>
                <a:cubicBezTo>
                  <a:pt x="320404" y="112194"/>
                  <a:pt x="323031" y="112589"/>
                  <a:pt x="326876" y="112589"/>
                </a:cubicBezTo>
                <a:lnTo>
                  <a:pt x="326876" y="115513"/>
                </a:lnTo>
                <a:lnTo>
                  <a:pt x="290402" y="115513"/>
                </a:lnTo>
                <a:lnTo>
                  <a:pt x="290402" y="112589"/>
                </a:lnTo>
                <a:cubicBezTo>
                  <a:pt x="293814" y="112589"/>
                  <a:pt x="296143" y="112235"/>
                  <a:pt x="297388" y="111528"/>
                </a:cubicBezTo>
                <a:cubicBezTo>
                  <a:pt x="298634" y="110818"/>
                  <a:pt x="299609" y="109647"/>
                  <a:pt x="300313" y="108014"/>
                </a:cubicBezTo>
                <a:cubicBezTo>
                  <a:pt x="301017" y="106379"/>
                  <a:pt x="301369" y="103247"/>
                  <a:pt x="301369" y="98617"/>
                </a:cubicBezTo>
                <a:lnTo>
                  <a:pt x="301369" y="31193"/>
                </a:lnTo>
                <a:cubicBezTo>
                  <a:pt x="301369" y="22799"/>
                  <a:pt x="301179" y="17641"/>
                  <a:pt x="300800" y="15719"/>
                </a:cubicBezTo>
                <a:cubicBezTo>
                  <a:pt x="300421" y="13796"/>
                  <a:pt x="299812" y="12483"/>
                  <a:pt x="298972" y="11779"/>
                </a:cubicBezTo>
                <a:cubicBezTo>
                  <a:pt x="298133" y="11075"/>
                  <a:pt x="297063" y="10723"/>
                  <a:pt x="295764" y="10723"/>
                </a:cubicBezTo>
                <a:cubicBezTo>
                  <a:pt x="294356" y="10723"/>
                  <a:pt x="292569" y="11156"/>
                  <a:pt x="290402" y="12022"/>
                </a:cubicBezTo>
                <a:lnTo>
                  <a:pt x="289021" y="9098"/>
                </a:lnTo>
                <a:lnTo>
                  <a:pt x="311198" y="0"/>
                </a:lnTo>
                <a:lnTo>
                  <a:pt x="314853" y="0"/>
                </a:lnTo>
                <a:close/>
                <a:moveTo>
                  <a:pt x="354372" y="0"/>
                </a:moveTo>
                <a:cubicBezTo>
                  <a:pt x="356646" y="0"/>
                  <a:pt x="358582" y="803"/>
                  <a:pt x="360180" y="2409"/>
                </a:cubicBezTo>
                <a:cubicBezTo>
                  <a:pt x="361778" y="4013"/>
                  <a:pt x="362576" y="5959"/>
                  <a:pt x="362576" y="8245"/>
                </a:cubicBezTo>
                <a:cubicBezTo>
                  <a:pt x="362576" y="10531"/>
                  <a:pt x="361778" y="12491"/>
                  <a:pt x="360180" y="14124"/>
                </a:cubicBezTo>
                <a:cubicBezTo>
                  <a:pt x="358582" y="15756"/>
                  <a:pt x="356646" y="16571"/>
                  <a:pt x="354372" y="16571"/>
                </a:cubicBezTo>
                <a:cubicBezTo>
                  <a:pt x="352097" y="16571"/>
                  <a:pt x="350148" y="15756"/>
                  <a:pt x="348523" y="14124"/>
                </a:cubicBezTo>
                <a:cubicBezTo>
                  <a:pt x="346898" y="12491"/>
                  <a:pt x="346086" y="10531"/>
                  <a:pt x="346086" y="8245"/>
                </a:cubicBezTo>
                <a:cubicBezTo>
                  <a:pt x="346086" y="5959"/>
                  <a:pt x="346885" y="4013"/>
                  <a:pt x="348482" y="2409"/>
                </a:cubicBezTo>
                <a:cubicBezTo>
                  <a:pt x="350080" y="803"/>
                  <a:pt x="352043" y="0"/>
                  <a:pt x="354372" y="0"/>
                </a:cubicBezTo>
                <a:moveTo>
                  <a:pt x="361114" y="38992"/>
                </a:moveTo>
                <a:lnTo>
                  <a:pt x="361114" y="98617"/>
                </a:lnTo>
                <a:cubicBezTo>
                  <a:pt x="361114" y="103301"/>
                  <a:pt x="361453" y="106420"/>
                  <a:pt x="362130" y="107974"/>
                </a:cubicBezTo>
                <a:cubicBezTo>
                  <a:pt x="362807" y="109526"/>
                  <a:pt x="363808" y="110683"/>
                  <a:pt x="365135" y="111446"/>
                </a:cubicBezTo>
                <a:cubicBezTo>
                  <a:pt x="366462" y="112208"/>
                  <a:pt x="368885" y="112589"/>
                  <a:pt x="372406" y="112589"/>
                </a:cubicBezTo>
                <a:lnTo>
                  <a:pt x="372406" y="115513"/>
                </a:lnTo>
                <a:lnTo>
                  <a:pt x="336257" y="115513"/>
                </a:lnTo>
                <a:lnTo>
                  <a:pt x="336257" y="112589"/>
                </a:lnTo>
                <a:cubicBezTo>
                  <a:pt x="339885" y="112589"/>
                  <a:pt x="342322" y="112235"/>
                  <a:pt x="343568" y="111528"/>
                </a:cubicBezTo>
                <a:cubicBezTo>
                  <a:pt x="344813" y="110818"/>
                  <a:pt x="345802" y="109647"/>
                  <a:pt x="346533" y="108014"/>
                </a:cubicBezTo>
                <a:cubicBezTo>
                  <a:pt x="347264" y="106379"/>
                  <a:pt x="347630" y="103247"/>
                  <a:pt x="347630" y="98617"/>
                </a:cubicBezTo>
                <a:lnTo>
                  <a:pt x="347630" y="70185"/>
                </a:lnTo>
                <a:cubicBezTo>
                  <a:pt x="347630" y="62082"/>
                  <a:pt x="347386" y="56834"/>
                  <a:pt x="346898" y="54441"/>
                </a:cubicBezTo>
                <a:cubicBezTo>
                  <a:pt x="346519" y="52700"/>
                  <a:pt x="345924" y="51491"/>
                  <a:pt x="345111" y="50814"/>
                </a:cubicBezTo>
                <a:cubicBezTo>
                  <a:pt x="344299" y="50135"/>
                  <a:pt x="343189" y="49796"/>
                  <a:pt x="341781" y="49796"/>
                </a:cubicBezTo>
                <a:cubicBezTo>
                  <a:pt x="340264" y="49796"/>
                  <a:pt x="338423" y="50202"/>
                  <a:pt x="336257" y="51014"/>
                </a:cubicBezTo>
                <a:lnTo>
                  <a:pt x="335120" y="48090"/>
                </a:lnTo>
                <a:lnTo>
                  <a:pt x="357540" y="38992"/>
                </a:lnTo>
                <a:lnTo>
                  <a:pt x="361114" y="38992"/>
                </a:lnTo>
                <a:close/>
                <a:moveTo>
                  <a:pt x="444823" y="87244"/>
                </a:moveTo>
                <a:cubicBezTo>
                  <a:pt x="442820" y="97046"/>
                  <a:pt x="438893" y="104587"/>
                  <a:pt x="433045" y="109867"/>
                </a:cubicBezTo>
                <a:cubicBezTo>
                  <a:pt x="427196" y="115147"/>
                  <a:pt x="420724" y="117788"/>
                  <a:pt x="413630" y="117788"/>
                </a:cubicBezTo>
                <a:cubicBezTo>
                  <a:pt x="405182" y="117788"/>
                  <a:pt x="397817" y="114245"/>
                  <a:pt x="391535" y="107159"/>
                </a:cubicBezTo>
                <a:cubicBezTo>
                  <a:pt x="385253" y="100071"/>
                  <a:pt x="382112" y="90495"/>
                  <a:pt x="382112" y="78430"/>
                </a:cubicBezTo>
                <a:cubicBezTo>
                  <a:pt x="382112" y="66745"/>
                  <a:pt x="385591" y="57251"/>
                  <a:pt x="392550" y="49948"/>
                </a:cubicBezTo>
                <a:cubicBezTo>
                  <a:pt x="399509" y="42644"/>
                  <a:pt x="407862" y="38992"/>
                  <a:pt x="417610" y="38992"/>
                </a:cubicBezTo>
                <a:cubicBezTo>
                  <a:pt x="424921" y="38992"/>
                  <a:pt x="430933" y="40935"/>
                  <a:pt x="435644" y="44820"/>
                </a:cubicBezTo>
                <a:cubicBezTo>
                  <a:pt x="440356" y="48704"/>
                  <a:pt x="442711" y="52738"/>
                  <a:pt x="442711" y="56921"/>
                </a:cubicBezTo>
                <a:cubicBezTo>
                  <a:pt x="442711" y="58986"/>
                  <a:pt x="442048" y="60657"/>
                  <a:pt x="440721" y="61935"/>
                </a:cubicBezTo>
                <a:cubicBezTo>
                  <a:pt x="439394" y="63211"/>
                  <a:pt x="437539" y="63849"/>
                  <a:pt x="435157" y="63849"/>
                </a:cubicBezTo>
                <a:cubicBezTo>
                  <a:pt x="431961" y="63849"/>
                  <a:pt x="429552" y="62812"/>
                  <a:pt x="427927" y="60737"/>
                </a:cubicBezTo>
                <a:cubicBezTo>
                  <a:pt x="427006" y="59589"/>
                  <a:pt x="426397" y="57405"/>
                  <a:pt x="426099" y="54182"/>
                </a:cubicBezTo>
                <a:cubicBezTo>
                  <a:pt x="425801" y="50960"/>
                  <a:pt x="424705" y="48503"/>
                  <a:pt x="422809" y="46810"/>
                </a:cubicBezTo>
                <a:cubicBezTo>
                  <a:pt x="420914" y="45172"/>
                  <a:pt x="418287" y="44353"/>
                  <a:pt x="414930" y="44353"/>
                </a:cubicBezTo>
                <a:cubicBezTo>
                  <a:pt x="409514" y="44353"/>
                  <a:pt x="405155" y="46357"/>
                  <a:pt x="401851" y="50364"/>
                </a:cubicBezTo>
                <a:cubicBezTo>
                  <a:pt x="397465" y="55672"/>
                  <a:pt x="395271" y="62685"/>
                  <a:pt x="395271" y="71404"/>
                </a:cubicBezTo>
                <a:cubicBezTo>
                  <a:pt x="395271" y="80285"/>
                  <a:pt x="397451" y="88124"/>
                  <a:pt x="401811" y="94921"/>
                </a:cubicBezTo>
                <a:cubicBezTo>
                  <a:pt x="406170" y="101717"/>
                  <a:pt x="412059" y="105115"/>
                  <a:pt x="419479" y="105115"/>
                </a:cubicBezTo>
                <a:cubicBezTo>
                  <a:pt x="424786" y="105115"/>
                  <a:pt x="429552" y="103301"/>
                  <a:pt x="433776" y="99673"/>
                </a:cubicBezTo>
                <a:cubicBezTo>
                  <a:pt x="436754" y="97182"/>
                  <a:pt x="439652" y="92660"/>
                  <a:pt x="442468" y="86107"/>
                </a:cubicBezTo>
                <a:lnTo>
                  <a:pt x="444823" y="87244"/>
                </a:lnTo>
                <a:close/>
                <a:moveTo>
                  <a:pt x="497198" y="104877"/>
                </a:moveTo>
                <a:cubicBezTo>
                  <a:pt x="489562" y="110778"/>
                  <a:pt x="484769" y="114188"/>
                  <a:pt x="482819" y="115107"/>
                </a:cubicBezTo>
                <a:cubicBezTo>
                  <a:pt x="479895" y="116461"/>
                  <a:pt x="476781" y="117138"/>
                  <a:pt x="473478" y="117138"/>
                </a:cubicBezTo>
                <a:cubicBezTo>
                  <a:pt x="468333" y="117138"/>
                  <a:pt x="464095" y="115378"/>
                  <a:pt x="460765" y="111858"/>
                </a:cubicBezTo>
                <a:cubicBezTo>
                  <a:pt x="457434" y="108337"/>
                  <a:pt x="455769" y="103707"/>
                  <a:pt x="455769" y="97967"/>
                </a:cubicBezTo>
                <a:cubicBezTo>
                  <a:pt x="455769" y="94338"/>
                  <a:pt x="456581" y="91197"/>
                  <a:pt x="458206" y="88544"/>
                </a:cubicBezTo>
                <a:cubicBezTo>
                  <a:pt x="460426" y="84861"/>
                  <a:pt x="464285" y="81395"/>
                  <a:pt x="469782" y="78146"/>
                </a:cubicBezTo>
                <a:cubicBezTo>
                  <a:pt x="475278" y="74897"/>
                  <a:pt x="484417" y="70943"/>
                  <a:pt x="497198" y="66286"/>
                </a:cubicBezTo>
                <a:lnTo>
                  <a:pt x="497198" y="63372"/>
                </a:lnTo>
                <a:cubicBezTo>
                  <a:pt x="497198" y="55980"/>
                  <a:pt x="496020" y="50908"/>
                  <a:pt x="493664" y="48156"/>
                </a:cubicBezTo>
                <a:cubicBezTo>
                  <a:pt x="491308" y="45404"/>
                  <a:pt x="487883" y="44028"/>
                  <a:pt x="483388" y="44028"/>
                </a:cubicBezTo>
                <a:cubicBezTo>
                  <a:pt x="479976" y="44028"/>
                  <a:pt x="477269" y="44949"/>
                  <a:pt x="475265" y="46790"/>
                </a:cubicBezTo>
                <a:cubicBezTo>
                  <a:pt x="473207" y="48631"/>
                  <a:pt x="472178" y="50743"/>
                  <a:pt x="472178" y="53126"/>
                </a:cubicBezTo>
                <a:lnTo>
                  <a:pt x="472340" y="57838"/>
                </a:lnTo>
                <a:cubicBezTo>
                  <a:pt x="472340" y="60329"/>
                  <a:pt x="471704" y="62251"/>
                  <a:pt x="470431" y="63605"/>
                </a:cubicBezTo>
                <a:cubicBezTo>
                  <a:pt x="469159" y="64959"/>
                  <a:pt x="467494" y="65636"/>
                  <a:pt x="465436" y="65636"/>
                </a:cubicBezTo>
                <a:cubicBezTo>
                  <a:pt x="463432" y="65636"/>
                  <a:pt x="461794" y="64930"/>
                  <a:pt x="460521" y="63519"/>
                </a:cubicBezTo>
                <a:cubicBezTo>
                  <a:pt x="459248" y="62106"/>
                  <a:pt x="458612" y="60177"/>
                  <a:pt x="458612" y="57734"/>
                </a:cubicBezTo>
                <a:cubicBezTo>
                  <a:pt x="458612" y="53061"/>
                  <a:pt x="460995" y="48769"/>
                  <a:pt x="465761" y="44858"/>
                </a:cubicBezTo>
                <a:cubicBezTo>
                  <a:pt x="470526" y="40947"/>
                  <a:pt x="477214" y="38992"/>
                  <a:pt x="485825" y="38992"/>
                </a:cubicBezTo>
                <a:cubicBezTo>
                  <a:pt x="492432" y="38992"/>
                  <a:pt x="497848" y="40100"/>
                  <a:pt x="502072" y="42317"/>
                </a:cubicBezTo>
                <a:cubicBezTo>
                  <a:pt x="505267" y="43994"/>
                  <a:pt x="507623" y="46618"/>
                  <a:pt x="509139" y="50189"/>
                </a:cubicBezTo>
                <a:cubicBezTo>
                  <a:pt x="510114" y="52514"/>
                  <a:pt x="510601" y="57274"/>
                  <a:pt x="510601" y="64468"/>
                </a:cubicBezTo>
                <a:lnTo>
                  <a:pt x="510601" y="89701"/>
                </a:lnTo>
                <a:cubicBezTo>
                  <a:pt x="510601" y="96787"/>
                  <a:pt x="510736" y="101128"/>
                  <a:pt x="511007" y="102724"/>
                </a:cubicBezTo>
                <a:cubicBezTo>
                  <a:pt x="511278" y="104320"/>
                  <a:pt x="511725" y="105389"/>
                  <a:pt x="512348" y="105930"/>
                </a:cubicBezTo>
                <a:cubicBezTo>
                  <a:pt x="512970" y="106470"/>
                  <a:pt x="513688" y="106740"/>
                  <a:pt x="514500" y="106740"/>
                </a:cubicBezTo>
                <a:cubicBezTo>
                  <a:pt x="515367" y="106740"/>
                  <a:pt x="516125" y="106550"/>
                  <a:pt x="516775" y="106171"/>
                </a:cubicBezTo>
                <a:cubicBezTo>
                  <a:pt x="517912" y="105467"/>
                  <a:pt x="520105" y="103491"/>
                  <a:pt x="523355" y="100241"/>
                </a:cubicBezTo>
                <a:lnTo>
                  <a:pt x="523355" y="104790"/>
                </a:lnTo>
                <a:cubicBezTo>
                  <a:pt x="517289" y="112914"/>
                  <a:pt x="511495" y="116975"/>
                  <a:pt x="505971" y="116975"/>
                </a:cubicBezTo>
                <a:cubicBezTo>
                  <a:pt x="503317" y="116975"/>
                  <a:pt x="501205" y="116061"/>
                  <a:pt x="499635" y="114234"/>
                </a:cubicBezTo>
                <a:cubicBezTo>
                  <a:pt x="498064" y="112404"/>
                  <a:pt x="497252" y="109285"/>
                  <a:pt x="497198" y="104877"/>
                </a:cubicBezTo>
                <a:moveTo>
                  <a:pt x="497198" y="99609"/>
                </a:moveTo>
                <a:lnTo>
                  <a:pt x="497198" y="71322"/>
                </a:lnTo>
                <a:cubicBezTo>
                  <a:pt x="489020" y="74565"/>
                  <a:pt x="483740" y="76861"/>
                  <a:pt x="481357" y="78212"/>
                </a:cubicBezTo>
                <a:cubicBezTo>
                  <a:pt x="477079" y="80590"/>
                  <a:pt x="474019" y="83076"/>
                  <a:pt x="472178" y="85670"/>
                </a:cubicBezTo>
                <a:cubicBezTo>
                  <a:pt x="470337" y="88263"/>
                  <a:pt x="469416" y="91099"/>
                  <a:pt x="469416" y="94179"/>
                </a:cubicBezTo>
                <a:cubicBezTo>
                  <a:pt x="469416" y="98070"/>
                  <a:pt x="470580" y="101299"/>
                  <a:pt x="472909" y="103866"/>
                </a:cubicBezTo>
                <a:cubicBezTo>
                  <a:pt x="475238" y="106432"/>
                  <a:pt x="477918" y="107715"/>
                  <a:pt x="480951" y="107715"/>
                </a:cubicBezTo>
                <a:cubicBezTo>
                  <a:pt x="485067" y="107715"/>
                  <a:pt x="490482" y="105013"/>
                  <a:pt x="497198" y="99609"/>
                </a:cubicBezTo>
                <a:close/>
                <a:moveTo>
                  <a:pt x="550059" y="16571"/>
                </a:moveTo>
                <a:lnTo>
                  <a:pt x="550059" y="41104"/>
                </a:lnTo>
                <a:lnTo>
                  <a:pt x="567443" y="41104"/>
                </a:lnTo>
                <a:lnTo>
                  <a:pt x="567443" y="46628"/>
                </a:lnTo>
                <a:lnTo>
                  <a:pt x="550059" y="46790"/>
                </a:lnTo>
                <a:lnTo>
                  <a:pt x="550059" y="95108"/>
                </a:lnTo>
                <a:cubicBezTo>
                  <a:pt x="550059" y="99933"/>
                  <a:pt x="550750" y="103187"/>
                  <a:pt x="552131" y="104869"/>
                </a:cubicBezTo>
                <a:cubicBezTo>
                  <a:pt x="553512" y="106550"/>
                  <a:pt x="555285" y="107390"/>
                  <a:pt x="557452" y="107390"/>
                </a:cubicBezTo>
                <a:cubicBezTo>
                  <a:pt x="559239" y="107390"/>
                  <a:pt x="560972" y="106828"/>
                  <a:pt x="562651" y="105704"/>
                </a:cubicBezTo>
                <a:cubicBezTo>
                  <a:pt x="564329" y="104580"/>
                  <a:pt x="565629" y="102922"/>
                  <a:pt x="566550" y="100729"/>
                </a:cubicBezTo>
                <a:lnTo>
                  <a:pt x="569718" y="100729"/>
                </a:lnTo>
                <a:cubicBezTo>
                  <a:pt x="567822" y="106063"/>
                  <a:pt x="565142" y="110077"/>
                  <a:pt x="561676" y="112771"/>
                </a:cubicBezTo>
                <a:cubicBezTo>
                  <a:pt x="558210" y="115466"/>
                  <a:pt x="554636" y="116813"/>
                  <a:pt x="550953" y="116813"/>
                </a:cubicBezTo>
                <a:cubicBezTo>
                  <a:pt x="548462" y="116813"/>
                  <a:pt x="546025" y="116120"/>
                  <a:pt x="543642" y="114734"/>
                </a:cubicBezTo>
                <a:cubicBezTo>
                  <a:pt x="541259" y="113348"/>
                  <a:pt x="539499" y="111364"/>
                  <a:pt x="538362" y="108783"/>
                </a:cubicBezTo>
                <a:cubicBezTo>
                  <a:pt x="537225" y="106203"/>
                  <a:pt x="536656" y="102222"/>
                  <a:pt x="536656" y="96842"/>
                </a:cubicBezTo>
                <a:lnTo>
                  <a:pt x="536656" y="46628"/>
                </a:lnTo>
                <a:lnTo>
                  <a:pt x="524877" y="46628"/>
                </a:lnTo>
                <a:lnTo>
                  <a:pt x="524877" y="44023"/>
                </a:lnTo>
                <a:cubicBezTo>
                  <a:pt x="527856" y="42838"/>
                  <a:pt x="530902" y="40833"/>
                  <a:pt x="534016" y="38007"/>
                </a:cubicBezTo>
                <a:cubicBezTo>
                  <a:pt x="537130" y="35181"/>
                  <a:pt x="539905" y="31812"/>
                  <a:pt x="542342" y="27901"/>
                </a:cubicBezTo>
                <a:cubicBezTo>
                  <a:pt x="543588" y="25836"/>
                  <a:pt x="545321" y="22060"/>
                  <a:pt x="547541" y="16571"/>
                </a:cubicBezTo>
                <a:lnTo>
                  <a:pt x="550059" y="16571"/>
                </a:lnTo>
                <a:close/>
                <a:moveTo>
                  <a:pt x="593558" y="0"/>
                </a:moveTo>
                <a:cubicBezTo>
                  <a:pt x="595833" y="0"/>
                  <a:pt x="597769" y="803"/>
                  <a:pt x="599366" y="2409"/>
                </a:cubicBezTo>
                <a:cubicBezTo>
                  <a:pt x="600964" y="4013"/>
                  <a:pt x="601763" y="5959"/>
                  <a:pt x="601763" y="8245"/>
                </a:cubicBezTo>
                <a:cubicBezTo>
                  <a:pt x="601763" y="10531"/>
                  <a:pt x="600964" y="12491"/>
                  <a:pt x="599366" y="14124"/>
                </a:cubicBezTo>
                <a:cubicBezTo>
                  <a:pt x="597769" y="15756"/>
                  <a:pt x="595833" y="16571"/>
                  <a:pt x="593558" y="16571"/>
                </a:cubicBezTo>
                <a:cubicBezTo>
                  <a:pt x="591284" y="16571"/>
                  <a:pt x="589334" y="15756"/>
                  <a:pt x="587710" y="14124"/>
                </a:cubicBezTo>
                <a:cubicBezTo>
                  <a:pt x="586085" y="12491"/>
                  <a:pt x="585273" y="10531"/>
                  <a:pt x="585273" y="8245"/>
                </a:cubicBezTo>
                <a:cubicBezTo>
                  <a:pt x="585273" y="5959"/>
                  <a:pt x="586071" y="4013"/>
                  <a:pt x="587669" y="2409"/>
                </a:cubicBezTo>
                <a:cubicBezTo>
                  <a:pt x="589266" y="803"/>
                  <a:pt x="591230" y="0"/>
                  <a:pt x="593558" y="0"/>
                </a:cubicBezTo>
                <a:moveTo>
                  <a:pt x="600301" y="38992"/>
                </a:moveTo>
                <a:lnTo>
                  <a:pt x="600301" y="98617"/>
                </a:lnTo>
                <a:cubicBezTo>
                  <a:pt x="600301" y="103301"/>
                  <a:pt x="600639" y="106420"/>
                  <a:pt x="601316" y="107974"/>
                </a:cubicBezTo>
                <a:cubicBezTo>
                  <a:pt x="601993" y="109526"/>
                  <a:pt x="602995" y="110683"/>
                  <a:pt x="604322" y="111446"/>
                </a:cubicBezTo>
                <a:cubicBezTo>
                  <a:pt x="605648" y="112208"/>
                  <a:pt x="608072" y="112589"/>
                  <a:pt x="611592" y="112589"/>
                </a:cubicBezTo>
                <a:lnTo>
                  <a:pt x="611592" y="115513"/>
                </a:lnTo>
                <a:lnTo>
                  <a:pt x="575443" y="115513"/>
                </a:lnTo>
                <a:lnTo>
                  <a:pt x="575443" y="112589"/>
                </a:lnTo>
                <a:cubicBezTo>
                  <a:pt x="579072" y="112589"/>
                  <a:pt x="581509" y="112235"/>
                  <a:pt x="582754" y="111528"/>
                </a:cubicBezTo>
                <a:cubicBezTo>
                  <a:pt x="584000" y="110818"/>
                  <a:pt x="584988" y="109647"/>
                  <a:pt x="585719" y="108014"/>
                </a:cubicBezTo>
                <a:cubicBezTo>
                  <a:pt x="586450" y="106379"/>
                  <a:pt x="586816" y="103247"/>
                  <a:pt x="586816" y="98617"/>
                </a:cubicBezTo>
                <a:lnTo>
                  <a:pt x="586816" y="70185"/>
                </a:lnTo>
                <a:cubicBezTo>
                  <a:pt x="586816" y="62082"/>
                  <a:pt x="586572" y="56834"/>
                  <a:pt x="586085" y="54441"/>
                </a:cubicBezTo>
                <a:cubicBezTo>
                  <a:pt x="585706" y="52700"/>
                  <a:pt x="585110" y="51491"/>
                  <a:pt x="584298" y="50814"/>
                </a:cubicBezTo>
                <a:cubicBezTo>
                  <a:pt x="583485" y="50135"/>
                  <a:pt x="582375" y="49796"/>
                  <a:pt x="580967" y="49796"/>
                </a:cubicBezTo>
                <a:cubicBezTo>
                  <a:pt x="579451" y="49796"/>
                  <a:pt x="577610" y="50202"/>
                  <a:pt x="575443" y="51014"/>
                </a:cubicBezTo>
                <a:lnTo>
                  <a:pt x="574306" y="48090"/>
                </a:lnTo>
                <a:lnTo>
                  <a:pt x="596726" y="38992"/>
                </a:lnTo>
                <a:lnTo>
                  <a:pt x="600301" y="38992"/>
                </a:lnTo>
                <a:close/>
                <a:moveTo>
                  <a:pt x="657203" y="38992"/>
                </a:moveTo>
                <a:cubicBezTo>
                  <a:pt x="668467" y="38992"/>
                  <a:pt x="677511" y="43266"/>
                  <a:pt x="684335" y="51814"/>
                </a:cubicBezTo>
                <a:cubicBezTo>
                  <a:pt x="690129" y="59116"/>
                  <a:pt x="693027" y="67502"/>
                  <a:pt x="693027" y="76971"/>
                </a:cubicBezTo>
                <a:cubicBezTo>
                  <a:pt x="693027" y="83625"/>
                  <a:pt x="691429" y="90360"/>
                  <a:pt x="688234" y="97177"/>
                </a:cubicBezTo>
                <a:cubicBezTo>
                  <a:pt x="685039" y="103992"/>
                  <a:pt x="680639" y="109131"/>
                  <a:pt x="675034" y="112594"/>
                </a:cubicBezTo>
                <a:cubicBezTo>
                  <a:pt x="669428" y="116056"/>
                  <a:pt x="663187" y="117788"/>
                  <a:pt x="656309" y="117788"/>
                </a:cubicBezTo>
                <a:cubicBezTo>
                  <a:pt x="645099" y="117788"/>
                  <a:pt x="636191" y="113324"/>
                  <a:pt x="629584" y="104397"/>
                </a:cubicBezTo>
                <a:cubicBezTo>
                  <a:pt x="624006" y="96878"/>
                  <a:pt x="621217" y="88439"/>
                  <a:pt x="621217" y="79080"/>
                </a:cubicBezTo>
                <a:cubicBezTo>
                  <a:pt x="621217" y="72263"/>
                  <a:pt x="622909" y="65487"/>
                  <a:pt x="626294" y="58752"/>
                </a:cubicBezTo>
                <a:cubicBezTo>
                  <a:pt x="629679" y="52016"/>
                  <a:pt x="634133" y="47039"/>
                  <a:pt x="639657" y="43820"/>
                </a:cubicBezTo>
                <a:cubicBezTo>
                  <a:pt x="645180" y="40601"/>
                  <a:pt x="651029" y="38992"/>
                  <a:pt x="657203" y="38992"/>
                </a:cubicBezTo>
                <a:moveTo>
                  <a:pt x="654685" y="44353"/>
                </a:moveTo>
                <a:cubicBezTo>
                  <a:pt x="651814" y="44353"/>
                  <a:pt x="648931" y="45204"/>
                  <a:pt x="646033" y="46904"/>
                </a:cubicBezTo>
                <a:cubicBezTo>
                  <a:pt x="643136" y="48603"/>
                  <a:pt x="640794" y="51585"/>
                  <a:pt x="639007" y="55848"/>
                </a:cubicBezTo>
                <a:cubicBezTo>
                  <a:pt x="637220" y="60111"/>
                  <a:pt x="636326" y="65587"/>
                  <a:pt x="636326" y="72277"/>
                </a:cubicBezTo>
                <a:cubicBezTo>
                  <a:pt x="636326" y="83069"/>
                  <a:pt x="638479" y="92378"/>
                  <a:pt x="642784" y="100203"/>
                </a:cubicBezTo>
                <a:cubicBezTo>
                  <a:pt x="647089" y="108027"/>
                  <a:pt x="652762" y="111939"/>
                  <a:pt x="659802" y="111939"/>
                </a:cubicBezTo>
                <a:cubicBezTo>
                  <a:pt x="665055" y="111939"/>
                  <a:pt x="669388" y="109780"/>
                  <a:pt x="672800" y="105463"/>
                </a:cubicBezTo>
                <a:cubicBezTo>
                  <a:pt x="676211" y="101146"/>
                  <a:pt x="677917" y="93727"/>
                  <a:pt x="677917" y="83205"/>
                </a:cubicBezTo>
                <a:cubicBezTo>
                  <a:pt x="677917" y="70039"/>
                  <a:pt x="675074" y="59678"/>
                  <a:pt x="669388" y="52124"/>
                </a:cubicBezTo>
                <a:cubicBezTo>
                  <a:pt x="665543" y="46943"/>
                  <a:pt x="660642" y="44353"/>
                  <a:pt x="654685" y="44353"/>
                </a:cubicBezTo>
                <a:close/>
                <a:moveTo>
                  <a:pt x="725386" y="54670"/>
                </a:moveTo>
                <a:cubicBezTo>
                  <a:pt x="734105" y="44218"/>
                  <a:pt x="742418" y="38992"/>
                  <a:pt x="750325" y="38992"/>
                </a:cubicBezTo>
                <a:cubicBezTo>
                  <a:pt x="754386" y="38992"/>
                  <a:pt x="757879" y="40005"/>
                  <a:pt x="760804" y="42030"/>
                </a:cubicBezTo>
                <a:cubicBezTo>
                  <a:pt x="763728" y="44054"/>
                  <a:pt x="766057" y="47389"/>
                  <a:pt x="767790" y="52035"/>
                </a:cubicBezTo>
                <a:cubicBezTo>
                  <a:pt x="768981" y="55276"/>
                  <a:pt x="769577" y="60244"/>
                  <a:pt x="769577" y="66941"/>
                </a:cubicBezTo>
                <a:lnTo>
                  <a:pt x="769577" y="98617"/>
                </a:lnTo>
                <a:cubicBezTo>
                  <a:pt x="769577" y="103355"/>
                  <a:pt x="769956" y="106569"/>
                  <a:pt x="770714" y="108258"/>
                </a:cubicBezTo>
                <a:cubicBezTo>
                  <a:pt x="771310" y="109620"/>
                  <a:pt x="772271" y="110683"/>
                  <a:pt x="773598" y="111446"/>
                </a:cubicBezTo>
                <a:cubicBezTo>
                  <a:pt x="774925" y="112208"/>
                  <a:pt x="777375" y="112589"/>
                  <a:pt x="780949" y="112589"/>
                </a:cubicBezTo>
                <a:lnTo>
                  <a:pt x="780949" y="115513"/>
                </a:lnTo>
                <a:lnTo>
                  <a:pt x="744151" y="115513"/>
                </a:lnTo>
                <a:lnTo>
                  <a:pt x="744151" y="112589"/>
                </a:lnTo>
                <a:lnTo>
                  <a:pt x="745694" y="112589"/>
                </a:lnTo>
                <a:cubicBezTo>
                  <a:pt x="749160" y="112589"/>
                  <a:pt x="751584" y="112058"/>
                  <a:pt x="752965" y="110997"/>
                </a:cubicBezTo>
                <a:cubicBezTo>
                  <a:pt x="754346" y="109934"/>
                  <a:pt x="755307" y="108368"/>
                  <a:pt x="755848" y="106298"/>
                </a:cubicBezTo>
                <a:cubicBezTo>
                  <a:pt x="756065" y="105481"/>
                  <a:pt x="756173" y="102920"/>
                  <a:pt x="756173" y="98617"/>
                </a:cubicBezTo>
                <a:lnTo>
                  <a:pt x="756173" y="68205"/>
                </a:lnTo>
                <a:cubicBezTo>
                  <a:pt x="756173" y="61446"/>
                  <a:pt x="755293" y="56539"/>
                  <a:pt x="753533" y="53484"/>
                </a:cubicBezTo>
                <a:cubicBezTo>
                  <a:pt x="751773" y="50429"/>
                  <a:pt x="748808" y="48902"/>
                  <a:pt x="744638" y="48902"/>
                </a:cubicBezTo>
                <a:cubicBezTo>
                  <a:pt x="738194" y="48902"/>
                  <a:pt x="731776" y="52422"/>
                  <a:pt x="725386" y="59462"/>
                </a:cubicBezTo>
                <a:lnTo>
                  <a:pt x="725386" y="98617"/>
                </a:lnTo>
                <a:cubicBezTo>
                  <a:pt x="725386" y="103682"/>
                  <a:pt x="725684" y="106814"/>
                  <a:pt x="726280" y="108014"/>
                </a:cubicBezTo>
                <a:cubicBezTo>
                  <a:pt x="727038" y="109593"/>
                  <a:pt x="728080" y="110751"/>
                  <a:pt x="729407" y="111487"/>
                </a:cubicBezTo>
                <a:cubicBezTo>
                  <a:pt x="730734" y="112221"/>
                  <a:pt x="733428" y="112589"/>
                  <a:pt x="737490" y="112589"/>
                </a:cubicBezTo>
                <a:lnTo>
                  <a:pt x="737490" y="115513"/>
                </a:lnTo>
                <a:lnTo>
                  <a:pt x="700691" y="115513"/>
                </a:lnTo>
                <a:lnTo>
                  <a:pt x="700691" y="112589"/>
                </a:lnTo>
                <a:lnTo>
                  <a:pt x="702316" y="112589"/>
                </a:lnTo>
                <a:cubicBezTo>
                  <a:pt x="706107" y="112589"/>
                  <a:pt x="708666" y="111622"/>
                  <a:pt x="709993" y="109690"/>
                </a:cubicBezTo>
                <a:cubicBezTo>
                  <a:pt x="711319" y="107755"/>
                  <a:pt x="711983" y="104064"/>
                  <a:pt x="711983" y="98617"/>
                </a:cubicBezTo>
                <a:lnTo>
                  <a:pt x="711983" y="71160"/>
                </a:lnTo>
                <a:cubicBezTo>
                  <a:pt x="711983" y="62224"/>
                  <a:pt x="711780" y="56782"/>
                  <a:pt x="711373" y="54832"/>
                </a:cubicBezTo>
                <a:cubicBezTo>
                  <a:pt x="710967" y="52883"/>
                  <a:pt x="710345" y="51556"/>
                  <a:pt x="709505" y="50852"/>
                </a:cubicBezTo>
                <a:cubicBezTo>
                  <a:pt x="708666" y="50148"/>
                  <a:pt x="707542" y="49796"/>
                  <a:pt x="706134" y="49796"/>
                </a:cubicBezTo>
                <a:cubicBezTo>
                  <a:pt x="704618" y="49796"/>
                  <a:pt x="702803" y="50202"/>
                  <a:pt x="700691" y="51014"/>
                </a:cubicBezTo>
                <a:lnTo>
                  <a:pt x="699473" y="48090"/>
                </a:lnTo>
                <a:lnTo>
                  <a:pt x="721893" y="38992"/>
                </a:lnTo>
                <a:lnTo>
                  <a:pt x="725386" y="38992"/>
                </a:lnTo>
                <a:lnTo>
                  <a:pt x="725386" y="54670"/>
                </a:lnTo>
                <a:close/>
                <a:moveTo>
                  <a:pt x="804861" y="38992"/>
                </a:moveTo>
                <a:cubicBezTo>
                  <a:pt x="807352" y="38992"/>
                  <a:pt x="809478" y="39872"/>
                  <a:pt x="811238" y="41632"/>
                </a:cubicBezTo>
                <a:cubicBezTo>
                  <a:pt x="812998" y="43392"/>
                  <a:pt x="813878" y="45517"/>
                  <a:pt x="813878" y="48009"/>
                </a:cubicBezTo>
                <a:cubicBezTo>
                  <a:pt x="813878" y="50500"/>
                  <a:pt x="812998" y="52625"/>
                  <a:pt x="811238" y="54385"/>
                </a:cubicBezTo>
                <a:cubicBezTo>
                  <a:pt x="809478" y="56145"/>
                  <a:pt x="807352" y="57025"/>
                  <a:pt x="804861" y="57025"/>
                </a:cubicBezTo>
                <a:cubicBezTo>
                  <a:pt x="802370" y="57025"/>
                  <a:pt x="800244" y="56145"/>
                  <a:pt x="798484" y="54385"/>
                </a:cubicBezTo>
                <a:cubicBezTo>
                  <a:pt x="796724" y="52625"/>
                  <a:pt x="795844" y="50500"/>
                  <a:pt x="795844" y="48009"/>
                </a:cubicBezTo>
                <a:cubicBezTo>
                  <a:pt x="795844" y="45517"/>
                  <a:pt x="796724" y="43392"/>
                  <a:pt x="798484" y="41632"/>
                </a:cubicBezTo>
                <a:cubicBezTo>
                  <a:pt x="800244" y="39872"/>
                  <a:pt x="802370" y="38992"/>
                  <a:pt x="804861" y="38992"/>
                </a:cubicBezTo>
                <a:moveTo>
                  <a:pt x="804698" y="99754"/>
                </a:moveTo>
                <a:cubicBezTo>
                  <a:pt x="807244" y="99754"/>
                  <a:pt x="809396" y="100644"/>
                  <a:pt x="811156" y="102424"/>
                </a:cubicBezTo>
                <a:cubicBezTo>
                  <a:pt x="812916" y="104203"/>
                  <a:pt x="813796" y="106332"/>
                  <a:pt x="813796" y="108811"/>
                </a:cubicBezTo>
                <a:cubicBezTo>
                  <a:pt x="813796" y="111291"/>
                  <a:pt x="812903" y="113407"/>
                  <a:pt x="811116" y="115160"/>
                </a:cubicBezTo>
                <a:cubicBezTo>
                  <a:pt x="809329" y="116912"/>
                  <a:pt x="807189" y="117788"/>
                  <a:pt x="804698" y="117788"/>
                </a:cubicBezTo>
                <a:cubicBezTo>
                  <a:pt x="802207" y="117788"/>
                  <a:pt x="800082" y="116912"/>
                  <a:pt x="798322" y="115160"/>
                </a:cubicBezTo>
                <a:cubicBezTo>
                  <a:pt x="796561" y="113407"/>
                  <a:pt x="795681" y="111291"/>
                  <a:pt x="795681" y="108811"/>
                </a:cubicBezTo>
                <a:cubicBezTo>
                  <a:pt x="795681" y="106332"/>
                  <a:pt x="796561" y="104203"/>
                  <a:pt x="798322" y="102424"/>
                </a:cubicBezTo>
                <a:cubicBezTo>
                  <a:pt x="800082" y="100644"/>
                  <a:pt x="802207" y="99754"/>
                  <a:pt x="804698" y="99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Browser,Player,...">
            <a:extLst xmlns:a="http://schemas.openxmlformats.org/drawingml/2006/main">
              <a:ext uri="{FF2B5EF4-FFF2-40B4-BE49-F238E27FC236}">
                <a16:creationId xmlns:a16="http://schemas.microsoft.com/office/drawing/2014/main" id="{BBF100F8-DCA9-4DA7-BC11-40F305A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6" y="1815964"/>
            <a:ext cx="1218838" cy="151418"/>
          </a:xfrm>
          <a:custGeom xmlns:a="http://schemas.openxmlformats.org/drawingml/2006/main">
            <a:pathLst>
              <a:path w="1218838" h="151418">
                <a:moveTo>
                  <a:pt x="74084" y="59117"/>
                </a:moveTo>
                <a:cubicBezTo>
                  <a:pt x="81720" y="60747"/>
                  <a:pt x="87434" y="63355"/>
                  <a:pt x="91224" y="66941"/>
                </a:cubicBezTo>
                <a:cubicBezTo>
                  <a:pt x="96477" y="71940"/>
                  <a:pt x="99104" y="78052"/>
                  <a:pt x="99104" y="85277"/>
                </a:cubicBezTo>
                <a:cubicBezTo>
                  <a:pt x="99104" y="90765"/>
                  <a:pt x="97371" y="96022"/>
                  <a:pt x="93905" y="101049"/>
                </a:cubicBezTo>
                <a:cubicBezTo>
                  <a:pt x="90439" y="106073"/>
                  <a:pt x="85687" y="109740"/>
                  <a:pt x="79649" y="112050"/>
                </a:cubicBezTo>
                <a:cubicBezTo>
                  <a:pt x="73610" y="114359"/>
                  <a:pt x="64391" y="115513"/>
                  <a:pt x="51989" y="115513"/>
                </a:cubicBezTo>
                <a:lnTo>
                  <a:pt x="0" y="115513"/>
                </a:lnTo>
                <a:lnTo>
                  <a:pt x="0" y="112426"/>
                </a:lnTo>
                <a:lnTo>
                  <a:pt x="4143" y="112426"/>
                </a:lnTo>
                <a:cubicBezTo>
                  <a:pt x="8746" y="112426"/>
                  <a:pt x="12050" y="110972"/>
                  <a:pt x="14053" y="108062"/>
                </a:cubicBezTo>
                <a:cubicBezTo>
                  <a:pt x="15299" y="106175"/>
                  <a:pt x="15922" y="102160"/>
                  <a:pt x="15922" y="96017"/>
                </a:cubicBezTo>
                <a:lnTo>
                  <a:pt x="15922" y="24857"/>
                </a:lnTo>
                <a:cubicBezTo>
                  <a:pt x="15922" y="18068"/>
                  <a:pt x="15136" y="13783"/>
                  <a:pt x="13566" y="12005"/>
                </a:cubicBezTo>
                <a:cubicBezTo>
                  <a:pt x="11454" y="9634"/>
                  <a:pt x="8313" y="8448"/>
                  <a:pt x="4143" y="8448"/>
                </a:cubicBezTo>
                <a:lnTo>
                  <a:pt x="0" y="8448"/>
                </a:lnTo>
                <a:lnTo>
                  <a:pt x="0" y="5361"/>
                </a:lnTo>
                <a:lnTo>
                  <a:pt x="47602" y="5361"/>
                </a:lnTo>
                <a:cubicBezTo>
                  <a:pt x="56484" y="5361"/>
                  <a:pt x="63605" y="6009"/>
                  <a:pt x="68967" y="7303"/>
                </a:cubicBezTo>
                <a:cubicBezTo>
                  <a:pt x="77090" y="9246"/>
                  <a:pt x="83291" y="12688"/>
                  <a:pt x="87569" y="17628"/>
                </a:cubicBezTo>
                <a:cubicBezTo>
                  <a:pt x="91847" y="22566"/>
                  <a:pt x="93986" y="28246"/>
                  <a:pt x="93986" y="34669"/>
                </a:cubicBezTo>
                <a:cubicBezTo>
                  <a:pt x="93986" y="40174"/>
                  <a:pt x="92308" y="45099"/>
                  <a:pt x="88950" y="49443"/>
                </a:cubicBezTo>
                <a:cubicBezTo>
                  <a:pt x="85592" y="53787"/>
                  <a:pt x="80637" y="57012"/>
                  <a:pt x="74084" y="59117"/>
                </a:cubicBezTo>
                <a:moveTo>
                  <a:pt x="31518" y="54599"/>
                </a:moveTo>
                <a:cubicBezTo>
                  <a:pt x="33522" y="54974"/>
                  <a:pt x="35810" y="55256"/>
                  <a:pt x="38382" y="55444"/>
                </a:cubicBezTo>
                <a:cubicBezTo>
                  <a:pt x="40955" y="55632"/>
                  <a:pt x="43784" y="55726"/>
                  <a:pt x="46871" y="55726"/>
                </a:cubicBezTo>
                <a:cubicBezTo>
                  <a:pt x="54778" y="55726"/>
                  <a:pt x="60722" y="54880"/>
                  <a:pt x="64702" y="53190"/>
                </a:cubicBezTo>
                <a:cubicBezTo>
                  <a:pt x="68682" y="51499"/>
                  <a:pt x="71729" y="48910"/>
                  <a:pt x="73841" y="45422"/>
                </a:cubicBezTo>
                <a:cubicBezTo>
                  <a:pt x="75953" y="41932"/>
                  <a:pt x="77009" y="38122"/>
                  <a:pt x="77009" y="33991"/>
                </a:cubicBezTo>
                <a:cubicBezTo>
                  <a:pt x="77009" y="27604"/>
                  <a:pt x="74382" y="22156"/>
                  <a:pt x="69129" y="17648"/>
                </a:cubicBezTo>
                <a:cubicBezTo>
                  <a:pt x="63876" y="13139"/>
                  <a:pt x="56213" y="10885"/>
                  <a:pt x="46140" y="10885"/>
                </a:cubicBezTo>
                <a:cubicBezTo>
                  <a:pt x="40725" y="10885"/>
                  <a:pt x="35851" y="11476"/>
                  <a:pt x="31518" y="12657"/>
                </a:cubicBezTo>
                <a:lnTo>
                  <a:pt x="31518" y="54599"/>
                </a:lnTo>
                <a:moveTo>
                  <a:pt x="31518" y="107471"/>
                </a:moveTo>
                <a:cubicBezTo>
                  <a:pt x="37800" y="108933"/>
                  <a:pt x="44001" y="109664"/>
                  <a:pt x="50121" y="109664"/>
                </a:cubicBezTo>
                <a:cubicBezTo>
                  <a:pt x="59923" y="109664"/>
                  <a:pt x="67396" y="107457"/>
                  <a:pt x="72541" y="103044"/>
                </a:cubicBezTo>
                <a:cubicBezTo>
                  <a:pt x="77686" y="98630"/>
                  <a:pt x="80258" y="93174"/>
                  <a:pt x="80258" y="86675"/>
                </a:cubicBezTo>
                <a:cubicBezTo>
                  <a:pt x="80258" y="82397"/>
                  <a:pt x="79094" y="78281"/>
                  <a:pt x="76765" y="74328"/>
                </a:cubicBezTo>
                <a:cubicBezTo>
                  <a:pt x="74436" y="70375"/>
                  <a:pt x="70645" y="67261"/>
                  <a:pt x="65392" y="64986"/>
                </a:cubicBezTo>
                <a:cubicBezTo>
                  <a:pt x="60139" y="62712"/>
                  <a:pt x="53641" y="61574"/>
                  <a:pt x="45897" y="61574"/>
                </a:cubicBezTo>
                <a:cubicBezTo>
                  <a:pt x="42539" y="61574"/>
                  <a:pt x="39669" y="61629"/>
                  <a:pt x="37286" y="61737"/>
                </a:cubicBezTo>
                <a:cubicBezTo>
                  <a:pt x="34903" y="61845"/>
                  <a:pt x="32981" y="62035"/>
                  <a:pt x="31518" y="62306"/>
                </a:cubicBezTo>
                <a:lnTo>
                  <a:pt x="31518" y="107471"/>
                </a:lnTo>
                <a:close/>
                <a:moveTo>
                  <a:pt x="134920" y="38992"/>
                </a:moveTo>
                <a:lnTo>
                  <a:pt x="134920" y="55726"/>
                </a:lnTo>
                <a:cubicBezTo>
                  <a:pt x="141148" y="44570"/>
                  <a:pt x="147538" y="38992"/>
                  <a:pt x="154091" y="38992"/>
                </a:cubicBezTo>
                <a:cubicBezTo>
                  <a:pt x="157069" y="38992"/>
                  <a:pt x="159533" y="39899"/>
                  <a:pt x="161483" y="41713"/>
                </a:cubicBezTo>
                <a:cubicBezTo>
                  <a:pt x="163433" y="43527"/>
                  <a:pt x="164407" y="45626"/>
                  <a:pt x="164407" y="48009"/>
                </a:cubicBezTo>
                <a:cubicBezTo>
                  <a:pt x="164407" y="50121"/>
                  <a:pt x="163703" y="51908"/>
                  <a:pt x="162295" y="53370"/>
                </a:cubicBezTo>
                <a:cubicBezTo>
                  <a:pt x="160887" y="54832"/>
                  <a:pt x="159208" y="55563"/>
                  <a:pt x="157259" y="55563"/>
                </a:cubicBezTo>
                <a:cubicBezTo>
                  <a:pt x="155363" y="55563"/>
                  <a:pt x="153238" y="54643"/>
                  <a:pt x="150882" y="52801"/>
                </a:cubicBezTo>
                <a:cubicBezTo>
                  <a:pt x="148526" y="50960"/>
                  <a:pt x="146780" y="50039"/>
                  <a:pt x="145643" y="50039"/>
                </a:cubicBezTo>
                <a:cubicBezTo>
                  <a:pt x="144668" y="50039"/>
                  <a:pt x="143612" y="50577"/>
                  <a:pt x="142475" y="51651"/>
                </a:cubicBezTo>
                <a:cubicBezTo>
                  <a:pt x="140038" y="53856"/>
                  <a:pt x="137519" y="57486"/>
                  <a:pt x="134920" y="62539"/>
                </a:cubicBezTo>
                <a:lnTo>
                  <a:pt x="134920" y="98129"/>
                </a:lnTo>
                <a:cubicBezTo>
                  <a:pt x="134920" y="102248"/>
                  <a:pt x="135434" y="105364"/>
                  <a:pt x="136463" y="107476"/>
                </a:cubicBezTo>
                <a:cubicBezTo>
                  <a:pt x="137167" y="108940"/>
                  <a:pt x="138413" y="110158"/>
                  <a:pt x="140200" y="111132"/>
                </a:cubicBezTo>
                <a:cubicBezTo>
                  <a:pt x="141987" y="112103"/>
                  <a:pt x="144559" y="112589"/>
                  <a:pt x="147917" y="112589"/>
                </a:cubicBezTo>
                <a:lnTo>
                  <a:pt x="147917" y="115513"/>
                </a:lnTo>
                <a:lnTo>
                  <a:pt x="109819" y="115513"/>
                </a:lnTo>
                <a:lnTo>
                  <a:pt x="109819" y="112589"/>
                </a:lnTo>
                <a:cubicBezTo>
                  <a:pt x="113610" y="112589"/>
                  <a:pt x="116426" y="111986"/>
                  <a:pt x="118267" y="110781"/>
                </a:cubicBezTo>
                <a:cubicBezTo>
                  <a:pt x="119621" y="109905"/>
                  <a:pt x="120569" y="108508"/>
                  <a:pt x="121110" y="106590"/>
                </a:cubicBezTo>
                <a:cubicBezTo>
                  <a:pt x="121381" y="105658"/>
                  <a:pt x="121516" y="103000"/>
                  <a:pt x="121516" y="98617"/>
                </a:cubicBezTo>
                <a:lnTo>
                  <a:pt x="121516" y="70023"/>
                </a:lnTo>
                <a:cubicBezTo>
                  <a:pt x="121516" y="61358"/>
                  <a:pt x="121340" y="56200"/>
                  <a:pt x="120988" y="54548"/>
                </a:cubicBezTo>
                <a:cubicBezTo>
                  <a:pt x="120636" y="52896"/>
                  <a:pt x="119987" y="51691"/>
                  <a:pt x="119039" y="50933"/>
                </a:cubicBezTo>
                <a:cubicBezTo>
                  <a:pt x="118091" y="50175"/>
                  <a:pt x="116913" y="49796"/>
                  <a:pt x="115505" y="49796"/>
                </a:cubicBezTo>
                <a:cubicBezTo>
                  <a:pt x="113826" y="49796"/>
                  <a:pt x="111931" y="50202"/>
                  <a:pt x="109819" y="51014"/>
                </a:cubicBezTo>
                <a:lnTo>
                  <a:pt x="109007" y="48090"/>
                </a:lnTo>
                <a:lnTo>
                  <a:pt x="131508" y="38992"/>
                </a:lnTo>
                <a:lnTo>
                  <a:pt x="134920" y="38992"/>
                </a:lnTo>
                <a:close/>
                <a:moveTo>
                  <a:pt x="204602" y="38992"/>
                </a:moveTo>
                <a:cubicBezTo>
                  <a:pt x="215866" y="38992"/>
                  <a:pt x="224910" y="43266"/>
                  <a:pt x="231734" y="51814"/>
                </a:cubicBezTo>
                <a:cubicBezTo>
                  <a:pt x="237528" y="59116"/>
                  <a:pt x="240426" y="67502"/>
                  <a:pt x="240426" y="76971"/>
                </a:cubicBezTo>
                <a:cubicBezTo>
                  <a:pt x="240426" y="83625"/>
                  <a:pt x="238828" y="90360"/>
                  <a:pt x="235633" y="97177"/>
                </a:cubicBezTo>
                <a:cubicBezTo>
                  <a:pt x="232438" y="103992"/>
                  <a:pt x="228038" y="109131"/>
                  <a:pt x="222433" y="112594"/>
                </a:cubicBezTo>
                <a:cubicBezTo>
                  <a:pt x="216828" y="116056"/>
                  <a:pt x="210586" y="117788"/>
                  <a:pt x="203708" y="117788"/>
                </a:cubicBezTo>
                <a:cubicBezTo>
                  <a:pt x="192498" y="117788"/>
                  <a:pt x="183590" y="113324"/>
                  <a:pt x="176983" y="104397"/>
                </a:cubicBezTo>
                <a:cubicBezTo>
                  <a:pt x="171405" y="96878"/>
                  <a:pt x="168616" y="88439"/>
                  <a:pt x="168616" y="79080"/>
                </a:cubicBezTo>
                <a:cubicBezTo>
                  <a:pt x="168616" y="72263"/>
                  <a:pt x="170308" y="65487"/>
                  <a:pt x="173693" y="58752"/>
                </a:cubicBezTo>
                <a:cubicBezTo>
                  <a:pt x="177078" y="52016"/>
                  <a:pt x="181532" y="47039"/>
                  <a:pt x="187056" y="43820"/>
                </a:cubicBezTo>
                <a:cubicBezTo>
                  <a:pt x="192580" y="40601"/>
                  <a:pt x="198428" y="38992"/>
                  <a:pt x="204602" y="38992"/>
                </a:cubicBezTo>
                <a:moveTo>
                  <a:pt x="202084" y="44353"/>
                </a:moveTo>
                <a:cubicBezTo>
                  <a:pt x="199214" y="44353"/>
                  <a:pt x="196330" y="45204"/>
                  <a:pt x="193432" y="46904"/>
                </a:cubicBezTo>
                <a:cubicBezTo>
                  <a:pt x="190535" y="48603"/>
                  <a:pt x="188193" y="51585"/>
                  <a:pt x="186406" y="55848"/>
                </a:cubicBezTo>
                <a:cubicBezTo>
                  <a:pt x="184619" y="60111"/>
                  <a:pt x="183725" y="65587"/>
                  <a:pt x="183725" y="72277"/>
                </a:cubicBezTo>
                <a:cubicBezTo>
                  <a:pt x="183725" y="83069"/>
                  <a:pt x="185878" y="92378"/>
                  <a:pt x="190183" y="100203"/>
                </a:cubicBezTo>
                <a:cubicBezTo>
                  <a:pt x="194489" y="108027"/>
                  <a:pt x="200161" y="111939"/>
                  <a:pt x="207201" y="111939"/>
                </a:cubicBezTo>
                <a:cubicBezTo>
                  <a:pt x="212455" y="111939"/>
                  <a:pt x="216787" y="109780"/>
                  <a:pt x="220199" y="105463"/>
                </a:cubicBezTo>
                <a:cubicBezTo>
                  <a:pt x="223610" y="101146"/>
                  <a:pt x="225316" y="93727"/>
                  <a:pt x="225316" y="83205"/>
                </a:cubicBezTo>
                <a:cubicBezTo>
                  <a:pt x="225316" y="70039"/>
                  <a:pt x="222473" y="59678"/>
                  <a:pt x="216787" y="52124"/>
                </a:cubicBezTo>
                <a:cubicBezTo>
                  <a:pt x="212942" y="46943"/>
                  <a:pt x="208041" y="44353"/>
                  <a:pt x="202084" y="44353"/>
                </a:cubicBezTo>
                <a:close/>
                <a:moveTo>
                  <a:pt x="246953" y="41104"/>
                </a:moveTo>
                <a:lnTo>
                  <a:pt x="278147" y="41104"/>
                </a:lnTo>
                <a:lnTo>
                  <a:pt x="278147" y="44028"/>
                </a:lnTo>
                <a:cubicBezTo>
                  <a:pt x="275276" y="44246"/>
                  <a:pt x="273394" y="44765"/>
                  <a:pt x="272501" y="45584"/>
                </a:cubicBezTo>
                <a:cubicBezTo>
                  <a:pt x="271607" y="46402"/>
                  <a:pt x="271161" y="47574"/>
                  <a:pt x="271161" y="49100"/>
                </a:cubicBezTo>
                <a:cubicBezTo>
                  <a:pt x="271161" y="50792"/>
                  <a:pt x="271621" y="52839"/>
                  <a:pt x="272542" y="55238"/>
                </a:cubicBezTo>
                <a:lnTo>
                  <a:pt x="288463" y="97957"/>
                </a:lnTo>
                <a:lnTo>
                  <a:pt x="304466" y="63113"/>
                </a:lnTo>
                <a:lnTo>
                  <a:pt x="300242" y="52233"/>
                </a:lnTo>
                <a:cubicBezTo>
                  <a:pt x="298942" y="48951"/>
                  <a:pt x="297236" y="46681"/>
                  <a:pt x="295124" y="45422"/>
                </a:cubicBezTo>
                <a:cubicBezTo>
                  <a:pt x="293933" y="44657"/>
                  <a:pt x="291712" y="44192"/>
                  <a:pt x="288463" y="44028"/>
                </a:cubicBezTo>
                <a:lnTo>
                  <a:pt x="288463" y="41104"/>
                </a:lnTo>
                <a:lnTo>
                  <a:pt x="323881" y="41104"/>
                </a:lnTo>
                <a:lnTo>
                  <a:pt x="323881" y="44028"/>
                </a:lnTo>
                <a:cubicBezTo>
                  <a:pt x="319981" y="44192"/>
                  <a:pt x="317220" y="44905"/>
                  <a:pt x="315595" y="46166"/>
                </a:cubicBezTo>
                <a:cubicBezTo>
                  <a:pt x="314512" y="47044"/>
                  <a:pt x="313970" y="48443"/>
                  <a:pt x="313970" y="50362"/>
                </a:cubicBezTo>
                <a:cubicBezTo>
                  <a:pt x="313970" y="51445"/>
                  <a:pt x="314187" y="52556"/>
                  <a:pt x="314620" y="53695"/>
                </a:cubicBezTo>
                <a:lnTo>
                  <a:pt x="331517" y="96469"/>
                </a:lnTo>
                <a:lnTo>
                  <a:pt x="347194" y="55238"/>
                </a:lnTo>
                <a:cubicBezTo>
                  <a:pt x="348278" y="52292"/>
                  <a:pt x="348819" y="49946"/>
                  <a:pt x="348819" y="48202"/>
                </a:cubicBezTo>
                <a:cubicBezTo>
                  <a:pt x="348819" y="47164"/>
                  <a:pt x="348291" y="46237"/>
                  <a:pt x="347235" y="45419"/>
                </a:cubicBezTo>
                <a:cubicBezTo>
                  <a:pt x="346179" y="44600"/>
                  <a:pt x="344108" y="44136"/>
                  <a:pt x="341021" y="44028"/>
                </a:cubicBezTo>
                <a:lnTo>
                  <a:pt x="341021" y="41104"/>
                </a:lnTo>
                <a:lnTo>
                  <a:pt x="364497" y="41104"/>
                </a:lnTo>
                <a:lnTo>
                  <a:pt x="364497" y="44028"/>
                </a:lnTo>
                <a:cubicBezTo>
                  <a:pt x="359786" y="44736"/>
                  <a:pt x="356320" y="47945"/>
                  <a:pt x="354099" y="53657"/>
                </a:cubicBezTo>
                <a:lnTo>
                  <a:pt x="329242" y="117788"/>
                </a:lnTo>
                <a:lnTo>
                  <a:pt x="325911" y="117788"/>
                </a:lnTo>
                <a:lnTo>
                  <a:pt x="307309" y="70353"/>
                </a:lnTo>
                <a:lnTo>
                  <a:pt x="285620" y="117788"/>
                </a:lnTo>
                <a:lnTo>
                  <a:pt x="282614" y="117788"/>
                </a:lnTo>
                <a:lnTo>
                  <a:pt x="258732" y="55238"/>
                </a:lnTo>
                <a:cubicBezTo>
                  <a:pt x="257161" y="51256"/>
                  <a:pt x="255618" y="48570"/>
                  <a:pt x="254102" y="47178"/>
                </a:cubicBezTo>
                <a:cubicBezTo>
                  <a:pt x="252585" y="45787"/>
                  <a:pt x="250203" y="44737"/>
                  <a:pt x="246953" y="44028"/>
                </a:cubicBezTo>
                <a:lnTo>
                  <a:pt x="246953" y="41104"/>
                </a:lnTo>
                <a:close/>
                <a:moveTo>
                  <a:pt x="418779" y="38992"/>
                </a:moveTo>
                <a:lnTo>
                  <a:pt x="418779" y="64336"/>
                </a:lnTo>
                <a:lnTo>
                  <a:pt x="416098" y="64336"/>
                </a:lnTo>
                <a:cubicBezTo>
                  <a:pt x="414041" y="56408"/>
                  <a:pt x="411400" y="51014"/>
                  <a:pt x="408178" y="48156"/>
                </a:cubicBezTo>
                <a:cubicBezTo>
                  <a:pt x="404956" y="45296"/>
                  <a:pt x="400854" y="43866"/>
                  <a:pt x="395871" y="43866"/>
                </a:cubicBezTo>
                <a:cubicBezTo>
                  <a:pt x="392081" y="43866"/>
                  <a:pt x="389021" y="44864"/>
                  <a:pt x="386692" y="46861"/>
                </a:cubicBezTo>
                <a:cubicBezTo>
                  <a:pt x="384363" y="48858"/>
                  <a:pt x="383199" y="51071"/>
                  <a:pt x="383199" y="53499"/>
                </a:cubicBezTo>
                <a:cubicBezTo>
                  <a:pt x="383199" y="56520"/>
                  <a:pt x="384066" y="59110"/>
                  <a:pt x="385799" y="61270"/>
                </a:cubicBezTo>
                <a:cubicBezTo>
                  <a:pt x="387477" y="63482"/>
                  <a:pt x="390889" y="65829"/>
                  <a:pt x="396034" y="68312"/>
                </a:cubicBezTo>
                <a:lnTo>
                  <a:pt x="407894" y="74059"/>
                </a:lnTo>
                <a:cubicBezTo>
                  <a:pt x="418887" y="79414"/>
                  <a:pt x="424384" y="86471"/>
                  <a:pt x="424384" y="95233"/>
                </a:cubicBezTo>
                <a:cubicBezTo>
                  <a:pt x="424384" y="101994"/>
                  <a:pt x="421825" y="107443"/>
                  <a:pt x="416708" y="111581"/>
                </a:cubicBezTo>
                <a:cubicBezTo>
                  <a:pt x="411590" y="115719"/>
                  <a:pt x="405863" y="117788"/>
                  <a:pt x="399527" y="117788"/>
                </a:cubicBezTo>
                <a:cubicBezTo>
                  <a:pt x="394978" y="117788"/>
                  <a:pt x="389779" y="117016"/>
                  <a:pt x="383930" y="115472"/>
                </a:cubicBezTo>
                <a:cubicBezTo>
                  <a:pt x="382143" y="114958"/>
                  <a:pt x="380681" y="114701"/>
                  <a:pt x="379544" y="114701"/>
                </a:cubicBezTo>
                <a:cubicBezTo>
                  <a:pt x="378298" y="114701"/>
                  <a:pt x="377323" y="115351"/>
                  <a:pt x="376619" y="116650"/>
                </a:cubicBezTo>
                <a:lnTo>
                  <a:pt x="373939" y="116650"/>
                </a:lnTo>
                <a:lnTo>
                  <a:pt x="373939" y="90006"/>
                </a:lnTo>
                <a:lnTo>
                  <a:pt x="376619" y="90006"/>
                </a:lnTo>
                <a:cubicBezTo>
                  <a:pt x="378136" y="97588"/>
                  <a:pt x="381033" y="103301"/>
                  <a:pt x="385311" y="107146"/>
                </a:cubicBezTo>
                <a:cubicBezTo>
                  <a:pt x="389589" y="110991"/>
                  <a:pt x="394382" y="112914"/>
                  <a:pt x="399689" y="112914"/>
                </a:cubicBezTo>
                <a:cubicBezTo>
                  <a:pt x="403426" y="112914"/>
                  <a:pt x="406472" y="111823"/>
                  <a:pt x="408828" y="109641"/>
                </a:cubicBezTo>
                <a:cubicBezTo>
                  <a:pt x="411184" y="107458"/>
                  <a:pt x="412362" y="104831"/>
                  <a:pt x="412362" y="101759"/>
                </a:cubicBezTo>
                <a:cubicBezTo>
                  <a:pt x="412362" y="98041"/>
                  <a:pt x="411048" y="94916"/>
                  <a:pt x="408422" y="92385"/>
                </a:cubicBezTo>
                <a:cubicBezTo>
                  <a:pt x="405795" y="89851"/>
                  <a:pt x="400556" y="86652"/>
                  <a:pt x="392703" y="82786"/>
                </a:cubicBezTo>
                <a:cubicBezTo>
                  <a:pt x="384851" y="78919"/>
                  <a:pt x="379706" y="75413"/>
                  <a:pt x="377269" y="72267"/>
                </a:cubicBezTo>
                <a:cubicBezTo>
                  <a:pt x="374832" y="69175"/>
                  <a:pt x="373614" y="65270"/>
                  <a:pt x="373614" y="60551"/>
                </a:cubicBezTo>
                <a:cubicBezTo>
                  <a:pt x="373614" y="54422"/>
                  <a:pt x="375712" y="49296"/>
                  <a:pt x="379909" y="45176"/>
                </a:cubicBezTo>
                <a:cubicBezTo>
                  <a:pt x="384106" y="41053"/>
                  <a:pt x="389535" y="38992"/>
                  <a:pt x="396196" y="38992"/>
                </a:cubicBezTo>
                <a:cubicBezTo>
                  <a:pt x="399121" y="38992"/>
                  <a:pt x="402668" y="39615"/>
                  <a:pt x="406838" y="40860"/>
                </a:cubicBezTo>
                <a:cubicBezTo>
                  <a:pt x="409600" y="41672"/>
                  <a:pt x="411441" y="42079"/>
                  <a:pt x="412362" y="42079"/>
                </a:cubicBezTo>
                <a:cubicBezTo>
                  <a:pt x="413228" y="42079"/>
                  <a:pt x="413905" y="41889"/>
                  <a:pt x="414393" y="41510"/>
                </a:cubicBezTo>
                <a:cubicBezTo>
                  <a:pt x="414880" y="41131"/>
                  <a:pt x="415449" y="40291"/>
                  <a:pt x="416098" y="38992"/>
                </a:cubicBezTo>
                <a:lnTo>
                  <a:pt x="418779" y="38992"/>
                </a:lnTo>
                <a:close/>
                <a:moveTo>
                  <a:pt x="447732" y="69210"/>
                </a:moveTo>
                <a:cubicBezTo>
                  <a:pt x="447678" y="80207"/>
                  <a:pt x="450359" y="88832"/>
                  <a:pt x="455774" y="95086"/>
                </a:cubicBezTo>
                <a:cubicBezTo>
                  <a:pt x="461190" y="101339"/>
                  <a:pt x="467553" y="104465"/>
                  <a:pt x="474864" y="104465"/>
                </a:cubicBezTo>
                <a:cubicBezTo>
                  <a:pt x="479738" y="104465"/>
                  <a:pt x="483975" y="103119"/>
                  <a:pt x="487577" y="100427"/>
                </a:cubicBezTo>
                <a:cubicBezTo>
                  <a:pt x="491178" y="97734"/>
                  <a:pt x="494197" y="93123"/>
                  <a:pt x="496634" y="86594"/>
                </a:cubicBezTo>
                <a:lnTo>
                  <a:pt x="499152" y="88226"/>
                </a:lnTo>
                <a:cubicBezTo>
                  <a:pt x="498015" y="95685"/>
                  <a:pt x="494712" y="102476"/>
                  <a:pt x="489242" y="108601"/>
                </a:cubicBezTo>
                <a:cubicBezTo>
                  <a:pt x="483772" y="114725"/>
                  <a:pt x="476922" y="117788"/>
                  <a:pt x="468690" y="117788"/>
                </a:cubicBezTo>
                <a:cubicBezTo>
                  <a:pt x="459755" y="117788"/>
                  <a:pt x="452105" y="114316"/>
                  <a:pt x="445742" y="107372"/>
                </a:cubicBezTo>
                <a:cubicBezTo>
                  <a:pt x="439379" y="100427"/>
                  <a:pt x="436197" y="91090"/>
                  <a:pt x="436197" y="79362"/>
                </a:cubicBezTo>
                <a:cubicBezTo>
                  <a:pt x="436197" y="66663"/>
                  <a:pt x="439460" y="56760"/>
                  <a:pt x="445986" y="49654"/>
                </a:cubicBezTo>
                <a:cubicBezTo>
                  <a:pt x="452511" y="42546"/>
                  <a:pt x="460702" y="38992"/>
                  <a:pt x="470558" y="38992"/>
                </a:cubicBezTo>
                <a:cubicBezTo>
                  <a:pt x="478898" y="38992"/>
                  <a:pt x="485749" y="41733"/>
                  <a:pt x="491110" y="47217"/>
                </a:cubicBezTo>
                <a:cubicBezTo>
                  <a:pt x="496472" y="52698"/>
                  <a:pt x="499152" y="60029"/>
                  <a:pt x="499152" y="69210"/>
                </a:cubicBezTo>
                <a:lnTo>
                  <a:pt x="447732" y="69210"/>
                </a:lnTo>
                <a:moveTo>
                  <a:pt x="447732" y="64499"/>
                </a:moveTo>
                <a:lnTo>
                  <a:pt x="482175" y="64499"/>
                </a:lnTo>
                <a:cubicBezTo>
                  <a:pt x="481904" y="59772"/>
                  <a:pt x="481335" y="56442"/>
                  <a:pt x="480469" y="54510"/>
                </a:cubicBezTo>
                <a:cubicBezTo>
                  <a:pt x="479115" y="51501"/>
                  <a:pt x="477098" y="49137"/>
                  <a:pt x="474417" y="47420"/>
                </a:cubicBezTo>
                <a:cubicBezTo>
                  <a:pt x="471736" y="45700"/>
                  <a:pt x="468934" y="44841"/>
                  <a:pt x="466009" y="44841"/>
                </a:cubicBezTo>
                <a:cubicBezTo>
                  <a:pt x="461515" y="44841"/>
                  <a:pt x="457494" y="46573"/>
                  <a:pt x="453946" y="50037"/>
                </a:cubicBezTo>
                <a:cubicBezTo>
                  <a:pt x="450399" y="53501"/>
                  <a:pt x="448328" y="58322"/>
                  <a:pt x="447732" y="64499"/>
                </a:cubicBezTo>
                <a:close/>
                <a:moveTo>
                  <a:pt x="530406" y="38992"/>
                </a:moveTo>
                <a:lnTo>
                  <a:pt x="530406" y="55726"/>
                </a:lnTo>
                <a:cubicBezTo>
                  <a:pt x="536634" y="44570"/>
                  <a:pt x="543024" y="38992"/>
                  <a:pt x="549577" y="38992"/>
                </a:cubicBezTo>
                <a:cubicBezTo>
                  <a:pt x="552556" y="38992"/>
                  <a:pt x="555020" y="39899"/>
                  <a:pt x="556969" y="41713"/>
                </a:cubicBezTo>
                <a:cubicBezTo>
                  <a:pt x="558919" y="43527"/>
                  <a:pt x="559894" y="45626"/>
                  <a:pt x="559894" y="48009"/>
                </a:cubicBezTo>
                <a:cubicBezTo>
                  <a:pt x="559894" y="50121"/>
                  <a:pt x="559190" y="51908"/>
                  <a:pt x="557782" y="53370"/>
                </a:cubicBezTo>
                <a:cubicBezTo>
                  <a:pt x="556374" y="54832"/>
                  <a:pt x="554695" y="55563"/>
                  <a:pt x="552745" y="55563"/>
                </a:cubicBezTo>
                <a:cubicBezTo>
                  <a:pt x="550850" y="55563"/>
                  <a:pt x="548724" y="54643"/>
                  <a:pt x="546368" y="52801"/>
                </a:cubicBezTo>
                <a:cubicBezTo>
                  <a:pt x="544013" y="50960"/>
                  <a:pt x="542266" y="50039"/>
                  <a:pt x="541129" y="50039"/>
                </a:cubicBezTo>
                <a:cubicBezTo>
                  <a:pt x="540154" y="50039"/>
                  <a:pt x="539098" y="50577"/>
                  <a:pt x="537961" y="51651"/>
                </a:cubicBezTo>
                <a:cubicBezTo>
                  <a:pt x="535524" y="53856"/>
                  <a:pt x="533006" y="57486"/>
                  <a:pt x="530406" y="62539"/>
                </a:cubicBezTo>
                <a:lnTo>
                  <a:pt x="530406" y="98129"/>
                </a:lnTo>
                <a:cubicBezTo>
                  <a:pt x="530406" y="102248"/>
                  <a:pt x="530921" y="105364"/>
                  <a:pt x="531950" y="107476"/>
                </a:cubicBezTo>
                <a:cubicBezTo>
                  <a:pt x="532654" y="108940"/>
                  <a:pt x="533899" y="110158"/>
                  <a:pt x="535686" y="111132"/>
                </a:cubicBezTo>
                <a:cubicBezTo>
                  <a:pt x="537473" y="112103"/>
                  <a:pt x="540046" y="112589"/>
                  <a:pt x="543403" y="112589"/>
                </a:cubicBezTo>
                <a:lnTo>
                  <a:pt x="543403" y="115513"/>
                </a:lnTo>
                <a:lnTo>
                  <a:pt x="505305" y="115513"/>
                </a:lnTo>
                <a:lnTo>
                  <a:pt x="505305" y="112589"/>
                </a:lnTo>
                <a:cubicBezTo>
                  <a:pt x="509096" y="112589"/>
                  <a:pt x="511912" y="111986"/>
                  <a:pt x="513754" y="110781"/>
                </a:cubicBezTo>
                <a:cubicBezTo>
                  <a:pt x="515107" y="109905"/>
                  <a:pt x="516055" y="108508"/>
                  <a:pt x="516597" y="106590"/>
                </a:cubicBezTo>
                <a:cubicBezTo>
                  <a:pt x="516867" y="105658"/>
                  <a:pt x="517003" y="103000"/>
                  <a:pt x="517003" y="98617"/>
                </a:cubicBezTo>
                <a:lnTo>
                  <a:pt x="517003" y="70023"/>
                </a:lnTo>
                <a:cubicBezTo>
                  <a:pt x="517003" y="61358"/>
                  <a:pt x="516827" y="56200"/>
                  <a:pt x="516475" y="54548"/>
                </a:cubicBezTo>
                <a:cubicBezTo>
                  <a:pt x="516123" y="52896"/>
                  <a:pt x="515473" y="51691"/>
                  <a:pt x="514525" y="50933"/>
                </a:cubicBezTo>
                <a:cubicBezTo>
                  <a:pt x="513578" y="50175"/>
                  <a:pt x="512400" y="49796"/>
                  <a:pt x="510992" y="49796"/>
                </a:cubicBezTo>
                <a:cubicBezTo>
                  <a:pt x="509313" y="49796"/>
                  <a:pt x="507417" y="50202"/>
                  <a:pt x="505305" y="51014"/>
                </a:cubicBezTo>
                <a:lnTo>
                  <a:pt x="504493" y="48090"/>
                </a:lnTo>
                <a:lnTo>
                  <a:pt x="526994" y="38992"/>
                </a:lnTo>
                <a:lnTo>
                  <a:pt x="530406" y="38992"/>
                </a:lnTo>
                <a:close/>
                <a:moveTo>
                  <a:pt x="567433" y="143295"/>
                </a:moveTo>
                <a:lnTo>
                  <a:pt x="567433" y="139710"/>
                </a:lnTo>
                <a:cubicBezTo>
                  <a:pt x="573011" y="137864"/>
                  <a:pt x="577330" y="134999"/>
                  <a:pt x="580389" y="131115"/>
                </a:cubicBezTo>
                <a:cubicBezTo>
                  <a:pt x="583449" y="127231"/>
                  <a:pt x="584979" y="123117"/>
                  <a:pt x="584979" y="118773"/>
                </a:cubicBezTo>
                <a:cubicBezTo>
                  <a:pt x="584979" y="117740"/>
                  <a:pt x="584735" y="116871"/>
                  <a:pt x="584248" y="116165"/>
                </a:cubicBezTo>
                <a:cubicBezTo>
                  <a:pt x="583869" y="115676"/>
                  <a:pt x="583490" y="115432"/>
                  <a:pt x="583111" y="115432"/>
                </a:cubicBezTo>
                <a:cubicBezTo>
                  <a:pt x="582515" y="115432"/>
                  <a:pt x="581215" y="115973"/>
                  <a:pt x="579212" y="117056"/>
                </a:cubicBezTo>
                <a:cubicBezTo>
                  <a:pt x="578237" y="117544"/>
                  <a:pt x="577208" y="117788"/>
                  <a:pt x="576125" y="117788"/>
                </a:cubicBezTo>
                <a:cubicBezTo>
                  <a:pt x="573471" y="117788"/>
                  <a:pt x="571359" y="117002"/>
                  <a:pt x="569789" y="115432"/>
                </a:cubicBezTo>
                <a:cubicBezTo>
                  <a:pt x="568218" y="113861"/>
                  <a:pt x="567433" y="111695"/>
                  <a:pt x="567433" y="108933"/>
                </a:cubicBezTo>
                <a:cubicBezTo>
                  <a:pt x="567433" y="106280"/>
                  <a:pt x="568448" y="104005"/>
                  <a:pt x="570479" y="102110"/>
                </a:cubicBezTo>
                <a:cubicBezTo>
                  <a:pt x="572510" y="100214"/>
                  <a:pt x="574987" y="99266"/>
                  <a:pt x="577912" y="99266"/>
                </a:cubicBezTo>
                <a:cubicBezTo>
                  <a:pt x="581486" y="99266"/>
                  <a:pt x="584668" y="100827"/>
                  <a:pt x="587457" y="103948"/>
                </a:cubicBezTo>
                <a:cubicBezTo>
                  <a:pt x="590246" y="107067"/>
                  <a:pt x="591640" y="111203"/>
                  <a:pt x="591640" y="116356"/>
                </a:cubicBezTo>
                <a:cubicBezTo>
                  <a:pt x="591640" y="121946"/>
                  <a:pt x="589704" y="127141"/>
                  <a:pt x="585832" y="131942"/>
                </a:cubicBezTo>
                <a:cubicBezTo>
                  <a:pt x="581960" y="136744"/>
                  <a:pt x="575827" y="140528"/>
                  <a:pt x="567433" y="143295"/>
                </a:cubicBezTo>
                <a:close/>
                <a:moveTo>
                  <a:pt x="675501" y="63976"/>
                </a:moveTo>
                <a:lnTo>
                  <a:pt x="675501" y="96017"/>
                </a:lnTo>
                <a:cubicBezTo>
                  <a:pt x="675501" y="102915"/>
                  <a:pt x="676260" y="107199"/>
                  <a:pt x="677776" y="108870"/>
                </a:cubicBezTo>
                <a:cubicBezTo>
                  <a:pt x="679834" y="111241"/>
                  <a:pt x="682948" y="112426"/>
                  <a:pt x="687118" y="112426"/>
                </a:cubicBezTo>
                <a:lnTo>
                  <a:pt x="691342" y="112426"/>
                </a:lnTo>
                <a:lnTo>
                  <a:pt x="691342" y="115513"/>
                </a:lnTo>
                <a:lnTo>
                  <a:pt x="644145" y="115513"/>
                </a:lnTo>
                <a:lnTo>
                  <a:pt x="644145" y="112426"/>
                </a:lnTo>
                <a:lnTo>
                  <a:pt x="648288" y="112426"/>
                </a:lnTo>
                <a:cubicBezTo>
                  <a:pt x="652946" y="112426"/>
                  <a:pt x="656276" y="110917"/>
                  <a:pt x="658280" y="107900"/>
                </a:cubicBezTo>
                <a:cubicBezTo>
                  <a:pt x="659363" y="106230"/>
                  <a:pt x="659905" y="102269"/>
                  <a:pt x="659905" y="96017"/>
                </a:cubicBezTo>
                <a:lnTo>
                  <a:pt x="659905" y="24857"/>
                </a:lnTo>
                <a:cubicBezTo>
                  <a:pt x="659905" y="17959"/>
                  <a:pt x="659174" y="13675"/>
                  <a:pt x="657711" y="12005"/>
                </a:cubicBezTo>
                <a:cubicBezTo>
                  <a:pt x="655599" y="9634"/>
                  <a:pt x="652458" y="8448"/>
                  <a:pt x="648288" y="8448"/>
                </a:cubicBezTo>
                <a:lnTo>
                  <a:pt x="644145" y="8448"/>
                </a:lnTo>
                <a:lnTo>
                  <a:pt x="644145" y="5361"/>
                </a:lnTo>
                <a:lnTo>
                  <a:pt x="684518" y="5361"/>
                </a:lnTo>
                <a:cubicBezTo>
                  <a:pt x="694374" y="5361"/>
                  <a:pt x="702146" y="6378"/>
                  <a:pt x="707832" y="8413"/>
                </a:cubicBezTo>
                <a:cubicBezTo>
                  <a:pt x="713518" y="10445"/>
                  <a:pt x="718311" y="13875"/>
                  <a:pt x="722210" y="18701"/>
                </a:cubicBezTo>
                <a:cubicBezTo>
                  <a:pt x="726109" y="23528"/>
                  <a:pt x="728059" y="29249"/>
                  <a:pt x="728059" y="35864"/>
                </a:cubicBezTo>
                <a:cubicBezTo>
                  <a:pt x="728059" y="44866"/>
                  <a:pt x="725094" y="52187"/>
                  <a:pt x="719164" y="57828"/>
                </a:cubicBezTo>
                <a:cubicBezTo>
                  <a:pt x="713234" y="63467"/>
                  <a:pt x="704853" y="66286"/>
                  <a:pt x="694022" y="66286"/>
                </a:cubicBezTo>
                <a:cubicBezTo>
                  <a:pt x="691369" y="66286"/>
                  <a:pt x="688499" y="66094"/>
                  <a:pt x="685412" y="65710"/>
                </a:cubicBezTo>
                <a:cubicBezTo>
                  <a:pt x="682325" y="65324"/>
                  <a:pt x="679021" y="64746"/>
                  <a:pt x="675501" y="63976"/>
                </a:cubicBezTo>
                <a:moveTo>
                  <a:pt x="675501" y="59302"/>
                </a:moveTo>
                <a:cubicBezTo>
                  <a:pt x="678372" y="59844"/>
                  <a:pt x="680917" y="60250"/>
                  <a:pt x="683137" y="60521"/>
                </a:cubicBezTo>
                <a:cubicBezTo>
                  <a:pt x="685358" y="60790"/>
                  <a:pt x="687253" y="60925"/>
                  <a:pt x="688824" y="60925"/>
                </a:cubicBezTo>
                <a:cubicBezTo>
                  <a:pt x="694456" y="60925"/>
                  <a:pt x="699316" y="58749"/>
                  <a:pt x="703405" y="54398"/>
                </a:cubicBezTo>
                <a:cubicBezTo>
                  <a:pt x="707494" y="50045"/>
                  <a:pt x="709538" y="44408"/>
                  <a:pt x="709538" y="37486"/>
                </a:cubicBezTo>
                <a:cubicBezTo>
                  <a:pt x="709538" y="32729"/>
                  <a:pt x="708563" y="28310"/>
                  <a:pt x="706613" y="24228"/>
                </a:cubicBezTo>
                <a:cubicBezTo>
                  <a:pt x="704664" y="20146"/>
                  <a:pt x="701902" y="17091"/>
                  <a:pt x="698328" y="15064"/>
                </a:cubicBezTo>
                <a:cubicBezTo>
                  <a:pt x="694754" y="13036"/>
                  <a:pt x="690692" y="12022"/>
                  <a:pt x="686143" y="12022"/>
                </a:cubicBezTo>
                <a:cubicBezTo>
                  <a:pt x="683381" y="12022"/>
                  <a:pt x="679834" y="12536"/>
                  <a:pt x="675501" y="13563"/>
                </a:cubicBezTo>
                <a:lnTo>
                  <a:pt x="675501" y="59302"/>
                </a:lnTo>
                <a:close/>
                <a:moveTo>
                  <a:pt x="764530" y="0"/>
                </a:moveTo>
                <a:lnTo>
                  <a:pt x="764530" y="98617"/>
                </a:lnTo>
                <a:cubicBezTo>
                  <a:pt x="764530" y="103301"/>
                  <a:pt x="764868" y="106407"/>
                  <a:pt x="765545" y="107933"/>
                </a:cubicBezTo>
                <a:cubicBezTo>
                  <a:pt x="766222" y="109458"/>
                  <a:pt x="767265" y="110615"/>
                  <a:pt x="768673" y="111406"/>
                </a:cubicBezTo>
                <a:cubicBezTo>
                  <a:pt x="770081" y="112194"/>
                  <a:pt x="772707" y="112589"/>
                  <a:pt x="776552" y="112589"/>
                </a:cubicBezTo>
                <a:lnTo>
                  <a:pt x="776552" y="115513"/>
                </a:lnTo>
                <a:lnTo>
                  <a:pt x="740079" y="115513"/>
                </a:lnTo>
                <a:lnTo>
                  <a:pt x="740079" y="112589"/>
                </a:lnTo>
                <a:cubicBezTo>
                  <a:pt x="743491" y="112589"/>
                  <a:pt x="745819" y="112235"/>
                  <a:pt x="747065" y="111528"/>
                </a:cubicBezTo>
                <a:cubicBezTo>
                  <a:pt x="748310" y="110818"/>
                  <a:pt x="749285" y="109647"/>
                  <a:pt x="749989" y="108014"/>
                </a:cubicBezTo>
                <a:cubicBezTo>
                  <a:pt x="750693" y="106379"/>
                  <a:pt x="751045" y="103247"/>
                  <a:pt x="751045" y="98617"/>
                </a:cubicBezTo>
                <a:lnTo>
                  <a:pt x="751045" y="31193"/>
                </a:lnTo>
                <a:cubicBezTo>
                  <a:pt x="751045" y="22799"/>
                  <a:pt x="750856" y="17641"/>
                  <a:pt x="750477" y="15719"/>
                </a:cubicBezTo>
                <a:cubicBezTo>
                  <a:pt x="750098" y="13796"/>
                  <a:pt x="749488" y="12483"/>
                  <a:pt x="748649" y="11779"/>
                </a:cubicBezTo>
                <a:cubicBezTo>
                  <a:pt x="747810" y="11075"/>
                  <a:pt x="746740" y="10723"/>
                  <a:pt x="745440" y="10723"/>
                </a:cubicBezTo>
                <a:cubicBezTo>
                  <a:pt x="744032" y="10723"/>
                  <a:pt x="742245" y="11156"/>
                  <a:pt x="740079" y="12022"/>
                </a:cubicBezTo>
                <a:lnTo>
                  <a:pt x="738698" y="9098"/>
                </a:lnTo>
                <a:lnTo>
                  <a:pt x="760874" y="0"/>
                </a:lnTo>
                <a:lnTo>
                  <a:pt x="764530" y="0"/>
                </a:lnTo>
                <a:close/>
                <a:moveTo>
                  <a:pt x="827281" y="104877"/>
                </a:moveTo>
                <a:cubicBezTo>
                  <a:pt x="819645" y="110778"/>
                  <a:pt x="814852" y="114188"/>
                  <a:pt x="812903" y="115107"/>
                </a:cubicBezTo>
                <a:cubicBezTo>
                  <a:pt x="809978" y="116461"/>
                  <a:pt x="806865" y="117138"/>
                  <a:pt x="803561" y="117138"/>
                </a:cubicBezTo>
                <a:cubicBezTo>
                  <a:pt x="798416" y="117138"/>
                  <a:pt x="794179" y="115378"/>
                  <a:pt x="790848" y="111858"/>
                </a:cubicBezTo>
                <a:cubicBezTo>
                  <a:pt x="787518" y="108337"/>
                  <a:pt x="785852" y="103707"/>
                  <a:pt x="785852" y="97967"/>
                </a:cubicBezTo>
                <a:cubicBezTo>
                  <a:pt x="785852" y="94338"/>
                  <a:pt x="786665" y="91197"/>
                  <a:pt x="788289" y="88544"/>
                </a:cubicBezTo>
                <a:cubicBezTo>
                  <a:pt x="790510" y="84861"/>
                  <a:pt x="794368" y="81395"/>
                  <a:pt x="799865" y="78146"/>
                </a:cubicBezTo>
                <a:cubicBezTo>
                  <a:pt x="805362" y="74897"/>
                  <a:pt x="814500" y="70943"/>
                  <a:pt x="827281" y="66286"/>
                </a:cubicBezTo>
                <a:lnTo>
                  <a:pt x="827281" y="63372"/>
                </a:lnTo>
                <a:cubicBezTo>
                  <a:pt x="827281" y="55980"/>
                  <a:pt x="826103" y="50908"/>
                  <a:pt x="823747" y="48156"/>
                </a:cubicBezTo>
                <a:cubicBezTo>
                  <a:pt x="821392" y="45404"/>
                  <a:pt x="817966" y="44028"/>
                  <a:pt x="813471" y="44028"/>
                </a:cubicBezTo>
                <a:cubicBezTo>
                  <a:pt x="810060" y="44028"/>
                  <a:pt x="807352" y="44949"/>
                  <a:pt x="805348" y="46790"/>
                </a:cubicBezTo>
                <a:cubicBezTo>
                  <a:pt x="803290" y="48631"/>
                  <a:pt x="802261" y="50743"/>
                  <a:pt x="802261" y="53126"/>
                </a:cubicBezTo>
                <a:lnTo>
                  <a:pt x="802424" y="57838"/>
                </a:lnTo>
                <a:cubicBezTo>
                  <a:pt x="802424" y="60329"/>
                  <a:pt x="801787" y="62251"/>
                  <a:pt x="800515" y="63605"/>
                </a:cubicBezTo>
                <a:cubicBezTo>
                  <a:pt x="799242" y="64959"/>
                  <a:pt x="797577" y="65636"/>
                  <a:pt x="795519" y="65636"/>
                </a:cubicBezTo>
                <a:cubicBezTo>
                  <a:pt x="793515" y="65636"/>
                  <a:pt x="791877" y="64930"/>
                  <a:pt x="790604" y="63519"/>
                </a:cubicBezTo>
                <a:cubicBezTo>
                  <a:pt x="789332" y="62106"/>
                  <a:pt x="788695" y="60177"/>
                  <a:pt x="788695" y="57734"/>
                </a:cubicBezTo>
                <a:cubicBezTo>
                  <a:pt x="788695" y="53061"/>
                  <a:pt x="791078" y="48769"/>
                  <a:pt x="795844" y="44858"/>
                </a:cubicBezTo>
                <a:cubicBezTo>
                  <a:pt x="800610" y="40947"/>
                  <a:pt x="807298" y="38992"/>
                  <a:pt x="815908" y="38992"/>
                </a:cubicBezTo>
                <a:cubicBezTo>
                  <a:pt x="822515" y="38992"/>
                  <a:pt x="827931" y="40100"/>
                  <a:pt x="832155" y="42317"/>
                </a:cubicBezTo>
                <a:cubicBezTo>
                  <a:pt x="835350" y="43994"/>
                  <a:pt x="837706" y="46618"/>
                  <a:pt x="839222" y="50189"/>
                </a:cubicBezTo>
                <a:cubicBezTo>
                  <a:pt x="840197" y="52514"/>
                  <a:pt x="840684" y="57274"/>
                  <a:pt x="840684" y="64468"/>
                </a:cubicBezTo>
                <a:lnTo>
                  <a:pt x="840684" y="89701"/>
                </a:lnTo>
                <a:cubicBezTo>
                  <a:pt x="840684" y="96787"/>
                  <a:pt x="840820" y="101128"/>
                  <a:pt x="841091" y="102724"/>
                </a:cubicBezTo>
                <a:cubicBezTo>
                  <a:pt x="841361" y="104320"/>
                  <a:pt x="841808" y="105389"/>
                  <a:pt x="842431" y="105930"/>
                </a:cubicBezTo>
                <a:cubicBezTo>
                  <a:pt x="843054" y="106470"/>
                  <a:pt x="843771" y="106740"/>
                  <a:pt x="844584" y="106740"/>
                </a:cubicBezTo>
                <a:cubicBezTo>
                  <a:pt x="845450" y="106740"/>
                  <a:pt x="846208" y="106550"/>
                  <a:pt x="846858" y="106171"/>
                </a:cubicBezTo>
                <a:cubicBezTo>
                  <a:pt x="847995" y="105467"/>
                  <a:pt x="850189" y="103491"/>
                  <a:pt x="853438" y="100241"/>
                </a:cubicBezTo>
                <a:lnTo>
                  <a:pt x="853438" y="104790"/>
                </a:lnTo>
                <a:cubicBezTo>
                  <a:pt x="847373" y="112914"/>
                  <a:pt x="841578" y="116975"/>
                  <a:pt x="836054" y="116975"/>
                </a:cubicBezTo>
                <a:cubicBezTo>
                  <a:pt x="833401" y="116975"/>
                  <a:pt x="831289" y="116061"/>
                  <a:pt x="829718" y="114234"/>
                </a:cubicBezTo>
                <a:cubicBezTo>
                  <a:pt x="828148" y="112404"/>
                  <a:pt x="827335" y="109285"/>
                  <a:pt x="827281" y="104877"/>
                </a:cubicBezTo>
                <a:moveTo>
                  <a:pt x="827281" y="99609"/>
                </a:moveTo>
                <a:lnTo>
                  <a:pt x="827281" y="71322"/>
                </a:lnTo>
                <a:cubicBezTo>
                  <a:pt x="819104" y="74565"/>
                  <a:pt x="813823" y="76861"/>
                  <a:pt x="811441" y="78212"/>
                </a:cubicBezTo>
                <a:cubicBezTo>
                  <a:pt x="807162" y="80590"/>
                  <a:pt x="804103" y="83076"/>
                  <a:pt x="802261" y="85670"/>
                </a:cubicBezTo>
                <a:cubicBezTo>
                  <a:pt x="800420" y="88263"/>
                  <a:pt x="799499" y="91099"/>
                  <a:pt x="799499" y="94179"/>
                </a:cubicBezTo>
                <a:cubicBezTo>
                  <a:pt x="799499" y="98070"/>
                  <a:pt x="800664" y="101299"/>
                  <a:pt x="802992" y="103866"/>
                </a:cubicBezTo>
                <a:cubicBezTo>
                  <a:pt x="805321" y="106432"/>
                  <a:pt x="808002" y="107715"/>
                  <a:pt x="811034" y="107715"/>
                </a:cubicBezTo>
                <a:cubicBezTo>
                  <a:pt x="815150" y="107715"/>
                  <a:pt x="820566" y="105013"/>
                  <a:pt x="827281" y="99609"/>
                </a:cubicBezTo>
                <a:close/>
                <a:moveTo>
                  <a:pt x="854311" y="41104"/>
                </a:moveTo>
                <a:lnTo>
                  <a:pt x="888997" y="41104"/>
                </a:lnTo>
                <a:lnTo>
                  <a:pt x="888997" y="44028"/>
                </a:lnTo>
                <a:lnTo>
                  <a:pt x="887291" y="44028"/>
                </a:lnTo>
                <a:cubicBezTo>
                  <a:pt x="884854" y="44028"/>
                  <a:pt x="883026" y="44559"/>
                  <a:pt x="881808" y="45620"/>
                </a:cubicBezTo>
                <a:cubicBezTo>
                  <a:pt x="880589" y="46681"/>
                  <a:pt x="879980" y="48000"/>
                  <a:pt x="879980" y="49577"/>
                </a:cubicBezTo>
                <a:cubicBezTo>
                  <a:pt x="879980" y="51700"/>
                  <a:pt x="880874" y="54638"/>
                  <a:pt x="882661" y="58391"/>
                </a:cubicBezTo>
                <a:lnTo>
                  <a:pt x="900776" y="96017"/>
                </a:lnTo>
                <a:lnTo>
                  <a:pt x="917429" y="54819"/>
                </a:lnTo>
                <a:cubicBezTo>
                  <a:pt x="918349" y="52586"/>
                  <a:pt x="918809" y="50378"/>
                  <a:pt x="918809" y="48196"/>
                </a:cubicBezTo>
                <a:cubicBezTo>
                  <a:pt x="918809" y="47217"/>
                  <a:pt x="918620" y="46481"/>
                  <a:pt x="918241" y="45990"/>
                </a:cubicBezTo>
                <a:cubicBezTo>
                  <a:pt x="917808" y="45391"/>
                  <a:pt x="917131" y="44915"/>
                  <a:pt x="916210" y="44561"/>
                </a:cubicBezTo>
                <a:cubicBezTo>
                  <a:pt x="915289" y="44206"/>
                  <a:pt x="913665" y="44028"/>
                  <a:pt x="911336" y="44028"/>
                </a:cubicBezTo>
                <a:lnTo>
                  <a:pt x="911336" y="41104"/>
                </a:lnTo>
                <a:lnTo>
                  <a:pt x="935543" y="41104"/>
                </a:lnTo>
                <a:lnTo>
                  <a:pt x="935543" y="44028"/>
                </a:lnTo>
                <a:cubicBezTo>
                  <a:pt x="933540" y="44245"/>
                  <a:pt x="931996" y="44680"/>
                  <a:pt x="930913" y="45333"/>
                </a:cubicBezTo>
                <a:cubicBezTo>
                  <a:pt x="929830" y="45985"/>
                  <a:pt x="928639" y="47207"/>
                  <a:pt x="927339" y="49001"/>
                </a:cubicBezTo>
                <a:cubicBezTo>
                  <a:pt x="926852" y="49763"/>
                  <a:pt x="925931" y="51855"/>
                  <a:pt x="924577" y="55279"/>
                </a:cubicBezTo>
                <a:lnTo>
                  <a:pt x="894277" y="129490"/>
                </a:lnTo>
                <a:cubicBezTo>
                  <a:pt x="891353" y="136718"/>
                  <a:pt x="887521" y="142179"/>
                  <a:pt x="882783" y="145874"/>
                </a:cubicBezTo>
                <a:cubicBezTo>
                  <a:pt x="878044" y="149570"/>
                  <a:pt x="873482" y="151418"/>
                  <a:pt x="869095" y="151418"/>
                </a:cubicBezTo>
                <a:cubicBezTo>
                  <a:pt x="865900" y="151418"/>
                  <a:pt x="863273" y="150492"/>
                  <a:pt x="861215" y="148641"/>
                </a:cubicBezTo>
                <a:cubicBezTo>
                  <a:pt x="859158" y="146791"/>
                  <a:pt x="858129" y="144670"/>
                  <a:pt x="858129" y="142277"/>
                </a:cubicBezTo>
                <a:cubicBezTo>
                  <a:pt x="858129" y="139990"/>
                  <a:pt x="858873" y="138153"/>
                  <a:pt x="860362" y="136766"/>
                </a:cubicBezTo>
                <a:cubicBezTo>
                  <a:pt x="861852" y="135378"/>
                  <a:pt x="863896" y="134684"/>
                  <a:pt x="866496" y="134684"/>
                </a:cubicBezTo>
                <a:cubicBezTo>
                  <a:pt x="868283" y="134684"/>
                  <a:pt x="870720" y="135264"/>
                  <a:pt x="873807" y="136423"/>
                </a:cubicBezTo>
                <a:cubicBezTo>
                  <a:pt x="875973" y="137213"/>
                  <a:pt x="877327" y="137608"/>
                  <a:pt x="877868" y="137608"/>
                </a:cubicBezTo>
                <a:cubicBezTo>
                  <a:pt x="879493" y="137608"/>
                  <a:pt x="881266" y="136775"/>
                  <a:pt x="883189" y="135108"/>
                </a:cubicBezTo>
                <a:cubicBezTo>
                  <a:pt x="885111" y="133441"/>
                  <a:pt x="887047" y="130215"/>
                  <a:pt x="888997" y="125431"/>
                </a:cubicBezTo>
                <a:lnTo>
                  <a:pt x="894277" y="112434"/>
                </a:lnTo>
                <a:lnTo>
                  <a:pt x="867552" y="56449"/>
                </a:lnTo>
                <a:cubicBezTo>
                  <a:pt x="866739" y="54760"/>
                  <a:pt x="865440" y="52663"/>
                  <a:pt x="863652" y="50156"/>
                </a:cubicBezTo>
                <a:cubicBezTo>
                  <a:pt x="862299" y="48251"/>
                  <a:pt x="861188" y="46970"/>
                  <a:pt x="860322" y="46315"/>
                </a:cubicBezTo>
                <a:cubicBezTo>
                  <a:pt x="859076" y="45444"/>
                  <a:pt x="857073" y="44681"/>
                  <a:pt x="854311" y="44028"/>
                </a:cubicBezTo>
                <a:lnTo>
                  <a:pt x="854311" y="41104"/>
                </a:lnTo>
                <a:close/>
                <a:moveTo>
                  <a:pt x="953931" y="69210"/>
                </a:moveTo>
                <a:cubicBezTo>
                  <a:pt x="953877" y="80207"/>
                  <a:pt x="956558" y="88832"/>
                  <a:pt x="961973" y="95086"/>
                </a:cubicBezTo>
                <a:cubicBezTo>
                  <a:pt x="967389" y="101339"/>
                  <a:pt x="973752" y="104465"/>
                  <a:pt x="981063" y="104465"/>
                </a:cubicBezTo>
                <a:cubicBezTo>
                  <a:pt x="985937" y="104465"/>
                  <a:pt x="990174" y="103119"/>
                  <a:pt x="993776" y="100427"/>
                </a:cubicBezTo>
                <a:cubicBezTo>
                  <a:pt x="997377" y="97734"/>
                  <a:pt x="1000396" y="93123"/>
                  <a:pt x="1002833" y="86594"/>
                </a:cubicBezTo>
                <a:lnTo>
                  <a:pt x="1005351" y="88226"/>
                </a:lnTo>
                <a:cubicBezTo>
                  <a:pt x="1004214" y="95685"/>
                  <a:pt x="1000911" y="102476"/>
                  <a:pt x="995441" y="108601"/>
                </a:cubicBezTo>
                <a:cubicBezTo>
                  <a:pt x="989971" y="114725"/>
                  <a:pt x="983121" y="117788"/>
                  <a:pt x="974889" y="117788"/>
                </a:cubicBezTo>
                <a:cubicBezTo>
                  <a:pt x="965953" y="117788"/>
                  <a:pt x="958304" y="114316"/>
                  <a:pt x="951941" y="107372"/>
                </a:cubicBezTo>
                <a:cubicBezTo>
                  <a:pt x="945578" y="100427"/>
                  <a:pt x="942396" y="91090"/>
                  <a:pt x="942396" y="79362"/>
                </a:cubicBezTo>
                <a:cubicBezTo>
                  <a:pt x="942396" y="66663"/>
                  <a:pt x="945659" y="56760"/>
                  <a:pt x="952184" y="49654"/>
                </a:cubicBezTo>
                <a:cubicBezTo>
                  <a:pt x="958710" y="42546"/>
                  <a:pt x="966901" y="38992"/>
                  <a:pt x="976757" y="38992"/>
                </a:cubicBezTo>
                <a:cubicBezTo>
                  <a:pt x="985097" y="38992"/>
                  <a:pt x="991948" y="41733"/>
                  <a:pt x="997309" y="47217"/>
                </a:cubicBezTo>
                <a:cubicBezTo>
                  <a:pt x="1002671" y="52698"/>
                  <a:pt x="1005351" y="60029"/>
                  <a:pt x="1005351" y="69210"/>
                </a:cubicBezTo>
                <a:lnTo>
                  <a:pt x="953931" y="69210"/>
                </a:lnTo>
                <a:moveTo>
                  <a:pt x="953931" y="64499"/>
                </a:moveTo>
                <a:lnTo>
                  <a:pt x="988374" y="64499"/>
                </a:lnTo>
                <a:cubicBezTo>
                  <a:pt x="988103" y="59772"/>
                  <a:pt x="987534" y="56442"/>
                  <a:pt x="986668" y="54510"/>
                </a:cubicBezTo>
                <a:cubicBezTo>
                  <a:pt x="985314" y="51501"/>
                  <a:pt x="983297" y="49137"/>
                  <a:pt x="980616" y="47420"/>
                </a:cubicBezTo>
                <a:cubicBezTo>
                  <a:pt x="977935" y="45700"/>
                  <a:pt x="975133" y="44841"/>
                  <a:pt x="972208" y="44841"/>
                </a:cubicBezTo>
                <a:cubicBezTo>
                  <a:pt x="967713" y="44841"/>
                  <a:pt x="963692" y="46573"/>
                  <a:pt x="960145" y="50037"/>
                </a:cubicBezTo>
                <a:cubicBezTo>
                  <a:pt x="956598" y="53501"/>
                  <a:pt x="954527" y="58322"/>
                  <a:pt x="953931" y="64499"/>
                </a:cubicBezTo>
                <a:close/>
                <a:moveTo>
                  <a:pt x="1036605" y="38992"/>
                </a:moveTo>
                <a:lnTo>
                  <a:pt x="1036605" y="55726"/>
                </a:lnTo>
                <a:cubicBezTo>
                  <a:pt x="1042833" y="44570"/>
                  <a:pt x="1049223" y="38992"/>
                  <a:pt x="1055776" y="38992"/>
                </a:cubicBezTo>
                <a:cubicBezTo>
                  <a:pt x="1058755" y="38992"/>
                  <a:pt x="1061219" y="39899"/>
                  <a:pt x="1063168" y="41713"/>
                </a:cubicBezTo>
                <a:cubicBezTo>
                  <a:pt x="1065118" y="43527"/>
                  <a:pt x="1066093" y="45626"/>
                  <a:pt x="1066093" y="48009"/>
                </a:cubicBezTo>
                <a:cubicBezTo>
                  <a:pt x="1066093" y="50121"/>
                  <a:pt x="1065389" y="51908"/>
                  <a:pt x="1063981" y="53370"/>
                </a:cubicBezTo>
                <a:cubicBezTo>
                  <a:pt x="1062573" y="54832"/>
                  <a:pt x="1060894" y="55563"/>
                  <a:pt x="1058944" y="55563"/>
                </a:cubicBezTo>
                <a:cubicBezTo>
                  <a:pt x="1057049" y="55563"/>
                  <a:pt x="1054923" y="54643"/>
                  <a:pt x="1052567" y="52801"/>
                </a:cubicBezTo>
                <a:cubicBezTo>
                  <a:pt x="1050212" y="50960"/>
                  <a:pt x="1048465" y="50039"/>
                  <a:pt x="1047328" y="50039"/>
                </a:cubicBezTo>
                <a:cubicBezTo>
                  <a:pt x="1046353" y="50039"/>
                  <a:pt x="1045297" y="50577"/>
                  <a:pt x="1044160" y="51651"/>
                </a:cubicBezTo>
                <a:cubicBezTo>
                  <a:pt x="1041723" y="53856"/>
                  <a:pt x="1039205" y="57486"/>
                  <a:pt x="1036605" y="62539"/>
                </a:cubicBezTo>
                <a:lnTo>
                  <a:pt x="1036605" y="98129"/>
                </a:lnTo>
                <a:cubicBezTo>
                  <a:pt x="1036605" y="102248"/>
                  <a:pt x="1037120" y="105364"/>
                  <a:pt x="1038149" y="107476"/>
                </a:cubicBezTo>
                <a:cubicBezTo>
                  <a:pt x="1038853" y="108940"/>
                  <a:pt x="1040098" y="110158"/>
                  <a:pt x="1041885" y="111132"/>
                </a:cubicBezTo>
                <a:cubicBezTo>
                  <a:pt x="1043672" y="112103"/>
                  <a:pt x="1046245" y="112589"/>
                  <a:pt x="1049602" y="112589"/>
                </a:cubicBezTo>
                <a:lnTo>
                  <a:pt x="1049602" y="115513"/>
                </a:lnTo>
                <a:lnTo>
                  <a:pt x="1011504" y="115513"/>
                </a:lnTo>
                <a:lnTo>
                  <a:pt x="1011504" y="112589"/>
                </a:lnTo>
                <a:cubicBezTo>
                  <a:pt x="1015295" y="112589"/>
                  <a:pt x="1018111" y="111986"/>
                  <a:pt x="1019952" y="110781"/>
                </a:cubicBezTo>
                <a:cubicBezTo>
                  <a:pt x="1021306" y="109905"/>
                  <a:pt x="1022254" y="108508"/>
                  <a:pt x="1022796" y="106590"/>
                </a:cubicBezTo>
                <a:cubicBezTo>
                  <a:pt x="1023066" y="105658"/>
                  <a:pt x="1023202" y="103000"/>
                  <a:pt x="1023202" y="98617"/>
                </a:cubicBezTo>
                <a:lnTo>
                  <a:pt x="1023202" y="70023"/>
                </a:lnTo>
                <a:cubicBezTo>
                  <a:pt x="1023202" y="61358"/>
                  <a:pt x="1023026" y="56200"/>
                  <a:pt x="1022674" y="54548"/>
                </a:cubicBezTo>
                <a:cubicBezTo>
                  <a:pt x="1022322" y="52896"/>
                  <a:pt x="1021672" y="51691"/>
                  <a:pt x="1020724" y="50933"/>
                </a:cubicBezTo>
                <a:cubicBezTo>
                  <a:pt x="1019776" y="50175"/>
                  <a:pt x="1018599" y="49796"/>
                  <a:pt x="1017191" y="49796"/>
                </a:cubicBezTo>
                <a:cubicBezTo>
                  <a:pt x="1015512" y="49796"/>
                  <a:pt x="1013616" y="50202"/>
                  <a:pt x="1011504" y="51014"/>
                </a:cubicBezTo>
                <a:lnTo>
                  <a:pt x="1010692" y="48090"/>
                </a:lnTo>
                <a:lnTo>
                  <a:pt x="1033193" y="38992"/>
                </a:lnTo>
                <a:lnTo>
                  <a:pt x="1036605" y="38992"/>
                </a:lnTo>
                <a:close/>
                <a:moveTo>
                  <a:pt x="1073632" y="143295"/>
                </a:moveTo>
                <a:lnTo>
                  <a:pt x="1073632" y="139710"/>
                </a:lnTo>
                <a:cubicBezTo>
                  <a:pt x="1079210" y="137864"/>
                  <a:pt x="1083529" y="134999"/>
                  <a:pt x="1086588" y="131115"/>
                </a:cubicBezTo>
                <a:cubicBezTo>
                  <a:pt x="1089648" y="127231"/>
                  <a:pt x="1091178" y="123117"/>
                  <a:pt x="1091178" y="118773"/>
                </a:cubicBezTo>
                <a:cubicBezTo>
                  <a:pt x="1091178" y="117740"/>
                  <a:pt x="1090934" y="116871"/>
                  <a:pt x="1090447" y="116165"/>
                </a:cubicBezTo>
                <a:cubicBezTo>
                  <a:pt x="1090068" y="115676"/>
                  <a:pt x="1089689" y="115432"/>
                  <a:pt x="1089310" y="115432"/>
                </a:cubicBezTo>
                <a:cubicBezTo>
                  <a:pt x="1088714" y="115432"/>
                  <a:pt x="1087414" y="115973"/>
                  <a:pt x="1085410" y="117056"/>
                </a:cubicBezTo>
                <a:cubicBezTo>
                  <a:pt x="1084436" y="117544"/>
                  <a:pt x="1083407" y="117788"/>
                  <a:pt x="1082324" y="117788"/>
                </a:cubicBezTo>
                <a:cubicBezTo>
                  <a:pt x="1079670" y="117788"/>
                  <a:pt x="1077558" y="117002"/>
                  <a:pt x="1075987" y="115432"/>
                </a:cubicBezTo>
                <a:cubicBezTo>
                  <a:pt x="1074417" y="113861"/>
                  <a:pt x="1073632" y="111695"/>
                  <a:pt x="1073632" y="108933"/>
                </a:cubicBezTo>
                <a:cubicBezTo>
                  <a:pt x="1073632" y="106280"/>
                  <a:pt x="1074647" y="104005"/>
                  <a:pt x="1076678" y="102110"/>
                </a:cubicBezTo>
                <a:cubicBezTo>
                  <a:pt x="1078709" y="100214"/>
                  <a:pt x="1081186" y="99266"/>
                  <a:pt x="1084111" y="99266"/>
                </a:cubicBezTo>
                <a:cubicBezTo>
                  <a:pt x="1087685" y="99266"/>
                  <a:pt x="1090867" y="100827"/>
                  <a:pt x="1093656" y="103948"/>
                </a:cubicBezTo>
                <a:cubicBezTo>
                  <a:pt x="1096445" y="107067"/>
                  <a:pt x="1097839" y="111203"/>
                  <a:pt x="1097839" y="116356"/>
                </a:cubicBezTo>
                <a:cubicBezTo>
                  <a:pt x="1097839" y="121946"/>
                  <a:pt x="1095903" y="127141"/>
                  <a:pt x="1092031" y="131942"/>
                </a:cubicBezTo>
                <a:cubicBezTo>
                  <a:pt x="1088159" y="136744"/>
                  <a:pt x="1082026" y="140528"/>
                  <a:pt x="1073632" y="143295"/>
                </a:cubicBezTo>
                <a:close/>
                <a:moveTo>
                  <a:pt x="1126935" y="99754"/>
                </a:moveTo>
                <a:cubicBezTo>
                  <a:pt x="1129480" y="99754"/>
                  <a:pt x="1131619" y="100634"/>
                  <a:pt x="1133352" y="102394"/>
                </a:cubicBezTo>
                <a:cubicBezTo>
                  <a:pt x="1135085" y="104154"/>
                  <a:pt x="1135952" y="106280"/>
                  <a:pt x="1135952" y="108771"/>
                </a:cubicBezTo>
                <a:cubicBezTo>
                  <a:pt x="1135952" y="111262"/>
                  <a:pt x="1135072" y="113387"/>
                  <a:pt x="1133312" y="115147"/>
                </a:cubicBezTo>
                <a:cubicBezTo>
                  <a:pt x="1131552" y="116908"/>
                  <a:pt x="1129426" y="117788"/>
                  <a:pt x="1126935" y="117788"/>
                </a:cubicBezTo>
                <a:cubicBezTo>
                  <a:pt x="1124444" y="117788"/>
                  <a:pt x="1122318" y="116908"/>
                  <a:pt x="1120558" y="115147"/>
                </a:cubicBezTo>
                <a:cubicBezTo>
                  <a:pt x="1118798" y="113387"/>
                  <a:pt x="1117918" y="111262"/>
                  <a:pt x="1117918" y="108771"/>
                </a:cubicBezTo>
                <a:cubicBezTo>
                  <a:pt x="1117918" y="106225"/>
                  <a:pt x="1118798" y="104086"/>
                  <a:pt x="1120558" y="102353"/>
                </a:cubicBezTo>
                <a:cubicBezTo>
                  <a:pt x="1122318" y="100620"/>
                  <a:pt x="1124444" y="99754"/>
                  <a:pt x="1126935" y="99754"/>
                </a:cubicBezTo>
                <a:close/>
                <a:moveTo>
                  <a:pt x="1168378" y="99754"/>
                </a:moveTo>
                <a:cubicBezTo>
                  <a:pt x="1170923" y="99754"/>
                  <a:pt x="1173062" y="100634"/>
                  <a:pt x="1174795" y="102394"/>
                </a:cubicBezTo>
                <a:cubicBezTo>
                  <a:pt x="1176528" y="104154"/>
                  <a:pt x="1177395" y="106280"/>
                  <a:pt x="1177395" y="108771"/>
                </a:cubicBezTo>
                <a:cubicBezTo>
                  <a:pt x="1177395" y="111262"/>
                  <a:pt x="1176515" y="113387"/>
                  <a:pt x="1174755" y="115147"/>
                </a:cubicBezTo>
                <a:cubicBezTo>
                  <a:pt x="1172995" y="116908"/>
                  <a:pt x="1170869" y="117788"/>
                  <a:pt x="1168378" y="117788"/>
                </a:cubicBezTo>
                <a:cubicBezTo>
                  <a:pt x="1165887" y="117788"/>
                  <a:pt x="1163761" y="116908"/>
                  <a:pt x="1162001" y="115147"/>
                </a:cubicBezTo>
                <a:cubicBezTo>
                  <a:pt x="1160241" y="113387"/>
                  <a:pt x="1159361" y="111262"/>
                  <a:pt x="1159361" y="108771"/>
                </a:cubicBezTo>
                <a:cubicBezTo>
                  <a:pt x="1159361" y="106225"/>
                  <a:pt x="1160241" y="104086"/>
                  <a:pt x="1162001" y="102353"/>
                </a:cubicBezTo>
                <a:cubicBezTo>
                  <a:pt x="1163761" y="100620"/>
                  <a:pt x="1165887" y="99754"/>
                  <a:pt x="1168378" y="99754"/>
                </a:cubicBezTo>
                <a:close/>
                <a:moveTo>
                  <a:pt x="1209821" y="99754"/>
                </a:moveTo>
                <a:cubicBezTo>
                  <a:pt x="1212367" y="99754"/>
                  <a:pt x="1214506" y="100634"/>
                  <a:pt x="1216239" y="102394"/>
                </a:cubicBezTo>
                <a:cubicBezTo>
                  <a:pt x="1217972" y="104154"/>
                  <a:pt x="1218838" y="106280"/>
                  <a:pt x="1218838" y="108771"/>
                </a:cubicBezTo>
                <a:cubicBezTo>
                  <a:pt x="1218838" y="111262"/>
                  <a:pt x="1217958" y="113387"/>
                  <a:pt x="1216198" y="115147"/>
                </a:cubicBezTo>
                <a:cubicBezTo>
                  <a:pt x="1214438" y="116908"/>
                  <a:pt x="1212312" y="117788"/>
                  <a:pt x="1209821" y="117788"/>
                </a:cubicBezTo>
                <a:cubicBezTo>
                  <a:pt x="1207330" y="117788"/>
                  <a:pt x="1205204" y="116908"/>
                  <a:pt x="1203444" y="115147"/>
                </a:cubicBezTo>
                <a:cubicBezTo>
                  <a:pt x="1201684" y="113387"/>
                  <a:pt x="1200804" y="111262"/>
                  <a:pt x="1200804" y="108771"/>
                </a:cubicBezTo>
                <a:cubicBezTo>
                  <a:pt x="1200804" y="106225"/>
                  <a:pt x="1201684" y="104086"/>
                  <a:pt x="1203444" y="102353"/>
                </a:cubicBezTo>
                <a:cubicBezTo>
                  <a:pt x="1205204" y="100620"/>
                  <a:pt x="1207330" y="99754"/>
                  <a:pt x="1209821" y="99754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79E62-15B3-463C-BF46-8A27AA8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37" y="4080010"/>
            <a:ext cx="683812" cy="266420"/>
          </a:xfrm>
          <a:custGeom xmlns:a="http://schemas.openxmlformats.org/drawingml/2006/main">
            <a:pathLst>
              <a:path w="683812" h="266420">
                <a:moveTo>
                  <a:pt x="0" y="266420"/>
                </a:moveTo>
                <a:lnTo>
                  <a:pt x="683812" y="266420"/>
                </a:lnTo>
                <a:lnTo>
                  <a:pt x="683812" y="0"/>
                </a:lnTo>
                <a:lnTo>
                  <a:pt x="0" y="0"/>
                </a:lnTo>
                <a:lnTo>
                  <a:pt x="0" y="266420"/>
                </a:lnTo>
                <a:close/>
                <a:moveTo>
                  <a:pt x="671972" y="254580"/>
                </a:moveTo>
                <a:lnTo>
                  <a:pt x="11841" y="254580"/>
                </a:lnTo>
                <a:lnTo>
                  <a:pt x="11841" y="11841"/>
                </a:lnTo>
                <a:lnTo>
                  <a:pt x="671972" y="11841"/>
                </a:lnTo>
                <a:lnTo>
                  <a:pt x="671972" y="254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Gateway">
            <a:extLst xmlns:a="http://schemas.openxmlformats.org/drawingml/2006/main">
              <a:ext uri="{FF2B5EF4-FFF2-40B4-BE49-F238E27FC236}">
                <a16:creationId xmlns:a16="http://schemas.microsoft.com/office/drawing/2014/main" id="{10B45E90-8961-4A51-B516-4C5B1543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149" y="4158060"/>
            <a:ext cx="581966" cy="148494"/>
          </a:xfrm>
          <a:custGeom xmlns:a="http://schemas.openxmlformats.org/drawingml/2006/main">
            <a:pathLst>
              <a:path w="581966" h="148494">
                <a:moveTo>
                  <a:pt x="96261" y="0"/>
                </a:moveTo>
                <a:lnTo>
                  <a:pt x="99104" y="34768"/>
                </a:lnTo>
                <a:lnTo>
                  <a:pt x="96261" y="34768"/>
                </a:lnTo>
                <a:cubicBezTo>
                  <a:pt x="93391" y="26152"/>
                  <a:pt x="89681" y="19663"/>
                  <a:pt x="85132" y="15300"/>
                </a:cubicBezTo>
                <a:cubicBezTo>
                  <a:pt x="78579" y="8999"/>
                  <a:pt x="70158" y="5849"/>
                  <a:pt x="59869" y="5849"/>
                </a:cubicBezTo>
                <a:cubicBezTo>
                  <a:pt x="45842" y="5849"/>
                  <a:pt x="35174" y="11383"/>
                  <a:pt x="27863" y="22451"/>
                </a:cubicBezTo>
                <a:cubicBezTo>
                  <a:pt x="21743" y="31789"/>
                  <a:pt x="18684" y="42910"/>
                  <a:pt x="18684" y="55812"/>
                </a:cubicBezTo>
                <a:cubicBezTo>
                  <a:pt x="18684" y="66286"/>
                  <a:pt x="20714" y="75842"/>
                  <a:pt x="24776" y="84480"/>
                </a:cubicBezTo>
                <a:cubicBezTo>
                  <a:pt x="28838" y="93117"/>
                  <a:pt x="34158" y="99448"/>
                  <a:pt x="40738" y="103470"/>
                </a:cubicBezTo>
                <a:cubicBezTo>
                  <a:pt x="47318" y="107491"/>
                  <a:pt x="54074" y="109502"/>
                  <a:pt x="61006" y="109502"/>
                </a:cubicBezTo>
                <a:cubicBezTo>
                  <a:pt x="65067" y="109502"/>
                  <a:pt x="68994" y="108989"/>
                  <a:pt x="72785" y="107963"/>
                </a:cubicBezTo>
                <a:cubicBezTo>
                  <a:pt x="76575" y="106936"/>
                  <a:pt x="80231" y="105422"/>
                  <a:pt x="83751" y="103422"/>
                </a:cubicBezTo>
                <a:lnTo>
                  <a:pt x="83751" y="71647"/>
                </a:lnTo>
                <a:cubicBezTo>
                  <a:pt x="83751" y="66123"/>
                  <a:pt x="83331" y="62509"/>
                  <a:pt x="82492" y="60803"/>
                </a:cubicBezTo>
                <a:cubicBezTo>
                  <a:pt x="81652" y="59097"/>
                  <a:pt x="80353" y="57797"/>
                  <a:pt x="78593" y="56904"/>
                </a:cubicBezTo>
                <a:cubicBezTo>
                  <a:pt x="76833" y="56010"/>
                  <a:pt x="73732" y="55563"/>
                  <a:pt x="69292" y="55563"/>
                </a:cubicBezTo>
                <a:lnTo>
                  <a:pt x="69292" y="52476"/>
                </a:lnTo>
                <a:lnTo>
                  <a:pt x="111939" y="52476"/>
                </a:lnTo>
                <a:lnTo>
                  <a:pt x="111939" y="55563"/>
                </a:lnTo>
                <a:lnTo>
                  <a:pt x="109908" y="55563"/>
                </a:lnTo>
                <a:cubicBezTo>
                  <a:pt x="105684" y="55563"/>
                  <a:pt x="102787" y="56971"/>
                  <a:pt x="101216" y="59787"/>
                </a:cubicBezTo>
                <a:cubicBezTo>
                  <a:pt x="100133" y="61791"/>
                  <a:pt x="99591" y="65744"/>
                  <a:pt x="99591" y="71647"/>
                </a:cubicBezTo>
                <a:lnTo>
                  <a:pt x="99591" y="105295"/>
                </a:lnTo>
                <a:cubicBezTo>
                  <a:pt x="93364" y="108646"/>
                  <a:pt x="87217" y="111105"/>
                  <a:pt x="81152" y="112672"/>
                </a:cubicBezTo>
                <a:cubicBezTo>
                  <a:pt x="75086" y="114241"/>
                  <a:pt x="68344" y="115026"/>
                  <a:pt x="60925" y="115026"/>
                </a:cubicBezTo>
                <a:cubicBezTo>
                  <a:pt x="39642" y="115026"/>
                  <a:pt x="23476" y="108211"/>
                  <a:pt x="12429" y="94583"/>
                </a:cubicBezTo>
                <a:cubicBezTo>
                  <a:pt x="4143" y="84363"/>
                  <a:pt x="0" y="72574"/>
                  <a:pt x="0" y="59216"/>
                </a:cubicBezTo>
                <a:cubicBezTo>
                  <a:pt x="0" y="49536"/>
                  <a:pt x="2329" y="40262"/>
                  <a:pt x="6986" y="31394"/>
                </a:cubicBezTo>
                <a:cubicBezTo>
                  <a:pt x="12510" y="20847"/>
                  <a:pt x="20092" y="12735"/>
                  <a:pt x="29731" y="7057"/>
                </a:cubicBezTo>
                <a:cubicBezTo>
                  <a:pt x="37800" y="2352"/>
                  <a:pt x="47332" y="0"/>
                  <a:pt x="58325" y="0"/>
                </a:cubicBezTo>
                <a:cubicBezTo>
                  <a:pt x="62333" y="0"/>
                  <a:pt x="65975" y="325"/>
                  <a:pt x="69251" y="975"/>
                </a:cubicBezTo>
                <a:cubicBezTo>
                  <a:pt x="72527" y="1625"/>
                  <a:pt x="77171" y="3060"/>
                  <a:pt x="83182" y="5280"/>
                </a:cubicBezTo>
                <a:cubicBezTo>
                  <a:pt x="86215" y="6417"/>
                  <a:pt x="88246" y="6986"/>
                  <a:pt x="89275" y="6986"/>
                </a:cubicBezTo>
                <a:cubicBezTo>
                  <a:pt x="90304" y="6986"/>
                  <a:pt x="91184" y="6512"/>
                  <a:pt x="91915" y="5564"/>
                </a:cubicBezTo>
                <a:cubicBezTo>
                  <a:pt x="92646" y="4617"/>
                  <a:pt x="93093" y="2762"/>
                  <a:pt x="93255" y="0"/>
                </a:cubicBezTo>
                <a:lnTo>
                  <a:pt x="96261" y="0"/>
                </a:lnTo>
                <a:close/>
                <a:moveTo>
                  <a:pt x="161103" y="101952"/>
                </a:moveTo>
                <a:cubicBezTo>
                  <a:pt x="153467" y="107853"/>
                  <a:pt x="148675" y="111264"/>
                  <a:pt x="146725" y="112182"/>
                </a:cubicBezTo>
                <a:cubicBezTo>
                  <a:pt x="143801" y="113536"/>
                  <a:pt x="140687" y="114213"/>
                  <a:pt x="137383" y="114213"/>
                </a:cubicBezTo>
                <a:cubicBezTo>
                  <a:pt x="132238" y="114213"/>
                  <a:pt x="128001" y="112453"/>
                  <a:pt x="124670" y="108933"/>
                </a:cubicBezTo>
                <a:cubicBezTo>
                  <a:pt x="121340" y="105413"/>
                  <a:pt x="119674" y="100783"/>
                  <a:pt x="119674" y="95042"/>
                </a:cubicBezTo>
                <a:cubicBezTo>
                  <a:pt x="119674" y="91414"/>
                  <a:pt x="120487" y="88273"/>
                  <a:pt x="122111" y="85619"/>
                </a:cubicBezTo>
                <a:cubicBezTo>
                  <a:pt x="124332" y="81937"/>
                  <a:pt x="128190" y="78471"/>
                  <a:pt x="133687" y="75222"/>
                </a:cubicBezTo>
                <a:cubicBezTo>
                  <a:pt x="139184" y="71972"/>
                  <a:pt x="148323" y="68019"/>
                  <a:pt x="161103" y="63362"/>
                </a:cubicBezTo>
                <a:lnTo>
                  <a:pt x="161103" y="60447"/>
                </a:lnTo>
                <a:cubicBezTo>
                  <a:pt x="161103" y="53055"/>
                  <a:pt x="159925" y="47983"/>
                  <a:pt x="157570" y="45231"/>
                </a:cubicBezTo>
                <a:cubicBezTo>
                  <a:pt x="155214" y="42480"/>
                  <a:pt x="151788" y="41104"/>
                  <a:pt x="147294" y="41104"/>
                </a:cubicBezTo>
                <a:cubicBezTo>
                  <a:pt x="143882" y="41104"/>
                  <a:pt x="141174" y="42024"/>
                  <a:pt x="139170" y="43866"/>
                </a:cubicBezTo>
                <a:cubicBezTo>
                  <a:pt x="137112" y="45707"/>
                  <a:pt x="136083" y="47819"/>
                  <a:pt x="136083" y="50202"/>
                </a:cubicBezTo>
                <a:lnTo>
                  <a:pt x="136246" y="54913"/>
                </a:lnTo>
                <a:cubicBezTo>
                  <a:pt x="136246" y="57405"/>
                  <a:pt x="135610" y="59327"/>
                  <a:pt x="134337" y="60681"/>
                </a:cubicBezTo>
                <a:cubicBezTo>
                  <a:pt x="133064" y="62035"/>
                  <a:pt x="131399" y="62712"/>
                  <a:pt x="129341" y="62712"/>
                </a:cubicBezTo>
                <a:cubicBezTo>
                  <a:pt x="127337" y="62712"/>
                  <a:pt x="125699" y="62006"/>
                  <a:pt x="124427" y="60595"/>
                </a:cubicBezTo>
                <a:cubicBezTo>
                  <a:pt x="123154" y="59181"/>
                  <a:pt x="122518" y="57253"/>
                  <a:pt x="122518" y="54809"/>
                </a:cubicBezTo>
                <a:cubicBezTo>
                  <a:pt x="122518" y="50137"/>
                  <a:pt x="124900" y="45845"/>
                  <a:pt x="129666" y="41934"/>
                </a:cubicBezTo>
                <a:cubicBezTo>
                  <a:pt x="134432" y="38023"/>
                  <a:pt x="141120" y="36067"/>
                  <a:pt x="149731" y="36067"/>
                </a:cubicBezTo>
                <a:cubicBezTo>
                  <a:pt x="156338" y="36067"/>
                  <a:pt x="161753" y="37176"/>
                  <a:pt x="165977" y="39393"/>
                </a:cubicBezTo>
                <a:cubicBezTo>
                  <a:pt x="169172" y="41070"/>
                  <a:pt x="171528" y="43694"/>
                  <a:pt x="173044" y="47265"/>
                </a:cubicBezTo>
                <a:cubicBezTo>
                  <a:pt x="174019" y="49590"/>
                  <a:pt x="174507" y="54350"/>
                  <a:pt x="174507" y="61544"/>
                </a:cubicBezTo>
                <a:lnTo>
                  <a:pt x="174507" y="86777"/>
                </a:lnTo>
                <a:cubicBezTo>
                  <a:pt x="174507" y="93863"/>
                  <a:pt x="174642" y="98204"/>
                  <a:pt x="174913" y="99800"/>
                </a:cubicBezTo>
                <a:cubicBezTo>
                  <a:pt x="175184" y="101395"/>
                  <a:pt x="175630" y="102464"/>
                  <a:pt x="176253" y="103006"/>
                </a:cubicBezTo>
                <a:cubicBezTo>
                  <a:pt x="176876" y="103546"/>
                  <a:pt x="177593" y="103816"/>
                  <a:pt x="178406" y="103816"/>
                </a:cubicBezTo>
                <a:cubicBezTo>
                  <a:pt x="179272" y="103816"/>
                  <a:pt x="180030" y="103626"/>
                  <a:pt x="180680" y="103247"/>
                </a:cubicBezTo>
                <a:cubicBezTo>
                  <a:pt x="181818" y="102543"/>
                  <a:pt x="184011" y="100566"/>
                  <a:pt x="187260" y="97317"/>
                </a:cubicBezTo>
                <a:lnTo>
                  <a:pt x="187260" y="101866"/>
                </a:lnTo>
                <a:cubicBezTo>
                  <a:pt x="181195" y="109989"/>
                  <a:pt x="175400" y="114051"/>
                  <a:pt x="169876" y="114051"/>
                </a:cubicBezTo>
                <a:cubicBezTo>
                  <a:pt x="167223" y="114051"/>
                  <a:pt x="165111" y="113137"/>
                  <a:pt x="163540" y="111309"/>
                </a:cubicBezTo>
                <a:cubicBezTo>
                  <a:pt x="161970" y="109480"/>
                  <a:pt x="161157" y="106361"/>
                  <a:pt x="161103" y="101952"/>
                </a:cubicBezTo>
                <a:moveTo>
                  <a:pt x="161103" y="96685"/>
                </a:moveTo>
                <a:lnTo>
                  <a:pt x="161103" y="68398"/>
                </a:lnTo>
                <a:cubicBezTo>
                  <a:pt x="152926" y="71641"/>
                  <a:pt x="147646" y="73937"/>
                  <a:pt x="145263" y="75288"/>
                </a:cubicBezTo>
                <a:cubicBezTo>
                  <a:pt x="140985" y="77665"/>
                  <a:pt x="137925" y="80151"/>
                  <a:pt x="136083" y="82746"/>
                </a:cubicBezTo>
                <a:cubicBezTo>
                  <a:pt x="134242" y="85338"/>
                  <a:pt x="133322" y="88175"/>
                  <a:pt x="133322" y="91255"/>
                </a:cubicBezTo>
                <a:cubicBezTo>
                  <a:pt x="133322" y="95146"/>
                  <a:pt x="134486" y="98375"/>
                  <a:pt x="136815" y="100942"/>
                </a:cubicBezTo>
                <a:cubicBezTo>
                  <a:pt x="139143" y="103508"/>
                  <a:pt x="141824" y="104790"/>
                  <a:pt x="144857" y="104790"/>
                </a:cubicBezTo>
                <a:cubicBezTo>
                  <a:pt x="148972" y="104790"/>
                  <a:pt x="154388" y="102088"/>
                  <a:pt x="161103" y="96685"/>
                </a:cubicBezTo>
                <a:close/>
                <a:moveTo>
                  <a:pt x="213965" y="13647"/>
                </a:moveTo>
                <a:lnTo>
                  <a:pt x="213965" y="38179"/>
                </a:lnTo>
                <a:lnTo>
                  <a:pt x="231349" y="38179"/>
                </a:lnTo>
                <a:lnTo>
                  <a:pt x="231349" y="43703"/>
                </a:lnTo>
                <a:lnTo>
                  <a:pt x="213965" y="43866"/>
                </a:lnTo>
                <a:lnTo>
                  <a:pt x="213965" y="92184"/>
                </a:lnTo>
                <a:cubicBezTo>
                  <a:pt x="213965" y="97009"/>
                  <a:pt x="214656" y="100262"/>
                  <a:pt x="216036" y="101945"/>
                </a:cubicBezTo>
                <a:cubicBezTo>
                  <a:pt x="217417" y="103625"/>
                  <a:pt x="219191" y="104465"/>
                  <a:pt x="221357" y="104465"/>
                </a:cubicBezTo>
                <a:cubicBezTo>
                  <a:pt x="223144" y="104465"/>
                  <a:pt x="224877" y="103904"/>
                  <a:pt x="226556" y="102780"/>
                </a:cubicBezTo>
                <a:cubicBezTo>
                  <a:pt x="228235" y="101656"/>
                  <a:pt x="229535" y="99998"/>
                  <a:pt x="230455" y="97804"/>
                </a:cubicBezTo>
                <a:lnTo>
                  <a:pt x="233623" y="97804"/>
                </a:lnTo>
                <a:cubicBezTo>
                  <a:pt x="231728" y="103139"/>
                  <a:pt x="229047" y="107153"/>
                  <a:pt x="225581" y="109847"/>
                </a:cubicBezTo>
                <a:cubicBezTo>
                  <a:pt x="222115" y="112541"/>
                  <a:pt x="218541" y="113888"/>
                  <a:pt x="214859" y="113888"/>
                </a:cubicBezTo>
                <a:cubicBezTo>
                  <a:pt x="212367" y="113888"/>
                  <a:pt x="209930" y="113195"/>
                  <a:pt x="207548" y="111809"/>
                </a:cubicBezTo>
                <a:cubicBezTo>
                  <a:pt x="205165" y="110423"/>
                  <a:pt x="203405" y="108440"/>
                  <a:pt x="202268" y="105859"/>
                </a:cubicBezTo>
                <a:cubicBezTo>
                  <a:pt x="201130" y="103278"/>
                  <a:pt x="200562" y="99298"/>
                  <a:pt x="200562" y="93918"/>
                </a:cubicBezTo>
                <a:lnTo>
                  <a:pt x="200562" y="43703"/>
                </a:lnTo>
                <a:lnTo>
                  <a:pt x="188783" y="43703"/>
                </a:lnTo>
                <a:lnTo>
                  <a:pt x="188783" y="41099"/>
                </a:lnTo>
                <a:cubicBezTo>
                  <a:pt x="191761" y="39914"/>
                  <a:pt x="194808" y="37909"/>
                  <a:pt x="197922" y="35082"/>
                </a:cubicBezTo>
                <a:cubicBezTo>
                  <a:pt x="201035" y="32256"/>
                  <a:pt x="203811" y="28888"/>
                  <a:pt x="206248" y="24977"/>
                </a:cubicBezTo>
                <a:cubicBezTo>
                  <a:pt x="207493" y="22912"/>
                  <a:pt x="209226" y="19135"/>
                  <a:pt x="211447" y="13647"/>
                </a:cubicBezTo>
                <a:lnTo>
                  <a:pt x="213965" y="13647"/>
                </a:lnTo>
                <a:close/>
                <a:moveTo>
                  <a:pt x="251046" y="66286"/>
                </a:moveTo>
                <a:cubicBezTo>
                  <a:pt x="250992" y="77283"/>
                  <a:pt x="253673" y="85908"/>
                  <a:pt x="259089" y="92161"/>
                </a:cubicBezTo>
                <a:cubicBezTo>
                  <a:pt x="264504" y="98414"/>
                  <a:pt x="270867" y="101541"/>
                  <a:pt x="278178" y="101541"/>
                </a:cubicBezTo>
                <a:cubicBezTo>
                  <a:pt x="283052" y="101541"/>
                  <a:pt x="287290" y="100195"/>
                  <a:pt x="290891" y="97502"/>
                </a:cubicBezTo>
                <a:cubicBezTo>
                  <a:pt x="294492" y="94810"/>
                  <a:pt x="297512" y="90199"/>
                  <a:pt x="299949" y="83670"/>
                </a:cubicBezTo>
                <a:lnTo>
                  <a:pt x="302467" y="85302"/>
                </a:lnTo>
                <a:cubicBezTo>
                  <a:pt x="301330" y="92760"/>
                  <a:pt x="298026" y="99552"/>
                  <a:pt x="292556" y="105676"/>
                </a:cubicBezTo>
                <a:cubicBezTo>
                  <a:pt x="287087" y="111801"/>
                  <a:pt x="280236" y="114863"/>
                  <a:pt x="272005" y="114863"/>
                </a:cubicBezTo>
                <a:cubicBezTo>
                  <a:pt x="263069" y="114863"/>
                  <a:pt x="255419" y="111391"/>
                  <a:pt x="249056" y="104448"/>
                </a:cubicBezTo>
                <a:cubicBezTo>
                  <a:pt x="242693" y="97502"/>
                  <a:pt x="239511" y="88166"/>
                  <a:pt x="239511" y="76438"/>
                </a:cubicBezTo>
                <a:cubicBezTo>
                  <a:pt x="239511" y="63738"/>
                  <a:pt x="242774" y="53835"/>
                  <a:pt x="249300" y="46729"/>
                </a:cubicBezTo>
                <a:cubicBezTo>
                  <a:pt x="255826" y="39621"/>
                  <a:pt x="264017" y="36067"/>
                  <a:pt x="273873" y="36067"/>
                </a:cubicBezTo>
                <a:cubicBezTo>
                  <a:pt x="282213" y="36067"/>
                  <a:pt x="289063" y="38809"/>
                  <a:pt x="294425" y="44292"/>
                </a:cubicBezTo>
                <a:cubicBezTo>
                  <a:pt x="299786" y="49774"/>
                  <a:pt x="302467" y="57105"/>
                  <a:pt x="302467" y="66286"/>
                </a:cubicBezTo>
                <a:lnTo>
                  <a:pt x="251046" y="66286"/>
                </a:lnTo>
                <a:moveTo>
                  <a:pt x="251046" y="61574"/>
                </a:moveTo>
                <a:lnTo>
                  <a:pt x="285489" y="61574"/>
                </a:lnTo>
                <a:cubicBezTo>
                  <a:pt x="285218" y="56848"/>
                  <a:pt x="284650" y="53518"/>
                  <a:pt x="283783" y="51585"/>
                </a:cubicBezTo>
                <a:cubicBezTo>
                  <a:pt x="282429" y="48576"/>
                  <a:pt x="280412" y="46213"/>
                  <a:pt x="277731" y="44495"/>
                </a:cubicBezTo>
                <a:cubicBezTo>
                  <a:pt x="275051" y="42776"/>
                  <a:pt x="272248" y="41916"/>
                  <a:pt x="269324" y="41916"/>
                </a:cubicBezTo>
                <a:cubicBezTo>
                  <a:pt x="264829" y="41916"/>
                  <a:pt x="260808" y="43648"/>
                  <a:pt x="257261" y="47112"/>
                </a:cubicBezTo>
                <a:cubicBezTo>
                  <a:pt x="253714" y="50577"/>
                  <a:pt x="251642" y="55397"/>
                  <a:pt x="251046" y="61574"/>
                </a:cubicBezTo>
                <a:close/>
                <a:moveTo>
                  <a:pt x="307807" y="38179"/>
                </a:moveTo>
                <a:lnTo>
                  <a:pt x="339001" y="38179"/>
                </a:lnTo>
                <a:lnTo>
                  <a:pt x="339001" y="41104"/>
                </a:lnTo>
                <a:cubicBezTo>
                  <a:pt x="336131" y="41322"/>
                  <a:pt x="334249" y="41841"/>
                  <a:pt x="333355" y="42660"/>
                </a:cubicBezTo>
                <a:cubicBezTo>
                  <a:pt x="332462" y="43477"/>
                  <a:pt x="332015" y="44649"/>
                  <a:pt x="332015" y="46176"/>
                </a:cubicBezTo>
                <a:cubicBezTo>
                  <a:pt x="332015" y="47868"/>
                  <a:pt x="332475" y="49914"/>
                  <a:pt x="333396" y="52314"/>
                </a:cubicBezTo>
                <a:lnTo>
                  <a:pt x="349317" y="95032"/>
                </a:lnTo>
                <a:lnTo>
                  <a:pt x="365320" y="60188"/>
                </a:lnTo>
                <a:lnTo>
                  <a:pt x="361096" y="49308"/>
                </a:lnTo>
                <a:cubicBezTo>
                  <a:pt x="359796" y="46027"/>
                  <a:pt x="358091" y="43757"/>
                  <a:pt x="355979" y="42497"/>
                </a:cubicBezTo>
                <a:cubicBezTo>
                  <a:pt x="354787" y="41732"/>
                  <a:pt x="352567" y="41268"/>
                  <a:pt x="349317" y="41104"/>
                </a:cubicBezTo>
                <a:lnTo>
                  <a:pt x="349317" y="38179"/>
                </a:lnTo>
                <a:lnTo>
                  <a:pt x="384735" y="38179"/>
                </a:lnTo>
                <a:lnTo>
                  <a:pt x="384735" y="41104"/>
                </a:lnTo>
                <a:cubicBezTo>
                  <a:pt x="380836" y="41268"/>
                  <a:pt x="378074" y="41980"/>
                  <a:pt x="376449" y="43241"/>
                </a:cubicBezTo>
                <a:cubicBezTo>
                  <a:pt x="375366" y="44120"/>
                  <a:pt x="374825" y="45518"/>
                  <a:pt x="374825" y="47437"/>
                </a:cubicBezTo>
                <a:cubicBezTo>
                  <a:pt x="374825" y="48521"/>
                  <a:pt x="375041" y="49632"/>
                  <a:pt x="375474" y="50770"/>
                </a:cubicBezTo>
                <a:lnTo>
                  <a:pt x="392371" y="93545"/>
                </a:lnTo>
                <a:lnTo>
                  <a:pt x="408049" y="52314"/>
                </a:lnTo>
                <a:cubicBezTo>
                  <a:pt x="409132" y="49368"/>
                  <a:pt x="409673" y="47022"/>
                  <a:pt x="409673" y="45277"/>
                </a:cubicBezTo>
                <a:cubicBezTo>
                  <a:pt x="409673" y="44240"/>
                  <a:pt x="409145" y="43312"/>
                  <a:pt x="408089" y="42495"/>
                </a:cubicBezTo>
                <a:cubicBezTo>
                  <a:pt x="407033" y="41676"/>
                  <a:pt x="404962" y="41212"/>
                  <a:pt x="401875" y="41104"/>
                </a:cubicBezTo>
                <a:lnTo>
                  <a:pt x="401875" y="38179"/>
                </a:lnTo>
                <a:lnTo>
                  <a:pt x="425351" y="38179"/>
                </a:lnTo>
                <a:lnTo>
                  <a:pt x="425351" y="41104"/>
                </a:lnTo>
                <a:cubicBezTo>
                  <a:pt x="420640" y="41811"/>
                  <a:pt x="417174" y="45021"/>
                  <a:pt x="414954" y="50732"/>
                </a:cubicBezTo>
                <a:lnTo>
                  <a:pt x="390096" y="114863"/>
                </a:lnTo>
                <a:lnTo>
                  <a:pt x="386766" y="114863"/>
                </a:lnTo>
                <a:lnTo>
                  <a:pt x="368163" y="67428"/>
                </a:lnTo>
                <a:lnTo>
                  <a:pt x="346474" y="114863"/>
                </a:lnTo>
                <a:lnTo>
                  <a:pt x="343469" y="114863"/>
                </a:lnTo>
                <a:lnTo>
                  <a:pt x="319586" y="52314"/>
                </a:lnTo>
                <a:cubicBezTo>
                  <a:pt x="318016" y="48332"/>
                  <a:pt x="316472" y="45645"/>
                  <a:pt x="314956" y="44254"/>
                </a:cubicBezTo>
                <a:cubicBezTo>
                  <a:pt x="313440" y="42863"/>
                  <a:pt x="311057" y="41813"/>
                  <a:pt x="307807" y="41104"/>
                </a:cubicBezTo>
                <a:lnTo>
                  <a:pt x="307807" y="38179"/>
                </a:lnTo>
                <a:close/>
                <a:moveTo>
                  <a:pt x="473703" y="101952"/>
                </a:moveTo>
                <a:cubicBezTo>
                  <a:pt x="466067" y="107853"/>
                  <a:pt x="461275" y="111264"/>
                  <a:pt x="459325" y="112182"/>
                </a:cubicBezTo>
                <a:cubicBezTo>
                  <a:pt x="456401" y="113536"/>
                  <a:pt x="453287" y="114213"/>
                  <a:pt x="449983" y="114213"/>
                </a:cubicBezTo>
                <a:cubicBezTo>
                  <a:pt x="444838" y="114213"/>
                  <a:pt x="440601" y="112453"/>
                  <a:pt x="437270" y="108933"/>
                </a:cubicBezTo>
                <a:cubicBezTo>
                  <a:pt x="433940" y="105413"/>
                  <a:pt x="432274" y="100783"/>
                  <a:pt x="432274" y="95042"/>
                </a:cubicBezTo>
                <a:cubicBezTo>
                  <a:pt x="432274" y="91414"/>
                  <a:pt x="433087" y="88273"/>
                  <a:pt x="434711" y="85619"/>
                </a:cubicBezTo>
                <a:cubicBezTo>
                  <a:pt x="436932" y="81937"/>
                  <a:pt x="440790" y="78471"/>
                  <a:pt x="446287" y="75222"/>
                </a:cubicBezTo>
                <a:cubicBezTo>
                  <a:pt x="451784" y="71972"/>
                  <a:pt x="460922" y="68019"/>
                  <a:pt x="473703" y="63362"/>
                </a:cubicBezTo>
                <a:lnTo>
                  <a:pt x="473703" y="60447"/>
                </a:lnTo>
                <a:cubicBezTo>
                  <a:pt x="473703" y="53055"/>
                  <a:pt x="472525" y="47983"/>
                  <a:pt x="470169" y="45231"/>
                </a:cubicBezTo>
                <a:cubicBezTo>
                  <a:pt x="467814" y="42480"/>
                  <a:pt x="464388" y="41104"/>
                  <a:pt x="459894" y="41104"/>
                </a:cubicBezTo>
                <a:cubicBezTo>
                  <a:pt x="456482" y="41104"/>
                  <a:pt x="453774" y="42024"/>
                  <a:pt x="451770" y="43866"/>
                </a:cubicBezTo>
                <a:cubicBezTo>
                  <a:pt x="449712" y="45707"/>
                  <a:pt x="448683" y="47819"/>
                  <a:pt x="448683" y="50202"/>
                </a:cubicBezTo>
                <a:lnTo>
                  <a:pt x="448846" y="54913"/>
                </a:lnTo>
                <a:cubicBezTo>
                  <a:pt x="448846" y="57405"/>
                  <a:pt x="448210" y="59327"/>
                  <a:pt x="446937" y="60681"/>
                </a:cubicBezTo>
                <a:cubicBezTo>
                  <a:pt x="445664" y="62035"/>
                  <a:pt x="443999" y="62712"/>
                  <a:pt x="441941" y="62712"/>
                </a:cubicBezTo>
                <a:cubicBezTo>
                  <a:pt x="439937" y="62712"/>
                  <a:pt x="438299" y="62006"/>
                  <a:pt x="437027" y="60595"/>
                </a:cubicBezTo>
                <a:cubicBezTo>
                  <a:pt x="435754" y="59181"/>
                  <a:pt x="435118" y="57253"/>
                  <a:pt x="435118" y="54809"/>
                </a:cubicBezTo>
                <a:cubicBezTo>
                  <a:pt x="435118" y="50137"/>
                  <a:pt x="437500" y="45845"/>
                  <a:pt x="442266" y="41934"/>
                </a:cubicBezTo>
                <a:cubicBezTo>
                  <a:pt x="447032" y="38023"/>
                  <a:pt x="453720" y="36067"/>
                  <a:pt x="462331" y="36067"/>
                </a:cubicBezTo>
                <a:cubicBezTo>
                  <a:pt x="468937" y="36067"/>
                  <a:pt x="474353" y="37176"/>
                  <a:pt x="478577" y="39393"/>
                </a:cubicBezTo>
                <a:cubicBezTo>
                  <a:pt x="481772" y="41070"/>
                  <a:pt x="484128" y="43694"/>
                  <a:pt x="485644" y="47265"/>
                </a:cubicBezTo>
                <a:cubicBezTo>
                  <a:pt x="486619" y="49590"/>
                  <a:pt x="487107" y="54350"/>
                  <a:pt x="487107" y="61544"/>
                </a:cubicBezTo>
                <a:lnTo>
                  <a:pt x="487107" y="86777"/>
                </a:lnTo>
                <a:cubicBezTo>
                  <a:pt x="487107" y="93863"/>
                  <a:pt x="487242" y="98204"/>
                  <a:pt x="487513" y="99800"/>
                </a:cubicBezTo>
                <a:cubicBezTo>
                  <a:pt x="487783" y="101395"/>
                  <a:pt x="488230" y="102464"/>
                  <a:pt x="488853" y="103006"/>
                </a:cubicBezTo>
                <a:cubicBezTo>
                  <a:pt x="489476" y="103546"/>
                  <a:pt x="490193" y="103816"/>
                  <a:pt x="491006" y="103816"/>
                </a:cubicBezTo>
                <a:cubicBezTo>
                  <a:pt x="491872" y="103816"/>
                  <a:pt x="492630" y="103626"/>
                  <a:pt x="493280" y="103247"/>
                </a:cubicBezTo>
                <a:cubicBezTo>
                  <a:pt x="494417" y="102543"/>
                  <a:pt x="496611" y="100566"/>
                  <a:pt x="499860" y="97317"/>
                </a:cubicBezTo>
                <a:lnTo>
                  <a:pt x="499860" y="101866"/>
                </a:lnTo>
                <a:cubicBezTo>
                  <a:pt x="493795" y="109989"/>
                  <a:pt x="488000" y="114051"/>
                  <a:pt x="482476" y="114051"/>
                </a:cubicBezTo>
                <a:cubicBezTo>
                  <a:pt x="479823" y="114051"/>
                  <a:pt x="477711" y="113137"/>
                  <a:pt x="476140" y="111309"/>
                </a:cubicBezTo>
                <a:cubicBezTo>
                  <a:pt x="474570" y="109480"/>
                  <a:pt x="473757" y="106361"/>
                  <a:pt x="473703" y="101952"/>
                </a:cubicBezTo>
                <a:moveTo>
                  <a:pt x="473703" y="96685"/>
                </a:moveTo>
                <a:lnTo>
                  <a:pt x="473703" y="68398"/>
                </a:lnTo>
                <a:cubicBezTo>
                  <a:pt x="465526" y="71641"/>
                  <a:pt x="460246" y="73937"/>
                  <a:pt x="457863" y="75288"/>
                </a:cubicBezTo>
                <a:cubicBezTo>
                  <a:pt x="453584" y="77665"/>
                  <a:pt x="450525" y="80151"/>
                  <a:pt x="448683" y="82746"/>
                </a:cubicBezTo>
                <a:cubicBezTo>
                  <a:pt x="446842" y="85338"/>
                  <a:pt x="445922" y="88175"/>
                  <a:pt x="445922" y="91255"/>
                </a:cubicBezTo>
                <a:cubicBezTo>
                  <a:pt x="445922" y="95146"/>
                  <a:pt x="447086" y="98375"/>
                  <a:pt x="449415" y="100942"/>
                </a:cubicBezTo>
                <a:cubicBezTo>
                  <a:pt x="451743" y="103508"/>
                  <a:pt x="454424" y="104790"/>
                  <a:pt x="457457" y="104790"/>
                </a:cubicBezTo>
                <a:cubicBezTo>
                  <a:pt x="461572" y="104790"/>
                  <a:pt x="466988" y="102088"/>
                  <a:pt x="473703" y="96685"/>
                </a:cubicBezTo>
                <a:close/>
                <a:moveTo>
                  <a:pt x="500733" y="38179"/>
                </a:moveTo>
                <a:lnTo>
                  <a:pt x="535419" y="38179"/>
                </a:lnTo>
                <a:lnTo>
                  <a:pt x="535419" y="41104"/>
                </a:lnTo>
                <a:lnTo>
                  <a:pt x="533713" y="41104"/>
                </a:lnTo>
                <a:cubicBezTo>
                  <a:pt x="531276" y="41104"/>
                  <a:pt x="529449" y="41634"/>
                  <a:pt x="528230" y="42695"/>
                </a:cubicBezTo>
                <a:cubicBezTo>
                  <a:pt x="527012" y="43757"/>
                  <a:pt x="526403" y="45076"/>
                  <a:pt x="526403" y="46653"/>
                </a:cubicBezTo>
                <a:cubicBezTo>
                  <a:pt x="526403" y="48775"/>
                  <a:pt x="527296" y="51713"/>
                  <a:pt x="529083" y="55467"/>
                </a:cubicBezTo>
                <a:lnTo>
                  <a:pt x="547198" y="93093"/>
                </a:lnTo>
                <a:lnTo>
                  <a:pt x="563851" y="51895"/>
                </a:lnTo>
                <a:cubicBezTo>
                  <a:pt x="564771" y="49661"/>
                  <a:pt x="565232" y="47453"/>
                  <a:pt x="565232" y="45272"/>
                </a:cubicBezTo>
                <a:cubicBezTo>
                  <a:pt x="565232" y="44292"/>
                  <a:pt x="565042" y="43557"/>
                  <a:pt x="564663" y="43066"/>
                </a:cubicBezTo>
                <a:cubicBezTo>
                  <a:pt x="564230" y="42467"/>
                  <a:pt x="563553" y="41991"/>
                  <a:pt x="562632" y="41637"/>
                </a:cubicBezTo>
                <a:cubicBezTo>
                  <a:pt x="561712" y="41281"/>
                  <a:pt x="560087" y="41104"/>
                  <a:pt x="557758" y="41104"/>
                </a:cubicBezTo>
                <a:lnTo>
                  <a:pt x="557758" y="38179"/>
                </a:lnTo>
                <a:lnTo>
                  <a:pt x="581966" y="38179"/>
                </a:lnTo>
                <a:lnTo>
                  <a:pt x="581966" y="41104"/>
                </a:lnTo>
                <a:cubicBezTo>
                  <a:pt x="579962" y="41320"/>
                  <a:pt x="578419" y="41755"/>
                  <a:pt x="577335" y="42409"/>
                </a:cubicBezTo>
                <a:cubicBezTo>
                  <a:pt x="576252" y="43060"/>
                  <a:pt x="575061" y="44283"/>
                  <a:pt x="573761" y="46077"/>
                </a:cubicBezTo>
                <a:cubicBezTo>
                  <a:pt x="573274" y="46838"/>
                  <a:pt x="572353" y="48931"/>
                  <a:pt x="570999" y="52355"/>
                </a:cubicBezTo>
                <a:lnTo>
                  <a:pt x="540699" y="126566"/>
                </a:lnTo>
                <a:cubicBezTo>
                  <a:pt x="537775" y="133794"/>
                  <a:pt x="533944" y="139255"/>
                  <a:pt x="529205" y="142949"/>
                </a:cubicBezTo>
                <a:cubicBezTo>
                  <a:pt x="524466" y="146646"/>
                  <a:pt x="519904" y="148494"/>
                  <a:pt x="515517" y="148494"/>
                </a:cubicBezTo>
                <a:cubicBezTo>
                  <a:pt x="512322" y="148494"/>
                  <a:pt x="509696" y="147568"/>
                  <a:pt x="507638" y="145716"/>
                </a:cubicBezTo>
                <a:cubicBezTo>
                  <a:pt x="505580" y="143867"/>
                  <a:pt x="504551" y="141745"/>
                  <a:pt x="504551" y="139352"/>
                </a:cubicBezTo>
                <a:cubicBezTo>
                  <a:pt x="504551" y="137066"/>
                  <a:pt x="505296" y="135229"/>
                  <a:pt x="506785" y="133841"/>
                </a:cubicBezTo>
                <a:cubicBezTo>
                  <a:pt x="508274" y="132453"/>
                  <a:pt x="510318" y="131760"/>
                  <a:pt x="512918" y="131760"/>
                </a:cubicBezTo>
                <a:cubicBezTo>
                  <a:pt x="514705" y="131760"/>
                  <a:pt x="517142" y="132339"/>
                  <a:pt x="520229" y="133498"/>
                </a:cubicBezTo>
                <a:cubicBezTo>
                  <a:pt x="522395" y="134289"/>
                  <a:pt x="523749" y="134684"/>
                  <a:pt x="524290" y="134684"/>
                </a:cubicBezTo>
                <a:cubicBezTo>
                  <a:pt x="525915" y="134684"/>
                  <a:pt x="527689" y="133850"/>
                  <a:pt x="529611" y="132184"/>
                </a:cubicBezTo>
                <a:cubicBezTo>
                  <a:pt x="531534" y="130517"/>
                  <a:pt x="533470" y="127291"/>
                  <a:pt x="535419" y="122507"/>
                </a:cubicBezTo>
                <a:lnTo>
                  <a:pt x="540699" y="109509"/>
                </a:lnTo>
                <a:lnTo>
                  <a:pt x="513974" y="53525"/>
                </a:lnTo>
                <a:cubicBezTo>
                  <a:pt x="513162" y="51836"/>
                  <a:pt x="511862" y="49738"/>
                  <a:pt x="510075" y="47232"/>
                </a:cubicBezTo>
                <a:cubicBezTo>
                  <a:pt x="508721" y="45326"/>
                  <a:pt x="507611" y="44046"/>
                  <a:pt x="506744" y="43391"/>
                </a:cubicBezTo>
                <a:cubicBezTo>
                  <a:pt x="505499" y="42519"/>
                  <a:pt x="503495" y="41757"/>
                  <a:pt x="500733" y="41104"/>
                </a:cubicBezTo>
                <a:lnTo>
                  <a:pt x="500733" y="38179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b791747874ba2"/>
          <a:stretch xmlns:a="http://schemas.openxmlformats.org/drawingml/2006/main"/>
        </p:blipFill>
        <p:spPr>
          <a:xfrm xmlns:a="http://schemas.openxmlformats.org/drawingml/2006/main">
            <a:off x="2198466" y="4566707"/>
            <a:ext cx="262431" cy="417747"/>
          </a:xfrm>
          <a:prstGeom xmlns:a="http://schemas.openxmlformats.org/drawingml/2006/main" prst="rect">
            <a:avLst/>
          </a:prstGeom>
        </p:spPr>
      </p:pic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9EBF6-B977-40B6-AD7F-F5A03EEC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965" y="4340108"/>
            <a:ext cx="95888" cy="226161"/>
          </a:xfrm>
          <a:custGeom xmlns:a="http://schemas.openxmlformats.org/drawingml/2006/main">
            <a:pathLst>
              <a:path w="95888" h="226161">
                <a:moveTo>
                  <a:pt x="84840" y="86522"/>
                </a:moveTo>
                <a:lnTo>
                  <a:pt x="85977" y="87978"/>
                </a:lnTo>
                <a:lnTo>
                  <a:pt x="87516" y="89008"/>
                </a:lnTo>
                <a:lnTo>
                  <a:pt x="89292" y="89517"/>
                </a:lnTo>
                <a:lnTo>
                  <a:pt x="91151" y="89446"/>
                </a:lnTo>
                <a:lnTo>
                  <a:pt x="92880" y="88819"/>
                </a:lnTo>
                <a:lnTo>
                  <a:pt x="94348" y="87670"/>
                </a:lnTo>
                <a:lnTo>
                  <a:pt x="95379" y="86143"/>
                </a:lnTo>
                <a:lnTo>
                  <a:pt x="95888" y="84355"/>
                </a:lnTo>
                <a:lnTo>
                  <a:pt x="95817" y="82507"/>
                </a:lnTo>
                <a:lnTo>
                  <a:pt x="95189" y="80767"/>
                </a:lnTo>
                <a:lnTo>
                  <a:pt x="50312" y="0"/>
                </a:lnTo>
                <a:lnTo>
                  <a:pt x="2096" y="78813"/>
                </a:lnTo>
                <a:lnTo>
                  <a:pt x="1385" y="80530"/>
                </a:lnTo>
                <a:lnTo>
                  <a:pt x="1243" y="82377"/>
                </a:lnTo>
                <a:lnTo>
                  <a:pt x="1670" y="84177"/>
                </a:lnTo>
                <a:lnTo>
                  <a:pt x="2641" y="85752"/>
                </a:lnTo>
                <a:lnTo>
                  <a:pt x="4050" y="86960"/>
                </a:lnTo>
                <a:lnTo>
                  <a:pt x="5767" y="87658"/>
                </a:lnTo>
                <a:lnTo>
                  <a:pt x="7614" y="87812"/>
                </a:lnTo>
                <a:lnTo>
                  <a:pt x="9414" y="87374"/>
                </a:lnTo>
                <a:lnTo>
                  <a:pt x="10988" y="86403"/>
                </a:lnTo>
                <a:lnTo>
                  <a:pt x="12196" y="84994"/>
                </a:lnTo>
                <a:lnTo>
                  <a:pt x="43685" y="33527"/>
                </a:lnTo>
                <a:lnTo>
                  <a:pt x="40362" y="192395"/>
                </a:lnTo>
                <a:lnTo>
                  <a:pt x="11048" y="139640"/>
                </a:lnTo>
                <a:lnTo>
                  <a:pt x="9911" y="138183"/>
                </a:lnTo>
                <a:lnTo>
                  <a:pt x="8372" y="137141"/>
                </a:lnTo>
                <a:lnTo>
                  <a:pt x="6584" y="136632"/>
                </a:lnTo>
                <a:lnTo>
                  <a:pt x="4736" y="136703"/>
                </a:lnTo>
                <a:lnTo>
                  <a:pt x="2996" y="137331"/>
                </a:lnTo>
                <a:lnTo>
                  <a:pt x="1539" y="138479"/>
                </a:lnTo>
                <a:lnTo>
                  <a:pt x="509" y="140019"/>
                </a:lnTo>
                <a:lnTo>
                  <a:pt x="0" y="141795"/>
                </a:lnTo>
                <a:lnTo>
                  <a:pt x="59" y="143642"/>
                </a:lnTo>
                <a:lnTo>
                  <a:pt x="699" y="145383"/>
                </a:lnTo>
                <a:lnTo>
                  <a:pt x="45576" y="226161"/>
                </a:lnTo>
                <a:lnTo>
                  <a:pt x="93792" y="147336"/>
                </a:lnTo>
                <a:lnTo>
                  <a:pt x="94502" y="145619"/>
                </a:lnTo>
                <a:lnTo>
                  <a:pt x="94644" y="143772"/>
                </a:lnTo>
                <a:lnTo>
                  <a:pt x="94206" y="141972"/>
                </a:lnTo>
                <a:lnTo>
                  <a:pt x="93235" y="140398"/>
                </a:lnTo>
                <a:lnTo>
                  <a:pt x="91826" y="139202"/>
                </a:lnTo>
                <a:lnTo>
                  <a:pt x="90121" y="138491"/>
                </a:lnTo>
                <a:lnTo>
                  <a:pt x="88274" y="138349"/>
                </a:lnTo>
                <a:lnTo>
                  <a:pt x="86474" y="138775"/>
                </a:lnTo>
                <a:lnTo>
                  <a:pt x="84887" y="139746"/>
                </a:lnTo>
                <a:lnTo>
                  <a:pt x="83692" y="141155"/>
                </a:lnTo>
                <a:lnTo>
                  <a:pt x="52192" y="192650"/>
                </a:lnTo>
                <a:lnTo>
                  <a:pt x="55524" y="33764"/>
                </a:lnTo>
                <a:lnTo>
                  <a:pt x="84840" y="86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4C33C-26B0-4630-B5C8-6106CA0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93" y="4079418"/>
            <a:ext cx="598558" cy="266420"/>
          </a:xfrm>
          <a:custGeom xmlns:a="http://schemas.openxmlformats.org/drawingml/2006/main">
            <a:pathLst>
              <a:path w="598558" h="266420">
                <a:moveTo>
                  <a:pt x="0" y="266420"/>
                </a:moveTo>
                <a:lnTo>
                  <a:pt x="598558" y="266420"/>
                </a:lnTo>
                <a:lnTo>
                  <a:pt x="598558" y="0"/>
                </a:lnTo>
                <a:lnTo>
                  <a:pt x="0" y="0"/>
                </a:lnTo>
                <a:lnTo>
                  <a:pt x="0" y="266420"/>
                </a:lnTo>
                <a:close/>
                <a:moveTo>
                  <a:pt x="586717" y="254580"/>
                </a:moveTo>
                <a:lnTo>
                  <a:pt x="11841" y="254580"/>
                </a:lnTo>
                <a:lnTo>
                  <a:pt x="11841" y="11841"/>
                </a:lnTo>
                <a:lnTo>
                  <a:pt x="586717" y="11841"/>
                </a:lnTo>
                <a:lnTo>
                  <a:pt x="586717" y="254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ADAS">
            <a:extLst xmlns:a="http://schemas.openxmlformats.org/drawingml/2006/main">
              <a:ext uri="{FF2B5EF4-FFF2-40B4-BE49-F238E27FC236}">
                <a16:creationId xmlns:a16="http://schemas.microsoft.com/office/drawing/2014/main" id="{8D17A872-126F-4839-AF06-D153CA1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06" y="4157468"/>
            <a:ext cx="441069" cy="115026"/>
          </a:xfrm>
          <a:custGeom xmlns:a="http://schemas.openxmlformats.org/drawingml/2006/main">
            <a:pathLst>
              <a:path w="441069" h="115026">
                <a:moveTo>
                  <a:pt x="74815" y="75709"/>
                </a:moveTo>
                <a:lnTo>
                  <a:pt x="32168" y="75709"/>
                </a:lnTo>
                <a:lnTo>
                  <a:pt x="24695" y="93093"/>
                </a:lnTo>
                <a:cubicBezTo>
                  <a:pt x="22853" y="97351"/>
                  <a:pt x="21933" y="100530"/>
                  <a:pt x="21933" y="102630"/>
                </a:cubicBezTo>
                <a:cubicBezTo>
                  <a:pt x="21933" y="104302"/>
                  <a:pt x="22732" y="105771"/>
                  <a:pt x="24329" y="107037"/>
                </a:cubicBezTo>
                <a:cubicBezTo>
                  <a:pt x="25927" y="108303"/>
                  <a:pt x="29379" y="109124"/>
                  <a:pt x="34686" y="109502"/>
                </a:cubicBezTo>
                <a:lnTo>
                  <a:pt x="34686" y="112589"/>
                </a:lnTo>
                <a:lnTo>
                  <a:pt x="0" y="112589"/>
                </a:lnTo>
                <a:lnTo>
                  <a:pt x="0" y="109502"/>
                </a:lnTo>
                <a:cubicBezTo>
                  <a:pt x="4603" y="108691"/>
                  <a:pt x="7582" y="107638"/>
                  <a:pt x="8936" y="106341"/>
                </a:cubicBezTo>
                <a:cubicBezTo>
                  <a:pt x="11698" y="103747"/>
                  <a:pt x="14757" y="98479"/>
                  <a:pt x="18115" y="90536"/>
                </a:cubicBezTo>
                <a:lnTo>
                  <a:pt x="56863" y="0"/>
                </a:lnTo>
                <a:lnTo>
                  <a:pt x="59706" y="0"/>
                </a:lnTo>
                <a:lnTo>
                  <a:pt x="98048" y="91549"/>
                </a:lnTo>
                <a:cubicBezTo>
                  <a:pt x="101135" y="98881"/>
                  <a:pt x="103937" y="103639"/>
                  <a:pt x="106456" y="105823"/>
                </a:cubicBezTo>
                <a:cubicBezTo>
                  <a:pt x="108974" y="108007"/>
                  <a:pt x="112480" y="109233"/>
                  <a:pt x="116975" y="109502"/>
                </a:cubicBezTo>
                <a:lnTo>
                  <a:pt x="116975" y="112589"/>
                </a:lnTo>
                <a:lnTo>
                  <a:pt x="73516" y="112589"/>
                </a:lnTo>
                <a:lnTo>
                  <a:pt x="73516" y="109502"/>
                </a:lnTo>
                <a:cubicBezTo>
                  <a:pt x="77902" y="109287"/>
                  <a:pt x="80867" y="108559"/>
                  <a:pt x="82411" y="107319"/>
                </a:cubicBezTo>
                <a:cubicBezTo>
                  <a:pt x="83954" y="106078"/>
                  <a:pt x="84726" y="104569"/>
                  <a:pt x="84726" y="102790"/>
                </a:cubicBezTo>
                <a:cubicBezTo>
                  <a:pt x="84726" y="100417"/>
                  <a:pt x="83643" y="96670"/>
                  <a:pt x="81476" y="91549"/>
                </a:cubicBezTo>
                <a:lnTo>
                  <a:pt x="74815" y="75709"/>
                </a:lnTo>
                <a:moveTo>
                  <a:pt x="72541" y="69698"/>
                </a:moveTo>
                <a:lnTo>
                  <a:pt x="53857" y="25182"/>
                </a:lnTo>
                <a:lnTo>
                  <a:pt x="34686" y="69698"/>
                </a:lnTo>
                <a:lnTo>
                  <a:pt x="72541" y="69698"/>
                </a:lnTo>
                <a:close/>
                <a:moveTo>
                  <a:pt x="121137" y="112589"/>
                </a:moveTo>
                <a:lnTo>
                  <a:pt x="121137" y="109502"/>
                </a:lnTo>
                <a:lnTo>
                  <a:pt x="125279" y="109502"/>
                </a:lnTo>
                <a:cubicBezTo>
                  <a:pt x="129937" y="109502"/>
                  <a:pt x="133240" y="108020"/>
                  <a:pt x="135190" y="105057"/>
                </a:cubicBezTo>
                <a:cubicBezTo>
                  <a:pt x="136381" y="103278"/>
                  <a:pt x="136977" y="99290"/>
                  <a:pt x="136977" y="93093"/>
                </a:cubicBezTo>
                <a:lnTo>
                  <a:pt x="136977" y="21933"/>
                </a:lnTo>
                <a:cubicBezTo>
                  <a:pt x="136977" y="15089"/>
                  <a:pt x="136219" y="10805"/>
                  <a:pt x="134702" y="9080"/>
                </a:cubicBezTo>
                <a:cubicBezTo>
                  <a:pt x="132590" y="6709"/>
                  <a:pt x="129449" y="5524"/>
                  <a:pt x="125279" y="5524"/>
                </a:cubicBezTo>
                <a:lnTo>
                  <a:pt x="121137" y="5524"/>
                </a:lnTo>
                <a:lnTo>
                  <a:pt x="121137" y="2437"/>
                </a:lnTo>
                <a:lnTo>
                  <a:pt x="165977" y="2437"/>
                </a:lnTo>
                <a:cubicBezTo>
                  <a:pt x="182440" y="2437"/>
                  <a:pt x="194964" y="4305"/>
                  <a:pt x="203547" y="8042"/>
                </a:cubicBezTo>
                <a:cubicBezTo>
                  <a:pt x="212131" y="11779"/>
                  <a:pt x="219036" y="18007"/>
                  <a:pt x="224262" y="26726"/>
                </a:cubicBezTo>
                <a:cubicBezTo>
                  <a:pt x="229488" y="35445"/>
                  <a:pt x="232101" y="45517"/>
                  <a:pt x="232101" y="56944"/>
                </a:cubicBezTo>
                <a:cubicBezTo>
                  <a:pt x="232101" y="72270"/>
                  <a:pt x="227443" y="85078"/>
                  <a:pt x="218129" y="95367"/>
                </a:cubicBezTo>
                <a:cubicBezTo>
                  <a:pt x="207677" y="106848"/>
                  <a:pt x="191755" y="112589"/>
                  <a:pt x="170364" y="112589"/>
                </a:cubicBezTo>
                <a:lnTo>
                  <a:pt x="121137" y="112589"/>
                </a:lnTo>
                <a:moveTo>
                  <a:pt x="152574" y="104468"/>
                </a:moveTo>
                <a:cubicBezTo>
                  <a:pt x="159451" y="105983"/>
                  <a:pt x="165219" y="106740"/>
                  <a:pt x="169876" y="106740"/>
                </a:cubicBezTo>
                <a:cubicBezTo>
                  <a:pt x="182440" y="106740"/>
                  <a:pt x="192865" y="102334"/>
                  <a:pt x="201151" y="93522"/>
                </a:cubicBezTo>
                <a:cubicBezTo>
                  <a:pt x="209437" y="84708"/>
                  <a:pt x="213580" y="72759"/>
                  <a:pt x="213580" y="57675"/>
                </a:cubicBezTo>
                <a:cubicBezTo>
                  <a:pt x="213580" y="42483"/>
                  <a:pt x="209437" y="30508"/>
                  <a:pt x="201151" y="21750"/>
                </a:cubicBezTo>
                <a:cubicBezTo>
                  <a:pt x="192865" y="12990"/>
                  <a:pt x="182224" y="8611"/>
                  <a:pt x="169226" y="8611"/>
                </a:cubicBezTo>
                <a:cubicBezTo>
                  <a:pt x="164352" y="8611"/>
                  <a:pt x="158802" y="9394"/>
                  <a:pt x="152574" y="10961"/>
                </a:cubicBezTo>
                <a:lnTo>
                  <a:pt x="152574" y="104468"/>
                </a:lnTo>
                <a:close/>
                <a:moveTo>
                  <a:pt x="314002" y="75709"/>
                </a:moveTo>
                <a:lnTo>
                  <a:pt x="271355" y="75709"/>
                </a:lnTo>
                <a:lnTo>
                  <a:pt x="263881" y="93093"/>
                </a:lnTo>
                <a:cubicBezTo>
                  <a:pt x="262040" y="97351"/>
                  <a:pt x="261119" y="100530"/>
                  <a:pt x="261119" y="102630"/>
                </a:cubicBezTo>
                <a:cubicBezTo>
                  <a:pt x="261119" y="104302"/>
                  <a:pt x="261918" y="105771"/>
                  <a:pt x="263516" y="107037"/>
                </a:cubicBezTo>
                <a:cubicBezTo>
                  <a:pt x="265113" y="108303"/>
                  <a:pt x="268566" y="109124"/>
                  <a:pt x="273873" y="109502"/>
                </a:cubicBezTo>
                <a:lnTo>
                  <a:pt x="273873" y="112589"/>
                </a:lnTo>
                <a:lnTo>
                  <a:pt x="239186" y="112589"/>
                </a:lnTo>
                <a:lnTo>
                  <a:pt x="239186" y="109502"/>
                </a:lnTo>
                <a:cubicBezTo>
                  <a:pt x="243790" y="108691"/>
                  <a:pt x="246768" y="107638"/>
                  <a:pt x="248122" y="106341"/>
                </a:cubicBezTo>
                <a:cubicBezTo>
                  <a:pt x="250884" y="103747"/>
                  <a:pt x="253944" y="98479"/>
                  <a:pt x="257301" y="90536"/>
                </a:cubicBezTo>
                <a:lnTo>
                  <a:pt x="296049" y="0"/>
                </a:lnTo>
                <a:lnTo>
                  <a:pt x="298893" y="0"/>
                </a:lnTo>
                <a:lnTo>
                  <a:pt x="337234" y="91549"/>
                </a:lnTo>
                <a:cubicBezTo>
                  <a:pt x="340321" y="98881"/>
                  <a:pt x="343124" y="103639"/>
                  <a:pt x="345642" y="105823"/>
                </a:cubicBezTo>
                <a:cubicBezTo>
                  <a:pt x="348160" y="108007"/>
                  <a:pt x="351667" y="109233"/>
                  <a:pt x="356162" y="109502"/>
                </a:cubicBezTo>
                <a:lnTo>
                  <a:pt x="356162" y="112589"/>
                </a:lnTo>
                <a:lnTo>
                  <a:pt x="312702" y="112589"/>
                </a:lnTo>
                <a:lnTo>
                  <a:pt x="312702" y="109502"/>
                </a:lnTo>
                <a:cubicBezTo>
                  <a:pt x="317089" y="109287"/>
                  <a:pt x="320054" y="108559"/>
                  <a:pt x="321597" y="107319"/>
                </a:cubicBezTo>
                <a:cubicBezTo>
                  <a:pt x="323141" y="106078"/>
                  <a:pt x="323912" y="104569"/>
                  <a:pt x="323912" y="102790"/>
                </a:cubicBezTo>
                <a:cubicBezTo>
                  <a:pt x="323912" y="100417"/>
                  <a:pt x="322829" y="96670"/>
                  <a:pt x="320663" y="91549"/>
                </a:cubicBezTo>
                <a:lnTo>
                  <a:pt x="314002" y="75709"/>
                </a:lnTo>
                <a:moveTo>
                  <a:pt x="311727" y="69698"/>
                </a:moveTo>
                <a:lnTo>
                  <a:pt x="293044" y="25182"/>
                </a:lnTo>
                <a:lnTo>
                  <a:pt x="273873" y="69698"/>
                </a:lnTo>
                <a:lnTo>
                  <a:pt x="311727" y="69698"/>
                </a:lnTo>
                <a:close/>
                <a:moveTo>
                  <a:pt x="433758" y="0"/>
                </a:moveTo>
                <a:lnTo>
                  <a:pt x="433758" y="38179"/>
                </a:lnTo>
                <a:lnTo>
                  <a:pt x="430752" y="38179"/>
                </a:lnTo>
                <a:cubicBezTo>
                  <a:pt x="429777" y="30850"/>
                  <a:pt x="428031" y="25014"/>
                  <a:pt x="425512" y="20671"/>
                </a:cubicBezTo>
                <a:cubicBezTo>
                  <a:pt x="422994" y="16327"/>
                  <a:pt x="419406" y="12879"/>
                  <a:pt x="414749" y="10327"/>
                </a:cubicBezTo>
                <a:cubicBezTo>
                  <a:pt x="410092" y="7775"/>
                  <a:pt x="405272" y="6499"/>
                  <a:pt x="400290" y="6499"/>
                </a:cubicBezTo>
                <a:cubicBezTo>
                  <a:pt x="394658" y="6499"/>
                  <a:pt x="390000" y="8216"/>
                  <a:pt x="386318" y="11649"/>
                </a:cubicBezTo>
                <a:cubicBezTo>
                  <a:pt x="382635" y="15083"/>
                  <a:pt x="380794" y="18989"/>
                  <a:pt x="380794" y="23367"/>
                </a:cubicBezTo>
                <a:cubicBezTo>
                  <a:pt x="380794" y="26720"/>
                  <a:pt x="381958" y="29775"/>
                  <a:pt x="384287" y="32534"/>
                </a:cubicBezTo>
                <a:cubicBezTo>
                  <a:pt x="387644" y="36589"/>
                  <a:pt x="395632" y="41995"/>
                  <a:pt x="408251" y="48752"/>
                </a:cubicBezTo>
                <a:cubicBezTo>
                  <a:pt x="418540" y="54268"/>
                  <a:pt x="425567" y="58499"/>
                  <a:pt x="429330" y="61448"/>
                </a:cubicBezTo>
                <a:cubicBezTo>
                  <a:pt x="433094" y="64394"/>
                  <a:pt x="435992" y="67868"/>
                  <a:pt x="438022" y="71871"/>
                </a:cubicBezTo>
                <a:cubicBezTo>
                  <a:pt x="440053" y="75871"/>
                  <a:pt x="441069" y="80063"/>
                  <a:pt x="441069" y="84444"/>
                </a:cubicBezTo>
                <a:cubicBezTo>
                  <a:pt x="441069" y="92772"/>
                  <a:pt x="437833" y="99951"/>
                  <a:pt x="431361" y="105981"/>
                </a:cubicBezTo>
                <a:cubicBezTo>
                  <a:pt x="424890" y="112011"/>
                  <a:pt x="416563" y="115026"/>
                  <a:pt x="406382" y="115026"/>
                </a:cubicBezTo>
                <a:cubicBezTo>
                  <a:pt x="403187" y="115026"/>
                  <a:pt x="400181" y="114779"/>
                  <a:pt x="397365" y="114284"/>
                </a:cubicBezTo>
                <a:cubicBezTo>
                  <a:pt x="395687" y="114010"/>
                  <a:pt x="392207" y="113009"/>
                  <a:pt x="386927" y="111281"/>
                </a:cubicBezTo>
                <a:cubicBezTo>
                  <a:pt x="381647" y="109553"/>
                  <a:pt x="378303" y="108689"/>
                  <a:pt x="376895" y="108689"/>
                </a:cubicBezTo>
                <a:cubicBezTo>
                  <a:pt x="375541" y="108689"/>
                  <a:pt x="374471" y="109101"/>
                  <a:pt x="373686" y="109923"/>
                </a:cubicBezTo>
                <a:cubicBezTo>
                  <a:pt x="372901" y="110746"/>
                  <a:pt x="372319" y="112446"/>
                  <a:pt x="371939" y="115026"/>
                </a:cubicBezTo>
                <a:lnTo>
                  <a:pt x="368934" y="115026"/>
                </a:lnTo>
                <a:lnTo>
                  <a:pt x="368934" y="77171"/>
                </a:lnTo>
                <a:lnTo>
                  <a:pt x="371939" y="77171"/>
                </a:lnTo>
                <a:cubicBezTo>
                  <a:pt x="373348" y="85098"/>
                  <a:pt x="375243" y="91030"/>
                  <a:pt x="377626" y="94966"/>
                </a:cubicBezTo>
                <a:cubicBezTo>
                  <a:pt x="380009" y="98903"/>
                  <a:pt x="383651" y="102174"/>
                  <a:pt x="388552" y="104780"/>
                </a:cubicBezTo>
                <a:cubicBezTo>
                  <a:pt x="393453" y="107386"/>
                  <a:pt x="398828" y="108689"/>
                  <a:pt x="404676" y="108689"/>
                </a:cubicBezTo>
                <a:cubicBezTo>
                  <a:pt x="411446" y="108689"/>
                  <a:pt x="416794" y="106902"/>
                  <a:pt x="420720" y="103326"/>
                </a:cubicBezTo>
                <a:cubicBezTo>
                  <a:pt x="424646" y="99750"/>
                  <a:pt x="426609" y="95524"/>
                  <a:pt x="426609" y="90648"/>
                </a:cubicBezTo>
                <a:cubicBezTo>
                  <a:pt x="426609" y="87939"/>
                  <a:pt x="425865" y="85203"/>
                  <a:pt x="424375" y="82441"/>
                </a:cubicBezTo>
                <a:cubicBezTo>
                  <a:pt x="422886" y="79678"/>
                  <a:pt x="420571" y="77103"/>
                  <a:pt x="417430" y="74719"/>
                </a:cubicBezTo>
                <a:cubicBezTo>
                  <a:pt x="415318" y="73094"/>
                  <a:pt x="409550" y="69662"/>
                  <a:pt x="400127" y="64423"/>
                </a:cubicBezTo>
                <a:cubicBezTo>
                  <a:pt x="390704" y="59181"/>
                  <a:pt x="384003" y="54992"/>
                  <a:pt x="380022" y="51854"/>
                </a:cubicBezTo>
                <a:cubicBezTo>
                  <a:pt x="376042" y="48717"/>
                  <a:pt x="373023" y="45254"/>
                  <a:pt x="370965" y="41467"/>
                </a:cubicBezTo>
                <a:cubicBezTo>
                  <a:pt x="368907" y="37679"/>
                  <a:pt x="367878" y="33514"/>
                  <a:pt x="367878" y="28970"/>
                </a:cubicBezTo>
                <a:cubicBezTo>
                  <a:pt x="367878" y="21071"/>
                  <a:pt x="370911" y="14269"/>
                  <a:pt x="376976" y="8562"/>
                </a:cubicBezTo>
                <a:cubicBezTo>
                  <a:pt x="383041" y="2854"/>
                  <a:pt x="390758" y="0"/>
                  <a:pt x="400127" y="0"/>
                </a:cubicBezTo>
                <a:cubicBezTo>
                  <a:pt x="405976" y="0"/>
                  <a:pt x="412177" y="1435"/>
                  <a:pt x="418730" y="4305"/>
                </a:cubicBezTo>
                <a:cubicBezTo>
                  <a:pt x="421762" y="5659"/>
                  <a:pt x="423901" y="6336"/>
                  <a:pt x="425147" y="6336"/>
                </a:cubicBezTo>
                <a:cubicBezTo>
                  <a:pt x="426555" y="6336"/>
                  <a:pt x="427706" y="5916"/>
                  <a:pt x="428599" y="5077"/>
                </a:cubicBezTo>
                <a:cubicBezTo>
                  <a:pt x="429493" y="4238"/>
                  <a:pt x="430210" y="2545"/>
                  <a:pt x="430752" y="0"/>
                </a:cubicBezTo>
                <a:lnTo>
                  <a:pt x="433758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828A9-5A33-4735-A244-0A787770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66" y="4340700"/>
            <a:ext cx="95888" cy="226161"/>
          </a:xfrm>
          <a:custGeom xmlns:a="http://schemas.openxmlformats.org/drawingml/2006/main">
            <a:pathLst>
              <a:path w="95888" h="226161">
                <a:moveTo>
                  <a:pt x="84840" y="86510"/>
                </a:moveTo>
                <a:lnTo>
                  <a:pt x="85977" y="87978"/>
                </a:lnTo>
                <a:lnTo>
                  <a:pt x="87516" y="89008"/>
                </a:lnTo>
                <a:lnTo>
                  <a:pt x="89292" y="89517"/>
                </a:lnTo>
                <a:lnTo>
                  <a:pt x="91151" y="89446"/>
                </a:lnTo>
                <a:lnTo>
                  <a:pt x="92880" y="88819"/>
                </a:lnTo>
                <a:lnTo>
                  <a:pt x="94348" y="87670"/>
                </a:lnTo>
                <a:lnTo>
                  <a:pt x="95379" y="86143"/>
                </a:lnTo>
                <a:lnTo>
                  <a:pt x="95888" y="84355"/>
                </a:lnTo>
                <a:lnTo>
                  <a:pt x="95817" y="82507"/>
                </a:lnTo>
                <a:lnTo>
                  <a:pt x="95189" y="80767"/>
                </a:lnTo>
                <a:lnTo>
                  <a:pt x="50312" y="0"/>
                </a:lnTo>
                <a:lnTo>
                  <a:pt x="2096" y="78813"/>
                </a:lnTo>
                <a:lnTo>
                  <a:pt x="1385" y="80530"/>
                </a:lnTo>
                <a:lnTo>
                  <a:pt x="1243" y="82377"/>
                </a:lnTo>
                <a:lnTo>
                  <a:pt x="1670" y="84177"/>
                </a:lnTo>
                <a:lnTo>
                  <a:pt x="2641" y="85752"/>
                </a:lnTo>
                <a:lnTo>
                  <a:pt x="4050" y="86960"/>
                </a:lnTo>
                <a:lnTo>
                  <a:pt x="5767" y="87658"/>
                </a:lnTo>
                <a:lnTo>
                  <a:pt x="7614" y="87800"/>
                </a:lnTo>
                <a:lnTo>
                  <a:pt x="9414" y="87374"/>
                </a:lnTo>
                <a:lnTo>
                  <a:pt x="10988" y="86403"/>
                </a:lnTo>
                <a:lnTo>
                  <a:pt x="12196" y="84994"/>
                </a:lnTo>
                <a:lnTo>
                  <a:pt x="43685" y="33527"/>
                </a:lnTo>
                <a:lnTo>
                  <a:pt x="40362" y="192395"/>
                </a:lnTo>
                <a:lnTo>
                  <a:pt x="11048" y="139640"/>
                </a:lnTo>
                <a:lnTo>
                  <a:pt x="9911" y="138172"/>
                </a:lnTo>
                <a:lnTo>
                  <a:pt x="8372" y="137141"/>
                </a:lnTo>
                <a:lnTo>
                  <a:pt x="6584" y="136632"/>
                </a:lnTo>
                <a:lnTo>
                  <a:pt x="4736" y="136703"/>
                </a:lnTo>
                <a:lnTo>
                  <a:pt x="2996" y="137331"/>
                </a:lnTo>
                <a:lnTo>
                  <a:pt x="1539" y="138479"/>
                </a:lnTo>
                <a:lnTo>
                  <a:pt x="509" y="140019"/>
                </a:lnTo>
                <a:lnTo>
                  <a:pt x="0" y="141795"/>
                </a:lnTo>
                <a:lnTo>
                  <a:pt x="59" y="143642"/>
                </a:lnTo>
                <a:lnTo>
                  <a:pt x="699" y="145383"/>
                </a:lnTo>
                <a:lnTo>
                  <a:pt x="45576" y="226161"/>
                </a:lnTo>
                <a:lnTo>
                  <a:pt x="93792" y="147336"/>
                </a:lnTo>
                <a:lnTo>
                  <a:pt x="94502" y="145619"/>
                </a:lnTo>
                <a:lnTo>
                  <a:pt x="94644" y="143772"/>
                </a:lnTo>
                <a:lnTo>
                  <a:pt x="94206" y="141972"/>
                </a:lnTo>
                <a:lnTo>
                  <a:pt x="93235" y="140398"/>
                </a:lnTo>
                <a:lnTo>
                  <a:pt x="91826" y="139202"/>
                </a:lnTo>
                <a:lnTo>
                  <a:pt x="90121" y="138491"/>
                </a:lnTo>
                <a:lnTo>
                  <a:pt x="88274" y="138349"/>
                </a:lnTo>
                <a:lnTo>
                  <a:pt x="86474" y="138775"/>
                </a:lnTo>
                <a:lnTo>
                  <a:pt x="84887" y="139746"/>
                </a:lnTo>
                <a:lnTo>
                  <a:pt x="83692" y="141155"/>
                </a:lnTo>
                <a:lnTo>
                  <a:pt x="52192" y="192650"/>
                </a:lnTo>
                <a:lnTo>
                  <a:pt x="55525" y="33752"/>
                </a:lnTo>
                <a:lnTo>
                  <a:pt x="84840" y="86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5b56eabac492d"/>
          <a:stretch xmlns:a="http://schemas.openxmlformats.org/drawingml/2006/main"/>
        </p:blipFill>
        <p:spPr>
          <a:xfrm xmlns:a="http://schemas.openxmlformats.org/drawingml/2006/main">
            <a:off x="1480688" y="4548236"/>
            <a:ext cx="402117" cy="402117"/>
          </a:xfrm>
          <a:prstGeom xmlns:a="http://schemas.openxmlformats.org/drawingml/2006/main" prst="rect">
            <a:avLst/>
          </a:prstGeom>
        </p:spPr>
      </p:pic>
      <p:sp>
        <p:nvSpPr>
          <p:cNvPr id="106" name="Text ⑥">
            <a:extLst xmlns:a="http://schemas.openxmlformats.org/drawingml/2006/main">
              <a:ext uri="{FF2B5EF4-FFF2-40B4-BE49-F238E27FC236}">
                <a16:creationId xmlns:a16="http://schemas.microsoft.com/office/drawing/2014/main" id="{70583E1B-1FEF-44B2-9338-52E60A7C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191" y="2091440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SD">
            <a:extLst xmlns:a="http://schemas.openxmlformats.org/drawingml/2006/main">
              <a:ext uri="{FF2B5EF4-FFF2-40B4-BE49-F238E27FC236}">
                <a16:creationId xmlns:a16="http://schemas.microsoft.com/office/drawing/2014/main" id="{2E81BA35-1AD4-4A14-A4FB-66A1609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479" y="2101295"/>
            <a:ext cx="195768" cy="115026"/>
          </a:xfrm>
          <a:custGeom xmlns:a="http://schemas.openxmlformats.org/drawingml/2006/main">
            <a:pathLst>
              <a:path w="195768" h="115026">
                <a:moveTo>
                  <a:pt x="65880" y="0"/>
                </a:moveTo>
                <a:lnTo>
                  <a:pt x="65880" y="38179"/>
                </a:lnTo>
                <a:lnTo>
                  <a:pt x="62874" y="38179"/>
                </a:lnTo>
                <a:cubicBezTo>
                  <a:pt x="61899" y="30850"/>
                  <a:pt x="60153" y="25014"/>
                  <a:pt x="57635" y="20671"/>
                </a:cubicBezTo>
                <a:cubicBezTo>
                  <a:pt x="55116" y="16327"/>
                  <a:pt x="51529" y="12879"/>
                  <a:pt x="46871" y="10327"/>
                </a:cubicBezTo>
                <a:cubicBezTo>
                  <a:pt x="42214" y="7775"/>
                  <a:pt x="37394" y="6499"/>
                  <a:pt x="32412" y="6499"/>
                </a:cubicBezTo>
                <a:cubicBezTo>
                  <a:pt x="26780" y="6499"/>
                  <a:pt x="22122" y="8216"/>
                  <a:pt x="18440" y="11649"/>
                </a:cubicBezTo>
                <a:cubicBezTo>
                  <a:pt x="14757" y="15083"/>
                  <a:pt x="12916" y="18989"/>
                  <a:pt x="12916" y="23367"/>
                </a:cubicBezTo>
                <a:cubicBezTo>
                  <a:pt x="12916" y="26720"/>
                  <a:pt x="14080" y="29775"/>
                  <a:pt x="16409" y="32534"/>
                </a:cubicBezTo>
                <a:cubicBezTo>
                  <a:pt x="19767" y="36589"/>
                  <a:pt x="27755" y="41995"/>
                  <a:pt x="40373" y="48752"/>
                </a:cubicBezTo>
                <a:cubicBezTo>
                  <a:pt x="50662" y="54268"/>
                  <a:pt x="57689" y="58499"/>
                  <a:pt x="61453" y="61448"/>
                </a:cubicBezTo>
                <a:cubicBezTo>
                  <a:pt x="65216" y="64394"/>
                  <a:pt x="68114" y="67868"/>
                  <a:pt x="70145" y="71871"/>
                </a:cubicBezTo>
                <a:cubicBezTo>
                  <a:pt x="72175" y="75871"/>
                  <a:pt x="73191" y="80063"/>
                  <a:pt x="73191" y="84444"/>
                </a:cubicBezTo>
                <a:cubicBezTo>
                  <a:pt x="73191" y="92772"/>
                  <a:pt x="69955" y="99951"/>
                  <a:pt x="63483" y="105981"/>
                </a:cubicBezTo>
                <a:cubicBezTo>
                  <a:pt x="57012" y="112011"/>
                  <a:pt x="48686" y="115026"/>
                  <a:pt x="38504" y="115026"/>
                </a:cubicBezTo>
                <a:cubicBezTo>
                  <a:pt x="35309" y="115026"/>
                  <a:pt x="32304" y="114779"/>
                  <a:pt x="29488" y="114284"/>
                </a:cubicBezTo>
                <a:cubicBezTo>
                  <a:pt x="27809" y="114010"/>
                  <a:pt x="24329" y="113009"/>
                  <a:pt x="19049" y="111281"/>
                </a:cubicBezTo>
                <a:cubicBezTo>
                  <a:pt x="13769" y="109553"/>
                  <a:pt x="10425" y="108689"/>
                  <a:pt x="9017" y="108689"/>
                </a:cubicBezTo>
                <a:cubicBezTo>
                  <a:pt x="7663" y="108689"/>
                  <a:pt x="6593" y="109101"/>
                  <a:pt x="5808" y="109923"/>
                </a:cubicBezTo>
                <a:cubicBezTo>
                  <a:pt x="5023" y="110746"/>
                  <a:pt x="4441" y="112446"/>
                  <a:pt x="4062" y="115026"/>
                </a:cubicBezTo>
                <a:lnTo>
                  <a:pt x="1056" y="115026"/>
                </a:lnTo>
                <a:lnTo>
                  <a:pt x="1056" y="77171"/>
                </a:lnTo>
                <a:lnTo>
                  <a:pt x="4062" y="77171"/>
                </a:lnTo>
                <a:cubicBezTo>
                  <a:pt x="5470" y="85098"/>
                  <a:pt x="7365" y="91030"/>
                  <a:pt x="9748" y="94966"/>
                </a:cubicBezTo>
                <a:cubicBezTo>
                  <a:pt x="12131" y="98903"/>
                  <a:pt x="15773" y="102174"/>
                  <a:pt x="20674" y="104780"/>
                </a:cubicBezTo>
                <a:cubicBezTo>
                  <a:pt x="25575" y="107386"/>
                  <a:pt x="30950" y="108689"/>
                  <a:pt x="36798" y="108689"/>
                </a:cubicBezTo>
                <a:cubicBezTo>
                  <a:pt x="43568" y="108689"/>
                  <a:pt x="48916" y="106902"/>
                  <a:pt x="52842" y="103326"/>
                </a:cubicBezTo>
                <a:cubicBezTo>
                  <a:pt x="56768" y="99750"/>
                  <a:pt x="58731" y="95524"/>
                  <a:pt x="58731" y="90648"/>
                </a:cubicBezTo>
                <a:cubicBezTo>
                  <a:pt x="58731" y="87939"/>
                  <a:pt x="57987" y="85203"/>
                  <a:pt x="56497" y="82441"/>
                </a:cubicBezTo>
                <a:cubicBezTo>
                  <a:pt x="55008" y="79678"/>
                  <a:pt x="52693" y="77103"/>
                  <a:pt x="49552" y="74719"/>
                </a:cubicBezTo>
                <a:cubicBezTo>
                  <a:pt x="47440" y="73094"/>
                  <a:pt x="41672" y="69662"/>
                  <a:pt x="32249" y="64423"/>
                </a:cubicBezTo>
                <a:cubicBezTo>
                  <a:pt x="22826" y="59181"/>
                  <a:pt x="16125" y="54992"/>
                  <a:pt x="12144" y="51854"/>
                </a:cubicBezTo>
                <a:cubicBezTo>
                  <a:pt x="8164" y="48717"/>
                  <a:pt x="5145" y="45254"/>
                  <a:pt x="3087" y="41467"/>
                </a:cubicBezTo>
                <a:cubicBezTo>
                  <a:pt x="1029" y="37679"/>
                  <a:pt x="0" y="33514"/>
                  <a:pt x="0" y="28970"/>
                </a:cubicBezTo>
                <a:cubicBezTo>
                  <a:pt x="0" y="21071"/>
                  <a:pt x="3033" y="14269"/>
                  <a:pt x="9098" y="8562"/>
                </a:cubicBezTo>
                <a:cubicBezTo>
                  <a:pt x="15163" y="2854"/>
                  <a:pt x="22881" y="0"/>
                  <a:pt x="32249" y="0"/>
                </a:cubicBezTo>
                <a:cubicBezTo>
                  <a:pt x="38098" y="0"/>
                  <a:pt x="44299" y="1435"/>
                  <a:pt x="50852" y="4305"/>
                </a:cubicBezTo>
                <a:cubicBezTo>
                  <a:pt x="53884" y="5659"/>
                  <a:pt x="56024" y="6336"/>
                  <a:pt x="57269" y="6336"/>
                </a:cubicBezTo>
                <a:cubicBezTo>
                  <a:pt x="58677" y="6336"/>
                  <a:pt x="59828" y="5916"/>
                  <a:pt x="60722" y="5077"/>
                </a:cubicBezTo>
                <a:cubicBezTo>
                  <a:pt x="61615" y="4238"/>
                  <a:pt x="62333" y="2545"/>
                  <a:pt x="62874" y="0"/>
                </a:cubicBezTo>
                <a:lnTo>
                  <a:pt x="65880" y="0"/>
                </a:lnTo>
                <a:close/>
                <a:moveTo>
                  <a:pt x="84804" y="112589"/>
                </a:moveTo>
                <a:lnTo>
                  <a:pt x="84804" y="109502"/>
                </a:lnTo>
                <a:lnTo>
                  <a:pt x="88947" y="109502"/>
                </a:lnTo>
                <a:cubicBezTo>
                  <a:pt x="93604" y="109502"/>
                  <a:pt x="96908" y="108020"/>
                  <a:pt x="98857" y="105057"/>
                </a:cubicBezTo>
                <a:cubicBezTo>
                  <a:pt x="100049" y="103278"/>
                  <a:pt x="100644" y="99290"/>
                  <a:pt x="100644" y="93093"/>
                </a:cubicBezTo>
                <a:lnTo>
                  <a:pt x="100644" y="21933"/>
                </a:lnTo>
                <a:cubicBezTo>
                  <a:pt x="100644" y="15089"/>
                  <a:pt x="99886" y="10805"/>
                  <a:pt x="98370" y="9080"/>
                </a:cubicBezTo>
                <a:cubicBezTo>
                  <a:pt x="96258" y="6709"/>
                  <a:pt x="93117" y="5524"/>
                  <a:pt x="88947" y="5524"/>
                </a:cubicBezTo>
                <a:lnTo>
                  <a:pt x="84804" y="5524"/>
                </a:lnTo>
                <a:lnTo>
                  <a:pt x="84804" y="2437"/>
                </a:lnTo>
                <a:lnTo>
                  <a:pt x="129645" y="2437"/>
                </a:lnTo>
                <a:cubicBezTo>
                  <a:pt x="146108" y="2437"/>
                  <a:pt x="158631" y="4305"/>
                  <a:pt x="167215" y="8042"/>
                </a:cubicBezTo>
                <a:cubicBezTo>
                  <a:pt x="175798" y="11779"/>
                  <a:pt x="182703" y="18007"/>
                  <a:pt x="187929" y="26726"/>
                </a:cubicBezTo>
                <a:cubicBezTo>
                  <a:pt x="193155" y="35445"/>
                  <a:pt x="195768" y="45517"/>
                  <a:pt x="195768" y="56944"/>
                </a:cubicBezTo>
                <a:cubicBezTo>
                  <a:pt x="195768" y="72270"/>
                  <a:pt x="191111" y="85078"/>
                  <a:pt x="181796" y="95367"/>
                </a:cubicBezTo>
                <a:cubicBezTo>
                  <a:pt x="171344" y="106848"/>
                  <a:pt x="155422" y="112589"/>
                  <a:pt x="134031" y="112589"/>
                </a:cubicBezTo>
                <a:lnTo>
                  <a:pt x="84804" y="112589"/>
                </a:lnTo>
                <a:moveTo>
                  <a:pt x="116241" y="104468"/>
                </a:moveTo>
                <a:cubicBezTo>
                  <a:pt x="123119" y="105983"/>
                  <a:pt x="128886" y="106740"/>
                  <a:pt x="133544" y="106740"/>
                </a:cubicBezTo>
                <a:cubicBezTo>
                  <a:pt x="146108" y="106740"/>
                  <a:pt x="156533" y="102334"/>
                  <a:pt x="164818" y="93522"/>
                </a:cubicBezTo>
                <a:cubicBezTo>
                  <a:pt x="173104" y="84708"/>
                  <a:pt x="177247" y="72759"/>
                  <a:pt x="177247" y="57675"/>
                </a:cubicBezTo>
                <a:cubicBezTo>
                  <a:pt x="177247" y="42483"/>
                  <a:pt x="173104" y="30508"/>
                  <a:pt x="164818" y="21750"/>
                </a:cubicBezTo>
                <a:cubicBezTo>
                  <a:pt x="156533" y="12990"/>
                  <a:pt x="145891" y="8611"/>
                  <a:pt x="132894" y="8611"/>
                </a:cubicBezTo>
                <a:cubicBezTo>
                  <a:pt x="128020" y="8611"/>
                  <a:pt x="122469" y="9394"/>
                  <a:pt x="116241" y="10961"/>
                </a:cubicBezTo>
                <a:lnTo>
                  <a:pt x="116241" y="1044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card">
            <a:extLst xmlns:a="http://schemas.openxmlformats.org/drawingml/2006/main">
              <a:ext uri="{FF2B5EF4-FFF2-40B4-BE49-F238E27FC236}">
                <a16:creationId xmlns:a16="http://schemas.microsoft.com/office/drawing/2014/main" id="{20A6ED4D-9266-4921-AD50-4F483835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453" y="2297297"/>
            <a:ext cx="279790" cy="117788"/>
          </a:xfrm>
          <a:custGeom xmlns:a="http://schemas.openxmlformats.org/drawingml/2006/main">
            <a:pathLst>
              <a:path w="279790" h="117788">
                <a:moveTo>
                  <a:pt x="62712" y="87244"/>
                </a:moveTo>
                <a:cubicBezTo>
                  <a:pt x="60708" y="97046"/>
                  <a:pt x="56782" y="104587"/>
                  <a:pt x="50933" y="109867"/>
                </a:cubicBezTo>
                <a:cubicBezTo>
                  <a:pt x="45084" y="115147"/>
                  <a:pt x="38613" y="117788"/>
                  <a:pt x="31518" y="117788"/>
                </a:cubicBezTo>
                <a:cubicBezTo>
                  <a:pt x="23070" y="117788"/>
                  <a:pt x="15705" y="114245"/>
                  <a:pt x="9423" y="107159"/>
                </a:cubicBezTo>
                <a:cubicBezTo>
                  <a:pt x="3141" y="100071"/>
                  <a:pt x="0" y="90495"/>
                  <a:pt x="0" y="78430"/>
                </a:cubicBezTo>
                <a:cubicBezTo>
                  <a:pt x="0" y="66745"/>
                  <a:pt x="3479" y="57251"/>
                  <a:pt x="10438" y="49948"/>
                </a:cubicBezTo>
                <a:cubicBezTo>
                  <a:pt x="17397" y="42644"/>
                  <a:pt x="25751" y="38992"/>
                  <a:pt x="35499" y="38992"/>
                </a:cubicBezTo>
                <a:cubicBezTo>
                  <a:pt x="42810" y="38992"/>
                  <a:pt x="48821" y="40935"/>
                  <a:pt x="53532" y="44820"/>
                </a:cubicBezTo>
                <a:cubicBezTo>
                  <a:pt x="58244" y="48704"/>
                  <a:pt x="60600" y="52738"/>
                  <a:pt x="60600" y="56921"/>
                </a:cubicBezTo>
                <a:cubicBezTo>
                  <a:pt x="60600" y="58986"/>
                  <a:pt x="59936" y="60657"/>
                  <a:pt x="58609" y="61935"/>
                </a:cubicBezTo>
                <a:cubicBezTo>
                  <a:pt x="57283" y="63211"/>
                  <a:pt x="55428" y="63849"/>
                  <a:pt x="53045" y="63849"/>
                </a:cubicBezTo>
                <a:cubicBezTo>
                  <a:pt x="49850" y="63849"/>
                  <a:pt x="47440" y="62812"/>
                  <a:pt x="45815" y="60737"/>
                </a:cubicBezTo>
                <a:cubicBezTo>
                  <a:pt x="44895" y="59589"/>
                  <a:pt x="44285" y="57405"/>
                  <a:pt x="43988" y="54182"/>
                </a:cubicBezTo>
                <a:cubicBezTo>
                  <a:pt x="43690" y="50960"/>
                  <a:pt x="42593" y="48503"/>
                  <a:pt x="40698" y="46810"/>
                </a:cubicBezTo>
                <a:cubicBezTo>
                  <a:pt x="38802" y="45172"/>
                  <a:pt x="36176" y="44353"/>
                  <a:pt x="32818" y="44353"/>
                </a:cubicBezTo>
                <a:cubicBezTo>
                  <a:pt x="27403" y="44353"/>
                  <a:pt x="23043" y="46357"/>
                  <a:pt x="19740" y="50364"/>
                </a:cubicBezTo>
                <a:cubicBezTo>
                  <a:pt x="15353" y="55672"/>
                  <a:pt x="13160" y="62685"/>
                  <a:pt x="13160" y="71404"/>
                </a:cubicBezTo>
                <a:cubicBezTo>
                  <a:pt x="13160" y="80285"/>
                  <a:pt x="15339" y="88124"/>
                  <a:pt x="19699" y="94921"/>
                </a:cubicBezTo>
                <a:cubicBezTo>
                  <a:pt x="24058" y="101717"/>
                  <a:pt x="29948" y="105115"/>
                  <a:pt x="37367" y="105115"/>
                </a:cubicBezTo>
                <a:cubicBezTo>
                  <a:pt x="42674" y="105115"/>
                  <a:pt x="47440" y="103301"/>
                  <a:pt x="51664" y="99673"/>
                </a:cubicBezTo>
                <a:cubicBezTo>
                  <a:pt x="54643" y="97182"/>
                  <a:pt x="57540" y="92660"/>
                  <a:pt x="60356" y="86107"/>
                </a:cubicBezTo>
                <a:lnTo>
                  <a:pt x="62712" y="87244"/>
                </a:lnTo>
                <a:close/>
                <a:moveTo>
                  <a:pt x="115086" y="104877"/>
                </a:moveTo>
                <a:cubicBezTo>
                  <a:pt x="107450" y="110778"/>
                  <a:pt x="102657" y="114188"/>
                  <a:pt x="100708" y="115107"/>
                </a:cubicBezTo>
                <a:cubicBezTo>
                  <a:pt x="97783" y="116461"/>
                  <a:pt x="94669" y="117138"/>
                  <a:pt x="91366" y="117138"/>
                </a:cubicBezTo>
                <a:cubicBezTo>
                  <a:pt x="86221" y="117138"/>
                  <a:pt x="81984" y="115378"/>
                  <a:pt x="78653" y="111858"/>
                </a:cubicBezTo>
                <a:cubicBezTo>
                  <a:pt x="75322" y="108337"/>
                  <a:pt x="73657" y="103707"/>
                  <a:pt x="73657" y="97967"/>
                </a:cubicBezTo>
                <a:cubicBezTo>
                  <a:pt x="73657" y="94338"/>
                  <a:pt x="74469" y="91197"/>
                  <a:pt x="76094" y="88544"/>
                </a:cubicBezTo>
                <a:cubicBezTo>
                  <a:pt x="78315" y="84861"/>
                  <a:pt x="82173" y="81395"/>
                  <a:pt x="87670" y="78146"/>
                </a:cubicBezTo>
                <a:cubicBezTo>
                  <a:pt x="93167" y="74897"/>
                  <a:pt x="102305" y="70943"/>
                  <a:pt x="115086" y="66286"/>
                </a:cubicBezTo>
                <a:lnTo>
                  <a:pt x="115086" y="63372"/>
                </a:lnTo>
                <a:cubicBezTo>
                  <a:pt x="115086" y="55980"/>
                  <a:pt x="113908" y="50908"/>
                  <a:pt x="111552" y="48156"/>
                </a:cubicBezTo>
                <a:cubicBezTo>
                  <a:pt x="109197" y="45404"/>
                  <a:pt x="105771" y="44028"/>
                  <a:pt x="101276" y="44028"/>
                </a:cubicBezTo>
                <a:cubicBezTo>
                  <a:pt x="97865" y="44028"/>
                  <a:pt x="95157" y="44949"/>
                  <a:pt x="93153" y="46790"/>
                </a:cubicBezTo>
                <a:cubicBezTo>
                  <a:pt x="91095" y="48631"/>
                  <a:pt x="90066" y="50743"/>
                  <a:pt x="90066" y="53126"/>
                </a:cubicBezTo>
                <a:lnTo>
                  <a:pt x="90229" y="57838"/>
                </a:lnTo>
                <a:cubicBezTo>
                  <a:pt x="90229" y="60329"/>
                  <a:pt x="89592" y="62251"/>
                  <a:pt x="88320" y="63605"/>
                </a:cubicBezTo>
                <a:cubicBezTo>
                  <a:pt x="87047" y="64959"/>
                  <a:pt x="85382" y="65636"/>
                  <a:pt x="83324" y="65636"/>
                </a:cubicBezTo>
                <a:cubicBezTo>
                  <a:pt x="81320" y="65636"/>
                  <a:pt x="79682" y="64930"/>
                  <a:pt x="78409" y="63519"/>
                </a:cubicBezTo>
                <a:cubicBezTo>
                  <a:pt x="77137" y="62106"/>
                  <a:pt x="76500" y="60177"/>
                  <a:pt x="76500" y="57734"/>
                </a:cubicBezTo>
                <a:cubicBezTo>
                  <a:pt x="76500" y="53061"/>
                  <a:pt x="78883" y="48769"/>
                  <a:pt x="83649" y="44858"/>
                </a:cubicBezTo>
                <a:cubicBezTo>
                  <a:pt x="88414" y="40947"/>
                  <a:pt x="95103" y="38992"/>
                  <a:pt x="103713" y="38992"/>
                </a:cubicBezTo>
                <a:cubicBezTo>
                  <a:pt x="110320" y="38992"/>
                  <a:pt x="115736" y="40100"/>
                  <a:pt x="119960" y="42317"/>
                </a:cubicBezTo>
                <a:cubicBezTo>
                  <a:pt x="123155" y="43994"/>
                  <a:pt x="125511" y="46618"/>
                  <a:pt x="127027" y="50189"/>
                </a:cubicBezTo>
                <a:cubicBezTo>
                  <a:pt x="128002" y="52514"/>
                  <a:pt x="128489" y="57274"/>
                  <a:pt x="128489" y="64468"/>
                </a:cubicBezTo>
                <a:lnTo>
                  <a:pt x="128489" y="89701"/>
                </a:lnTo>
                <a:cubicBezTo>
                  <a:pt x="128489" y="96787"/>
                  <a:pt x="128625" y="101128"/>
                  <a:pt x="128895" y="102724"/>
                </a:cubicBezTo>
                <a:cubicBezTo>
                  <a:pt x="129166" y="104320"/>
                  <a:pt x="129613" y="105389"/>
                  <a:pt x="130236" y="105930"/>
                </a:cubicBezTo>
                <a:cubicBezTo>
                  <a:pt x="130859" y="106470"/>
                  <a:pt x="131576" y="106740"/>
                  <a:pt x="132388" y="106740"/>
                </a:cubicBezTo>
                <a:cubicBezTo>
                  <a:pt x="133255" y="106740"/>
                  <a:pt x="134013" y="106550"/>
                  <a:pt x="134663" y="106171"/>
                </a:cubicBezTo>
                <a:cubicBezTo>
                  <a:pt x="135800" y="105467"/>
                  <a:pt x="137994" y="103491"/>
                  <a:pt x="141243" y="100241"/>
                </a:cubicBezTo>
                <a:lnTo>
                  <a:pt x="141243" y="104790"/>
                </a:lnTo>
                <a:cubicBezTo>
                  <a:pt x="135177" y="112914"/>
                  <a:pt x="129383" y="116975"/>
                  <a:pt x="123859" y="116975"/>
                </a:cubicBezTo>
                <a:cubicBezTo>
                  <a:pt x="121205" y="116975"/>
                  <a:pt x="119093" y="116061"/>
                  <a:pt x="117523" y="114234"/>
                </a:cubicBezTo>
                <a:cubicBezTo>
                  <a:pt x="115952" y="112404"/>
                  <a:pt x="115140" y="109285"/>
                  <a:pt x="115086" y="104877"/>
                </a:cubicBezTo>
                <a:moveTo>
                  <a:pt x="115086" y="99609"/>
                </a:moveTo>
                <a:lnTo>
                  <a:pt x="115086" y="71322"/>
                </a:lnTo>
                <a:cubicBezTo>
                  <a:pt x="106908" y="74565"/>
                  <a:pt x="101628" y="76861"/>
                  <a:pt x="99245" y="78212"/>
                </a:cubicBezTo>
                <a:cubicBezTo>
                  <a:pt x="94967" y="80590"/>
                  <a:pt x="91907" y="83076"/>
                  <a:pt x="90066" y="85670"/>
                </a:cubicBezTo>
                <a:cubicBezTo>
                  <a:pt x="88225" y="88263"/>
                  <a:pt x="87304" y="91099"/>
                  <a:pt x="87304" y="94179"/>
                </a:cubicBezTo>
                <a:cubicBezTo>
                  <a:pt x="87304" y="98070"/>
                  <a:pt x="88469" y="101299"/>
                  <a:pt x="90797" y="103866"/>
                </a:cubicBezTo>
                <a:cubicBezTo>
                  <a:pt x="93126" y="106432"/>
                  <a:pt x="95807" y="107715"/>
                  <a:pt x="98839" y="107715"/>
                </a:cubicBezTo>
                <a:cubicBezTo>
                  <a:pt x="102955" y="107715"/>
                  <a:pt x="108371" y="105013"/>
                  <a:pt x="115086" y="99609"/>
                </a:cubicBezTo>
                <a:close/>
                <a:moveTo>
                  <a:pt x="168110" y="38992"/>
                </a:moveTo>
                <a:lnTo>
                  <a:pt x="168110" y="55726"/>
                </a:lnTo>
                <a:cubicBezTo>
                  <a:pt x="174338" y="44570"/>
                  <a:pt x="180728" y="38992"/>
                  <a:pt x="187281" y="38992"/>
                </a:cubicBezTo>
                <a:cubicBezTo>
                  <a:pt x="190260" y="38992"/>
                  <a:pt x="192724" y="39899"/>
                  <a:pt x="194673" y="41713"/>
                </a:cubicBezTo>
                <a:cubicBezTo>
                  <a:pt x="196623" y="43527"/>
                  <a:pt x="197598" y="45626"/>
                  <a:pt x="197598" y="48009"/>
                </a:cubicBezTo>
                <a:cubicBezTo>
                  <a:pt x="197598" y="50121"/>
                  <a:pt x="196894" y="51908"/>
                  <a:pt x="195486" y="53370"/>
                </a:cubicBezTo>
                <a:cubicBezTo>
                  <a:pt x="194078" y="54832"/>
                  <a:pt x="192399" y="55563"/>
                  <a:pt x="190449" y="55563"/>
                </a:cubicBezTo>
                <a:cubicBezTo>
                  <a:pt x="188554" y="55563"/>
                  <a:pt x="186428" y="54643"/>
                  <a:pt x="184072" y="52801"/>
                </a:cubicBezTo>
                <a:cubicBezTo>
                  <a:pt x="181717" y="50960"/>
                  <a:pt x="179970" y="50039"/>
                  <a:pt x="178833" y="50039"/>
                </a:cubicBezTo>
                <a:cubicBezTo>
                  <a:pt x="177858" y="50039"/>
                  <a:pt x="176802" y="50577"/>
                  <a:pt x="175665" y="51651"/>
                </a:cubicBezTo>
                <a:cubicBezTo>
                  <a:pt x="173228" y="53856"/>
                  <a:pt x="170710" y="57486"/>
                  <a:pt x="168110" y="62539"/>
                </a:cubicBezTo>
                <a:lnTo>
                  <a:pt x="168110" y="98129"/>
                </a:lnTo>
                <a:cubicBezTo>
                  <a:pt x="168110" y="102248"/>
                  <a:pt x="168625" y="105364"/>
                  <a:pt x="169654" y="107476"/>
                </a:cubicBezTo>
                <a:cubicBezTo>
                  <a:pt x="170358" y="108940"/>
                  <a:pt x="171603" y="110158"/>
                  <a:pt x="173390" y="111132"/>
                </a:cubicBezTo>
                <a:cubicBezTo>
                  <a:pt x="175177" y="112103"/>
                  <a:pt x="177750" y="112589"/>
                  <a:pt x="181107" y="112589"/>
                </a:cubicBezTo>
                <a:lnTo>
                  <a:pt x="181107" y="115513"/>
                </a:lnTo>
                <a:lnTo>
                  <a:pt x="143009" y="115513"/>
                </a:lnTo>
                <a:lnTo>
                  <a:pt x="143009" y="112589"/>
                </a:lnTo>
                <a:cubicBezTo>
                  <a:pt x="146800" y="112589"/>
                  <a:pt x="149616" y="111986"/>
                  <a:pt x="151457" y="110781"/>
                </a:cubicBezTo>
                <a:cubicBezTo>
                  <a:pt x="152811" y="109905"/>
                  <a:pt x="153759" y="108508"/>
                  <a:pt x="154301" y="106590"/>
                </a:cubicBezTo>
                <a:cubicBezTo>
                  <a:pt x="154571" y="105658"/>
                  <a:pt x="154707" y="103000"/>
                  <a:pt x="154707" y="98617"/>
                </a:cubicBezTo>
                <a:lnTo>
                  <a:pt x="154707" y="70023"/>
                </a:lnTo>
                <a:cubicBezTo>
                  <a:pt x="154707" y="61358"/>
                  <a:pt x="154531" y="56200"/>
                  <a:pt x="154179" y="54548"/>
                </a:cubicBezTo>
                <a:cubicBezTo>
                  <a:pt x="153827" y="52896"/>
                  <a:pt x="153177" y="51691"/>
                  <a:pt x="152229" y="50933"/>
                </a:cubicBezTo>
                <a:cubicBezTo>
                  <a:pt x="151281" y="50175"/>
                  <a:pt x="150104" y="49796"/>
                  <a:pt x="148696" y="49796"/>
                </a:cubicBezTo>
                <a:cubicBezTo>
                  <a:pt x="147017" y="49796"/>
                  <a:pt x="145121" y="50202"/>
                  <a:pt x="143009" y="51014"/>
                </a:cubicBezTo>
                <a:lnTo>
                  <a:pt x="142197" y="48090"/>
                </a:lnTo>
                <a:lnTo>
                  <a:pt x="164698" y="38992"/>
                </a:lnTo>
                <a:lnTo>
                  <a:pt x="168110" y="38992"/>
                </a:lnTo>
                <a:close/>
                <a:moveTo>
                  <a:pt x="253958" y="107151"/>
                </a:moveTo>
                <a:cubicBezTo>
                  <a:pt x="250330" y="110940"/>
                  <a:pt x="246782" y="113661"/>
                  <a:pt x="243317" y="115312"/>
                </a:cubicBezTo>
                <a:cubicBezTo>
                  <a:pt x="239851" y="116963"/>
                  <a:pt x="236114" y="117788"/>
                  <a:pt x="232106" y="117788"/>
                </a:cubicBezTo>
                <a:cubicBezTo>
                  <a:pt x="223983" y="117788"/>
                  <a:pt x="216889" y="114397"/>
                  <a:pt x="210823" y="107616"/>
                </a:cubicBezTo>
                <a:cubicBezTo>
                  <a:pt x="204758" y="100833"/>
                  <a:pt x="201725" y="92117"/>
                  <a:pt x="201725" y="81469"/>
                </a:cubicBezTo>
                <a:cubicBezTo>
                  <a:pt x="201725" y="70822"/>
                  <a:pt x="205083" y="61081"/>
                  <a:pt x="211798" y="52245"/>
                </a:cubicBezTo>
                <a:cubicBezTo>
                  <a:pt x="218513" y="43410"/>
                  <a:pt x="227151" y="38992"/>
                  <a:pt x="237711" y="38992"/>
                </a:cubicBezTo>
                <a:cubicBezTo>
                  <a:pt x="244264" y="38992"/>
                  <a:pt x="249680" y="41076"/>
                  <a:pt x="253958" y="45244"/>
                </a:cubicBezTo>
                <a:lnTo>
                  <a:pt x="253958" y="31356"/>
                </a:lnTo>
                <a:cubicBezTo>
                  <a:pt x="253958" y="22889"/>
                  <a:pt x="253755" y="17685"/>
                  <a:pt x="253349" y="15744"/>
                </a:cubicBezTo>
                <a:cubicBezTo>
                  <a:pt x="252943" y="13803"/>
                  <a:pt x="252306" y="12481"/>
                  <a:pt x="251440" y="11779"/>
                </a:cubicBezTo>
                <a:cubicBezTo>
                  <a:pt x="250573" y="11075"/>
                  <a:pt x="249490" y="10723"/>
                  <a:pt x="248190" y="10723"/>
                </a:cubicBezTo>
                <a:cubicBezTo>
                  <a:pt x="246782" y="10723"/>
                  <a:pt x="244914" y="11156"/>
                  <a:pt x="242585" y="12022"/>
                </a:cubicBezTo>
                <a:lnTo>
                  <a:pt x="241529" y="9098"/>
                </a:lnTo>
                <a:lnTo>
                  <a:pt x="263706" y="0"/>
                </a:lnTo>
                <a:lnTo>
                  <a:pt x="267361" y="0"/>
                </a:lnTo>
                <a:lnTo>
                  <a:pt x="267361" y="86107"/>
                </a:lnTo>
                <a:cubicBezTo>
                  <a:pt x="267361" y="94790"/>
                  <a:pt x="267565" y="100089"/>
                  <a:pt x="267971" y="102003"/>
                </a:cubicBezTo>
                <a:cubicBezTo>
                  <a:pt x="268377" y="103917"/>
                  <a:pt x="269027" y="105253"/>
                  <a:pt x="269920" y="106011"/>
                </a:cubicBezTo>
                <a:cubicBezTo>
                  <a:pt x="270814" y="106768"/>
                  <a:pt x="271856" y="107146"/>
                  <a:pt x="273048" y="107146"/>
                </a:cubicBezTo>
                <a:cubicBezTo>
                  <a:pt x="274510" y="107146"/>
                  <a:pt x="276460" y="106686"/>
                  <a:pt x="278896" y="105765"/>
                </a:cubicBezTo>
                <a:lnTo>
                  <a:pt x="279790" y="108689"/>
                </a:lnTo>
                <a:lnTo>
                  <a:pt x="257695" y="117788"/>
                </a:lnTo>
                <a:lnTo>
                  <a:pt x="253958" y="117788"/>
                </a:lnTo>
                <a:lnTo>
                  <a:pt x="253958" y="107151"/>
                </a:lnTo>
                <a:moveTo>
                  <a:pt x="253958" y="101478"/>
                </a:moveTo>
                <a:lnTo>
                  <a:pt x="253958" y="63232"/>
                </a:lnTo>
                <a:cubicBezTo>
                  <a:pt x="253633" y="59558"/>
                  <a:pt x="252658" y="56209"/>
                  <a:pt x="251034" y="53185"/>
                </a:cubicBezTo>
                <a:cubicBezTo>
                  <a:pt x="249409" y="50159"/>
                  <a:pt x="247256" y="47877"/>
                  <a:pt x="244576" y="46338"/>
                </a:cubicBezTo>
                <a:cubicBezTo>
                  <a:pt x="241895" y="44798"/>
                  <a:pt x="239282" y="44028"/>
                  <a:pt x="236737" y="44028"/>
                </a:cubicBezTo>
                <a:cubicBezTo>
                  <a:pt x="231971" y="44028"/>
                  <a:pt x="227720" y="46162"/>
                  <a:pt x="223983" y="50430"/>
                </a:cubicBezTo>
                <a:cubicBezTo>
                  <a:pt x="219055" y="56047"/>
                  <a:pt x="216591" y="64258"/>
                  <a:pt x="216591" y="75062"/>
                </a:cubicBezTo>
                <a:cubicBezTo>
                  <a:pt x="216591" y="85974"/>
                  <a:pt x="218974" y="94334"/>
                  <a:pt x="223739" y="100142"/>
                </a:cubicBezTo>
                <a:cubicBezTo>
                  <a:pt x="228505" y="105949"/>
                  <a:pt x="233812" y="108852"/>
                  <a:pt x="239661" y="108852"/>
                </a:cubicBezTo>
                <a:cubicBezTo>
                  <a:pt x="244589" y="108852"/>
                  <a:pt x="249355" y="106394"/>
                  <a:pt x="253958" y="101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0F08A-57F7-4E85-AEE4-803CF8DC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604" y="2253775"/>
            <a:ext cx="656578" cy="94668"/>
          </a:xfrm>
          <a:custGeom xmlns:a="http://schemas.openxmlformats.org/drawingml/2006/main">
            <a:pathLst>
              <a:path w="656578" h="94668">
                <a:moveTo>
                  <a:pt x="622930" y="53249"/>
                </a:moveTo>
                <a:lnTo>
                  <a:pt x="570803" y="83656"/>
                </a:lnTo>
                <a:lnTo>
                  <a:pt x="569370" y="84828"/>
                </a:lnTo>
                <a:lnTo>
                  <a:pt x="568364" y="86391"/>
                </a:lnTo>
                <a:lnTo>
                  <a:pt x="567902" y="88179"/>
                </a:lnTo>
                <a:lnTo>
                  <a:pt x="568008" y="90038"/>
                </a:lnTo>
                <a:lnTo>
                  <a:pt x="568671" y="91755"/>
                </a:lnTo>
                <a:lnTo>
                  <a:pt x="569844" y="93188"/>
                </a:lnTo>
                <a:lnTo>
                  <a:pt x="571407" y="94194"/>
                </a:lnTo>
                <a:lnTo>
                  <a:pt x="573195" y="94668"/>
                </a:lnTo>
                <a:lnTo>
                  <a:pt x="575042" y="94561"/>
                </a:lnTo>
                <a:lnTo>
                  <a:pt x="576771" y="93887"/>
                </a:lnTo>
                <a:lnTo>
                  <a:pt x="656578" y="47328"/>
                </a:lnTo>
                <a:lnTo>
                  <a:pt x="576771" y="770"/>
                </a:lnTo>
                <a:lnTo>
                  <a:pt x="575042" y="107"/>
                </a:lnTo>
                <a:lnTo>
                  <a:pt x="573195" y="0"/>
                </a:lnTo>
                <a:lnTo>
                  <a:pt x="571407" y="474"/>
                </a:lnTo>
                <a:lnTo>
                  <a:pt x="569844" y="1468"/>
                </a:lnTo>
                <a:lnTo>
                  <a:pt x="568671" y="2901"/>
                </a:lnTo>
                <a:lnTo>
                  <a:pt x="568008" y="4630"/>
                </a:lnTo>
                <a:lnTo>
                  <a:pt x="567902" y="6477"/>
                </a:lnTo>
                <a:lnTo>
                  <a:pt x="568364" y="8277"/>
                </a:lnTo>
                <a:lnTo>
                  <a:pt x="569370" y="9828"/>
                </a:lnTo>
                <a:lnTo>
                  <a:pt x="570803" y="11000"/>
                </a:lnTo>
                <a:lnTo>
                  <a:pt x="622930" y="41408"/>
                </a:lnTo>
                <a:lnTo>
                  <a:pt x="33660" y="41408"/>
                </a:lnTo>
                <a:lnTo>
                  <a:pt x="85787" y="11000"/>
                </a:lnTo>
                <a:lnTo>
                  <a:pt x="87220" y="9828"/>
                </a:lnTo>
                <a:lnTo>
                  <a:pt x="88215" y="8277"/>
                </a:lnTo>
                <a:lnTo>
                  <a:pt x="88688" y="6477"/>
                </a:lnTo>
                <a:lnTo>
                  <a:pt x="88582" y="4630"/>
                </a:lnTo>
                <a:lnTo>
                  <a:pt x="87919" y="2901"/>
                </a:lnTo>
                <a:lnTo>
                  <a:pt x="86746" y="1468"/>
                </a:lnTo>
                <a:lnTo>
                  <a:pt x="85183" y="474"/>
                </a:lnTo>
                <a:lnTo>
                  <a:pt x="83396" y="0"/>
                </a:lnTo>
                <a:lnTo>
                  <a:pt x="81548" y="107"/>
                </a:lnTo>
                <a:lnTo>
                  <a:pt x="79820" y="770"/>
                </a:lnTo>
                <a:lnTo>
                  <a:pt x="0" y="47328"/>
                </a:lnTo>
                <a:lnTo>
                  <a:pt x="79820" y="93887"/>
                </a:lnTo>
                <a:lnTo>
                  <a:pt x="81548" y="94561"/>
                </a:lnTo>
                <a:lnTo>
                  <a:pt x="83396" y="94668"/>
                </a:lnTo>
                <a:lnTo>
                  <a:pt x="85183" y="94194"/>
                </a:lnTo>
                <a:lnTo>
                  <a:pt x="86746" y="93188"/>
                </a:lnTo>
                <a:lnTo>
                  <a:pt x="87919" y="91755"/>
                </a:lnTo>
                <a:lnTo>
                  <a:pt x="88582" y="90038"/>
                </a:lnTo>
                <a:lnTo>
                  <a:pt x="88688" y="88179"/>
                </a:lnTo>
                <a:lnTo>
                  <a:pt x="88215" y="86391"/>
                </a:lnTo>
                <a:lnTo>
                  <a:pt x="87220" y="84828"/>
                </a:lnTo>
                <a:lnTo>
                  <a:pt x="85787" y="83656"/>
                </a:lnTo>
                <a:lnTo>
                  <a:pt x="33660" y="53249"/>
                </a:lnTo>
                <a:lnTo>
                  <a:pt x="622930" y="53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727cabe584f16"/>
          <a:stretch xmlns:a="http://schemas.openxmlformats.org/drawingml/2006/main"/>
        </p:blipFill>
        <p:spPr>
          <a:xfrm xmlns:a="http://schemas.openxmlformats.org/drawingml/2006/main">
            <a:off x="5445025" y="2132690"/>
            <a:ext cx="341018" cy="341018"/>
          </a:xfrm>
          <a:prstGeom xmlns:a="http://schemas.openxmlformats.org/drawingml/2006/main" prst="rect">
            <a:avLst/>
          </a:prstGeom>
        </p:spPr>
      </p:pic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47BBA-8D43-4462-AD90-49A920B3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912" y="3011593"/>
            <a:ext cx="659160" cy="94668"/>
          </a:xfrm>
          <a:custGeom xmlns:a="http://schemas.openxmlformats.org/drawingml/2006/main">
            <a:pathLst>
              <a:path w="659160" h="94668">
                <a:moveTo>
                  <a:pt x="88215" y="8277"/>
                </a:moveTo>
                <a:lnTo>
                  <a:pt x="88688" y="6489"/>
                </a:lnTo>
                <a:lnTo>
                  <a:pt x="88582" y="4630"/>
                </a:lnTo>
                <a:lnTo>
                  <a:pt x="87907" y="2913"/>
                </a:lnTo>
                <a:lnTo>
                  <a:pt x="86735" y="1480"/>
                </a:lnTo>
                <a:lnTo>
                  <a:pt x="85172" y="474"/>
                </a:lnTo>
                <a:lnTo>
                  <a:pt x="83384" y="0"/>
                </a:lnTo>
                <a:lnTo>
                  <a:pt x="81536" y="107"/>
                </a:lnTo>
                <a:lnTo>
                  <a:pt x="79808" y="781"/>
                </a:lnTo>
                <a:lnTo>
                  <a:pt x="0" y="47340"/>
                </a:lnTo>
                <a:lnTo>
                  <a:pt x="79808" y="93887"/>
                </a:lnTo>
                <a:lnTo>
                  <a:pt x="81536" y="94561"/>
                </a:lnTo>
                <a:lnTo>
                  <a:pt x="83384" y="94668"/>
                </a:lnTo>
                <a:lnTo>
                  <a:pt x="85172" y="94194"/>
                </a:lnTo>
                <a:lnTo>
                  <a:pt x="86735" y="93200"/>
                </a:lnTo>
                <a:lnTo>
                  <a:pt x="87907" y="91767"/>
                </a:lnTo>
                <a:lnTo>
                  <a:pt x="88582" y="90038"/>
                </a:lnTo>
                <a:lnTo>
                  <a:pt x="88688" y="88191"/>
                </a:lnTo>
                <a:lnTo>
                  <a:pt x="88215" y="86391"/>
                </a:lnTo>
                <a:lnTo>
                  <a:pt x="87208" y="84840"/>
                </a:lnTo>
                <a:lnTo>
                  <a:pt x="85776" y="83668"/>
                </a:lnTo>
                <a:lnTo>
                  <a:pt x="33648" y="53260"/>
                </a:lnTo>
                <a:lnTo>
                  <a:pt x="625511" y="53260"/>
                </a:lnTo>
                <a:lnTo>
                  <a:pt x="573384" y="83668"/>
                </a:lnTo>
                <a:lnTo>
                  <a:pt x="571951" y="84840"/>
                </a:lnTo>
                <a:lnTo>
                  <a:pt x="570945" y="86391"/>
                </a:lnTo>
                <a:lnTo>
                  <a:pt x="570471" y="88191"/>
                </a:lnTo>
                <a:lnTo>
                  <a:pt x="570578" y="90038"/>
                </a:lnTo>
                <a:lnTo>
                  <a:pt x="571253" y="91767"/>
                </a:lnTo>
                <a:lnTo>
                  <a:pt x="572425" y="93200"/>
                </a:lnTo>
                <a:lnTo>
                  <a:pt x="573988" y="94194"/>
                </a:lnTo>
                <a:lnTo>
                  <a:pt x="575776" y="94668"/>
                </a:lnTo>
                <a:lnTo>
                  <a:pt x="577623" y="94561"/>
                </a:lnTo>
                <a:lnTo>
                  <a:pt x="579352" y="93887"/>
                </a:lnTo>
                <a:lnTo>
                  <a:pt x="659160" y="47340"/>
                </a:lnTo>
                <a:lnTo>
                  <a:pt x="579352" y="781"/>
                </a:lnTo>
                <a:lnTo>
                  <a:pt x="577623" y="107"/>
                </a:lnTo>
                <a:lnTo>
                  <a:pt x="575776" y="0"/>
                </a:lnTo>
                <a:lnTo>
                  <a:pt x="573988" y="474"/>
                </a:lnTo>
                <a:lnTo>
                  <a:pt x="572425" y="1480"/>
                </a:lnTo>
                <a:lnTo>
                  <a:pt x="571253" y="2913"/>
                </a:lnTo>
                <a:lnTo>
                  <a:pt x="570578" y="4630"/>
                </a:lnTo>
                <a:lnTo>
                  <a:pt x="570471" y="6489"/>
                </a:lnTo>
                <a:lnTo>
                  <a:pt x="570945" y="8277"/>
                </a:lnTo>
                <a:lnTo>
                  <a:pt x="571951" y="9828"/>
                </a:lnTo>
                <a:lnTo>
                  <a:pt x="573384" y="11000"/>
                </a:lnTo>
                <a:lnTo>
                  <a:pt x="625532" y="41419"/>
                </a:lnTo>
                <a:lnTo>
                  <a:pt x="33628" y="41419"/>
                </a:lnTo>
                <a:lnTo>
                  <a:pt x="85776" y="11000"/>
                </a:lnTo>
                <a:lnTo>
                  <a:pt x="87208" y="9828"/>
                </a:lnTo>
                <a:lnTo>
                  <a:pt x="88215" y="82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⑥">
            <a:extLst xmlns:a="http://schemas.openxmlformats.org/drawingml/2006/main">
              <a:ext uri="{FF2B5EF4-FFF2-40B4-BE49-F238E27FC236}">
                <a16:creationId xmlns:a16="http://schemas.microsoft.com/office/drawing/2014/main" id="{F631FEAB-AECD-4B33-AFA2-C95206D8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936" y="2849258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CAN">
            <a:extLst xmlns:a="http://schemas.openxmlformats.org/drawingml/2006/main">
              <a:ext uri="{FF2B5EF4-FFF2-40B4-BE49-F238E27FC236}">
                <a16:creationId xmlns:a16="http://schemas.microsoft.com/office/drawing/2014/main" id="{E2134CDE-06F7-4BAD-9424-5A8E949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838" y="2859113"/>
            <a:ext cx="342082" cy="115026"/>
          </a:xfrm>
          <a:custGeom xmlns:a="http://schemas.openxmlformats.org/drawingml/2006/main">
            <a:pathLst>
              <a:path w="342082" h="115026">
                <a:moveTo>
                  <a:pt x="94149" y="0"/>
                </a:moveTo>
                <a:lnTo>
                  <a:pt x="96667" y="37530"/>
                </a:lnTo>
                <a:lnTo>
                  <a:pt x="94149" y="37530"/>
                </a:lnTo>
                <a:cubicBezTo>
                  <a:pt x="90791" y="26291"/>
                  <a:pt x="85998" y="18201"/>
                  <a:pt x="79771" y="13261"/>
                </a:cubicBezTo>
                <a:cubicBezTo>
                  <a:pt x="73543" y="8320"/>
                  <a:pt x="66069" y="5849"/>
                  <a:pt x="57350" y="5849"/>
                </a:cubicBezTo>
                <a:cubicBezTo>
                  <a:pt x="50039" y="5849"/>
                  <a:pt x="43432" y="7701"/>
                  <a:pt x="37530" y="11406"/>
                </a:cubicBezTo>
                <a:cubicBezTo>
                  <a:pt x="31627" y="15108"/>
                  <a:pt x="26983" y="21016"/>
                  <a:pt x="23598" y="29127"/>
                </a:cubicBezTo>
                <a:cubicBezTo>
                  <a:pt x="20213" y="37237"/>
                  <a:pt x="18521" y="47320"/>
                  <a:pt x="18521" y="59376"/>
                </a:cubicBezTo>
                <a:cubicBezTo>
                  <a:pt x="18521" y="69325"/>
                  <a:pt x="20119" y="77950"/>
                  <a:pt x="23314" y="85249"/>
                </a:cubicBezTo>
                <a:cubicBezTo>
                  <a:pt x="26509" y="92548"/>
                  <a:pt x="31315" y="98144"/>
                  <a:pt x="37733" y="102039"/>
                </a:cubicBezTo>
                <a:cubicBezTo>
                  <a:pt x="44150" y="105931"/>
                  <a:pt x="51475" y="107877"/>
                  <a:pt x="59706" y="107877"/>
                </a:cubicBezTo>
                <a:cubicBezTo>
                  <a:pt x="66855" y="107877"/>
                  <a:pt x="73164" y="106342"/>
                  <a:pt x="78633" y="103272"/>
                </a:cubicBezTo>
                <a:cubicBezTo>
                  <a:pt x="84103" y="100201"/>
                  <a:pt x="90114" y="94100"/>
                  <a:pt x="96667" y="84970"/>
                </a:cubicBezTo>
                <a:lnTo>
                  <a:pt x="99185" y="86594"/>
                </a:lnTo>
                <a:cubicBezTo>
                  <a:pt x="93661" y="96425"/>
                  <a:pt x="87217" y="103622"/>
                  <a:pt x="79852" y="108184"/>
                </a:cubicBezTo>
                <a:cubicBezTo>
                  <a:pt x="72487" y="112745"/>
                  <a:pt x="63741" y="115026"/>
                  <a:pt x="53614" y="115026"/>
                </a:cubicBezTo>
                <a:cubicBezTo>
                  <a:pt x="35363" y="115026"/>
                  <a:pt x="21229" y="108266"/>
                  <a:pt x="11210" y="94745"/>
                </a:cubicBezTo>
                <a:cubicBezTo>
                  <a:pt x="3737" y="84688"/>
                  <a:pt x="0" y="72845"/>
                  <a:pt x="0" y="59216"/>
                </a:cubicBezTo>
                <a:cubicBezTo>
                  <a:pt x="0" y="48238"/>
                  <a:pt x="2464" y="38152"/>
                  <a:pt x="7392" y="28959"/>
                </a:cubicBezTo>
                <a:cubicBezTo>
                  <a:pt x="12320" y="19767"/>
                  <a:pt x="19103" y="12642"/>
                  <a:pt x="27741" y="7585"/>
                </a:cubicBezTo>
                <a:cubicBezTo>
                  <a:pt x="36379" y="2528"/>
                  <a:pt x="45815" y="0"/>
                  <a:pt x="56051" y="0"/>
                </a:cubicBezTo>
                <a:cubicBezTo>
                  <a:pt x="64011" y="0"/>
                  <a:pt x="71864" y="1950"/>
                  <a:pt x="79608" y="5849"/>
                </a:cubicBezTo>
                <a:cubicBezTo>
                  <a:pt x="81883" y="7040"/>
                  <a:pt x="83507" y="7636"/>
                  <a:pt x="84482" y="7636"/>
                </a:cubicBezTo>
                <a:cubicBezTo>
                  <a:pt x="85944" y="7636"/>
                  <a:pt x="87217" y="7121"/>
                  <a:pt x="88300" y="6092"/>
                </a:cubicBezTo>
                <a:cubicBezTo>
                  <a:pt x="89708" y="4630"/>
                  <a:pt x="90710" y="2599"/>
                  <a:pt x="91306" y="0"/>
                </a:cubicBezTo>
                <a:lnTo>
                  <a:pt x="94149" y="0"/>
                </a:lnTo>
                <a:close/>
                <a:moveTo>
                  <a:pt x="180816" y="75709"/>
                </a:moveTo>
                <a:lnTo>
                  <a:pt x="138169" y="75709"/>
                </a:lnTo>
                <a:lnTo>
                  <a:pt x="130696" y="93093"/>
                </a:lnTo>
                <a:cubicBezTo>
                  <a:pt x="128854" y="97351"/>
                  <a:pt x="127934" y="100530"/>
                  <a:pt x="127934" y="102630"/>
                </a:cubicBezTo>
                <a:cubicBezTo>
                  <a:pt x="127934" y="104302"/>
                  <a:pt x="128733" y="105771"/>
                  <a:pt x="130330" y="107037"/>
                </a:cubicBezTo>
                <a:cubicBezTo>
                  <a:pt x="131928" y="108303"/>
                  <a:pt x="135380" y="109124"/>
                  <a:pt x="140687" y="109502"/>
                </a:cubicBezTo>
                <a:lnTo>
                  <a:pt x="140687" y="112589"/>
                </a:lnTo>
                <a:lnTo>
                  <a:pt x="106001" y="112589"/>
                </a:lnTo>
                <a:lnTo>
                  <a:pt x="106001" y="109502"/>
                </a:lnTo>
                <a:cubicBezTo>
                  <a:pt x="110604" y="108691"/>
                  <a:pt x="113583" y="107638"/>
                  <a:pt x="114937" y="106341"/>
                </a:cubicBezTo>
                <a:cubicBezTo>
                  <a:pt x="117698" y="103747"/>
                  <a:pt x="120758" y="98479"/>
                  <a:pt x="124116" y="90536"/>
                </a:cubicBezTo>
                <a:lnTo>
                  <a:pt x="162864" y="0"/>
                </a:lnTo>
                <a:lnTo>
                  <a:pt x="165707" y="0"/>
                </a:lnTo>
                <a:lnTo>
                  <a:pt x="204049" y="91549"/>
                </a:lnTo>
                <a:cubicBezTo>
                  <a:pt x="207136" y="98881"/>
                  <a:pt x="209938" y="103639"/>
                  <a:pt x="212456" y="105823"/>
                </a:cubicBezTo>
                <a:cubicBezTo>
                  <a:pt x="214975" y="108007"/>
                  <a:pt x="218481" y="109233"/>
                  <a:pt x="222976" y="109502"/>
                </a:cubicBezTo>
                <a:lnTo>
                  <a:pt x="222976" y="112589"/>
                </a:lnTo>
                <a:lnTo>
                  <a:pt x="179517" y="112589"/>
                </a:lnTo>
                <a:lnTo>
                  <a:pt x="179517" y="109502"/>
                </a:lnTo>
                <a:cubicBezTo>
                  <a:pt x="183903" y="109287"/>
                  <a:pt x="186868" y="108559"/>
                  <a:pt x="188412" y="107319"/>
                </a:cubicBezTo>
                <a:cubicBezTo>
                  <a:pt x="189955" y="106078"/>
                  <a:pt x="190727" y="104569"/>
                  <a:pt x="190727" y="102790"/>
                </a:cubicBezTo>
                <a:cubicBezTo>
                  <a:pt x="190727" y="100417"/>
                  <a:pt x="189644" y="96670"/>
                  <a:pt x="187477" y="91549"/>
                </a:cubicBezTo>
                <a:lnTo>
                  <a:pt x="180816" y="75709"/>
                </a:lnTo>
                <a:moveTo>
                  <a:pt x="178542" y="69698"/>
                </a:moveTo>
                <a:lnTo>
                  <a:pt x="159858" y="25182"/>
                </a:lnTo>
                <a:lnTo>
                  <a:pt x="140687" y="69698"/>
                </a:lnTo>
                <a:lnTo>
                  <a:pt x="178542" y="69698"/>
                </a:lnTo>
                <a:close/>
                <a:moveTo>
                  <a:pt x="222101" y="2437"/>
                </a:moveTo>
                <a:lnTo>
                  <a:pt x="251995" y="2437"/>
                </a:lnTo>
                <a:lnTo>
                  <a:pt x="319337" y="85051"/>
                </a:lnTo>
                <a:lnTo>
                  <a:pt x="319337" y="21608"/>
                </a:lnTo>
                <a:cubicBezTo>
                  <a:pt x="319337" y="14839"/>
                  <a:pt x="318579" y="10614"/>
                  <a:pt x="317063" y="8936"/>
                </a:cubicBezTo>
                <a:cubicBezTo>
                  <a:pt x="315059" y="6661"/>
                  <a:pt x="311891" y="5524"/>
                  <a:pt x="307558" y="5524"/>
                </a:cubicBezTo>
                <a:lnTo>
                  <a:pt x="303740" y="5524"/>
                </a:lnTo>
                <a:lnTo>
                  <a:pt x="303740" y="2437"/>
                </a:lnTo>
                <a:lnTo>
                  <a:pt x="342082" y="2437"/>
                </a:lnTo>
                <a:lnTo>
                  <a:pt x="342082" y="5524"/>
                </a:lnTo>
                <a:lnTo>
                  <a:pt x="338183" y="5524"/>
                </a:lnTo>
                <a:cubicBezTo>
                  <a:pt x="333526" y="5524"/>
                  <a:pt x="330222" y="6932"/>
                  <a:pt x="328273" y="9748"/>
                </a:cubicBezTo>
                <a:cubicBezTo>
                  <a:pt x="327081" y="11481"/>
                  <a:pt x="326486" y="15434"/>
                  <a:pt x="326486" y="21608"/>
                </a:cubicBezTo>
                <a:lnTo>
                  <a:pt x="326486" y="114376"/>
                </a:lnTo>
                <a:lnTo>
                  <a:pt x="323561" y="114376"/>
                </a:lnTo>
                <a:lnTo>
                  <a:pt x="250939" y="25634"/>
                </a:lnTo>
                <a:lnTo>
                  <a:pt x="250939" y="93418"/>
                </a:lnTo>
                <a:cubicBezTo>
                  <a:pt x="250939" y="100187"/>
                  <a:pt x="251670" y="104411"/>
                  <a:pt x="253132" y="106090"/>
                </a:cubicBezTo>
                <a:cubicBezTo>
                  <a:pt x="255190" y="108365"/>
                  <a:pt x="258358" y="109502"/>
                  <a:pt x="262637" y="109502"/>
                </a:cubicBezTo>
                <a:lnTo>
                  <a:pt x="266536" y="109502"/>
                </a:lnTo>
                <a:lnTo>
                  <a:pt x="266536" y="112589"/>
                </a:lnTo>
                <a:lnTo>
                  <a:pt x="228194" y="112589"/>
                </a:lnTo>
                <a:lnTo>
                  <a:pt x="228194" y="109502"/>
                </a:lnTo>
                <a:lnTo>
                  <a:pt x="232012" y="109502"/>
                </a:lnTo>
                <a:cubicBezTo>
                  <a:pt x="236723" y="109502"/>
                  <a:pt x="240054" y="108094"/>
                  <a:pt x="242003" y="105278"/>
                </a:cubicBezTo>
                <a:cubicBezTo>
                  <a:pt x="243195" y="103545"/>
                  <a:pt x="243791" y="99591"/>
                  <a:pt x="243791" y="93418"/>
                </a:cubicBezTo>
                <a:lnTo>
                  <a:pt x="243791" y="16896"/>
                </a:lnTo>
                <a:cubicBezTo>
                  <a:pt x="240595" y="13187"/>
                  <a:pt x="238172" y="10740"/>
                  <a:pt x="236520" y="9558"/>
                </a:cubicBezTo>
                <a:cubicBezTo>
                  <a:pt x="234869" y="8375"/>
                  <a:pt x="232445" y="7272"/>
                  <a:pt x="229250" y="6250"/>
                </a:cubicBezTo>
                <a:cubicBezTo>
                  <a:pt x="227679" y="5766"/>
                  <a:pt x="225297" y="5524"/>
                  <a:pt x="222101" y="5524"/>
                </a:cubicBezTo>
                <a:lnTo>
                  <a:pt x="222101" y="24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7a23c642f43c2"/>
          <a:stretch xmlns:a="http://schemas.openxmlformats.org/drawingml/2006/main"/>
        </p:blipFill>
        <p:spPr>
          <a:xfrm xmlns:a="http://schemas.openxmlformats.org/drawingml/2006/main">
            <a:off x="5405239" y="2878667"/>
            <a:ext cx="403538" cy="403538"/>
          </a:xfrm>
          <a:prstGeom xmlns:a="http://schemas.openxmlformats.org/drawingml/2006/main" prst="rect">
            <a:avLst/>
          </a:prstGeom>
        </p:spPr>
      </p:pic>
      <p:sp>
        <p:nvSpPr>
          <p:cNvPr id="115" name="Text ⑧">
            <a:extLst xmlns:a="http://schemas.openxmlformats.org/drawingml/2006/main">
              <a:ext uri="{FF2B5EF4-FFF2-40B4-BE49-F238E27FC236}">
                <a16:creationId xmlns:a16="http://schemas.microsoft.com/office/drawing/2014/main" id="{3F1549A9-890C-481D-BC5D-12741EE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140" y="3301297"/>
            <a:ext cx="158046" cy="158046"/>
          </a:xfrm>
          <a:custGeom xmlns:a="http://schemas.openxmlformats.org/drawingml/2006/main">
            <a:pathLst>
              <a:path w="158046" h="158046">
                <a:moveTo>
                  <a:pt x="42756" y="108136"/>
                </a:moveTo>
                <a:cubicBezTo>
                  <a:pt x="42756" y="104809"/>
                  <a:pt x="43366" y="101510"/>
                  <a:pt x="44584" y="98238"/>
                </a:cubicBezTo>
                <a:cubicBezTo>
                  <a:pt x="45804" y="94965"/>
                  <a:pt x="47579" y="91943"/>
                  <a:pt x="49907" y="89171"/>
                </a:cubicBezTo>
                <a:cubicBezTo>
                  <a:pt x="52238" y="86397"/>
                  <a:pt x="55122" y="83929"/>
                  <a:pt x="58559" y="81766"/>
                </a:cubicBezTo>
                <a:cubicBezTo>
                  <a:pt x="61998" y="79603"/>
                  <a:pt x="65936" y="77967"/>
                  <a:pt x="70373" y="76859"/>
                </a:cubicBezTo>
                <a:cubicBezTo>
                  <a:pt x="67268" y="76749"/>
                  <a:pt x="64356" y="76056"/>
                  <a:pt x="61638" y="74780"/>
                </a:cubicBezTo>
                <a:cubicBezTo>
                  <a:pt x="58920" y="73504"/>
                  <a:pt x="56535" y="71729"/>
                  <a:pt x="54484" y="69457"/>
                </a:cubicBezTo>
                <a:cubicBezTo>
                  <a:pt x="52433" y="67182"/>
                  <a:pt x="50825" y="64409"/>
                  <a:pt x="49659" y="61138"/>
                </a:cubicBezTo>
                <a:cubicBezTo>
                  <a:pt x="48494" y="57867"/>
                  <a:pt x="47912" y="54179"/>
                  <a:pt x="47912" y="50075"/>
                </a:cubicBezTo>
                <a:cubicBezTo>
                  <a:pt x="47912" y="47191"/>
                  <a:pt x="48466" y="44169"/>
                  <a:pt x="49575" y="41007"/>
                </a:cubicBezTo>
                <a:cubicBezTo>
                  <a:pt x="50685" y="37846"/>
                  <a:pt x="52460" y="34962"/>
                  <a:pt x="54901" y="32356"/>
                </a:cubicBezTo>
                <a:cubicBezTo>
                  <a:pt x="57341" y="29750"/>
                  <a:pt x="60502" y="27615"/>
                  <a:pt x="64382" y="25951"/>
                </a:cubicBezTo>
                <a:cubicBezTo>
                  <a:pt x="68264" y="24288"/>
                  <a:pt x="72978" y="23456"/>
                  <a:pt x="78524" y="23456"/>
                </a:cubicBezTo>
                <a:cubicBezTo>
                  <a:pt x="84180" y="23456"/>
                  <a:pt x="88921" y="24344"/>
                  <a:pt x="92748" y="26119"/>
                </a:cubicBezTo>
                <a:cubicBezTo>
                  <a:pt x="96574" y="27892"/>
                  <a:pt x="99651" y="30082"/>
                  <a:pt x="101980" y="32689"/>
                </a:cubicBezTo>
                <a:cubicBezTo>
                  <a:pt x="104311" y="35295"/>
                  <a:pt x="105974" y="38096"/>
                  <a:pt x="106971" y="41091"/>
                </a:cubicBezTo>
                <a:cubicBezTo>
                  <a:pt x="107969" y="44085"/>
                  <a:pt x="108469" y="46858"/>
                  <a:pt x="108469" y="49410"/>
                </a:cubicBezTo>
                <a:cubicBezTo>
                  <a:pt x="108469" y="53957"/>
                  <a:pt x="107776" y="57839"/>
                  <a:pt x="106390" y="61057"/>
                </a:cubicBezTo>
                <a:cubicBezTo>
                  <a:pt x="105004" y="64272"/>
                  <a:pt x="103229" y="66989"/>
                  <a:pt x="101066" y="69208"/>
                </a:cubicBezTo>
                <a:cubicBezTo>
                  <a:pt x="98903" y="71425"/>
                  <a:pt x="96546" y="73143"/>
                  <a:pt x="93994" y="74364"/>
                </a:cubicBezTo>
                <a:cubicBezTo>
                  <a:pt x="91444" y="75584"/>
                  <a:pt x="89004" y="76416"/>
                  <a:pt x="86675" y="76859"/>
                </a:cubicBezTo>
                <a:cubicBezTo>
                  <a:pt x="92110" y="77967"/>
                  <a:pt x="96629" y="79631"/>
                  <a:pt x="100234" y="81850"/>
                </a:cubicBezTo>
                <a:cubicBezTo>
                  <a:pt x="103838" y="84068"/>
                  <a:pt x="106722" y="86565"/>
                  <a:pt x="108885" y="89338"/>
                </a:cubicBezTo>
                <a:cubicBezTo>
                  <a:pt x="111048" y="92110"/>
                  <a:pt x="112601" y="95021"/>
                  <a:pt x="113543" y="98071"/>
                </a:cubicBezTo>
                <a:cubicBezTo>
                  <a:pt x="114486" y="101120"/>
                  <a:pt x="114957" y="104032"/>
                  <a:pt x="114957" y="106806"/>
                </a:cubicBezTo>
                <a:cubicBezTo>
                  <a:pt x="114957" y="110355"/>
                  <a:pt x="114430" y="113932"/>
                  <a:pt x="113376" y="117536"/>
                </a:cubicBezTo>
                <a:cubicBezTo>
                  <a:pt x="112323" y="121141"/>
                  <a:pt x="110438" y="124440"/>
                  <a:pt x="107720" y="127434"/>
                </a:cubicBezTo>
                <a:cubicBezTo>
                  <a:pt x="105004" y="130429"/>
                  <a:pt x="101288" y="132870"/>
                  <a:pt x="96573" y="134755"/>
                </a:cubicBezTo>
                <a:cubicBezTo>
                  <a:pt x="91860" y="136640"/>
                  <a:pt x="85844" y="137583"/>
                  <a:pt x="78524" y="137583"/>
                </a:cubicBezTo>
                <a:cubicBezTo>
                  <a:pt x="72202" y="137583"/>
                  <a:pt x="66795" y="136806"/>
                  <a:pt x="62303" y="135253"/>
                </a:cubicBezTo>
                <a:cubicBezTo>
                  <a:pt x="57812" y="133701"/>
                  <a:pt x="54124" y="131566"/>
                  <a:pt x="51240" y="128848"/>
                </a:cubicBezTo>
                <a:cubicBezTo>
                  <a:pt x="48356" y="126132"/>
                  <a:pt x="46221" y="122999"/>
                  <a:pt x="44835" y="119450"/>
                </a:cubicBezTo>
                <a:cubicBezTo>
                  <a:pt x="43449" y="115900"/>
                  <a:pt x="42756" y="112128"/>
                  <a:pt x="42756" y="108136"/>
                </a:cubicBezTo>
                <a:moveTo>
                  <a:pt x="103810" y="106806"/>
                </a:moveTo>
                <a:cubicBezTo>
                  <a:pt x="103810" y="104697"/>
                  <a:pt x="103311" y="102174"/>
                  <a:pt x="102313" y="99236"/>
                </a:cubicBezTo>
                <a:cubicBezTo>
                  <a:pt x="101316" y="96296"/>
                  <a:pt x="99763" y="93496"/>
                  <a:pt x="97655" y="90834"/>
                </a:cubicBezTo>
                <a:cubicBezTo>
                  <a:pt x="95548" y="88171"/>
                  <a:pt x="92913" y="85898"/>
                  <a:pt x="89752" y="84012"/>
                </a:cubicBezTo>
                <a:cubicBezTo>
                  <a:pt x="86592" y="82127"/>
                  <a:pt x="82850" y="81185"/>
                  <a:pt x="78524" y="81185"/>
                </a:cubicBezTo>
                <a:cubicBezTo>
                  <a:pt x="74420" y="81185"/>
                  <a:pt x="70816" y="81989"/>
                  <a:pt x="67710" y="83599"/>
                </a:cubicBezTo>
                <a:cubicBezTo>
                  <a:pt x="64605" y="85206"/>
                  <a:pt x="62025" y="87258"/>
                  <a:pt x="59973" y="89755"/>
                </a:cubicBezTo>
                <a:cubicBezTo>
                  <a:pt x="57922" y="92249"/>
                  <a:pt x="56397" y="95077"/>
                  <a:pt x="55398" y="98238"/>
                </a:cubicBezTo>
                <a:cubicBezTo>
                  <a:pt x="54401" y="101398"/>
                  <a:pt x="53903" y="104476"/>
                  <a:pt x="53903" y="107471"/>
                </a:cubicBezTo>
                <a:cubicBezTo>
                  <a:pt x="53903" y="110021"/>
                  <a:pt x="54264" y="112794"/>
                  <a:pt x="54984" y="115790"/>
                </a:cubicBezTo>
                <a:cubicBezTo>
                  <a:pt x="55705" y="118784"/>
                  <a:pt x="57009" y="121556"/>
                  <a:pt x="58894" y="124106"/>
                </a:cubicBezTo>
                <a:cubicBezTo>
                  <a:pt x="60779" y="126658"/>
                  <a:pt x="63302" y="128793"/>
                  <a:pt x="66461" y="130511"/>
                </a:cubicBezTo>
                <a:cubicBezTo>
                  <a:pt x="69622" y="132230"/>
                  <a:pt x="73643" y="133090"/>
                  <a:pt x="78524" y="133090"/>
                </a:cubicBezTo>
                <a:cubicBezTo>
                  <a:pt x="82850" y="133090"/>
                  <a:pt x="86620" y="132341"/>
                  <a:pt x="89836" y="130843"/>
                </a:cubicBezTo>
                <a:cubicBezTo>
                  <a:pt x="93053" y="129347"/>
                  <a:pt x="95687" y="127379"/>
                  <a:pt x="97738" y="124939"/>
                </a:cubicBezTo>
                <a:cubicBezTo>
                  <a:pt x="99791" y="122498"/>
                  <a:pt x="101316" y="119698"/>
                  <a:pt x="102313" y="116539"/>
                </a:cubicBezTo>
                <a:cubicBezTo>
                  <a:pt x="103311" y="113377"/>
                  <a:pt x="103810" y="110133"/>
                  <a:pt x="103810" y="106806"/>
                </a:cubicBezTo>
                <a:moveTo>
                  <a:pt x="99152" y="49410"/>
                </a:moveTo>
                <a:cubicBezTo>
                  <a:pt x="99152" y="47525"/>
                  <a:pt x="98847" y="45334"/>
                  <a:pt x="98236" y="42838"/>
                </a:cubicBezTo>
                <a:cubicBezTo>
                  <a:pt x="97627" y="40341"/>
                  <a:pt x="96545" y="38013"/>
                  <a:pt x="94992" y="35852"/>
                </a:cubicBezTo>
                <a:cubicBezTo>
                  <a:pt x="93440" y="33689"/>
                  <a:pt x="91333" y="31858"/>
                  <a:pt x="88671" y="30361"/>
                </a:cubicBezTo>
                <a:cubicBezTo>
                  <a:pt x="86010" y="28863"/>
                  <a:pt x="82628" y="28114"/>
                  <a:pt x="78524" y="28114"/>
                </a:cubicBezTo>
                <a:cubicBezTo>
                  <a:pt x="74864" y="28114"/>
                  <a:pt x="71646" y="28696"/>
                  <a:pt x="68873" y="29861"/>
                </a:cubicBezTo>
                <a:cubicBezTo>
                  <a:pt x="66101" y="31025"/>
                  <a:pt x="63800" y="32578"/>
                  <a:pt x="61970" y="34519"/>
                </a:cubicBezTo>
                <a:cubicBezTo>
                  <a:pt x="60141" y="36460"/>
                  <a:pt x="58782" y="38734"/>
                  <a:pt x="57894" y="41340"/>
                </a:cubicBezTo>
                <a:cubicBezTo>
                  <a:pt x="57007" y="43946"/>
                  <a:pt x="56563" y="46636"/>
                  <a:pt x="56563" y="49410"/>
                </a:cubicBezTo>
                <a:cubicBezTo>
                  <a:pt x="56563" y="51960"/>
                  <a:pt x="56979" y="54594"/>
                  <a:pt x="57810" y="57312"/>
                </a:cubicBezTo>
                <a:cubicBezTo>
                  <a:pt x="58642" y="60028"/>
                  <a:pt x="59918" y="62524"/>
                  <a:pt x="61638" y="64798"/>
                </a:cubicBezTo>
                <a:cubicBezTo>
                  <a:pt x="63357" y="67071"/>
                  <a:pt x="65603" y="68956"/>
                  <a:pt x="68375" y="70454"/>
                </a:cubicBezTo>
                <a:cubicBezTo>
                  <a:pt x="71149" y="71952"/>
                  <a:pt x="74532" y="72701"/>
                  <a:pt x="78524" y="72701"/>
                </a:cubicBezTo>
                <a:cubicBezTo>
                  <a:pt x="81963" y="72701"/>
                  <a:pt x="84986" y="71952"/>
                  <a:pt x="87592" y="70454"/>
                </a:cubicBezTo>
                <a:cubicBezTo>
                  <a:pt x="90198" y="68956"/>
                  <a:pt x="92360" y="67043"/>
                  <a:pt x="94078" y="64715"/>
                </a:cubicBezTo>
                <a:cubicBezTo>
                  <a:pt x="95797" y="62386"/>
                  <a:pt x="97072" y="59863"/>
                  <a:pt x="97903" y="57145"/>
                </a:cubicBezTo>
                <a:cubicBezTo>
                  <a:pt x="98736" y="54427"/>
                  <a:pt x="99152" y="51849"/>
                  <a:pt x="99152" y="4941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Charging">
            <a:extLst xmlns:a="http://schemas.openxmlformats.org/drawingml/2006/main">
              <a:ext uri="{FF2B5EF4-FFF2-40B4-BE49-F238E27FC236}">
                <a16:creationId xmlns:a16="http://schemas.microsoft.com/office/drawing/2014/main" id="{AB354FFB-6332-4CFB-8F78-F16331B5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484" y="3308227"/>
            <a:ext cx="608191" cy="151418"/>
          </a:xfrm>
          <a:custGeom xmlns:a="http://schemas.openxmlformats.org/drawingml/2006/main">
            <a:pathLst>
              <a:path w="608191" h="151418">
                <a:moveTo>
                  <a:pt x="94149" y="2924"/>
                </a:moveTo>
                <a:lnTo>
                  <a:pt x="96667" y="40454"/>
                </a:lnTo>
                <a:lnTo>
                  <a:pt x="94149" y="40454"/>
                </a:lnTo>
                <a:cubicBezTo>
                  <a:pt x="90791" y="29215"/>
                  <a:pt x="85998" y="21126"/>
                  <a:pt x="79771" y="16186"/>
                </a:cubicBezTo>
                <a:cubicBezTo>
                  <a:pt x="73543" y="11244"/>
                  <a:pt x="66069" y="8773"/>
                  <a:pt x="57350" y="8773"/>
                </a:cubicBezTo>
                <a:cubicBezTo>
                  <a:pt x="50039" y="8773"/>
                  <a:pt x="43432" y="10625"/>
                  <a:pt x="37530" y="14330"/>
                </a:cubicBezTo>
                <a:cubicBezTo>
                  <a:pt x="31627" y="18033"/>
                  <a:pt x="26983" y="23940"/>
                  <a:pt x="23598" y="32051"/>
                </a:cubicBezTo>
                <a:cubicBezTo>
                  <a:pt x="20213" y="40161"/>
                  <a:pt x="18521" y="50244"/>
                  <a:pt x="18521" y="62300"/>
                </a:cubicBezTo>
                <a:cubicBezTo>
                  <a:pt x="18521" y="72250"/>
                  <a:pt x="20119" y="80874"/>
                  <a:pt x="23314" y="88173"/>
                </a:cubicBezTo>
                <a:cubicBezTo>
                  <a:pt x="26509" y="95472"/>
                  <a:pt x="31315" y="101069"/>
                  <a:pt x="37733" y="104963"/>
                </a:cubicBezTo>
                <a:cubicBezTo>
                  <a:pt x="44150" y="108855"/>
                  <a:pt x="51475" y="110802"/>
                  <a:pt x="59706" y="110802"/>
                </a:cubicBezTo>
                <a:cubicBezTo>
                  <a:pt x="66855" y="110802"/>
                  <a:pt x="73164" y="109267"/>
                  <a:pt x="78633" y="106197"/>
                </a:cubicBezTo>
                <a:cubicBezTo>
                  <a:pt x="84103" y="103125"/>
                  <a:pt x="90114" y="97024"/>
                  <a:pt x="96667" y="87894"/>
                </a:cubicBezTo>
                <a:lnTo>
                  <a:pt x="99185" y="89519"/>
                </a:lnTo>
                <a:cubicBezTo>
                  <a:pt x="93661" y="99349"/>
                  <a:pt x="87217" y="106546"/>
                  <a:pt x="79852" y="111109"/>
                </a:cubicBezTo>
                <a:cubicBezTo>
                  <a:pt x="72487" y="115670"/>
                  <a:pt x="63741" y="117950"/>
                  <a:pt x="53614" y="117950"/>
                </a:cubicBezTo>
                <a:cubicBezTo>
                  <a:pt x="35363" y="117950"/>
                  <a:pt x="21229" y="111190"/>
                  <a:pt x="11210" y="97670"/>
                </a:cubicBezTo>
                <a:cubicBezTo>
                  <a:pt x="3737" y="87612"/>
                  <a:pt x="0" y="75769"/>
                  <a:pt x="0" y="62141"/>
                </a:cubicBezTo>
                <a:cubicBezTo>
                  <a:pt x="0" y="51162"/>
                  <a:pt x="2464" y="41077"/>
                  <a:pt x="7392" y="31884"/>
                </a:cubicBezTo>
                <a:cubicBezTo>
                  <a:pt x="12320" y="22691"/>
                  <a:pt x="19103" y="15566"/>
                  <a:pt x="27741" y="10509"/>
                </a:cubicBezTo>
                <a:cubicBezTo>
                  <a:pt x="36379" y="5453"/>
                  <a:pt x="45815" y="2924"/>
                  <a:pt x="56051" y="2924"/>
                </a:cubicBezTo>
                <a:cubicBezTo>
                  <a:pt x="64011" y="2924"/>
                  <a:pt x="71864" y="4874"/>
                  <a:pt x="79608" y="8773"/>
                </a:cubicBezTo>
                <a:cubicBezTo>
                  <a:pt x="81883" y="9965"/>
                  <a:pt x="83507" y="10560"/>
                  <a:pt x="84482" y="10560"/>
                </a:cubicBezTo>
                <a:cubicBezTo>
                  <a:pt x="85944" y="10560"/>
                  <a:pt x="87217" y="10046"/>
                  <a:pt x="88300" y="9017"/>
                </a:cubicBezTo>
                <a:cubicBezTo>
                  <a:pt x="89708" y="7555"/>
                  <a:pt x="90710" y="5524"/>
                  <a:pt x="91306" y="2924"/>
                </a:cubicBezTo>
                <a:lnTo>
                  <a:pt x="94149" y="2924"/>
                </a:lnTo>
                <a:close/>
                <a:moveTo>
                  <a:pt x="131752" y="0"/>
                </a:moveTo>
                <a:lnTo>
                  <a:pt x="131752" y="54576"/>
                </a:lnTo>
                <a:cubicBezTo>
                  <a:pt x="137763" y="47940"/>
                  <a:pt x="142529" y="43684"/>
                  <a:pt x="146049" y="41807"/>
                </a:cubicBezTo>
                <a:cubicBezTo>
                  <a:pt x="149569" y="39930"/>
                  <a:pt x="153089" y="38992"/>
                  <a:pt x="156609" y="38992"/>
                </a:cubicBezTo>
                <a:cubicBezTo>
                  <a:pt x="160833" y="38992"/>
                  <a:pt x="164461" y="40154"/>
                  <a:pt x="167494" y="42477"/>
                </a:cubicBezTo>
                <a:cubicBezTo>
                  <a:pt x="170527" y="44799"/>
                  <a:pt x="172774" y="48444"/>
                  <a:pt x="174236" y="53413"/>
                </a:cubicBezTo>
                <a:cubicBezTo>
                  <a:pt x="175265" y="56869"/>
                  <a:pt x="175780" y="63187"/>
                  <a:pt x="175780" y="72368"/>
                </a:cubicBezTo>
                <a:lnTo>
                  <a:pt x="175780" y="98617"/>
                </a:lnTo>
                <a:cubicBezTo>
                  <a:pt x="175780" y="103355"/>
                  <a:pt x="176159" y="106596"/>
                  <a:pt x="176917" y="108339"/>
                </a:cubicBezTo>
                <a:cubicBezTo>
                  <a:pt x="177459" y="109647"/>
                  <a:pt x="178379" y="110683"/>
                  <a:pt x="179679" y="111446"/>
                </a:cubicBezTo>
                <a:cubicBezTo>
                  <a:pt x="180979" y="112208"/>
                  <a:pt x="183362" y="112589"/>
                  <a:pt x="186828" y="112589"/>
                </a:cubicBezTo>
                <a:lnTo>
                  <a:pt x="186828" y="115513"/>
                </a:lnTo>
                <a:lnTo>
                  <a:pt x="150273" y="115513"/>
                </a:lnTo>
                <a:lnTo>
                  <a:pt x="150273" y="112589"/>
                </a:lnTo>
                <a:lnTo>
                  <a:pt x="151979" y="112589"/>
                </a:lnTo>
                <a:cubicBezTo>
                  <a:pt x="155445" y="112589"/>
                  <a:pt x="157855" y="112058"/>
                  <a:pt x="159208" y="110997"/>
                </a:cubicBezTo>
                <a:cubicBezTo>
                  <a:pt x="160562" y="109934"/>
                  <a:pt x="161510" y="108368"/>
                  <a:pt x="162052" y="106298"/>
                </a:cubicBezTo>
                <a:cubicBezTo>
                  <a:pt x="162214" y="105427"/>
                  <a:pt x="162295" y="102866"/>
                  <a:pt x="162295" y="98617"/>
                </a:cubicBezTo>
                <a:lnTo>
                  <a:pt x="162295" y="72427"/>
                </a:lnTo>
                <a:cubicBezTo>
                  <a:pt x="162295" y="64342"/>
                  <a:pt x="161876" y="59034"/>
                  <a:pt x="161036" y="56502"/>
                </a:cubicBezTo>
                <a:cubicBezTo>
                  <a:pt x="160197" y="53969"/>
                  <a:pt x="158856" y="52069"/>
                  <a:pt x="157015" y="50804"/>
                </a:cubicBezTo>
                <a:cubicBezTo>
                  <a:pt x="155174" y="49536"/>
                  <a:pt x="152953" y="48902"/>
                  <a:pt x="150354" y="48902"/>
                </a:cubicBezTo>
                <a:cubicBezTo>
                  <a:pt x="147700" y="48902"/>
                  <a:pt x="144938" y="49604"/>
                  <a:pt x="142068" y="51009"/>
                </a:cubicBezTo>
                <a:cubicBezTo>
                  <a:pt x="139198" y="52414"/>
                  <a:pt x="135759" y="55250"/>
                  <a:pt x="131752" y="59518"/>
                </a:cubicBezTo>
                <a:lnTo>
                  <a:pt x="131752" y="98617"/>
                </a:lnTo>
                <a:cubicBezTo>
                  <a:pt x="131752" y="103738"/>
                  <a:pt x="132036" y="106924"/>
                  <a:pt x="132605" y="108177"/>
                </a:cubicBezTo>
                <a:cubicBezTo>
                  <a:pt x="133173" y="109429"/>
                  <a:pt x="134229" y="110477"/>
                  <a:pt x="135773" y="111322"/>
                </a:cubicBezTo>
                <a:cubicBezTo>
                  <a:pt x="137316" y="112166"/>
                  <a:pt x="139983" y="112589"/>
                  <a:pt x="143774" y="112589"/>
                </a:cubicBezTo>
                <a:lnTo>
                  <a:pt x="143774" y="115513"/>
                </a:lnTo>
                <a:lnTo>
                  <a:pt x="106894" y="115513"/>
                </a:lnTo>
                <a:lnTo>
                  <a:pt x="106894" y="112589"/>
                </a:lnTo>
                <a:cubicBezTo>
                  <a:pt x="110198" y="112589"/>
                  <a:pt x="112797" y="112071"/>
                  <a:pt x="114693" y="111035"/>
                </a:cubicBezTo>
                <a:cubicBezTo>
                  <a:pt x="115776" y="110492"/>
                  <a:pt x="116642" y="109458"/>
                  <a:pt x="117292" y="107933"/>
                </a:cubicBezTo>
                <a:cubicBezTo>
                  <a:pt x="117942" y="106407"/>
                  <a:pt x="118267" y="103301"/>
                  <a:pt x="118267" y="98617"/>
                </a:cubicBezTo>
                <a:lnTo>
                  <a:pt x="118267" y="31356"/>
                </a:lnTo>
                <a:cubicBezTo>
                  <a:pt x="118267" y="22889"/>
                  <a:pt x="118064" y="17685"/>
                  <a:pt x="117658" y="15744"/>
                </a:cubicBezTo>
                <a:cubicBezTo>
                  <a:pt x="117252" y="13803"/>
                  <a:pt x="116629" y="12481"/>
                  <a:pt x="115789" y="11779"/>
                </a:cubicBezTo>
                <a:cubicBezTo>
                  <a:pt x="114950" y="11075"/>
                  <a:pt x="113826" y="10723"/>
                  <a:pt x="112418" y="10723"/>
                </a:cubicBezTo>
                <a:cubicBezTo>
                  <a:pt x="111281" y="10723"/>
                  <a:pt x="109440" y="11156"/>
                  <a:pt x="106894" y="12022"/>
                </a:cubicBezTo>
                <a:lnTo>
                  <a:pt x="105757" y="9098"/>
                </a:lnTo>
                <a:lnTo>
                  <a:pt x="128015" y="0"/>
                </a:lnTo>
                <a:lnTo>
                  <a:pt x="131752" y="0"/>
                </a:lnTo>
                <a:close/>
                <a:moveTo>
                  <a:pt x="234946" y="104877"/>
                </a:moveTo>
                <a:cubicBezTo>
                  <a:pt x="227310" y="110778"/>
                  <a:pt x="222518" y="114188"/>
                  <a:pt x="220568" y="115107"/>
                </a:cubicBezTo>
                <a:cubicBezTo>
                  <a:pt x="217644" y="116461"/>
                  <a:pt x="214530" y="117138"/>
                  <a:pt x="211226" y="117138"/>
                </a:cubicBezTo>
                <a:cubicBezTo>
                  <a:pt x="206082" y="117138"/>
                  <a:pt x="201844" y="115378"/>
                  <a:pt x="198513" y="111858"/>
                </a:cubicBezTo>
                <a:cubicBezTo>
                  <a:pt x="195183" y="108337"/>
                  <a:pt x="193518" y="103707"/>
                  <a:pt x="193518" y="97967"/>
                </a:cubicBezTo>
                <a:cubicBezTo>
                  <a:pt x="193518" y="94338"/>
                  <a:pt x="194330" y="91197"/>
                  <a:pt x="195955" y="88544"/>
                </a:cubicBezTo>
                <a:cubicBezTo>
                  <a:pt x="198175" y="84861"/>
                  <a:pt x="202033" y="81395"/>
                  <a:pt x="207530" y="78146"/>
                </a:cubicBezTo>
                <a:cubicBezTo>
                  <a:pt x="213027" y="74897"/>
                  <a:pt x="222166" y="70943"/>
                  <a:pt x="234946" y="66286"/>
                </a:cubicBezTo>
                <a:lnTo>
                  <a:pt x="234946" y="63372"/>
                </a:lnTo>
                <a:cubicBezTo>
                  <a:pt x="234946" y="55980"/>
                  <a:pt x="233768" y="50908"/>
                  <a:pt x="231413" y="48156"/>
                </a:cubicBezTo>
                <a:cubicBezTo>
                  <a:pt x="229057" y="45404"/>
                  <a:pt x="225632" y="44028"/>
                  <a:pt x="221137" y="44028"/>
                </a:cubicBezTo>
                <a:cubicBezTo>
                  <a:pt x="217725" y="44028"/>
                  <a:pt x="215017" y="44949"/>
                  <a:pt x="213013" y="46790"/>
                </a:cubicBezTo>
                <a:cubicBezTo>
                  <a:pt x="210956" y="48631"/>
                  <a:pt x="209927" y="50743"/>
                  <a:pt x="209927" y="53126"/>
                </a:cubicBezTo>
                <a:lnTo>
                  <a:pt x="210089" y="57838"/>
                </a:lnTo>
                <a:cubicBezTo>
                  <a:pt x="210089" y="60329"/>
                  <a:pt x="209453" y="62251"/>
                  <a:pt x="208180" y="63605"/>
                </a:cubicBezTo>
                <a:cubicBezTo>
                  <a:pt x="206907" y="64959"/>
                  <a:pt x="205242" y="65636"/>
                  <a:pt x="203184" y="65636"/>
                </a:cubicBezTo>
                <a:cubicBezTo>
                  <a:pt x="201180" y="65636"/>
                  <a:pt x="199542" y="64930"/>
                  <a:pt x="198270" y="63519"/>
                </a:cubicBezTo>
                <a:cubicBezTo>
                  <a:pt x="196997" y="62106"/>
                  <a:pt x="196361" y="60177"/>
                  <a:pt x="196361" y="57734"/>
                </a:cubicBezTo>
                <a:cubicBezTo>
                  <a:pt x="196361" y="53061"/>
                  <a:pt x="198744" y="48769"/>
                  <a:pt x="203509" y="44858"/>
                </a:cubicBezTo>
                <a:cubicBezTo>
                  <a:pt x="208275" y="40947"/>
                  <a:pt x="214963" y="38992"/>
                  <a:pt x="223574" y="38992"/>
                </a:cubicBezTo>
                <a:cubicBezTo>
                  <a:pt x="230181" y="38992"/>
                  <a:pt x="235596" y="40100"/>
                  <a:pt x="239820" y="42317"/>
                </a:cubicBezTo>
                <a:cubicBezTo>
                  <a:pt x="243015" y="43994"/>
                  <a:pt x="245371" y="46618"/>
                  <a:pt x="246887" y="50189"/>
                </a:cubicBezTo>
                <a:cubicBezTo>
                  <a:pt x="247862" y="52514"/>
                  <a:pt x="248350" y="57274"/>
                  <a:pt x="248350" y="64468"/>
                </a:cubicBezTo>
                <a:lnTo>
                  <a:pt x="248350" y="89701"/>
                </a:lnTo>
                <a:cubicBezTo>
                  <a:pt x="248350" y="96787"/>
                  <a:pt x="248485" y="101128"/>
                  <a:pt x="248756" y="102724"/>
                </a:cubicBezTo>
                <a:cubicBezTo>
                  <a:pt x="249027" y="104320"/>
                  <a:pt x="249473" y="105389"/>
                  <a:pt x="250096" y="105930"/>
                </a:cubicBezTo>
                <a:cubicBezTo>
                  <a:pt x="250719" y="106470"/>
                  <a:pt x="251437" y="106740"/>
                  <a:pt x="252249" y="106740"/>
                </a:cubicBezTo>
                <a:cubicBezTo>
                  <a:pt x="253115" y="106740"/>
                  <a:pt x="253874" y="106550"/>
                  <a:pt x="254523" y="106171"/>
                </a:cubicBezTo>
                <a:cubicBezTo>
                  <a:pt x="255661" y="105467"/>
                  <a:pt x="257854" y="103491"/>
                  <a:pt x="261103" y="100241"/>
                </a:cubicBezTo>
                <a:lnTo>
                  <a:pt x="261103" y="104790"/>
                </a:lnTo>
                <a:cubicBezTo>
                  <a:pt x="255038" y="112914"/>
                  <a:pt x="249243" y="116975"/>
                  <a:pt x="243719" y="116975"/>
                </a:cubicBezTo>
                <a:cubicBezTo>
                  <a:pt x="241066" y="116975"/>
                  <a:pt x="238954" y="116061"/>
                  <a:pt x="237383" y="114234"/>
                </a:cubicBezTo>
                <a:cubicBezTo>
                  <a:pt x="235813" y="112404"/>
                  <a:pt x="235000" y="109285"/>
                  <a:pt x="234946" y="104877"/>
                </a:cubicBezTo>
                <a:moveTo>
                  <a:pt x="234946" y="99609"/>
                </a:moveTo>
                <a:lnTo>
                  <a:pt x="234946" y="71322"/>
                </a:lnTo>
                <a:cubicBezTo>
                  <a:pt x="226769" y="74565"/>
                  <a:pt x="221489" y="76861"/>
                  <a:pt x="219106" y="78212"/>
                </a:cubicBezTo>
                <a:cubicBezTo>
                  <a:pt x="214828" y="80590"/>
                  <a:pt x="211768" y="83076"/>
                  <a:pt x="209927" y="85670"/>
                </a:cubicBezTo>
                <a:cubicBezTo>
                  <a:pt x="208085" y="88263"/>
                  <a:pt x="207165" y="91099"/>
                  <a:pt x="207165" y="94179"/>
                </a:cubicBezTo>
                <a:cubicBezTo>
                  <a:pt x="207165" y="98070"/>
                  <a:pt x="208329" y="101299"/>
                  <a:pt x="210658" y="103866"/>
                </a:cubicBezTo>
                <a:cubicBezTo>
                  <a:pt x="212986" y="106432"/>
                  <a:pt x="215667" y="107715"/>
                  <a:pt x="218700" y="107715"/>
                </a:cubicBezTo>
                <a:cubicBezTo>
                  <a:pt x="222815" y="107715"/>
                  <a:pt x="228231" y="105013"/>
                  <a:pt x="234946" y="99609"/>
                </a:cubicBezTo>
                <a:close/>
                <a:moveTo>
                  <a:pt x="287971" y="38992"/>
                </a:moveTo>
                <a:lnTo>
                  <a:pt x="287971" y="55726"/>
                </a:lnTo>
                <a:cubicBezTo>
                  <a:pt x="294198" y="44570"/>
                  <a:pt x="300589" y="38992"/>
                  <a:pt x="307142" y="38992"/>
                </a:cubicBezTo>
                <a:cubicBezTo>
                  <a:pt x="310120" y="38992"/>
                  <a:pt x="312584" y="39899"/>
                  <a:pt x="314534" y="41713"/>
                </a:cubicBezTo>
                <a:cubicBezTo>
                  <a:pt x="316483" y="43527"/>
                  <a:pt x="317458" y="45626"/>
                  <a:pt x="317458" y="48009"/>
                </a:cubicBezTo>
                <a:cubicBezTo>
                  <a:pt x="317458" y="50121"/>
                  <a:pt x="316754" y="51908"/>
                  <a:pt x="315346" y="53370"/>
                </a:cubicBezTo>
                <a:cubicBezTo>
                  <a:pt x="313938" y="54832"/>
                  <a:pt x="312259" y="55563"/>
                  <a:pt x="310310" y="55563"/>
                </a:cubicBezTo>
                <a:cubicBezTo>
                  <a:pt x="308414" y="55563"/>
                  <a:pt x="306289" y="54643"/>
                  <a:pt x="303933" y="52801"/>
                </a:cubicBezTo>
                <a:cubicBezTo>
                  <a:pt x="301577" y="50960"/>
                  <a:pt x="299831" y="50039"/>
                  <a:pt x="298693" y="50039"/>
                </a:cubicBezTo>
                <a:cubicBezTo>
                  <a:pt x="297719" y="50039"/>
                  <a:pt x="296662" y="50577"/>
                  <a:pt x="295525" y="51651"/>
                </a:cubicBezTo>
                <a:cubicBezTo>
                  <a:pt x="293088" y="53856"/>
                  <a:pt x="290570" y="57486"/>
                  <a:pt x="287971" y="62539"/>
                </a:cubicBezTo>
                <a:lnTo>
                  <a:pt x="287971" y="98129"/>
                </a:lnTo>
                <a:cubicBezTo>
                  <a:pt x="287971" y="102248"/>
                  <a:pt x="288485" y="105364"/>
                  <a:pt x="289514" y="107476"/>
                </a:cubicBezTo>
                <a:cubicBezTo>
                  <a:pt x="290218" y="108940"/>
                  <a:pt x="291464" y="110158"/>
                  <a:pt x="293251" y="111132"/>
                </a:cubicBezTo>
                <a:cubicBezTo>
                  <a:pt x="295038" y="112103"/>
                  <a:pt x="297610" y="112589"/>
                  <a:pt x="300968" y="112589"/>
                </a:cubicBezTo>
                <a:lnTo>
                  <a:pt x="300968" y="115513"/>
                </a:lnTo>
                <a:lnTo>
                  <a:pt x="262870" y="115513"/>
                </a:lnTo>
                <a:lnTo>
                  <a:pt x="262870" y="112589"/>
                </a:lnTo>
                <a:cubicBezTo>
                  <a:pt x="266661" y="112589"/>
                  <a:pt x="269477" y="111986"/>
                  <a:pt x="271318" y="110781"/>
                </a:cubicBezTo>
                <a:cubicBezTo>
                  <a:pt x="272672" y="109905"/>
                  <a:pt x="273619" y="108508"/>
                  <a:pt x="274161" y="106590"/>
                </a:cubicBezTo>
                <a:cubicBezTo>
                  <a:pt x="274432" y="105658"/>
                  <a:pt x="274567" y="103000"/>
                  <a:pt x="274567" y="98617"/>
                </a:cubicBezTo>
                <a:lnTo>
                  <a:pt x="274567" y="70023"/>
                </a:lnTo>
                <a:cubicBezTo>
                  <a:pt x="274567" y="61358"/>
                  <a:pt x="274391" y="56200"/>
                  <a:pt x="274039" y="54548"/>
                </a:cubicBezTo>
                <a:cubicBezTo>
                  <a:pt x="273687" y="52896"/>
                  <a:pt x="273037" y="51691"/>
                  <a:pt x="272090" y="50933"/>
                </a:cubicBezTo>
                <a:cubicBezTo>
                  <a:pt x="271142" y="50175"/>
                  <a:pt x="269964" y="49796"/>
                  <a:pt x="268556" y="49796"/>
                </a:cubicBezTo>
                <a:cubicBezTo>
                  <a:pt x="266877" y="49796"/>
                  <a:pt x="264982" y="50202"/>
                  <a:pt x="262870" y="51014"/>
                </a:cubicBezTo>
                <a:lnTo>
                  <a:pt x="262057" y="48090"/>
                </a:lnTo>
                <a:lnTo>
                  <a:pt x="284559" y="38992"/>
                </a:lnTo>
                <a:lnTo>
                  <a:pt x="287971" y="38992"/>
                </a:lnTo>
                <a:close/>
                <a:moveTo>
                  <a:pt x="341163" y="88399"/>
                </a:moveTo>
                <a:cubicBezTo>
                  <a:pt x="336614" y="86182"/>
                  <a:pt x="333121" y="83086"/>
                  <a:pt x="330684" y="79111"/>
                </a:cubicBezTo>
                <a:cubicBezTo>
                  <a:pt x="328247" y="75135"/>
                  <a:pt x="327028" y="70740"/>
                  <a:pt x="327028" y="65925"/>
                </a:cubicBezTo>
                <a:cubicBezTo>
                  <a:pt x="327028" y="58571"/>
                  <a:pt x="329804" y="52243"/>
                  <a:pt x="335355" y="46942"/>
                </a:cubicBezTo>
                <a:cubicBezTo>
                  <a:pt x="340906" y="41642"/>
                  <a:pt x="348013" y="38992"/>
                  <a:pt x="356678" y="38992"/>
                </a:cubicBezTo>
                <a:cubicBezTo>
                  <a:pt x="363773" y="38992"/>
                  <a:pt x="369919" y="40725"/>
                  <a:pt x="375118" y="44191"/>
                </a:cubicBezTo>
                <a:lnTo>
                  <a:pt x="390877" y="44191"/>
                </a:lnTo>
                <a:cubicBezTo>
                  <a:pt x="393206" y="44191"/>
                  <a:pt x="394560" y="44258"/>
                  <a:pt x="394939" y="44394"/>
                </a:cubicBezTo>
                <a:cubicBezTo>
                  <a:pt x="395318" y="44529"/>
                  <a:pt x="395589" y="44759"/>
                  <a:pt x="395751" y="45084"/>
                </a:cubicBezTo>
                <a:cubicBezTo>
                  <a:pt x="396076" y="45572"/>
                  <a:pt x="396239" y="46438"/>
                  <a:pt x="396239" y="47684"/>
                </a:cubicBezTo>
                <a:cubicBezTo>
                  <a:pt x="396239" y="49092"/>
                  <a:pt x="396103" y="50066"/>
                  <a:pt x="395832" y="50608"/>
                </a:cubicBezTo>
                <a:cubicBezTo>
                  <a:pt x="395670" y="50879"/>
                  <a:pt x="395386" y="51095"/>
                  <a:pt x="394980" y="51258"/>
                </a:cubicBezTo>
                <a:cubicBezTo>
                  <a:pt x="394573" y="51420"/>
                  <a:pt x="393206" y="51502"/>
                  <a:pt x="390877" y="51502"/>
                </a:cubicBezTo>
                <a:lnTo>
                  <a:pt x="381211" y="51502"/>
                </a:lnTo>
                <a:cubicBezTo>
                  <a:pt x="384243" y="55401"/>
                  <a:pt x="385760" y="60383"/>
                  <a:pt x="385760" y="66448"/>
                </a:cubicBezTo>
                <a:cubicBezTo>
                  <a:pt x="385760" y="73380"/>
                  <a:pt x="383106" y="79310"/>
                  <a:pt x="377799" y="84238"/>
                </a:cubicBezTo>
                <a:cubicBezTo>
                  <a:pt x="372492" y="89167"/>
                  <a:pt x="365370" y="91631"/>
                  <a:pt x="356435" y="91631"/>
                </a:cubicBezTo>
                <a:cubicBezTo>
                  <a:pt x="352752" y="91631"/>
                  <a:pt x="348988" y="91078"/>
                  <a:pt x="345143" y="89973"/>
                </a:cubicBezTo>
                <a:cubicBezTo>
                  <a:pt x="342760" y="92000"/>
                  <a:pt x="341149" y="93774"/>
                  <a:pt x="340310" y="95294"/>
                </a:cubicBezTo>
                <a:cubicBezTo>
                  <a:pt x="339470" y="96813"/>
                  <a:pt x="339051" y="98106"/>
                  <a:pt x="339051" y="99173"/>
                </a:cubicBezTo>
                <a:cubicBezTo>
                  <a:pt x="339051" y="100080"/>
                  <a:pt x="339498" y="100960"/>
                  <a:pt x="340391" y="101813"/>
                </a:cubicBezTo>
                <a:cubicBezTo>
                  <a:pt x="341285" y="102666"/>
                  <a:pt x="343031" y="103279"/>
                  <a:pt x="345631" y="103653"/>
                </a:cubicBezTo>
                <a:cubicBezTo>
                  <a:pt x="347147" y="103900"/>
                  <a:pt x="350938" y="104117"/>
                  <a:pt x="357003" y="104303"/>
                </a:cubicBezTo>
                <a:cubicBezTo>
                  <a:pt x="368159" y="104613"/>
                  <a:pt x="375389" y="105046"/>
                  <a:pt x="378692" y="105603"/>
                </a:cubicBezTo>
                <a:cubicBezTo>
                  <a:pt x="383729" y="106305"/>
                  <a:pt x="387750" y="108170"/>
                  <a:pt x="390755" y="111198"/>
                </a:cubicBezTo>
                <a:cubicBezTo>
                  <a:pt x="393761" y="114225"/>
                  <a:pt x="395264" y="117955"/>
                  <a:pt x="395264" y="122387"/>
                </a:cubicBezTo>
                <a:cubicBezTo>
                  <a:pt x="395264" y="128497"/>
                  <a:pt x="392394" y="134227"/>
                  <a:pt x="386653" y="139578"/>
                </a:cubicBezTo>
                <a:cubicBezTo>
                  <a:pt x="378205" y="147471"/>
                  <a:pt x="367184" y="151418"/>
                  <a:pt x="353591" y="151418"/>
                </a:cubicBezTo>
                <a:cubicBezTo>
                  <a:pt x="343139" y="151418"/>
                  <a:pt x="334312" y="149061"/>
                  <a:pt x="327110" y="144348"/>
                </a:cubicBezTo>
                <a:cubicBezTo>
                  <a:pt x="323048" y="141640"/>
                  <a:pt x="321017" y="138823"/>
                  <a:pt x="321017" y="135897"/>
                </a:cubicBezTo>
                <a:cubicBezTo>
                  <a:pt x="321017" y="134598"/>
                  <a:pt x="321315" y="133298"/>
                  <a:pt x="321911" y="131998"/>
                </a:cubicBezTo>
                <a:cubicBezTo>
                  <a:pt x="322831" y="129994"/>
                  <a:pt x="324727" y="127205"/>
                  <a:pt x="327597" y="123629"/>
                </a:cubicBezTo>
                <a:cubicBezTo>
                  <a:pt x="327976" y="123141"/>
                  <a:pt x="330738" y="120216"/>
                  <a:pt x="335883" y="114853"/>
                </a:cubicBezTo>
                <a:cubicBezTo>
                  <a:pt x="333067" y="113176"/>
                  <a:pt x="331076" y="111675"/>
                  <a:pt x="329912" y="110350"/>
                </a:cubicBezTo>
                <a:cubicBezTo>
                  <a:pt x="328748" y="109025"/>
                  <a:pt x="328166" y="107523"/>
                  <a:pt x="328166" y="105846"/>
                </a:cubicBezTo>
                <a:cubicBezTo>
                  <a:pt x="328166" y="103953"/>
                  <a:pt x="328937" y="101735"/>
                  <a:pt x="330481" y="99193"/>
                </a:cubicBezTo>
                <a:cubicBezTo>
                  <a:pt x="332024" y="96649"/>
                  <a:pt x="335585" y="93051"/>
                  <a:pt x="341163" y="88399"/>
                </a:cubicBezTo>
                <a:moveTo>
                  <a:pt x="355297" y="43053"/>
                </a:moveTo>
                <a:cubicBezTo>
                  <a:pt x="351290" y="43053"/>
                  <a:pt x="347932" y="44643"/>
                  <a:pt x="345224" y="47821"/>
                </a:cubicBezTo>
                <a:cubicBezTo>
                  <a:pt x="342517" y="50997"/>
                  <a:pt x="341163" y="55871"/>
                  <a:pt x="341163" y="62443"/>
                </a:cubicBezTo>
                <a:cubicBezTo>
                  <a:pt x="341163" y="70953"/>
                  <a:pt x="343004" y="77551"/>
                  <a:pt x="346687" y="82236"/>
                </a:cubicBezTo>
                <a:cubicBezTo>
                  <a:pt x="349503" y="85791"/>
                  <a:pt x="353077" y="87569"/>
                  <a:pt x="357409" y="87569"/>
                </a:cubicBezTo>
                <a:cubicBezTo>
                  <a:pt x="361525" y="87569"/>
                  <a:pt x="364910" y="86034"/>
                  <a:pt x="367563" y="82964"/>
                </a:cubicBezTo>
                <a:cubicBezTo>
                  <a:pt x="370217" y="79894"/>
                  <a:pt x="371544" y="75073"/>
                  <a:pt x="371544" y="68502"/>
                </a:cubicBezTo>
                <a:cubicBezTo>
                  <a:pt x="371544" y="59939"/>
                  <a:pt x="369676" y="53233"/>
                  <a:pt x="365939" y="48384"/>
                </a:cubicBezTo>
                <a:cubicBezTo>
                  <a:pt x="363177" y="44830"/>
                  <a:pt x="359630" y="43053"/>
                  <a:pt x="355297" y="43053"/>
                </a:cubicBezTo>
                <a:moveTo>
                  <a:pt x="340350" y="115513"/>
                </a:moveTo>
                <a:cubicBezTo>
                  <a:pt x="337805" y="118258"/>
                  <a:pt x="335883" y="120814"/>
                  <a:pt x="334583" y="123182"/>
                </a:cubicBezTo>
                <a:cubicBezTo>
                  <a:pt x="333283" y="125550"/>
                  <a:pt x="332633" y="127729"/>
                  <a:pt x="332633" y="129721"/>
                </a:cubicBezTo>
                <a:cubicBezTo>
                  <a:pt x="332633" y="132304"/>
                  <a:pt x="334204" y="134564"/>
                  <a:pt x="337345" y="136502"/>
                </a:cubicBezTo>
                <a:cubicBezTo>
                  <a:pt x="342760" y="139839"/>
                  <a:pt x="350586" y="141508"/>
                  <a:pt x="360821" y="141508"/>
                </a:cubicBezTo>
                <a:cubicBezTo>
                  <a:pt x="370569" y="141508"/>
                  <a:pt x="377758" y="139805"/>
                  <a:pt x="382388" y="136400"/>
                </a:cubicBezTo>
                <a:cubicBezTo>
                  <a:pt x="387019" y="132997"/>
                  <a:pt x="389334" y="129365"/>
                  <a:pt x="389334" y="125505"/>
                </a:cubicBezTo>
                <a:cubicBezTo>
                  <a:pt x="389334" y="122717"/>
                  <a:pt x="387953" y="120734"/>
                  <a:pt x="385191" y="119554"/>
                </a:cubicBezTo>
                <a:cubicBezTo>
                  <a:pt x="382375" y="118375"/>
                  <a:pt x="376797" y="117678"/>
                  <a:pt x="368457" y="117463"/>
                </a:cubicBezTo>
                <a:cubicBezTo>
                  <a:pt x="356272" y="117124"/>
                  <a:pt x="346903" y="116474"/>
                  <a:pt x="340350" y="115513"/>
                </a:cubicBezTo>
                <a:close/>
                <a:moveTo>
                  <a:pt x="423074" y="0"/>
                </a:moveTo>
                <a:cubicBezTo>
                  <a:pt x="425349" y="0"/>
                  <a:pt x="427285" y="803"/>
                  <a:pt x="428883" y="2409"/>
                </a:cubicBezTo>
                <a:cubicBezTo>
                  <a:pt x="430480" y="4013"/>
                  <a:pt x="431279" y="5959"/>
                  <a:pt x="431279" y="8245"/>
                </a:cubicBezTo>
                <a:cubicBezTo>
                  <a:pt x="431279" y="10531"/>
                  <a:pt x="430480" y="12491"/>
                  <a:pt x="428883" y="14124"/>
                </a:cubicBezTo>
                <a:cubicBezTo>
                  <a:pt x="427285" y="15756"/>
                  <a:pt x="425349" y="16571"/>
                  <a:pt x="423074" y="16571"/>
                </a:cubicBezTo>
                <a:cubicBezTo>
                  <a:pt x="420800" y="16571"/>
                  <a:pt x="418850" y="15756"/>
                  <a:pt x="417226" y="14124"/>
                </a:cubicBezTo>
                <a:cubicBezTo>
                  <a:pt x="415601" y="12491"/>
                  <a:pt x="414789" y="10531"/>
                  <a:pt x="414789" y="8245"/>
                </a:cubicBezTo>
                <a:cubicBezTo>
                  <a:pt x="414789" y="5959"/>
                  <a:pt x="415587" y="4013"/>
                  <a:pt x="417185" y="2409"/>
                </a:cubicBezTo>
                <a:cubicBezTo>
                  <a:pt x="418783" y="803"/>
                  <a:pt x="420746" y="0"/>
                  <a:pt x="423074" y="0"/>
                </a:cubicBezTo>
                <a:moveTo>
                  <a:pt x="429817" y="38992"/>
                </a:moveTo>
                <a:lnTo>
                  <a:pt x="429817" y="98617"/>
                </a:lnTo>
                <a:cubicBezTo>
                  <a:pt x="429817" y="103301"/>
                  <a:pt x="430155" y="106420"/>
                  <a:pt x="430832" y="107974"/>
                </a:cubicBezTo>
                <a:cubicBezTo>
                  <a:pt x="431509" y="109526"/>
                  <a:pt x="432511" y="110683"/>
                  <a:pt x="433838" y="111446"/>
                </a:cubicBezTo>
                <a:cubicBezTo>
                  <a:pt x="435165" y="112208"/>
                  <a:pt x="437588" y="112589"/>
                  <a:pt x="441108" y="112589"/>
                </a:cubicBezTo>
                <a:lnTo>
                  <a:pt x="441108" y="115513"/>
                </a:lnTo>
                <a:lnTo>
                  <a:pt x="404959" y="115513"/>
                </a:lnTo>
                <a:lnTo>
                  <a:pt x="404959" y="112589"/>
                </a:lnTo>
                <a:cubicBezTo>
                  <a:pt x="408588" y="112589"/>
                  <a:pt x="411025" y="112235"/>
                  <a:pt x="412270" y="111528"/>
                </a:cubicBezTo>
                <a:cubicBezTo>
                  <a:pt x="413516" y="110818"/>
                  <a:pt x="414504" y="109647"/>
                  <a:pt x="415235" y="108014"/>
                </a:cubicBezTo>
                <a:cubicBezTo>
                  <a:pt x="415967" y="106379"/>
                  <a:pt x="416332" y="103247"/>
                  <a:pt x="416332" y="98617"/>
                </a:cubicBezTo>
                <a:lnTo>
                  <a:pt x="416332" y="70185"/>
                </a:lnTo>
                <a:cubicBezTo>
                  <a:pt x="416332" y="62082"/>
                  <a:pt x="416088" y="56834"/>
                  <a:pt x="415601" y="54441"/>
                </a:cubicBezTo>
                <a:cubicBezTo>
                  <a:pt x="415222" y="52700"/>
                  <a:pt x="414626" y="51491"/>
                  <a:pt x="413814" y="50814"/>
                </a:cubicBezTo>
                <a:cubicBezTo>
                  <a:pt x="413002" y="50135"/>
                  <a:pt x="411891" y="49796"/>
                  <a:pt x="410483" y="49796"/>
                </a:cubicBezTo>
                <a:cubicBezTo>
                  <a:pt x="408967" y="49796"/>
                  <a:pt x="407126" y="50202"/>
                  <a:pt x="404959" y="51014"/>
                </a:cubicBezTo>
                <a:lnTo>
                  <a:pt x="403822" y="48090"/>
                </a:lnTo>
                <a:lnTo>
                  <a:pt x="426242" y="38992"/>
                </a:lnTo>
                <a:lnTo>
                  <a:pt x="429817" y="38992"/>
                </a:lnTo>
                <a:close/>
                <a:moveTo>
                  <a:pt x="472016" y="54670"/>
                </a:moveTo>
                <a:cubicBezTo>
                  <a:pt x="480735" y="44218"/>
                  <a:pt x="489048" y="38992"/>
                  <a:pt x="496955" y="38992"/>
                </a:cubicBezTo>
                <a:cubicBezTo>
                  <a:pt x="501016" y="38992"/>
                  <a:pt x="504509" y="40005"/>
                  <a:pt x="507434" y="42030"/>
                </a:cubicBezTo>
                <a:cubicBezTo>
                  <a:pt x="510358" y="44054"/>
                  <a:pt x="512687" y="47389"/>
                  <a:pt x="514420" y="52035"/>
                </a:cubicBezTo>
                <a:cubicBezTo>
                  <a:pt x="515611" y="55276"/>
                  <a:pt x="516207" y="60244"/>
                  <a:pt x="516207" y="66941"/>
                </a:cubicBezTo>
                <a:lnTo>
                  <a:pt x="516207" y="98617"/>
                </a:lnTo>
                <a:cubicBezTo>
                  <a:pt x="516207" y="103355"/>
                  <a:pt x="516586" y="106569"/>
                  <a:pt x="517344" y="108258"/>
                </a:cubicBezTo>
                <a:cubicBezTo>
                  <a:pt x="517940" y="109620"/>
                  <a:pt x="518901" y="110683"/>
                  <a:pt x="520228" y="111446"/>
                </a:cubicBezTo>
                <a:cubicBezTo>
                  <a:pt x="521555" y="112208"/>
                  <a:pt x="524005" y="112589"/>
                  <a:pt x="527579" y="112589"/>
                </a:cubicBezTo>
                <a:lnTo>
                  <a:pt x="527579" y="115513"/>
                </a:lnTo>
                <a:lnTo>
                  <a:pt x="490781" y="115513"/>
                </a:lnTo>
                <a:lnTo>
                  <a:pt x="490781" y="112589"/>
                </a:lnTo>
                <a:lnTo>
                  <a:pt x="492324" y="112589"/>
                </a:lnTo>
                <a:cubicBezTo>
                  <a:pt x="495790" y="112589"/>
                  <a:pt x="498214" y="112058"/>
                  <a:pt x="499595" y="110997"/>
                </a:cubicBezTo>
                <a:cubicBezTo>
                  <a:pt x="500976" y="109934"/>
                  <a:pt x="501937" y="108368"/>
                  <a:pt x="502478" y="106298"/>
                </a:cubicBezTo>
                <a:cubicBezTo>
                  <a:pt x="502695" y="105481"/>
                  <a:pt x="502803" y="102920"/>
                  <a:pt x="502803" y="98617"/>
                </a:cubicBezTo>
                <a:lnTo>
                  <a:pt x="502803" y="68205"/>
                </a:lnTo>
                <a:cubicBezTo>
                  <a:pt x="502803" y="61446"/>
                  <a:pt x="501923" y="56539"/>
                  <a:pt x="500163" y="53484"/>
                </a:cubicBezTo>
                <a:cubicBezTo>
                  <a:pt x="498403" y="50429"/>
                  <a:pt x="495438" y="48902"/>
                  <a:pt x="491268" y="48902"/>
                </a:cubicBezTo>
                <a:cubicBezTo>
                  <a:pt x="484824" y="48902"/>
                  <a:pt x="478406" y="52422"/>
                  <a:pt x="472016" y="59462"/>
                </a:cubicBezTo>
                <a:lnTo>
                  <a:pt x="472016" y="98617"/>
                </a:lnTo>
                <a:cubicBezTo>
                  <a:pt x="472016" y="103682"/>
                  <a:pt x="472314" y="106814"/>
                  <a:pt x="472910" y="108014"/>
                </a:cubicBezTo>
                <a:cubicBezTo>
                  <a:pt x="473668" y="109593"/>
                  <a:pt x="474710" y="110751"/>
                  <a:pt x="476037" y="111487"/>
                </a:cubicBezTo>
                <a:cubicBezTo>
                  <a:pt x="477364" y="112221"/>
                  <a:pt x="480058" y="112589"/>
                  <a:pt x="484120" y="112589"/>
                </a:cubicBezTo>
                <a:lnTo>
                  <a:pt x="484120" y="115513"/>
                </a:lnTo>
                <a:lnTo>
                  <a:pt x="447321" y="115513"/>
                </a:lnTo>
                <a:lnTo>
                  <a:pt x="447321" y="112589"/>
                </a:lnTo>
                <a:lnTo>
                  <a:pt x="448946" y="112589"/>
                </a:lnTo>
                <a:cubicBezTo>
                  <a:pt x="452737" y="112589"/>
                  <a:pt x="455296" y="111622"/>
                  <a:pt x="456622" y="109690"/>
                </a:cubicBezTo>
                <a:cubicBezTo>
                  <a:pt x="457949" y="107755"/>
                  <a:pt x="458613" y="104064"/>
                  <a:pt x="458613" y="98617"/>
                </a:cubicBezTo>
                <a:lnTo>
                  <a:pt x="458613" y="71160"/>
                </a:lnTo>
                <a:cubicBezTo>
                  <a:pt x="458613" y="62224"/>
                  <a:pt x="458410" y="56782"/>
                  <a:pt x="458003" y="54832"/>
                </a:cubicBezTo>
                <a:cubicBezTo>
                  <a:pt x="457597" y="52883"/>
                  <a:pt x="456974" y="51556"/>
                  <a:pt x="456135" y="50852"/>
                </a:cubicBezTo>
                <a:cubicBezTo>
                  <a:pt x="455296" y="50148"/>
                  <a:pt x="454172" y="49796"/>
                  <a:pt x="452764" y="49796"/>
                </a:cubicBezTo>
                <a:cubicBezTo>
                  <a:pt x="451248" y="49796"/>
                  <a:pt x="449433" y="50202"/>
                  <a:pt x="447321" y="51014"/>
                </a:cubicBezTo>
                <a:lnTo>
                  <a:pt x="446103" y="48090"/>
                </a:lnTo>
                <a:lnTo>
                  <a:pt x="468523" y="38992"/>
                </a:lnTo>
                <a:lnTo>
                  <a:pt x="472016" y="38992"/>
                </a:lnTo>
                <a:lnTo>
                  <a:pt x="472016" y="54670"/>
                </a:lnTo>
                <a:close/>
                <a:moveTo>
                  <a:pt x="553115" y="88399"/>
                </a:moveTo>
                <a:cubicBezTo>
                  <a:pt x="548566" y="86182"/>
                  <a:pt x="545073" y="83086"/>
                  <a:pt x="542636" y="79111"/>
                </a:cubicBezTo>
                <a:cubicBezTo>
                  <a:pt x="540199" y="75135"/>
                  <a:pt x="538980" y="70740"/>
                  <a:pt x="538980" y="65925"/>
                </a:cubicBezTo>
                <a:cubicBezTo>
                  <a:pt x="538980" y="58571"/>
                  <a:pt x="541756" y="52243"/>
                  <a:pt x="547307" y="46942"/>
                </a:cubicBezTo>
                <a:cubicBezTo>
                  <a:pt x="552858" y="41642"/>
                  <a:pt x="559965" y="38992"/>
                  <a:pt x="568630" y="38992"/>
                </a:cubicBezTo>
                <a:cubicBezTo>
                  <a:pt x="575725" y="38992"/>
                  <a:pt x="581871" y="40725"/>
                  <a:pt x="587070" y="44191"/>
                </a:cubicBezTo>
                <a:lnTo>
                  <a:pt x="602829" y="44191"/>
                </a:lnTo>
                <a:cubicBezTo>
                  <a:pt x="605158" y="44191"/>
                  <a:pt x="606512" y="44258"/>
                  <a:pt x="606891" y="44394"/>
                </a:cubicBezTo>
                <a:cubicBezTo>
                  <a:pt x="607270" y="44529"/>
                  <a:pt x="607541" y="44759"/>
                  <a:pt x="607703" y="45084"/>
                </a:cubicBezTo>
                <a:cubicBezTo>
                  <a:pt x="608028" y="45572"/>
                  <a:pt x="608191" y="46438"/>
                  <a:pt x="608191" y="47684"/>
                </a:cubicBezTo>
                <a:cubicBezTo>
                  <a:pt x="608191" y="49092"/>
                  <a:pt x="608055" y="50066"/>
                  <a:pt x="607784" y="50608"/>
                </a:cubicBezTo>
                <a:cubicBezTo>
                  <a:pt x="607622" y="50879"/>
                  <a:pt x="607338" y="51095"/>
                  <a:pt x="606931" y="51258"/>
                </a:cubicBezTo>
                <a:cubicBezTo>
                  <a:pt x="606525" y="51420"/>
                  <a:pt x="605158" y="51502"/>
                  <a:pt x="602829" y="51502"/>
                </a:cubicBezTo>
                <a:lnTo>
                  <a:pt x="593163" y="51502"/>
                </a:lnTo>
                <a:cubicBezTo>
                  <a:pt x="596195" y="55401"/>
                  <a:pt x="597712" y="60383"/>
                  <a:pt x="597712" y="66448"/>
                </a:cubicBezTo>
                <a:cubicBezTo>
                  <a:pt x="597712" y="73380"/>
                  <a:pt x="595058" y="79310"/>
                  <a:pt x="589751" y="84238"/>
                </a:cubicBezTo>
                <a:cubicBezTo>
                  <a:pt x="584444" y="89167"/>
                  <a:pt x="577322" y="91631"/>
                  <a:pt x="568387" y="91631"/>
                </a:cubicBezTo>
                <a:cubicBezTo>
                  <a:pt x="564704" y="91631"/>
                  <a:pt x="560940" y="91078"/>
                  <a:pt x="557095" y="89973"/>
                </a:cubicBezTo>
                <a:cubicBezTo>
                  <a:pt x="554712" y="92000"/>
                  <a:pt x="553101" y="93774"/>
                  <a:pt x="552262" y="95294"/>
                </a:cubicBezTo>
                <a:cubicBezTo>
                  <a:pt x="551422" y="96813"/>
                  <a:pt x="551003" y="98106"/>
                  <a:pt x="551003" y="99173"/>
                </a:cubicBezTo>
                <a:cubicBezTo>
                  <a:pt x="551003" y="100080"/>
                  <a:pt x="551449" y="100960"/>
                  <a:pt x="552343" y="101813"/>
                </a:cubicBezTo>
                <a:cubicBezTo>
                  <a:pt x="553237" y="102666"/>
                  <a:pt x="554983" y="103279"/>
                  <a:pt x="557583" y="103653"/>
                </a:cubicBezTo>
                <a:cubicBezTo>
                  <a:pt x="559099" y="103900"/>
                  <a:pt x="562890" y="104117"/>
                  <a:pt x="568955" y="104303"/>
                </a:cubicBezTo>
                <a:cubicBezTo>
                  <a:pt x="580111" y="104613"/>
                  <a:pt x="587341" y="105046"/>
                  <a:pt x="590644" y="105603"/>
                </a:cubicBezTo>
                <a:cubicBezTo>
                  <a:pt x="595681" y="106305"/>
                  <a:pt x="599702" y="108170"/>
                  <a:pt x="602707" y="111198"/>
                </a:cubicBezTo>
                <a:cubicBezTo>
                  <a:pt x="605713" y="114225"/>
                  <a:pt x="607216" y="117955"/>
                  <a:pt x="607216" y="122387"/>
                </a:cubicBezTo>
                <a:cubicBezTo>
                  <a:pt x="607216" y="128497"/>
                  <a:pt x="604346" y="134227"/>
                  <a:pt x="598605" y="139578"/>
                </a:cubicBezTo>
                <a:cubicBezTo>
                  <a:pt x="590157" y="147471"/>
                  <a:pt x="579136" y="151418"/>
                  <a:pt x="565543" y="151418"/>
                </a:cubicBezTo>
                <a:cubicBezTo>
                  <a:pt x="555091" y="151418"/>
                  <a:pt x="546264" y="149061"/>
                  <a:pt x="539061" y="144348"/>
                </a:cubicBezTo>
                <a:cubicBezTo>
                  <a:pt x="535000" y="141640"/>
                  <a:pt x="532969" y="138823"/>
                  <a:pt x="532969" y="135897"/>
                </a:cubicBezTo>
                <a:cubicBezTo>
                  <a:pt x="532969" y="134598"/>
                  <a:pt x="533267" y="133298"/>
                  <a:pt x="533863" y="131998"/>
                </a:cubicBezTo>
                <a:cubicBezTo>
                  <a:pt x="534783" y="129994"/>
                  <a:pt x="536679" y="127205"/>
                  <a:pt x="539549" y="123629"/>
                </a:cubicBezTo>
                <a:cubicBezTo>
                  <a:pt x="539928" y="123141"/>
                  <a:pt x="542690" y="120216"/>
                  <a:pt x="547835" y="114853"/>
                </a:cubicBezTo>
                <a:cubicBezTo>
                  <a:pt x="545019" y="113176"/>
                  <a:pt x="543028" y="111675"/>
                  <a:pt x="541864" y="110350"/>
                </a:cubicBezTo>
                <a:cubicBezTo>
                  <a:pt x="540700" y="109025"/>
                  <a:pt x="540117" y="107523"/>
                  <a:pt x="540117" y="105846"/>
                </a:cubicBezTo>
                <a:cubicBezTo>
                  <a:pt x="540117" y="103953"/>
                  <a:pt x="540889" y="101735"/>
                  <a:pt x="542433" y="99193"/>
                </a:cubicBezTo>
                <a:cubicBezTo>
                  <a:pt x="543976" y="96649"/>
                  <a:pt x="547537" y="93051"/>
                  <a:pt x="553115" y="88399"/>
                </a:cubicBezTo>
                <a:moveTo>
                  <a:pt x="567249" y="43053"/>
                </a:moveTo>
                <a:cubicBezTo>
                  <a:pt x="563242" y="43053"/>
                  <a:pt x="559884" y="44643"/>
                  <a:pt x="557176" y="47821"/>
                </a:cubicBezTo>
                <a:cubicBezTo>
                  <a:pt x="554469" y="50997"/>
                  <a:pt x="553115" y="55871"/>
                  <a:pt x="553115" y="62443"/>
                </a:cubicBezTo>
                <a:cubicBezTo>
                  <a:pt x="553115" y="70953"/>
                  <a:pt x="554956" y="77551"/>
                  <a:pt x="558639" y="82236"/>
                </a:cubicBezTo>
                <a:cubicBezTo>
                  <a:pt x="561455" y="85791"/>
                  <a:pt x="565029" y="87569"/>
                  <a:pt x="569361" y="87569"/>
                </a:cubicBezTo>
                <a:cubicBezTo>
                  <a:pt x="573477" y="87569"/>
                  <a:pt x="576862" y="86034"/>
                  <a:pt x="579515" y="82964"/>
                </a:cubicBezTo>
                <a:cubicBezTo>
                  <a:pt x="582169" y="79894"/>
                  <a:pt x="583496" y="75073"/>
                  <a:pt x="583496" y="68502"/>
                </a:cubicBezTo>
                <a:cubicBezTo>
                  <a:pt x="583496" y="59939"/>
                  <a:pt x="581627" y="53233"/>
                  <a:pt x="577891" y="48384"/>
                </a:cubicBezTo>
                <a:cubicBezTo>
                  <a:pt x="575129" y="44830"/>
                  <a:pt x="571582" y="43053"/>
                  <a:pt x="567249" y="43053"/>
                </a:cubicBezTo>
                <a:moveTo>
                  <a:pt x="552302" y="115513"/>
                </a:moveTo>
                <a:cubicBezTo>
                  <a:pt x="549757" y="118258"/>
                  <a:pt x="547835" y="120814"/>
                  <a:pt x="546535" y="123182"/>
                </a:cubicBezTo>
                <a:cubicBezTo>
                  <a:pt x="545235" y="125550"/>
                  <a:pt x="544585" y="127729"/>
                  <a:pt x="544585" y="129721"/>
                </a:cubicBezTo>
                <a:cubicBezTo>
                  <a:pt x="544585" y="132304"/>
                  <a:pt x="546156" y="134564"/>
                  <a:pt x="549297" y="136502"/>
                </a:cubicBezTo>
                <a:cubicBezTo>
                  <a:pt x="554712" y="139839"/>
                  <a:pt x="562538" y="141508"/>
                  <a:pt x="572773" y="141508"/>
                </a:cubicBezTo>
                <a:cubicBezTo>
                  <a:pt x="582521" y="141508"/>
                  <a:pt x="589710" y="139805"/>
                  <a:pt x="594340" y="136400"/>
                </a:cubicBezTo>
                <a:cubicBezTo>
                  <a:pt x="598971" y="132997"/>
                  <a:pt x="601286" y="129365"/>
                  <a:pt x="601286" y="125505"/>
                </a:cubicBezTo>
                <a:cubicBezTo>
                  <a:pt x="601286" y="122717"/>
                  <a:pt x="599905" y="120734"/>
                  <a:pt x="597143" y="119554"/>
                </a:cubicBezTo>
                <a:cubicBezTo>
                  <a:pt x="594327" y="118375"/>
                  <a:pt x="588749" y="117678"/>
                  <a:pt x="580409" y="117463"/>
                </a:cubicBezTo>
                <a:cubicBezTo>
                  <a:pt x="568224" y="117124"/>
                  <a:pt x="558855" y="116474"/>
                  <a:pt x="552302" y="1155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pile">
            <a:extLst xmlns:a="http://schemas.openxmlformats.org/drawingml/2006/main">
              <a:ext uri="{FF2B5EF4-FFF2-40B4-BE49-F238E27FC236}">
                <a16:creationId xmlns:a16="http://schemas.microsoft.com/office/drawing/2014/main" id="{6ABE3CC2-026D-49BC-A63D-D6090BF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701" y="3487025"/>
            <a:ext cx="244944" cy="151093"/>
          </a:xfrm>
          <a:custGeom xmlns:a="http://schemas.openxmlformats.org/drawingml/2006/main">
            <a:pathLst>
              <a:path w="244944" h="151093">
                <a:moveTo>
                  <a:pt x="406" y="48252"/>
                </a:moveTo>
                <a:lnTo>
                  <a:pt x="23314" y="39154"/>
                </a:lnTo>
                <a:lnTo>
                  <a:pt x="26401" y="39154"/>
                </a:lnTo>
                <a:lnTo>
                  <a:pt x="26401" y="56619"/>
                </a:lnTo>
                <a:cubicBezTo>
                  <a:pt x="30246" y="50097"/>
                  <a:pt x="34104" y="45528"/>
                  <a:pt x="37976" y="42914"/>
                </a:cubicBezTo>
                <a:cubicBezTo>
                  <a:pt x="41848" y="40299"/>
                  <a:pt x="45924" y="38992"/>
                  <a:pt x="50202" y="38992"/>
                </a:cubicBezTo>
                <a:cubicBezTo>
                  <a:pt x="57675" y="38992"/>
                  <a:pt x="63903" y="41913"/>
                  <a:pt x="68885" y="47755"/>
                </a:cubicBezTo>
                <a:cubicBezTo>
                  <a:pt x="75005" y="54896"/>
                  <a:pt x="78065" y="64202"/>
                  <a:pt x="78065" y="75671"/>
                </a:cubicBezTo>
                <a:cubicBezTo>
                  <a:pt x="78065" y="88492"/>
                  <a:pt x="74382" y="99096"/>
                  <a:pt x="67017" y="107481"/>
                </a:cubicBezTo>
                <a:cubicBezTo>
                  <a:pt x="60952" y="114352"/>
                  <a:pt x="53316" y="117788"/>
                  <a:pt x="44109" y="117788"/>
                </a:cubicBezTo>
                <a:cubicBezTo>
                  <a:pt x="40102" y="117788"/>
                  <a:pt x="36636" y="117219"/>
                  <a:pt x="33712" y="116082"/>
                </a:cubicBezTo>
                <a:cubicBezTo>
                  <a:pt x="31545" y="115269"/>
                  <a:pt x="29108" y="113645"/>
                  <a:pt x="26401" y="111208"/>
                </a:cubicBezTo>
                <a:lnTo>
                  <a:pt x="26401" y="133872"/>
                </a:lnTo>
                <a:cubicBezTo>
                  <a:pt x="26401" y="138991"/>
                  <a:pt x="26712" y="142245"/>
                  <a:pt x="27335" y="143635"/>
                </a:cubicBezTo>
                <a:cubicBezTo>
                  <a:pt x="27958" y="145024"/>
                  <a:pt x="29041" y="146127"/>
                  <a:pt x="30584" y="146943"/>
                </a:cubicBezTo>
                <a:cubicBezTo>
                  <a:pt x="32128" y="147760"/>
                  <a:pt x="34930" y="148169"/>
                  <a:pt x="38992" y="148169"/>
                </a:cubicBezTo>
                <a:lnTo>
                  <a:pt x="38992" y="151093"/>
                </a:lnTo>
                <a:lnTo>
                  <a:pt x="0" y="151093"/>
                </a:lnTo>
                <a:lnTo>
                  <a:pt x="0" y="148169"/>
                </a:lnTo>
                <a:lnTo>
                  <a:pt x="2031" y="148169"/>
                </a:lnTo>
                <a:cubicBezTo>
                  <a:pt x="5009" y="148223"/>
                  <a:pt x="7555" y="147651"/>
                  <a:pt x="9667" y="146453"/>
                </a:cubicBezTo>
                <a:cubicBezTo>
                  <a:pt x="10696" y="145853"/>
                  <a:pt x="11494" y="144887"/>
                  <a:pt x="12063" y="143554"/>
                </a:cubicBezTo>
                <a:cubicBezTo>
                  <a:pt x="12632" y="142220"/>
                  <a:pt x="12916" y="138830"/>
                  <a:pt x="12916" y="133384"/>
                </a:cubicBezTo>
                <a:lnTo>
                  <a:pt x="12916" y="62874"/>
                </a:lnTo>
                <a:cubicBezTo>
                  <a:pt x="12916" y="58022"/>
                  <a:pt x="12699" y="54942"/>
                  <a:pt x="12266" y="53634"/>
                </a:cubicBezTo>
                <a:cubicBezTo>
                  <a:pt x="11833" y="52324"/>
                  <a:pt x="11142" y="51343"/>
                  <a:pt x="10195" y="50692"/>
                </a:cubicBezTo>
                <a:cubicBezTo>
                  <a:pt x="9247" y="50040"/>
                  <a:pt x="7961" y="49714"/>
                  <a:pt x="6336" y="49714"/>
                </a:cubicBezTo>
                <a:cubicBezTo>
                  <a:pt x="5036" y="49714"/>
                  <a:pt x="3385" y="50094"/>
                  <a:pt x="1381" y="50852"/>
                </a:cubicBezTo>
                <a:lnTo>
                  <a:pt x="406" y="48252"/>
                </a:lnTo>
                <a:moveTo>
                  <a:pt x="26401" y="61412"/>
                </a:moveTo>
                <a:lnTo>
                  <a:pt x="26401" y="89194"/>
                </a:lnTo>
                <a:cubicBezTo>
                  <a:pt x="26401" y="95205"/>
                  <a:pt x="26644" y="99158"/>
                  <a:pt x="27132" y="101054"/>
                </a:cubicBezTo>
                <a:cubicBezTo>
                  <a:pt x="27890" y="104195"/>
                  <a:pt x="29745" y="106957"/>
                  <a:pt x="32696" y="109339"/>
                </a:cubicBezTo>
                <a:cubicBezTo>
                  <a:pt x="35648" y="111722"/>
                  <a:pt x="39371" y="112914"/>
                  <a:pt x="43866" y="112914"/>
                </a:cubicBezTo>
                <a:cubicBezTo>
                  <a:pt x="49281" y="112914"/>
                  <a:pt x="53668" y="110802"/>
                  <a:pt x="57025" y="106577"/>
                </a:cubicBezTo>
                <a:cubicBezTo>
                  <a:pt x="61412" y="101054"/>
                  <a:pt x="63605" y="93282"/>
                  <a:pt x="63605" y="83264"/>
                </a:cubicBezTo>
                <a:cubicBezTo>
                  <a:pt x="63605" y="71891"/>
                  <a:pt x="61114" y="63145"/>
                  <a:pt x="56132" y="57025"/>
                </a:cubicBezTo>
                <a:cubicBezTo>
                  <a:pt x="52666" y="52801"/>
                  <a:pt x="48550" y="50689"/>
                  <a:pt x="43784" y="50689"/>
                </a:cubicBezTo>
                <a:cubicBezTo>
                  <a:pt x="41185" y="50689"/>
                  <a:pt x="38613" y="51339"/>
                  <a:pt x="36067" y="52639"/>
                </a:cubicBezTo>
                <a:cubicBezTo>
                  <a:pt x="34118" y="53614"/>
                  <a:pt x="30896" y="56538"/>
                  <a:pt x="26401" y="61412"/>
                </a:cubicBezTo>
                <a:close/>
                <a:moveTo>
                  <a:pt x="107581" y="0"/>
                </a:moveTo>
                <a:cubicBezTo>
                  <a:pt x="109856" y="0"/>
                  <a:pt x="111792" y="803"/>
                  <a:pt x="113389" y="2409"/>
                </a:cubicBezTo>
                <a:cubicBezTo>
                  <a:pt x="114987" y="4013"/>
                  <a:pt x="115786" y="5959"/>
                  <a:pt x="115786" y="8245"/>
                </a:cubicBezTo>
                <a:cubicBezTo>
                  <a:pt x="115786" y="10531"/>
                  <a:pt x="114987" y="12491"/>
                  <a:pt x="113389" y="14124"/>
                </a:cubicBezTo>
                <a:cubicBezTo>
                  <a:pt x="111792" y="15756"/>
                  <a:pt x="109856" y="16571"/>
                  <a:pt x="107581" y="16571"/>
                </a:cubicBezTo>
                <a:cubicBezTo>
                  <a:pt x="105307" y="16571"/>
                  <a:pt x="103357" y="15756"/>
                  <a:pt x="101732" y="14124"/>
                </a:cubicBezTo>
                <a:cubicBezTo>
                  <a:pt x="100108" y="12491"/>
                  <a:pt x="99295" y="10531"/>
                  <a:pt x="99295" y="8245"/>
                </a:cubicBezTo>
                <a:cubicBezTo>
                  <a:pt x="99295" y="5959"/>
                  <a:pt x="100094" y="4013"/>
                  <a:pt x="101692" y="2409"/>
                </a:cubicBezTo>
                <a:cubicBezTo>
                  <a:pt x="103289" y="803"/>
                  <a:pt x="105252" y="0"/>
                  <a:pt x="107581" y="0"/>
                </a:cubicBezTo>
                <a:moveTo>
                  <a:pt x="114323" y="38992"/>
                </a:moveTo>
                <a:lnTo>
                  <a:pt x="114323" y="98617"/>
                </a:lnTo>
                <a:cubicBezTo>
                  <a:pt x="114323" y="103301"/>
                  <a:pt x="114662" y="106420"/>
                  <a:pt x="115339" y="107974"/>
                </a:cubicBezTo>
                <a:cubicBezTo>
                  <a:pt x="116016" y="109526"/>
                  <a:pt x="117018" y="110683"/>
                  <a:pt x="118344" y="111446"/>
                </a:cubicBezTo>
                <a:cubicBezTo>
                  <a:pt x="119671" y="112208"/>
                  <a:pt x="122095" y="112589"/>
                  <a:pt x="125615" y="112589"/>
                </a:cubicBezTo>
                <a:lnTo>
                  <a:pt x="125615" y="115513"/>
                </a:lnTo>
                <a:lnTo>
                  <a:pt x="89466" y="115513"/>
                </a:lnTo>
                <a:lnTo>
                  <a:pt x="89466" y="112589"/>
                </a:lnTo>
                <a:cubicBezTo>
                  <a:pt x="93095" y="112589"/>
                  <a:pt x="95532" y="112235"/>
                  <a:pt x="96777" y="111528"/>
                </a:cubicBezTo>
                <a:cubicBezTo>
                  <a:pt x="98023" y="110818"/>
                  <a:pt x="99011" y="109647"/>
                  <a:pt x="99742" y="108014"/>
                </a:cubicBezTo>
                <a:cubicBezTo>
                  <a:pt x="100473" y="106379"/>
                  <a:pt x="100839" y="103247"/>
                  <a:pt x="100839" y="98617"/>
                </a:cubicBezTo>
                <a:lnTo>
                  <a:pt x="100839" y="70185"/>
                </a:lnTo>
                <a:cubicBezTo>
                  <a:pt x="100839" y="62082"/>
                  <a:pt x="100595" y="56834"/>
                  <a:pt x="100108" y="54441"/>
                </a:cubicBezTo>
                <a:cubicBezTo>
                  <a:pt x="99729" y="52700"/>
                  <a:pt x="99133" y="51491"/>
                  <a:pt x="98321" y="50814"/>
                </a:cubicBezTo>
                <a:cubicBezTo>
                  <a:pt x="97508" y="50135"/>
                  <a:pt x="96398" y="49796"/>
                  <a:pt x="94990" y="49796"/>
                </a:cubicBezTo>
                <a:cubicBezTo>
                  <a:pt x="93474" y="49796"/>
                  <a:pt x="91632" y="50202"/>
                  <a:pt x="89466" y="51014"/>
                </a:cubicBezTo>
                <a:lnTo>
                  <a:pt x="88329" y="48090"/>
                </a:lnTo>
                <a:lnTo>
                  <a:pt x="110749" y="38992"/>
                </a:lnTo>
                <a:lnTo>
                  <a:pt x="114323" y="38992"/>
                </a:lnTo>
                <a:close/>
                <a:moveTo>
                  <a:pt x="160422" y="0"/>
                </a:moveTo>
                <a:lnTo>
                  <a:pt x="160422" y="98617"/>
                </a:lnTo>
                <a:cubicBezTo>
                  <a:pt x="160422" y="103301"/>
                  <a:pt x="160760" y="106407"/>
                  <a:pt x="161437" y="107933"/>
                </a:cubicBezTo>
                <a:cubicBezTo>
                  <a:pt x="162114" y="109458"/>
                  <a:pt x="163157" y="110615"/>
                  <a:pt x="164565" y="111406"/>
                </a:cubicBezTo>
                <a:cubicBezTo>
                  <a:pt x="165973" y="112194"/>
                  <a:pt x="168599" y="112589"/>
                  <a:pt x="172444" y="112589"/>
                </a:cubicBezTo>
                <a:lnTo>
                  <a:pt x="172444" y="115513"/>
                </a:lnTo>
                <a:lnTo>
                  <a:pt x="135971" y="115513"/>
                </a:lnTo>
                <a:lnTo>
                  <a:pt x="135971" y="112589"/>
                </a:lnTo>
                <a:cubicBezTo>
                  <a:pt x="139383" y="112589"/>
                  <a:pt x="141711" y="112235"/>
                  <a:pt x="142957" y="111528"/>
                </a:cubicBezTo>
                <a:cubicBezTo>
                  <a:pt x="144203" y="110818"/>
                  <a:pt x="145177" y="109647"/>
                  <a:pt x="145881" y="108014"/>
                </a:cubicBezTo>
                <a:cubicBezTo>
                  <a:pt x="146585" y="106379"/>
                  <a:pt x="146937" y="103247"/>
                  <a:pt x="146937" y="98617"/>
                </a:cubicBezTo>
                <a:lnTo>
                  <a:pt x="146937" y="31193"/>
                </a:lnTo>
                <a:cubicBezTo>
                  <a:pt x="146937" y="22799"/>
                  <a:pt x="146748" y="17641"/>
                  <a:pt x="146369" y="15719"/>
                </a:cubicBezTo>
                <a:cubicBezTo>
                  <a:pt x="145990" y="13796"/>
                  <a:pt x="145380" y="12483"/>
                  <a:pt x="144541" y="11779"/>
                </a:cubicBezTo>
                <a:cubicBezTo>
                  <a:pt x="143702" y="11075"/>
                  <a:pt x="142632" y="10723"/>
                  <a:pt x="141332" y="10723"/>
                </a:cubicBezTo>
                <a:cubicBezTo>
                  <a:pt x="139924" y="10723"/>
                  <a:pt x="138137" y="11156"/>
                  <a:pt x="135971" y="12022"/>
                </a:cubicBezTo>
                <a:lnTo>
                  <a:pt x="134590" y="9098"/>
                </a:lnTo>
                <a:lnTo>
                  <a:pt x="156767" y="0"/>
                </a:lnTo>
                <a:lnTo>
                  <a:pt x="160422" y="0"/>
                </a:lnTo>
                <a:close/>
                <a:moveTo>
                  <a:pt x="193523" y="69210"/>
                </a:moveTo>
                <a:cubicBezTo>
                  <a:pt x="193469" y="80207"/>
                  <a:pt x="196150" y="88832"/>
                  <a:pt x="201565" y="95086"/>
                </a:cubicBezTo>
                <a:cubicBezTo>
                  <a:pt x="206981" y="101339"/>
                  <a:pt x="213344" y="104465"/>
                  <a:pt x="220655" y="104465"/>
                </a:cubicBezTo>
                <a:cubicBezTo>
                  <a:pt x="225529" y="104465"/>
                  <a:pt x="229767" y="103119"/>
                  <a:pt x="233368" y="100427"/>
                </a:cubicBezTo>
                <a:cubicBezTo>
                  <a:pt x="236969" y="97734"/>
                  <a:pt x="239988" y="93123"/>
                  <a:pt x="242425" y="86594"/>
                </a:cubicBezTo>
                <a:lnTo>
                  <a:pt x="244944" y="88226"/>
                </a:lnTo>
                <a:cubicBezTo>
                  <a:pt x="243806" y="95685"/>
                  <a:pt x="240503" y="102476"/>
                  <a:pt x="235033" y="108601"/>
                </a:cubicBezTo>
                <a:cubicBezTo>
                  <a:pt x="229564" y="114725"/>
                  <a:pt x="222713" y="117788"/>
                  <a:pt x="214481" y="117788"/>
                </a:cubicBezTo>
                <a:cubicBezTo>
                  <a:pt x="205546" y="117788"/>
                  <a:pt x="197896" y="114316"/>
                  <a:pt x="191533" y="107372"/>
                </a:cubicBezTo>
                <a:cubicBezTo>
                  <a:pt x="185170" y="100427"/>
                  <a:pt x="181988" y="91090"/>
                  <a:pt x="181988" y="79362"/>
                </a:cubicBezTo>
                <a:cubicBezTo>
                  <a:pt x="181988" y="66663"/>
                  <a:pt x="185251" y="56760"/>
                  <a:pt x="191777" y="49654"/>
                </a:cubicBezTo>
                <a:cubicBezTo>
                  <a:pt x="198302" y="42546"/>
                  <a:pt x="206493" y="38992"/>
                  <a:pt x="216350" y="38992"/>
                </a:cubicBezTo>
                <a:cubicBezTo>
                  <a:pt x="224690" y="38992"/>
                  <a:pt x="231540" y="41733"/>
                  <a:pt x="236902" y="47217"/>
                </a:cubicBezTo>
                <a:cubicBezTo>
                  <a:pt x="242263" y="52698"/>
                  <a:pt x="244944" y="60029"/>
                  <a:pt x="244944" y="69210"/>
                </a:cubicBezTo>
                <a:lnTo>
                  <a:pt x="193523" y="69210"/>
                </a:lnTo>
                <a:moveTo>
                  <a:pt x="193523" y="64499"/>
                </a:moveTo>
                <a:lnTo>
                  <a:pt x="227966" y="64499"/>
                </a:lnTo>
                <a:cubicBezTo>
                  <a:pt x="227695" y="59772"/>
                  <a:pt x="227127" y="56442"/>
                  <a:pt x="226260" y="54510"/>
                </a:cubicBezTo>
                <a:cubicBezTo>
                  <a:pt x="224906" y="51501"/>
                  <a:pt x="222889" y="49137"/>
                  <a:pt x="220208" y="47420"/>
                </a:cubicBezTo>
                <a:cubicBezTo>
                  <a:pt x="217528" y="45700"/>
                  <a:pt x="214725" y="44841"/>
                  <a:pt x="211801" y="44841"/>
                </a:cubicBezTo>
                <a:cubicBezTo>
                  <a:pt x="207306" y="44841"/>
                  <a:pt x="203285" y="46573"/>
                  <a:pt x="199738" y="50037"/>
                </a:cubicBezTo>
                <a:cubicBezTo>
                  <a:pt x="196190" y="53501"/>
                  <a:pt x="194119" y="58322"/>
                  <a:pt x="193523" y="644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42F46-8E65-4990-BE25-F726204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2" y="4023209"/>
            <a:ext cx="1099428" cy="323257"/>
          </a:xfrm>
          <a:custGeom xmlns:a="http://schemas.openxmlformats.org/drawingml/2006/main">
            <a:pathLst>
              <a:path w="1099428" h="323257">
                <a:moveTo>
                  <a:pt x="0" y="317336"/>
                </a:moveTo>
                <a:lnTo>
                  <a:pt x="0" y="269973"/>
                </a:lnTo>
                <a:lnTo>
                  <a:pt x="11841" y="269973"/>
                </a:lnTo>
                <a:lnTo>
                  <a:pt x="11841" y="317336"/>
                </a:lnTo>
                <a:lnTo>
                  <a:pt x="0" y="317336"/>
                </a:lnTo>
                <a:close/>
                <a:moveTo>
                  <a:pt x="0" y="234450"/>
                </a:moveTo>
                <a:lnTo>
                  <a:pt x="0" y="187086"/>
                </a:lnTo>
                <a:lnTo>
                  <a:pt x="11841" y="187086"/>
                </a:lnTo>
                <a:lnTo>
                  <a:pt x="11841" y="234450"/>
                </a:lnTo>
                <a:lnTo>
                  <a:pt x="0" y="234450"/>
                </a:lnTo>
                <a:close/>
                <a:moveTo>
                  <a:pt x="0" y="151564"/>
                </a:moveTo>
                <a:lnTo>
                  <a:pt x="0" y="104200"/>
                </a:lnTo>
                <a:lnTo>
                  <a:pt x="11841" y="104200"/>
                </a:lnTo>
                <a:lnTo>
                  <a:pt x="11841" y="151564"/>
                </a:lnTo>
                <a:lnTo>
                  <a:pt x="0" y="151564"/>
                </a:lnTo>
                <a:close/>
                <a:moveTo>
                  <a:pt x="0" y="68677"/>
                </a:moveTo>
                <a:lnTo>
                  <a:pt x="0" y="21314"/>
                </a:lnTo>
                <a:lnTo>
                  <a:pt x="11841" y="21314"/>
                </a:lnTo>
                <a:lnTo>
                  <a:pt x="11841" y="68677"/>
                </a:lnTo>
                <a:lnTo>
                  <a:pt x="0" y="68677"/>
                </a:lnTo>
                <a:close/>
                <a:moveTo>
                  <a:pt x="26050" y="0"/>
                </a:moveTo>
                <a:lnTo>
                  <a:pt x="73414" y="0"/>
                </a:lnTo>
                <a:lnTo>
                  <a:pt x="73414" y="11841"/>
                </a:lnTo>
                <a:lnTo>
                  <a:pt x="26050" y="11841"/>
                </a:lnTo>
                <a:lnTo>
                  <a:pt x="26050" y="0"/>
                </a:lnTo>
                <a:close/>
                <a:moveTo>
                  <a:pt x="108936" y="0"/>
                </a:moveTo>
                <a:lnTo>
                  <a:pt x="156300" y="0"/>
                </a:lnTo>
                <a:lnTo>
                  <a:pt x="156300" y="11841"/>
                </a:lnTo>
                <a:lnTo>
                  <a:pt x="108936" y="11841"/>
                </a:lnTo>
                <a:lnTo>
                  <a:pt x="108936" y="0"/>
                </a:lnTo>
                <a:close/>
                <a:moveTo>
                  <a:pt x="191823" y="0"/>
                </a:moveTo>
                <a:lnTo>
                  <a:pt x="239186" y="0"/>
                </a:lnTo>
                <a:lnTo>
                  <a:pt x="239186" y="11841"/>
                </a:lnTo>
                <a:lnTo>
                  <a:pt x="191823" y="11841"/>
                </a:lnTo>
                <a:lnTo>
                  <a:pt x="191823" y="0"/>
                </a:lnTo>
                <a:close/>
                <a:moveTo>
                  <a:pt x="274709" y="0"/>
                </a:moveTo>
                <a:lnTo>
                  <a:pt x="322073" y="0"/>
                </a:lnTo>
                <a:lnTo>
                  <a:pt x="322073" y="11841"/>
                </a:lnTo>
                <a:lnTo>
                  <a:pt x="274709" y="11841"/>
                </a:lnTo>
                <a:lnTo>
                  <a:pt x="274709" y="0"/>
                </a:lnTo>
                <a:close/>
                <a:moveTo>
                  <a:pt x="357595" y="0"/>
                </a:moveTo>
                <a:lnTo>
                  <a:pt x="404959" y="0"/>
                </a:lnTo>
                <a:lnTo>
                  <a:pt x="404959" y="11841"/>
                </a:lnTo>
                <a:lnTo>
                  <a:pt x="357595" y="11841"/>
                </a:lnTo>
                <a:lnTo>
                  <a:pt x="357595" y="0"/>
                </a:lnTo>
                <a:close/>
                <a:moveTo>
                  <a:pt x="440482" y="0"/>
                </a:moveTo>
                <a:lnTo>
                  <a:pt x="487845" y="0"/>
                </a:lnTo>
                <a:lnTo>
                  <a:pt x="487845" y="11841"/>
                </a:lnTo>
                <a:lnTo>
                  <a:pt x="440482" y="11841"/>
                </a:lnTo>
                <a:lnTo>
                  <a:pt x="440482" y="0"/>
                </a:lnTo>
                <a:close/>
                <a:moveTo>
                  <a:pt x="523368" y="0"/>
                </a:moveTo>
                <a:lnTo>
                  <a:pt x="570732" y="0"/>
                </a:lnTo>
                <a:lnTo>
                  <a:pt x="570732" y="11841"/>
                </a:lnTo>
                <a:lnTo>
                  <a:pt x="523368" y="11841"/>
                </a:lnTo>
                <a:lnTo>
                  <a:pt x="523368" y="0"/>
                </a:lnTo>
                <a:close/>
                <a:moveTo>
                  <a:pt x="606255" y="0"/>
                </a:moveTo>
                <a:lnTo>
                  <a:pt x="653618" y="0"/>
                </a:lnTo>
                <a:lnTo>
                  <a:pt x="653618" y="11841"/>
                </a:lnTo>
                <a:lnTo>
                  <a:pt x="606255" y="11841"/>
                </a:lnTo>
                <a:lnTo>
                  <a:pt x="606255" y="0"/>
                </a:lnTo>
                <a:close/>
                <a:moveTo>
                  <a:pt x="689141" y="0"/>
                </a:moveTo>
                <a:lnTo>
                  <a:pt x="736505" y="0"/>
                </a:lnTo>
                <a:lnTo>
                  <a:pt x="736505" y="11841"/>
                </a:lnTo>
                <a:lnTo>
                  <a:pt x="689141" y="11841"/>
                </a:lnTo>
                <a:lnTo>
                  <a:pt x="689141" y="0"/>
                </a:lnTo>
                <a:close/>
                <a:moveTo>
                  <a:pt x="772027" y="0"/>
                </a:moveTo>
                <a:lnTo>
                  <a:pt x="819391" y="0"/>
                </a:lnTo>
                <a:lnTo>
                  <a:pt x="819391" y="11841"/>
                </a:lnTo>
                <a:lnTo>
                  <a:pt x="772027" y="11841"/>
                </a:lnTo>
                <a:lnTo>
                  <a:pt x="772027" y="0"/>
                </a:lnTo>
                <a:close/>
                <a:moveTo>
                  <a:pt x="854914" y="0"/>
                </a:moveTo>
                <a:lnTo>
                  <a:pt x="902277" y="0"/>
                </a:lnTo>
                <a:lnTo>
                  <a:pt x="902277" y="11841"/>
                </a:lnTo>
                <a:lnTo>
                  <a:pt x="854914" y="11841"/>
                </a:lnTo>
                <a:lnTo>
                  <a:pt x="854914" y="0"/>
                </a:lnTo>
                <a:close/>
                <a:moveTo>
                  <a:pt x="937800" y="0"/>
                </a:moveTo>
                <a:lnTo>
                  <a:pt x="985164" y="0"/>
                </a:lnTo>
                <a:lnTo>
                  <a:pt x="985164" y="11841"/>
                </a:lnTo>
                <a:lnTo>
                  <a:pt x="937800" y="11841"/>
                </a:lnTo>
                <a:lnTo>
                  <a:pt x="937800" y="0"/>
                </a:lnTo>
                <a:close/>
                <a:moveTo>
                  <a:pt x="1020686" y="0"/>
                </a:moveTo>
                <a:lnTo>
                  <a:pt x="1068050" y="0"/>
                </a:lnTo>
                <a:lnTo>
                  <a:pt x="1068050" y="11841"/>
                </a:lnTo>
                <a:lnTo>
                  <a:pt x="1020686" y="11841"/>
                </a:lnTo>
                <a:lnTo>
                  <a:pt x="1020686" y="0"/>
                </a:lnTo>
                <a:close/>
                <a:moveTo>
                  <a:pt x="1099428" y="15985"/>
                </a:moveTo>
                <a:lnTo>
                  <a:pt x="1099428" y="63349"/>
                </a:lnTo>
                <a:lnTo>
                  <a:pt x="1087587" y="63349"/>
                </a:lnTo>
                <a:lnTo>
                  <a:pt x="1087587" y="15985"/>
                </a:lnTo>
                <a:lnTo>
                  <a:pt x="1099428" y="15985"/>
                </a:lnTo>
                <a:close/>
                <a:moveTo>
                  <a:pt x="1099428" y="98872"/>
                </a:moveTo>
                <a:lnTo>
                  <a:pt x="1099428" y="146235"/>
                </a:lnTo>
                <a:lnTo>
                  <a:pt x="1087587" y="146235"/>
                </a:lnTo>
                <a:lnTo>
                  <a:pt x="1087587" y="98872"/>
                </a:lnTo>
                <a:lnTo>
                  <a:pt x="1099428" y="98872"/>
                </a:lnTo>
                <a:close/>
                <a:moveTo>
                  <a:pt x="1099428" y="181758"/>
                </a:moveTo>
                <a:lnTo>
                  <a:pt x="1099428" y="229122"/>
                </a:lnTo>
                <a:lnTo>
                  <a:pt x="1087587" y="229122"/>
                </a:lnTo>
                <a:lnTo>
                  <a:pt x="1087587" y="181758"/>
                </a:lnTo>
                <a:lnTo>
                  <a:pt x="1099428" y="181758"/>
                </a:lnTo>
                <a:close/>
                <a:moveTo>
                  <a:pt x="1099428" y="264644"/>
                </a:moveTo>
                <a:lnTo>
                  <a:pt x="1099428" y="312008"/>
                </a:lnTo>
                <a:lnTo>
                  <a:pt x="1087587" y="312008"/>
                </a:lnTo>
                <a:lnTo>
                  <a:pt x="1087587" y="264644"/>
                </a:lnTo>
                <a:lnTo>
                  <a:pt x="1099428" y="264644"/>
                </a:lnTo>
                <a:close/>
                <a:moveTo>
                  <a:pt x="1063314" y="323257"/>
                </a:moveTo>
                <a:lnTo>
                  <a:pt x="1015950" y="323257"/>
                </a:lnTo>
                <a:lnTo>
                  <a:pt x="1015950" y="311416"/>
                </a:lnTo>
                <a:lnTo>
                  <a:pt x="1063314" y="311416"/>
                </a:lnTo>
                <a:lnTo>
                  <a:pt x="1063314" y="323257"/>
                </a:lnTo>
                <a:close/>
                <a:moveTo>
                  <a:pt x="980427" y="323257"/>
                </a:moveTo>
                <a:lnTo>
                  <a:pt x="933064" y="323257"/>
                </a:lnTo>
                <a:lnTo>
                  <a:pt x="933064" y="311416"/>
                </a:lnTo>
                <a:lnTo>
                  <a:pt x="980427" y="311416"/>
                </a:lnTo>
                <a:lnTo>
                  <a:pt x="980427" y="323257"/>
                </a:lnTo>
                <a:close/>
                <a:moveTo>
                  <a:pt x="897541" y="323257"/>
                </a:moveTo>
                <a:lnTo>
                  <a:pt x="850177" y="323257"/>
                </a:lnTo>
                <a:lnTo>
                  <a:pt x="850177" y="311416"/>
                </a:lnTo>
                <a:lnTo>
                  <a:pt x="897541" y="311416"/>
                </a:lnTo>
                <a:lnTo>
                  <a:pt x="897541" y="323257"/>
                </a:lnTo>
                <a:close/>
                <a:moveTo>
                  <a:pt x="814655" y="323257"/>
                </a:moveTo>
                <a:lnTo>
                  <a:pt x="767291" y="323257"/>
                </a:lnTo>
                <a:lnTo>
                  <a:pt x="767291" y="311416"/>
                </a:lnTo>
                <a:lnTo>
                  <a:pt x="814655" y="311416"/>
                </a:lnTo>
                <a:lnTo>
                  <a:pt x="814655" y="323257"/>
                </a:lnTo>
                <a:close/>
                <a:moveTo>
                  <a:pt x="731768" y="323257"/>
                </a:moveTo>
                <a:lnTo>
                  <a:pt x="684405" y="323257"/>
                </a:lnTo>
                <a:lnTo>
                  <a:pt x="684405" y="311416"/>
                </a:lnTo>
                <a:lnTo>
                  <a:pt x="731768" y="311416"/>
                </a:lnTo>
                <a:lnTo>
                  <a:pt x="731768" y="323257"/>
                </a:lnTo>
                <a:close/>
                <a:moveTo>
                  <a:pt x="648882" y="323257"/>
                </a:moveTo>
                <a:lnTo>
                  <a:pt x="601518" y="323257"/>
                </a:lnTo>
                <a:lnTo>
                  <a:pt x="601518" y="311416"/>
                </a:lnTo>
                <a:lnTo>
                  <a:pt x="648882" y="311416"/>
                </a:lnTo>
                <a:lnTo>
                  <a:pt x="648882" y="323257"/>
                </a:lnTo>
                <a:close/>
                <a:moveTo>
                  <a:pt x="565995" y="323257"/>
                </a:moveTo>
                <a:lnTo>
                  <a:pt x="518632" y="323257"/>
                </a:lnTo>
                <a:lnTo>
                  <a:pt x="518632" y="311416"/>
                </a:lnTo>
                <a:lnTo>
                  <a:pt x="565995" y="311416"/>
                </a:lnTo>
                <a:lnTo>
                  <a:pt x="565995" y="323257"/>
                </a:lnTo>
                <a:close/>
                <a:moveTo>
                  <a:pt x="483109" y="323257"/>
                </a:moveTo>
                <a:lnTo>
                  <a:pt x="435745" y="323257"/>
                </a:lnTo>
                <a:lnTo>
                  <a:pt x="435745" y="311416"/>
                </a:lnTo>
                <a:lnTo>
                  <a:pt x="483109" y="311416"/>
                </a:lnTo>
                <a:lnTo>
                  <a:pt x="483109" y="323257"/>
                </a:lnTo>
                <a:close/>
                <a:moveTo>
                  <a:pt x="400223" y="323257"/>
                </a:moveTo>
                <a:lnTo>
                  <a:pt x="352859" y="323257"/>
                </a:lnTo>
                <a:lnTo>
                  <a:pt x="352859" y="311416"/>
                </a:lnTo>
                <a:lnTo>
                  <a:pt x="400223" y="311416"/>
                </a:lnTo>
                <a:lnTo>
                  <a:pt x="400223" y="323257"/>
                </a:lnTo>
                <a:close/>
                <a:moveTo>
                  <a:pt x="317336" y="323257"/>
                </a:moveTo>
                <a:lnTo>
                  <a:pt x="269973" y="323257"/>
                </a:lnTo>
                <a:lnTo>
                  <a:pt x="269973" y="311416"/>
                </a:lnTo>
                <a:lnTo>
                  <a:pt x="317336" y="311416"/>
                </a:lnTo>
                <a:lnTo>
                  <a:pt x="317336" y="323257"/>
                </a:lnTo>
                <a:close/>
                <a:moveTo>
                  <a:pt x="234450" y="323257"/>
                </a:moveTo>
                <a:lnTo>
                  <a:pt x="187086" y="323257"/>
                </a:lnTo>
                <a:lnTo>
                  <a:pt x="187086" y="311416"/>
                </a:lnTo>
                <a:lnTo>
                  <a:pt x="234450" y="311416"/>
                </a:lnTo>
                <a:lnTo>
                  <a:pt x="234450" y="323257"/>
                </a:lnTo>
                <a:close/>
                <a:moveTo>
                  <a:pt x="151564" y="323257"/>
                </a:moveTo>
                <a:lnTo>
                  <a:pt x="104200" y="323257"/>
                </a:lnTo>
                <a:lnTo>
                  <a:pt x="104200" y="311416"/>
                </a:lnTo>
                <a:lnTo>
                  <a:pt x="151564" y="311416"/>
                </a:lnTo>
                <a:lnTo>
                  <a:pt x="151564" y="323257"/>
                </a:lnTo>
                <a:close/>
                <a:moveTo>
                  <a:pt x="68677" y="323257"/>
                </a:moveTo>
                <a:lnTo>
                  <a:pt x="21314" y="323257"/>
                </a:lnTo>
                <a:lnTo>
                  <a:pt x="21314" y="311416"/>
                </a:lnTo>
                <a:lnTo>
                  <a:pt x="68677" y="311416"/>
                </a:lnTo>
                <a:lnTo>
                  <a:pt x="68677" y="3232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⑥">
            <a:extLst xmlns:a="http://schemas.openxmlformats.org/drawingml/2006/main">
              <a:ext uri="{FF2B5EF4-FFF2-40B4-BE49-F238E27FC236}">
                <a16:creationId xmlns:a16="http://schemas.microsoft.com/office/drawing/2014/main" id="{A9193F87-7B6F-4014-BB90-C1739A57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38" y="4119231"/>
            <a:ext cx="158046" cy="158046"/>
          </a:xfrm>
          <a:custGeom xmlns:a="http://schemas.openxmlformats.org/drawingml/2006/main">
            <a:pathLst>
              <a:path w="158046" h="158046">
                <a:moveTo>
                  <a:pt x="114460" y="100650"/>
                </a:moveTo>
                <a:cubicBezTo>
                  <a:pt x="113128" y="125272"/>
                  <a:pt x="101427" y="137583"/>
                  <a:pt x="79357" y="137583"/>
                </a:cubicBezTo>
                <a:cubicBezTo>
                  <a:pt x="55510" y="137583"/>
                  <a:pt x="43586" y="120170"/>
                  <a:pt x="43586" y="85343"/>
                </a:cubicBezTo>
                <a:cubicBezTo>
                  <a:pt x="45140" y="44085"/>
                  <a:pt x="58560" y="23456"/>
                  <a:pt x="83847" y="23456"/>
                </a:cubicBezTo>
                <a:cubicBezTo>
                  <a:pt x="100262" y="23456"/>
                  <a:pt x="109135" y="29778"/>
                  <a:pt x="110466" y="42421"/>
                </a:cubicBezTo>
                <a:cubicBezTo>
                  <a:pt x="110466" y="47634"/>
                  <a:pt x="108082" y="50240"/>
                  <a:pt x="103313" y="50240"/>
                </a:cubicBezTo>
                <a:cubicBezTo>
                  <a:pt x="99874" y="50240"/>
                  <a:pt x="97933" y="48077"/>
                  <a:pt x="97490" y="43751"/>
                </a:cubicBezTo>
                <a:cubicBezTo>
                  <a:pt x="97490" y="42421"/>
                  <a:pt x="97711" y="41091"/>
                  <a:pt x="98155" y="39761"/>
                </a:cubicBezTo>
                <a:cubicBezTo>
                  <a:pt x="98598" y="37652"/>
                  <a:pt x="98155" y="35711"/>
                  <a:pt x="96824" y="33938"/>
                </a:cubicBezTo>
                <a:cubicBezTo>
                  <a:pt x="93829" y="30055"/>
                  <a:pt x="89503" y="28114"/>
                  <a:pt x="83847" y="28114"/>
                </a:cubicBezTo>
                <a:cubicBezTo>
                  <a:pt x="64771" y="28114"/>
                  <a:pt x="55012" y="46470"/>
                  <a:pt x="54568" y="83182"/>
                </a:cubicBezTo>
                <a:cubicBezTo>
                  <a:pt x="62109" y="71092"/>
                  <a:pt x="71259" y="65047"/>
                  <a:pt x="82017" y="65047"/>
                </a:cubicBezTo>
                <a:cubicBezTo>
                  <a:pt x="101538" y="65269"/>
                  <a:pt x="112353" y="77136"/>
                  <a:pt x="114460" y="100650"/>
                </a:cubicBezTo>
                <a:moveTo>
                  <a:pt x="103978" y="100650"/>
                </a:moveTo>
                <a:cubicBezTo>
                  <a:pt x="103978" y="81129"/>
                  <a:pt x="96714" y="70981"/>
                  <a:pt x="82185" y="70205"/>
                </a:cubicBezTo>
                <a:cubicBezTo>
                  <a:pt x="70538" y="69872"/>
                  <a:pt x="61332" y="78967"/>
                  <a:pt x="54568" y="97490"/>
                </a:cubicBezTo>
                <a:cubicBezTo>
                  <a:pt x="55455" y="121223"/>
                  <a:pt x="63718" y="133090"/>
                  <a:pt x="79357" y="133090"/>
                </a:cubicBezTo>
                <a:cubicBezTo>
                  <a:pt x="95771" y="132315"/>
                  <a:pt x="103978" y="121501"/>
                  <a:pt x="103978" y="100650"/>
                </a:cubicBezTo>
                <a:moveTo>
                  <a:pt x="0" y="79022"/>
                </a:moveTo>
                <a:cubicBezTo>
                  <a:pt x="0" y="68153"/>
                  <a:pt x="2079" y="57922"/>
                  <a:pt x="6237" y="48328"/>
                </a:cubicBezTo>
                <a:cubicBezTo>
                  <a:pt x="10397" y="38735"/>
                  <a:pt x="16054" y="30361"/>
                  <a:pt x="23207" y="23207"/>
                </a:cubicBezTo>
                <a:cubicBezTo>
                  <a:pt x="30361" y="16054"/>
                  <a:pt x="38735" y="10398"/>
                  <a:pt x="48328" y="6240"/>
                </a:cubicBezTo>
                <a:cubicBezTo>
                  <a:pt x="57922" y="2080"/>
                  <a:pt x="68154" y="0"/>
                  <a:pt x="79024" y="0"/>
                </a:cubicBezTo>
                <a:cubicBezTo>
                  <a:pt x="89893" y="0"/>
                  <a:pt x="100124" y="2080"/>
                  <a:pt x="109718" y="6240"/>
                </a:cubicBezTo>
                <a:cubicBezTo>
                  <a:pt x="119312" y="10398"/>
                  <a:pt x="127685" y="16054"/>
                  <a:pt x="134839" y="23207"/>
                </a:cubicBezTo>
                <a:cubicBezTo>
                  <a:pt x="141992" y="30361"/>
                  <a:pt x="147648" y="38735"/>
                  <a:pt x="151806" y="48328"/>
                </a:cubicBezTo>
                <a:cubicBezTo>
                  <a:pt x="155966" y="57922"/>
                  <a:pt x="158046" y="68153"/>
                  <a:pt x="158046" y="79022"/>
                </a:cubicBezTo>
                <a:cubicBezTo>
                  <a:pt x="158046" y="89892"/>
                  <a:pt x="155966" y="100124"/>
                  <a:pt x="151806" y="109718"/>
                </a:cubicBezTo>
                <a:cubicBezTo>
                  <a:pt x="147648" y="119310"/>
                  <a:pt x="141992" y="127683"/>
                  <a:pt x="134839" y="134836"/>
                </a:cubicBezTo>
                <a:cubicBezTo>
                  <a:pt x="127685" y="141992"/>
                  <a:pt x="119312" y="147648"/>
                  <a:pt x="109718" y="151806"/>
                </a:cubicBezTo>
                <a:cubicBezTo>
                  <a:pt x="100124" y="155966"/>
                  <a:pt x="89893" y="158046"/>
                  <a:pt x="79024" y="158046"/>
                </a:cubicBezTo>
                <a:cubicBezTo>
                  <a:pt x="68154" y="158046"/>
                  <a:pt x="57922" y="155966"/>
                  <a:pt x="48328" y="151806"/>
                </a:cubicBezTo>
                <a:cubicBezTo>
                  <a:pt x="38735" y="147648"/>
                  <a:pt x="30361" y="141992"/>
                  <a:pt x="23207" y="134836"/>
                </a:cubicBezTo>
                <a:cubicBezTo>
                  <a:pt x="16054" y="127683"/>
                  <a:pt x="10397" y="119310"/>
                  <a:pt x="6237" y="109718"/>
                </a:cubicBezTo>
                <a:cubicBezTo>
                  <a:pt x="2079" y="100124"/>
                  <a:pt x="0" y="89892"/>
                  <a:pt x="0" y="79022"/>
                </a:cubicBezTo>
                <a:moveTo>
                  <a:pt x="4991" y="79354"/>
                </a:moveTo>
                <a:cubicBezTo>
                  <a:pt x="4991" y="89557"/>
                  <a:pt x="6932" y="99151"/>
                  <a:pt x="10814" y="108136"/>
                </a:cubicBezTo>
                <a:cubicBezTo>
                  <a:pt x="14696" y="117119"/>
                  <a:pt x="19992" y="124966"/>
                  <a:pt x="26700" y="131676"/>
                </a:cubicBezTo>
                <a:cubicBezTo>
                  <a:pt x="33410" y="138386"/>
                  <a:pt x="41257" y="143682"/>
                  <a:pt x="50240" y="147564"/>
                </a:cubicBezTo>
                <a:cubicBezTo>
                  <a:pt x="59225" y="151447"/>
                  <a:pt x="68819" y="153388"/>
                  <a:pt x="79024" y="153388"/>
                </a:cubicBezTo>
                <a:cubicBezTo>
                  <a:pt x="89227" y="153388"/>
                  <a:pt x="98848" y="151447"/>
                  <a:pt x="107887" y="147564"/>
                </a:cubicBezTo>
                <a:cubicBezTo>
                  <a:pt x="116926" y="143682"/>
                  <a:pt x="124801" y="138386"/>
                  <a:pt x="131511" y="131676"/>
                </a:cubicBezTo>
                <a:cubicBezTo>
                  <a:pt x="138221" y="124966"/>
                  <a:pt x="143517" y="117119"/>
                  <a:pt x="147399" y="108136"/>
                </a:cubicBezTo>
                <a:cubicBezTo>
                  <a:pt x="151282" y="99151"/>
                  <a:pt x="153223" y="89557"/>
                  <a:pt x="153223" y="79354"/>
                </a:cubicBezTo>
                <a:cubicBezTo>
                  <a:pt x="153223" y="69151"/>
                  <a:pt x="151282" y="59530"/>
                  <a:pt x="147399" y="50491"/>
                </a:cubicBezTo>
                <a:cubicBezTo>
                  <a:pt x="143517" y="41451"/>
                  <a:pt x="138221" y="33576"/>
                  <a:pt x="131511" y="26868"/>
                </a:cubicBezTo>
                <a:cubicBezTo>
                  <a:pt x="124801" y="20158"/>
                  <a:pt x="116926" y="14861"/>
                  <a:pt x="107887" y="10979"/>
                </a:cubicBezTo>
                <a:cubicBezTo>
                  <a:pt x="98848" y="7097"/>
                  <a:pt x="89227" y="5156"/>
                  <a:pt x="79024" y="5156"/>
                </a:cubicBezTo>
                <a:cubicBezTo>
                  <a:pt x="68819" y="5156"/>
                  <a:pt x="59225" y="7097"/>
                  <a:pt x="50240" y="10979"/>
                </a:cubicBezTo>
                <a:cubicBezTo>
                  <a:pt x="41257" y="14861"/>
                  <a:pt x="33410" y="20158"/>
                  <a:pt x="26700" y="26868"/>
                </a:cubicBezTo>
                <a:cubicBezTo>
                  <a:pt x="19992" y="33576"/>
                  <a:pt x="14696" y="41451"/>
                  <a:pt x="10814" y="50491"/>
                </a:cubicBezTo>
                <a:cubicBezTo>
                  <a:pt x="6932" y="59530"/>
                  <a:pt x="4991" y="69151"/>
                  <a:pt x="4991" y="7935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Network">
            <a:extLst xmlns:a="http://schemas.openxmlformats.org/drawingml/2006/main">
              <a:ext uri="{FF2B5EF4-FFF2-40B4-BE49-F238E27FC236}">
                <a16:creationId xmlns:a16="http://schemas.microsoft.com/office/drawing/2014/main" id="{AE096B07-FFB9-4314-96F7-5B6AE8A6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35" y="4126161"/>
            <a:ext cx="583077" cy="117788"/>
          </a:xfrm>
          <a:custGeom xmlns:a="http://schemas.openxmlformats.org/drawingml/2006/main">
            <a:pathLst>
              <a:path w="583077" h="117788">
                <a:moveTo>
                  <a:pt x="0" y="5361"/>
                </a:moveTo>
                <a:lnTo>
                  <a:pt x="29894" y="5361"/>
                </a:lnTo>
                <a:lnTo>
                  <a:pt x="97236" y="87975"/>
                </a:lnTo>
                <a:lnTo>
                  <a:pt x="97236" y="24532"/>
                </a:lnTo>
                <a:cubicBezTo>
                  <a:pt x="97236" y="17763"/>
                  <a:pt x="96477" y="13539"/>
                  <a:pt x="94961" y="11860"/>
                </a:cubicBezTo>
                <a:cubicBezTo>
                  <a:pt x="92957" y="9585"/>
                  <a:pt x="89789" y="8448"/>
                  <a:pt x="85457" y="8448"/>
                </a:cubicBezTo>
                <a:lnTo>
                  <a:pt x="81639" y="8448"/>
                </a:lnTo>
                <a:lnTo>
                  <a:pt x="81639" y="5361"/>
                </a:lnTo>
                <a:lnTo>
                  <a:pt x="119981" y="5361"/>
                </a:lnTo>
                <a:lnTo>
                  <a:pt x="119981" y="8448"/>
                </a:lnTo>
                <a:lnTo>
                  <a:pt x="116082" y="8448"/>
                </a:lnTo>
                <a:cubicBezTo>
                  <a:pt x="111424" y="8448"/>
                  <a:pt x="108121" y="9856"/>
                  <a:pt x="106171" y="12672"/>
                </a:cubicBezTo>
                <a:cubicBezTo>
                  <a:pt x="104980" y="14405"/>
                  <a:pt x="104384" y="18359"/>
                  <a:pt x="104384" y="24532"/>
                </a:cubicBezTo>
                <a:lnTo>
                  <a:pt x="104384" y="117300"/>
                </a:lnTo>
                <a:lnTo>
                  <a:pt x="101460" y="117300"/>
                </a:lnTo>
                <a:lnTo>
                  <a:pt x="28838" y="28558"/>
                </a:lnTo>
                <a:lnTo>
                  <a:pt x="28838" y="96342"/>
                </a:lnTo>
                <a:cubicBezTo>
                  <a:pt x="28838" y="103111"/>
                  <a:pt x="29569" y="107336"/>
                  <a:pt x="31031" y="109014"/>
                </a:cubicBezTo>
                <a:cubicBezTo>
                  <a:pt x="33089" y="111289"/>
                  <a:pt x="36257" y="112426"/>
                  <a:pt x="40535" y="112426"/>
                </a:cubicBezTo>
                <a:lnTo>
                  <a:pt x="44434" y="112426"/>
                </a:lnTo>
                <a:lnTo>
                  <a:pt x="44434" y="115513"/>
                </a:lnTo>
                <a:lnTo>
                  <a:pt x="6092" y="115513"/>
                </a:lnTo>
                <a:lnTo>
                  <a:pt x="6092" y="112426"/>
                </a:lnTo>
                <a:lnTo>
                  <a:pt x="9910" y="112426"/>
                </a:lnTo>
                <a:cubicBezTo>
                  <a:pt x="14622" y="112426"/>
                  <a:pt x="17952" y="111018"/>
                  <a:pt x="19902" y="108202"/>
                </a:cubicBezTo>
                <a:cubicBezTo>
                  <a:pt x="21093" y="106469"/>
                  <a:pt x="21689" y="102516"/>
                  <a:pt x="21689" y="96342"/>
                </a:cubicBezTo>
                <a:lnTo>
                  <a:pt x="21689" y="19821"/>
                </a:lnTo>
                <a:cubicBezTo>
                  <a:pt x="18494" y="16111"/>
                  <a:pt x="16071" y="13665"/>
                  <a:pt x="14419" y="12482"/>
                </a:cubicBezTo>
                <a:cubicBezTo>
                  <a:pt x="12767" y="11299"/>
                  <a:pt x="10344" y="10196"/>
                  <a:pt x="7148" y="9174"/>
                </a:cubicBezTo>
                <a:cubicBezTo>
                  <a:pt x="5578" y="8690"/>
                  <a:pt x="3195" y="8448"/>
                  <a:pt x="0" y="8448"/>
                </a:cubicBezTo>
                <a:lnTo>
                  <a:pt x="0" y="5361"/>
                </a:lnTo>
                <a:close/>
                <a:moveTo>
                  <a:pt x="139495" y="69210"/>
                </a:moveTo>
                <a:cubicBezTo>
                  <a:pt x="139441" y="80207"/>
                  <a:pt x="142122" y="88832"/>
                  <a:pt x="147537" y="95086"/>
                </a:cubicBezTo>
                <a:cubicBezTo>
                  <a:pt x="152953" y="101339"/>
                  <a:pt x="159316" y="104465"/>
                  <a:pt x="166627" y="104465"/>
                </a:cubicBezTo>
                <a:cubicBezTo>
                  <a:pt x="171501" y="104465"/>
                  <a:pt x="175739" y="103119"/>
                  <a:pt x="179340" y="100427"/>
                </a:cubicBezTo>
                <a:cubicBezTo>
                  <a:pt x="182941" y="97734"/>
                  <a:pt x="185960" y="93123"/>
                  <a:pt x="188397" y="86594"/>
                </a:cubicBezTo>
                <a:lnTo>
                  <a:pt x="190916" y="88226"/>
                </a:lnTo>
                <a:cubicBezTo>
                  <a:pt x="189778" y="95685"/>
                  <a:pt x="186475" y="102476"/>
                  <a:pt x="181005" y="108601"/>
                </a:cubicBezTo>
                <a:cubicBezTo>
                  <a:pt x="175535" y="114725"/>
                  <a:pt x="168685" y="117788"/>
                  <a:pt x="160453" y="117788"/>
                </a:cubicBezTo>
                <a:cubicBezTo>
                  <a:pt x="151518" y="117788"/>
                  <a:pt x="143868" y="114316"/>
                  <a:pt x="137505" y="107372"/>
                </a:cubicBezTo>
                <a:cubicBezTo>
                  <a:pt x="131142" y="100427"/>
                  <a:pt x="127960" y="91090"/>
                  <a:pt x="127960" y="79362"/>
                </a:cubicBezTo>
                <a:cubicBezTo>
                  <a:pt x="127960" y="66663"/>
                  <a:pt x="131223" y="56760"/>
                  <a:pt x="137749" y="49654"/>
                </a:cubicBezTo>
                <a:cubicBezTo>
                  <a:pt x="144274" y="42546"/>
                  <a:pt x="152465" y="38992"/>
                  <a:pt x="162322" y="38992"/>
                </a:cubicBezTo>
                <a:cubicBezTo>
                  <a:pt x="170662" y="38992"/>
                  <a:pt x="177512" y="41733"/>
                  <a:pt x="182873" y="47217"/>
                </a:cubicBezTo>
                <a:cubicBezTo>
                  <a:pt x="188235" y="52698"/>
                  <a:pt x="190916" y="60029"/>
                  <a:pt x="190916" y="69210"/>
                </a:cubicBezTo>
                <a:lnTo>
                  <a:pt x="139495" y="69210"/>
                </a:lnTo>
                <a:moveTo>
                  <a:pt x="139495" y="64499"/>
                </a:moveTo>
                <a:lnTo>
                  <a:pt x="173938" y="64499"/>
                </a:lnTo>
                <a:cubicBezTo>
                  <a:pt x="173667" y="59772"/>
                  <a:pt x="173098" y="56442"/>
                  <a:pt x="172232" y="54510"/>
                </a:cubicBezTo>
                <a:cubicBezTo>
                  <a:pt x="170878" y="51501"/>
                  <a:pt x="168861" y="49137"/>
                  <a:pt x="166180" y="47420"/>
                </a:cubicBezTo>
                <a:cubicBezTo>
                  <a:pt x="163499" y="45700"/>
                  <a:pt x="160697" y="44841"/>
                  <a:pt x="157773" y="44841"/>
                </a:cubicBezTo>
                <a:cubicBezTo>
                  <a:pt x="153278" y="44841"/>
                  <a:pt x="149257" y="46573"/>
                  <a:pt x="145709" y="50037"/>
                </a:cubicBezTo>
                <a:cubicBezTo>
                  <a:pt x="142162" y="53501"/>
                  <a:pt x="140091" y="58322"/>
                  <a:pt x="139495" y="64499"/>
                </a:cubicBezTo>
                <a:close/>
                <a:moveTo>
                  <a:pt x="222007" y="16571"/>
                </a:moveTo>
                <a:lnTo>
                  <a:pt x="222007" y="41104"/>
                </a:lnTo>
                <a:lnTo>
                  <a:pt x="239391" y="41104"/>
                </a:lnTo>
                <a:lnTo>
                  <a:pt x="239391" y="46628"/>
                </a:lnTo>
                <a:lnTo>
                  <a:pt x="222007" y="46790"/>
                </a:lnTo>
                <a:lnTo>
                  <a:pt x="222007" y="95108"/>
                </a:lnTo>
                <a:cubicBezTo>
                  <a:pt x="222007" y="99933"/>
                  <a:pt x="222697" y="103187"/>
                  <a:pt x="224078" y="104869"/>
                </a:cubicBezTo>
                <a:cubicBezTo>
                  <a:pt x="225459" y="106550"/>
                  <a:pt x="227233" y="107390"/>
                  <a:pt x="229399" y="107390"/>
                </a:cubicBezTo>
                <a:cubicBezTo>
                  <a:pt x="231186" y="107390"/>
                  <a:pt x="232919" y="106828"/>
                  <a:pt x="234598" y="105704"/>
                </a:cubicBezTo>
                <a:cubicBezTo>
                  <a:pt x="236277" y="104580"/>
                  <a:pt x="237577" y="102922"/>
                  <a:pt x="238497" y="100729"/>
                </a:cubicBezTo>
                <a:lnTo>
                  <a:pt x="241665" y="100729"/>
                </a:lnTo>
                <a:cubicBezTo>
                  <a:pt x="239770" y="106063"/>
                  <a:pt x="237089" y="110077"/>
                  <a:pt x="233623" y="112771"/>
                </a:cubicBezTo>
                <a:cubicBezTo>
                  <a:pt x="230157" y="115466"/>
                  <a:pt x="226583" y="116813"/>
                  <a:pt x="222900" y="116813"/>
                </a:cubicBezTo>
                <a:cubicBezTo>
                  <a:pt x="220409" y="116813"/>
                  <a:pt x="217972" y="116120"/>
                  <a:pt x="215590" y="114734"/>
                </a:cubicBezTo>
                <a:cubicBezTo>
                  <a:pt x="213207" y="113348"/>
                  <a:pt x="211447" y="111364"/>
                  <a:pt x="210309" y="108783"/>
                </a:cubicBezTo>
                <a:cubicBezTo>
                  <a:pt x="209172" y="106203"/>
                  <a:pt x="208604" y="102222"/>
                  <a:pt x="208604" y="96842"/>
                </a:cubicBezTo>
                <a:lnTo>
                  <a:pt x="208604" y="46628"/>
                </a:lnTo>
                <a:lnTo>
                  <a:pt x="196825" y="46628"/>
                </a:lnTo>
                <a:lnTo>
                  <a:pt x="196825" y="44023"/>
                </a:lnTo>
                <a:cubicBezTo>
                  <a:pt x="199803" y="42838"/>
                  <a:pt x="202850" y="40833"/>
                  <a:pt x="205963" y="38007"/>
                </a:cubicBezTo>
                <a:cubicBezTo>
                  <a:pt x="209077" y="35181"/>
                  <a:pt x="211853" y="31812"/>
                  <a:pt x="214290" y="27901"/>
                </a:cubicBezTo>
                <a:cubicBezTo>
                  <a:pt x="215535" y="25836"/>
                  <a:pt x="217268" y="22060"/>
                  <a:pt x="219489" y="16571"/>
                </a:cubicBezTo>
                <a:lnTo>
                  <a:pt x="222007" y="16571"/>
                </a:lnTo>
                <a:close/>
                <a:moveTo>
                  <a:pt x="242436" y="41104"/>
                </a:moveTo>
                <a:lnTo>
                  <a:pt x="273629" y="41104"/>
                </a:lnTo>
                <a:lnTo>
                  <a:pt x="273629" y="44028"/>
                </a:lnTo>
                <a:cubicBezTo>
                  <a:pt x="270759" y="44246"/>
                  <a:pt x="268877" y="44765"/>
                  <a:pt x="267983" y="45584"/>
                </a:cubicBezTo>
                <a:cubicBezTo>
                  <a:pt x="267090" y="46402"/>
                  <a:pt x="266643" y="47574"/>
                  <a:pt x="266643" y="49100"/>
                </a:cubicBezTo>
                <a:cubicBezTo>
                  <a:pt x="266643" y="50792"/>
                  <a:pt x="267103" y="52839"/>
                  <a:pt x="268024" y="55238"/>
                </a:cubicBezTo>
                <a:lnTo>
                  <a:pt x="283946" y="97957"/>
                </a:lnTo>
                <a:lnTo>
                  <a:pt x="299949" y="63113"/>
                </a:lnTo>
                <a:lnTo>
                  <a:pt x="295724" y="52233"/>
                </a:lnTo>
                <a:cubicBezTo>
                  <a:pt x="294425" y="48951"/>
                  <a:pt x="292719" y="46681"/>
                  <a:pt x="290607" y="45422"/>
                </a:cubicBezTo>
                <a:cubicBezTo>
                  <a:pt x="289415" y="44657"/>
                  <a:pt x="287195" y="44192"/>
                  <a:pt x="283946" y="44028"/>
                </a:cubicBezTo>
                <a:lnTo>
                  <a:pt x="283946" y="41104"/>
                </a:lnTo>
                <a:lnTo>
                  <a:pt x="319363" y="41104"/>
                </a:lnTo>
                <a:lnTo>
                  <a:pt x="319363" y="44028"/>
                </a:lnTo>
                <a:cubicBezTo>
                  <a:pt x="315464" y="44192"/>
                  <a:pt x="312702" y="44905"/>
                  <a:pt x="311077" y="46166"/>
                </a:cubicBezTo>
                <a:cubicBezTo>
                  <a:pt x="309994" y="47044"/>
                  <a:pt x="309453" y="48443"/>
                  <a:pt x="309453" y="50362"/>
                </a:cubicBezTo>
                <a:cubicBezTo>
                  <a:pt x="309453" y="51445"/>
                  <a:pt x="309669" y="52556"/>
                  <a:pt x="310103" y="53695"/>
                </a:cubicBezTo>
                <a:lnTo>
                  <a:pt x="326999" y="96469"/>
                </a:lnTo>
                <a:lnTo>
                  <a:pt x="342677" y="55238"/>
                </a:lnTo>
                <a:cubicBezTo>
                  <a:pt x="343760" y="52292"/>
                  <a:pt x="344302" y="49946"/>
                  <a:pt x="344302" y="48202"/>
                </a:cubicBezTo>
                <a:cubicBezTo>
                  <a:pt x="344302" y="47164"/>
                  <a:pt x="343774" y="46237"/>
                  <a:pt x="342718" y="45419"/>
                </a:cubicBezTo>
                <a:cubicBezTo>
                  <a:pt x="341662" y="44600"/>
                  <a:pt x="339590" y="44136"/>
                  <a:pt x="336503" y="44028"/>
                </a:cubicBezTo>
                <a:lnTo>
                  <a:pt x="336503" y="41104"/>
                </a:lnTo>
                <a:lnTo>
                  <a:pt x="359980" y="41104"/>
                </a:lnTo>
                <a:lnTo>
                  <a:pt x="359980" y="44028"/>
                </a:lnTo>
                <a:cubicBezTo>
                  <a:pt x="355268" y="44736"/>
                  <a:pt x="351802" y="47945"/>
                  <a:pt x="349582" y="53657"/>
                </a:cubicBezTo>
                <a:lnTo>
                  <a:pt x="324725" y="117788"/>
                </a:lnTo>
                <a:lnTo>
                  <a:pt x="321394" y="117788"/>
                </a:lnTo>
                <a:lnTo>
                  <a:pt x="302792" y="70353"/>
                </a:lnTo>
                <a:lnTo>
                  <a:pt x="281103" y="117788"/>
                </a:lnTo>
                <a:lnTo>
                  <a:pt x="278097" y="117788"/>
                </a:lnTo>
                <a:lnTo>
                  <a:pt x="254214" y="55238"/>
                </a:lnTo>
                <a:cubicBezTo>
                  <a:pt x="252644" y="51256"/>
                  <a:pt x="251101" y="48570"/>
                  <a:pt x="249584" y="47178"/>
                </a:cubicBezTo>
                <a:cubicBezTo>
                  <a:pt x="248068" y="45787"/>
                  <a:pt x="245685" y="44737"/>
                  <a:pt x="242436" y="44028"/>
                </a:cubicBezTo>
                <a:lnTo>
                  <a:pt x="242436" y="41104"/>
                </a:lnTo>
                <a:close/>
                <a:moveTo>
                  <a:pt x="402564" y="38992"/>
                </a:moveTo>
                <a:cubicBezTo>
                  <a:pt x="413828" y="38992"/>
                  <a:pt x="422872" y="43266"/>
                  <a:pt x="429696" y="51814"/>
                </a:cubicBezTo>
                <a:cubicBezTo>
                  <a:pt x="435490" y="59116"/>
                  <a:pt x="438388" y="67502"/>
                  <a:pt x="438388" y="76971"/>
                </a:cubicBezTo>
                <a:cubicBezTo>
                  <a:pt x="438388" y="83625"/>
                  <a:pt x="436790" y="90360"/>
                  <a:pt x="433595" y="97177"/>
                </a:cubicBezTo>
                <a:cubicBezTo>
                  <a:pt x="430400" y="103992"/>
                  <a:pt x="426000" y="109131"/>
                  <a:pt x="420395" y="112594"/>
                </a:cubicBezTo>
                <a:cubicBezTo>
                  <a:pt x="414790" y="116056"/>
                  <a:pt x="408548" y="117788"/>
                  <a:pt x="401670" y="117788"/>
                </a:cubicBezTo>
                <a:cubicBezTo>
                  <a:pt x="390460" y="117788"/>
                  <a:pt x="381552" y="113324"/>
                  <a:pt x="374945" y="104397"/>
                </a:cubicBezTo>
                <a:cubicBezTo>
                  <a:pt x="369367" y="96878"/>
                  <a:pt x="366578" y="88439"/>
                  <a:pt x="366578" y="79080"/>
                </a:cubicBezTo>
                <a:cubicBezTo>
                  <a:pt x="366578" y="72263"/>
                  <a:pt x="368270" y="65487"/>
                  <a:pt x="371655" y="58752"/>
                </a:cubicBezTo>
                <a:cubicBezTo>
                  <a:pt x="375040" y="52016"/>
                  <a:pt x="379494" y="47039"/>
                  <a:pt x="385018" y="43820"/>
                </a:cubicBezTo>
                <a:cubicBezTo>
                  <a:pt x="390542" y="40601"/>
                  <a:pt x="396390" y="38992"/>
                  <a:pt x="402564" y="38992"/>
                </a:cubicBezTo>
                <a:moveTo>
                  <a:pt x="400046" y="44353"/>
                </a:moveTo>
                <a:cubicBezTo>
                  <a:pt x="397176" y="44353"/>
                  <a:pt x="394292" y="45204"/>
                  <a:pt x="391395" y="46904"/>
                </a:cubicBezTo>
                <a:cubicBezTo>
                  <a:pt x="388497" y="48603"/>
                  <a:pt x="386155" y="51585"/>
                  <a:pt x="384368" y="55848"/>
                </a:cubicBezTo>
                <a:cubicBezTo>
                  <a:pt x="382581" y="60111"/>
                  <a:pt x="381687" y="65587"/>
                  <a:pt x="381687" y="72277"/>
                </a:cubicBezTo>
                <a:cubicBezTo>
                  <a:pt x="381687" y="83069"/>
                  <a:pt x="383840" y="92378"/>
                  <a:pt x="388145" y="100203"/>
                </a:cubicBezTo>
                <a:cubicBezTo>
                  <a:pt x="392451" y="108027"/>
                  <a:pt x="398123" y="111939"/>
                  <a:pt x="405163" y="111939"/>
                </a:cubicBezTo>
                <a:cubicBezTo>
                  <a:pt x="410417" y="111939"/>
                  <a:pt x="414749" y="109780"/>
                  <a:pt x="418161" y="105463"/>
                </a:cubicBezTo>
                <a:cubicBezTo>
                  <a:pt x="421573" y="101146"/>
                  <a:pt x="423278" y="93727"/>
                  <a:pt x="423278" y="83205"/>
                </a:cubicBezTo>
                <a:cubicBezTo>
                  <a:pt x="423278" y="70039"/>
                  <a:pt x="420435" y="59678"/>
                  <a:pt x="414749" y="52124"/>
                </a:cubicBezTo>
                <a:cubicBezTo>
                  <a:pt x="410904" y="46943"/>
                  <a:pt x="406003" y="44353"/>
                  <a:pt x="400046" y="44353"/>
                </a:cubicBezTo>
                <a:close/>
                <a:moveTo>
                  <a:pt x="470829" y="38992"/>
                </a:moveTo>
                <a:lnTo>
                  <a:pt x="470829" y="55726"/>
                </a:lnTo>
                <a:cubicBezTo>
                  <a:pt x="477056" y="44570"/>
                  <a:pt x="483447" y="38992"/>
                  <a:pt x="489999" y="38992"/>
                </a:cubicBezTo>
                <a:cubicBezTo>
                  <a:pt x="492978" y="38992"/>
                  <a:pt x="495442" y="39899"/>
                  <a:pt x="497392" y="41713"/>
                </a:cubicBezTo>
                <a:cubicBezTo>
                  <a:pt x="499341" y="43527"/>
                  <a:pt x="500316" y="45626"/>
                  <a:pt x="500316" y="48009"/>
                </a:cubicBezTo>
                <a:cubicBezTo>
                  <a:pt x="500316" y="50121"/>
                  <a:pt x="499612" y="51908"/>
                  <a:pt x="498204" y="53370"/>
                </a:cubicBezTo>
                <a:cubicBezTo>
                  <a:pt x="496796" y="54832"/>
                  <a:pt x="495117" y="55563"/>
                  <a:pt x="493168" y="55563"/>
                </a:cubicBezTo>
                <a:cubicBezTo>
                  <a:pt x="491272" y="55563"/>
                  <a:pt x="489147" y="54643"/>
                  <a:pt x="486791" y="52801"/>
                </a:cubicBezTo>
                <a:cubicBezTo>
                  <a:pt x="484435" y="50960"/>
                  <a:pt x="482689" y="50039"/>
                  <a:pt x="481551" y="50039"/>
                </a:cubicBezTo>
                <a:cubicBezTo>
                  <a:pt x="480576" y="50039"/>
                  <a:pt x="479520" y="50577"/>
                  <a:pt x="478383" y="51651"/>
                </a:cubicBezTo>
                <a:cubicBezTo>
                  <a:pt x="475946" y="53856"/>
                  <a:pt x="473428" y="57486"/>
                  <a:pt x="470829" y="62539"/>
                </a:cubicBezTo>
                <a:lnTo>
                  <a:pt x="470829" y="98129"/>
                </a:lnTo>
                <a:cubicBezTo>
                  <a:pt x="470829" y="102248"/>
                  <a:pt x="471343" y="105364"/>
                  <a:pt x="472372" y="107476"/>
                </a:cubicBezTo>
                <a:cubicBezTo>
                  <a:pt x="473076" y="108940"/>
                  <a:pt x="474322" y="110158"/>
                  <a:pt x="476109" y="111132"/>
                </a:cubicBezTo>
                <a:cubicBezTo>
                  <a:pt x="477896" y="112103"/>
                  <a:pt x="480468" y="112589"/>
                  <a:pt x="483826" y="112589"/>
                </a:cubicBezTo>
                <a:lnTo>
                  <a:pt x="483826" y="115513"/>
                </a:lnTo>
                <a:lnTo>
                  <a:pt x="445728" y="115513"/>
                </a:lnTo>
                <a:lnTo>
                  <a:pt x="445728" y="112589"/>
                </a:lnTo>
                <a:cubicBezTo>
                  <a:pt x="449518" y="112589"/>
                  <a:pt x="452335" y="111986"/>
                  <a:pt x="454176" y="110781"/>
                </a:cubicBezTo>
                <a:cubicBezTo>
                  <a:pt x="455530" y="109905"/>
                  <a:pt x="456477" y="108508"/>
                  <a:pt x="457019" y="106590"/>
                </a:cubicBezTo>
                <a:cubicBezTo>
                  <a:pt x="457290" y="105658"/>
                  <a:pt x="457425" y="103000"/>
                  <a:pt x="457425" y="98617"/>
                </a:cubicBezTo>
                <a:lnTo>
                  <a:pt x="457425" y="70023"/>
                </a:lnTo>
                <a:cubicBezTo>
                  <a:pt x="457425" y="61358"/>
                  <a:pt x="457249" y="56200"/>
                  <a:pt x="456897" y="54548"/>
                </a:cubicBezTo>
                <a:cubicBezTo>
                  <a:pt x="456545" y="52896"/>
                  <a:pt x="455895" y="51691"/>
                  <a:pt x="454948" y="50933"/>
                </a:cubicBezTo>
                <a:cubicBezTo>
                  <a:pt x="454000" y="50175"/>
                  <a:pt x="452822" y="49796"/>
                  <a:pt x="451414" y="49796"/>
                </a:cubicBezTo>
                <a:cubicBezTo>
                  <a:pt x="449735" y="49796"/>
                  <a:pt x="447840" y="50202"/>
                  <a:pt x="445728" y="51014"/>
                </a:cubicBezTo>
                <a:lnTo>
                  <a:pt x="444915" y="48090"/>
                </a:lnTo>
                <a:lnTo>
                  <a:pt x="467417" y="38992"/>
                </a:lnTo>
                <a:lnTo>
                  <a:pt x="470829" y="38992"/>
                </a:lnTo>
                <a:close/>
                <a:moveTo>
                  <a:pt x="526132" y="0"/>
                </a:moveTo>
                <a:lnTo>
                  <a:pt x="526132" y="74011"/>
                </a:lnTo>
                <a:lnTo>
                  <a:pt x="545060" y="56739"/>
                </a:lnTo>
                <a:cubicBezTo>
                  <a:pt x="549067" y="53068"/>
                  <a:pt x="551396" y="50747"/>
                  <a:pt x="552046" y="49775"/>
                </a:cubicBezTo>
                <a:cubicBezTo>
                  <a:pt x="552479" y="49127"/>
                  <a:pt x="552696" y="48480"/>
                  <a:pt x="552696" y="47833"/>
                </a:cubicBezTo>
                <a:cubicBezTo>
                  <a:pt x="552696" y="46754"/>
                  <a:pt x="552249" y="45823"/>
                  <a:pt x="551355" y="45041"/>
                </a:cubicBezTo>
                <a:cubicBezTo>
                  <a:pt x="550462" y="44257"/>
                  <a:pt x="548986" y="43812"/>
                  <a:pt x="546928" y="43703"/>
                </a:cubicBezTo>
                <a:lnTo>
                  <a:pt x="546928" y="41104"/>
                </a:lnTo>
                <a:lnTo>
                  <a:pt x="579259" y="41104"/>
                </a:lnTo>
                <a:lnTo>
                  <a:pt x="579259" y="43703"/>
                </a:lnTo>
                <a:cubicBezTo>
                  <a:pt x="574818" y="43812"/>
                  <a:pt x="571122" y="44484"/>
                  <a:pt x="568170" y="45721"/>
                </a:cubicBezTo>
                <a:cubicBezTo>
                  <a:pt x="565219" y="46957"/>
                  <a:pt x="561983" y="49161"/>
                  <a:pt x="558463" y="52334"/>
                </a:cubicBezTo>
                <a:lnTo>
                  <a:pt x="539373" y="69954"/>
                </a:lnTo>
                <a:lnTo>
                  <a:pt x="558463" y="94116"/>
                </a:lnTo>
                <a:cubicBezTo>
                  <a:pt x="563770" y="100804"/>
                  <a:pt x="567345" y="105032"/>
                  <a:pt x="569186" y="106801"/>
                </a:cubicBezTo>
                <a:cubicBezTo>
                  <a:pt x="571785" y="109355"/>
                  <a:pt x="574060" y="111012"/>
                  <a:pt x="576009" y="111774"/>
                </a:cubicBezTo>
                <a:cubicBezTo>
                  <a:pt x="577363" y="112317"/>
                  <a:pt x="579719" y="112589"/>
                  <a:pt x="583077" y="112589"/>
                </a:cubicBezTo>
                <a:lnTo>
                  <a:pt x="583077" y="115513"/>
                </a:lnTo>
                <a:lnTo>
                  <a:pt x="546928" y="115513"/>
                </a:lnTo>
                <a:lnTo>
                  <a:pt x="546928" y="112589"/>
                </a:lnTo>
                <a:cubicBezTo>
                  <a:pt x="548986" y="112535"/>
                  <a:pt x="550380" y="112222"/>
                  <a:pt x="551112" y="111652"/>
                </a:cubicBezTo>
                <a:cubicBezTo>
                  <a:pt x="551843" y="111082"/>
                  <a:pt x="552208" y="110281"/>
                  <a:pt x="552208" y="109250"/>
                </a:cubicBezTo>
                <a:cubicBezTo>
                  <a:pt x="552208" y="108002"/>
                  <a:pt x="551125" y="105993"/>
                  <a:pt x="548959" y="103224"/>
                </a:cubicBezTo>
                <a:lnTo>
                  <a:pt x="526132" y="74011"/>
                </a:lnTo>
                <a:lnTo>
                  <a:pt x="526132" y="98617"/>
                </a:lnTo>
                <a:cubicBezTo>
                  <a:pt x="526132" y="103494"/>
                  <a:pt x="526471" y="106700"/>
                  <a:pt x="527148" y="108235"/>
                </a:cubicBezTo>
                <a:cubicBezTo>
                  <a:pt x="527825" y="109768"/>
                  <a:pt x="528786" y="110864"/>
                  <a:pt x="530032" y="111522"/>
                </a:cubicBezTo>
                <a:cubicBezTo>
                  <a:pt x="531277" y="112179"/>
                  <a:pt x="533985" y="112535"/>
                  <a:pt x="538155" y="112589"/>
                </a:cubicBezTo>
                <a:lnTo>
                  <a:pt x="538155" y="115513"/>
                </a:lnTo>
                <a:lnTo>
                  <a:pt x="500300" y="115513"/>
                </a:lnTo>
                <a:lnTo>
                  <a:pt x="500300" y="112589"/>
                </a:lnTo>
                <a:cubicBezTo>
                  <a:pt x="504091" y="112589"/>
                  <a:pt x="506934" y="112126"/>
                  <a:pt x="508830" y="111200"/>
                </a:cubicBezTo>
                <a:cubicBezTo>
                  <a:pt x="509967" y="110601"/>
                  <a:pt x="510834" y="109674"/>
                  <a:pt x="511429" y="108420"/>
                </a:cubicBezTo>
                <a:cubicBezTo>
                  <a:pt x="512242" y="106623"/>
                  <a:pt x="512648" y="103518"/>
                  <a:pt x="512648" y="99104"/>
                </a:cubicBezTo>
                <a:lnTo>
                  <a:pt x="512648" y="31356"/>
                </a:lnTo>
                <a:cubicBezTo>
                  <a:pt x="512648" y="22816"/>
                  <a:pt x="512458" y="17594"/>
                  <a:pt x="512079" y="15688"/>
                </a:cubicBezTo>
                <a:cubicBezTo>
                  <a:pt x="511700" y="13781"/>
                  <a:pt x="511077" y="12463"/>
                  <a:pt x="510211" y="11736"/>
                </a:cubicBezTo>
                <a:cubicBezTo>
                  <a:pt x="509344" y="11006"/>
                  <a:pt x="508207" y="10641"/>
                  <a:pt x="506799" y="10641"/>
                </a:cubicBezTo>
                <a:cubicBezTo>
                  <a:pt x="505662" y="10641"/>
                  <a:pt x="503956" y="11102"/>
                  <a:pt x="501681" y="12022"/>
                </a:cubicBezTo>
                <a:lnTo>
                  <a:pt x="500300" y="9098"/>
                </a:lnTo>
                <a:lnTo>
                  <a:pt x="522396" y="0"/>
                </a:lnTo>
                <a:lnTo>
                  <a:pt x="5261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75687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2026-09-05T15:41:34.3690000Z</dcterms:created>
  <dcterms:modified xsi:type="dcterms:W3CDTF">2026-09-05T15:41:34.3690000Z</dcterms:modified>
</coreProperties>
</file>